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be7fddebe94715" /><Relationship Type="http://schemas.openxmlformats.org/officeDocument/2006/relationships/extended-properties" Target="/docProps/app.xml" Id="R8e0c8ebc7ef64b68" /><Relationship Type="http://schemas.openxmlformats.org/officeDocument/2006/relationships/officeDocument" Target="/ppt/presentation.xml" Id="R3b51471800be4d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729d199d934db3"/>
  </p:sldMasterIdLst>
  <p:notesMasterIdLst>
    <p:notesMasterId xmlns:r="http://schemas.openxmlformats.org/officeDocument/2006/relationships" r:id="R49a9dcdcb6bd44d5"/>
  </p:notesMasterIdLst>
  <p:sldIdLst>
    <p:sldId xmlns:r="http://schemas.openxmlformats.org/officeDocument/2006/relationships" id="256" r:id="R6e4f43220c57434e"/>
  </p:sldIdLst>
  <p:sldSz cx="14544675" cy="3629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aa480c779d4b88" /><Relationship Type="http://schemas.openxmlformats.org/officeDocument/2006/relationships/slideMaster" Target="/ppt/slideMasters/slideMaster1.xml" Id="R08729d199d934db3" /><Relationship Type="http://schemas.openxmlformats.org/officeDocument/2006/relationships/notesMaster" Target="/ppt/notesMasters/notesMaster1.xml" Id="R49a9dcdcb6bd44d5" /><Relationship Type="http://schemas.openxmlformats.org/officeDocument/2006/relationships/presProps" Target="/ppt/presProps.xml" Id="R40b2bd761b6a4a2b" /><Relationship Type="http://schemas.openxmlformats.org/officeDocument/2006/relationships/tableStyles" Target="/ppt/tableStyles.xml" Id="Rca059af9baec496a" /><Relationship Type="http://schemas.openxmlformats.org/officeDocument/2006/relationships/slide" Target="/ppt/slides/slide1.xml" Id="R6e4f43220c5743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1f3fcf9f59f42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66670766664df9" /><Relationship Type="http://schemas.openxmlformats.org/officeDocument/2006/relationships/notesMaster" Target="/ppt/notesMasters/notesMaster1.xml" Id="Rd4fdcb8d5741458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素材ID：SEC-063</ns1:t>
            </ns1:r>
          </ns1:p>
          <ns1:p>
            <ns1:r>
              <ns1:t>论文：Automatically Detecting Online Deceptive Patterns</ns1:t>
            </ns1:r>
          </ns1:p>
          <ns1:p>
            <ns1:r>
              <ns1:t>会议：CCS 2025</ns1:t>
            </ns1:r>
          </ns1:p>
          <ns1:p>
            <ns1:r>
              <ns1:t>奖项：Distinguished Paper Award</ns1:t>
            </ns1:r>
          </ns1:p>
          <ns1:p>
            <ns1:r>
              <ns1:t>图号：Figure 3，PDF第4页</ns1:t>
            </ns1:r>
          </ns1:p>
          <ns1:p>
            <ns1:r>
              <ns1:t>类型：系统架构</ns1:t>
            </ns1:r>
          </ns1:p>
          <ns1:p>
            <ns1:r>
              <ns1:t>借鉴点：截图经OCR和UI定位形成两个属性表，再融合为ElementMap、接入提示和LLM，输出类别及依据并交付应用。</ns1:t>
            </ns1:r>
          </ns1:p>
          <ns1:p>
            <ns1:r>
              <ns1:t>论文URL：https://www.annienobear.com/pdfs/deceptive_patterns.pdf</ns1:t>
            </ns1:r>
          </ns1:p>
          <ns1:p>
            <ns1:r>
              <ns1:t>官方获奖URL：https://www.sigsac.org/ccs/CCS2025/awards/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0993fc9c6045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98f40c24b34d4d" /><Relationship Type="http://schemas.openxmlformats.org/officeDocument/2006/relationships/slideLayout" Target="/ppt/slideLayouts/slideLayout1.xml" Id="R6e5ae6f675c44c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5ae6f675c44c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3f7c3058645e2" /><Relationship Type="http://schemas.openxmlformats.org/officeDocument/2006/relationships/image" Target="/ppt/media/image.png" Id="R9abe83bed86e40da" /><Relationship Type="http://schemas.openxmlformats.org/officeDocument/2006/relationships/image" Target="/ppt/media/image2.png" Id="R22a415e70c594784" /><Relationship Type="http://schemas.openxmlformats.org/officeDocument/2006/relationships/image" Target="/ppt/media/image3.png" Id="R0d666db89206470d" /><Relationship Type="http://schemas.openxmlformats.org/officeDocument/2006/relationships/image" Target="/ppt/media/image4.png" Id="R1bda8d2ca83d41d7" /><Relationship Type="http://schemas.openxmlformats.org/officeDocument/2006/relationships/image" Target="/ppt/media/image5.png" Id="R5471901f9cef4b7f" /><Relationship Type="http://schemas.openxmlformats.org/officeDocument/2006/relationships/image" Target="/ppt/media/image6.png" Id="R66208abb6df84e83" /><Relationship Type="http://schemas.openxmlformats.org/officeDocument/2006/relationships/image" Target="/ppt/media/image7.png" Id="R9f70a54bd08d4536" /><Relationship Type="http://schemas.openxmlformats.org/officeDocument/2006/relationships/image" Target="/ppt/media/image8.png" Id="R7266bdf0081c4052" /><Relationship Type="http://schemas.openxmlformats.org/officeDocument/2006/relationships/image" Target="/ppt/media/image9.png" Id="R7a69430858bd4c23" /><Relationship Type="http://schemas.openxmlformats.org/officeDocument/2006/relationships/image" Target="/ppt/media/image10.png" Id="R2716abb7fddd42b7" /><Relationship Type="http://schemas.openxmlformats.org/officeDocument/2006/relationships/notesSlide" Target="/ppt/notesSlides/notesSlide1.xml" Id="Ra65a51e01f31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B13C3-CC1D-428F-9532-2C5E580E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74" y="74763"/>
            <a:ext cx="14408917" cy="3467512"/>
          </a:xfrm>
          <a:custGeom xmlns:a="http://schemas.openxmlformats.org/drawingml/2006/main">
            <a:pathLst>
              <a:path w="14408917" h="3467512">
                <a:moveTo>
                  <a:pt x="0" y="3467512"/>
                </a:moveTo>
                <a:lnTo>
                  <a:pt x="0" y="0"/>
                </a:lnTo>
                <a:lnTo>
                  <a:pt x="14408917" y="0"/>
                </a:lnTo>
                <a:lnTo>
                  <a:pt x="14408917" y="3467512"/>
                </a:lnTo>
                <a:lnTo>
                  <a:pt x="0" y="346751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CCF2B-1755-4BAC-B254-3CF5A971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525" y="159020"/>
            <a:ext cx="4537044" cy="1291129"/>
          </a:xfrm>
          <a:custGeom xmlns:a="http://schemas.openxmlformats.org/drawingml/2006/main">
            <a:pathLst>
              <a:path w="4537044" h="1291129">
                <a:moveTo>
                  <a:pt x="0" y="55100"/>
                </a:moveTo>
                <a:cubicBezTo>
                  <a:pt x="0" y="24672"/>
                  <a:pt x="24672" y="0"/>
                  <a:pt x="55100" y="0"/>
                </a:cubicBezTo>
                <a:lnTo>
                  <a:pt x="4481944" y="0"/>
                </a:lnTo>
                <a:cubicBezTo>
                  <a:pt x="4512372" y="0"/>
                  <a:pt x="4537044" y="24672"/>
                  <a:pt x="4537044" y="55100"/>
                </a:cubicBezTo>
                <a:lnTo>
                  <a:pt x="4537044" y="1236029"/>
                </a:lnTo>
                <a:cubicBezTo>
                  <a:pt x="4537044" y="1266457"/>
                  <a:pt x="4512372" y="1291129"/>
                  <a:pt x="4481944" y="1291129"/>
                </a:cubicBezTo>
                <a:lnTo>
                  <a:pt x="55100" y="1291129"/>
                </a:lnTo>
                <a:cubicBezTo>
                  <a:pt x="24672" y="1291129"/>
                  <a:pt x="0" y="1266457"/>
                  <a:pt x="0" y="1236029"/>
                </a:cubicBezTo>
                <a:lnTo>
                  <a:pt x="0" y="55100"/>
                </a:lnTo>
                <a:close/>
              </a:path>
            </a:pathLst>
          </a:custGeom>
          <a:solidFill xmlns:a="http://schemas.openxmlformats.org/drawingml/2006/main">
            <a:srgbClr val="EAD7E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98225-B372-4C80-A5D3-4D3BC25F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525" y="159020"/>
            <a:ext cx="4537044" cy="1291129"/>
          </a:xfrm>
          <a:custGeom xmlns:a="http://schemas.openxmlformats.org/drawingml/2006/main">
            <a:pathLst>
              <a:path w="4537044" h="1291129" fill="none">
                <a:moveTo>
                  <a:pt x="0" y="55100"/>
                </a:moveTo>
                <a:cubicBezTo>
                  <a:pt x="0" y="24672"/>
                  <a:pt x="24672" y="0"/>
                  <a:pt x="55100" y="0"/>
                </a:cubicBezTo>
                <a:lnTo>
                  <a:pt x="4481944" y="0"/>
                </a:lnTo>
                <a:cubicBezTo>
                  <a:pt x="4512372" y="0"/>
                  <a:pt x="4537044" y="24672"/>
                  <a:pt x="4537044" y="55100"/>
                </a:cubicBezTo>
                <a:lnTo>
                  <a:pt x="4537044" y="1236029"/>
                </a:lnTo>
                <a:cubicBezTo>
                  <a:pt x="4537044" y="1266457"/>
                  <a:pt x="4512372" y="1291129"/>
                  <a:pt x="4481944" y="1291129"/>
                </a:cubicBezTo>
                <a:lnTo>
                  <a:pt x="55100" y="1291129"/>
                </a:lnTo>
                <a:cubicBezTo>
                  <a:pt x="24672" y="1291129"/>
                  <a:pt x="0" y="1266457"/>
                  <a:pt x="0" y="1236029"/>
                </a:cubicBezTo>
                <a:lnTo>
                  <a:pt x="0" y="551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56" cap="flat">
            <a:solidFill>
              <a:srgbClr val="042433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B28A9A-3DA1-415B-8F8D-451E83A5B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289" y="159136"/>
            <a:ext cx="1939130" cy="3111196"/>
          </a:xfrm>
          <a:custGeom xmlns:a="http://schemas.openxmlformats.org/drawingml/2006/main">
            <a:pathLst>
              <a:path w="1939130" h="3111196">
                <a:moveTo>
                  <a:pt x="0" y="82765"/>
                </a:moveTo>
                <a:cubicBezTo>
                  <a:pt x="0" y="37066"/>
                  <a:pt x="37066" y="0"/>
                  <a:pt x="82765" y="0"/>
                </a:cubicBezTo>
                <a:lnTo>
                  <a:pt x="1856365" y="0"/>
                </a:lnTo>
                <a:cubicBezTo>
                  <a:pt x="1902065" y="0"/>
                  <a:pt x="1939130" y="37066"/>
                  <a:pt x="1939130" y="82765"/>
                </a:cubicBezTo>
                <a:lnTo>
                  <a:pt x="1939130" y="3028431"/>
                </a:lnTo>
                <a:cubicBezTo>
                  <a:pt x="1939130" y="3074169"/>
                  <a:pt x="1902065" y="3111196"/>
                  <a:pt x="1856365" y="3111196"/>
                </a:cubicBezTo>
                <a:lnTo>
                  <a:pt x="82765" y="3111196"/>
                </a:lnTo>
                <a:cubicBezTo>
                  <a:pt x="37066" y="3111196"/>
                  <a:pt x="0" y="3074169"/>
                  <a:pt x="0" y="3028431"/>
                </a:cubicBezTo>
                <a:lnTo>
                  <a:pt x="0" y="82765"/>
                </a:lnTo>
                <a:close/>
              </a:path>
            </a:pathLst>
          </a:custGeom>
          <a:solidFill xmlns:a="http://schemas.openxmlformats.org/drawingml/2006/main">
            <a:srgbClr val="E0F0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169E11-82FB-48B3-A760-A28F82F8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289" y="159136"/>
            <a:ext cx="1939130" cy="3111196"/>
          </a:xfrm>
          <a:custGeom xmlns:a="http://schemas.openxmlformats.org/drawingml/2006/main">
            <a:pathLst>
              <a:path w="1939130" h="3111196" fill="none">
                <a:moveTo>
                  <a:pt x="0" y="82765"/>
                </a:moveTo>
                <a:cubicBezTo>
                  <a:pt x="0" y="37066"/>
                  <a:pt x="37066" y="0"/>
                  <a:pt x="82765" y="0"/>
                </a:cubicBezTo>
                <a:lnTo>
                  <a:pt x="1856365" y="0"/>
                </a:lnTo>
                <a:cubicBezTo>
                  <a:pt x="1902065" y="0"/>
                  <a:pt x="1939130" y="37066"/>
                  <a:pt x="1939130" y="82765"/>
                </a:cubicBezTo>
                <a:lnTo>
                  <a:pt x="1939130" y="3028431"/>
                </a:lnTo>
                <a:cubicBezTo>
                  <a:pt x="1939130" y="3074169"/>
                  <a:pt x="1902065" y="3111196"/>
                  <a:pt x="1856365" y="3111196"/>
                </a:cubicBezTo>
                <a:lnTo>
                  <a:pt x="82765" y="3111196"/>
                </a:lnTo>
                <a:cubicBezTo>
                  <a:pt x="37066" y="3111196"/>
                  <a:pt x="0" y="3074169"/>
                  <a:pt x="0" y="3028431"/>
                </a:cubicBezTo>
                <a:lnTo>
                  <a:pt x="0" y="827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56" cap="flat">
            <a:solidFill>
              <a:srgbClr val="042433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2E3640-0AEE-4EFE-AAC4-13C819296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632" y="163241"/>
            <a:ext cx="6261530" cy="3107090"/>
          </a:xfrm>
          <a:custGeom xmlns:a="http://schemas.openxmlformats.org/drawingml/2006/main">
            <a:pathLst>
              <a:path w="6261530" h="3107090">
                <a:moveTo>
                  <a:pt x="0" y="132647"/>
                </a:moveTo>
                <a:cubicBezTo>
                  <a:pt x="0" y="59398"/>
                  <a:pt x="59359" y="0"/>
                  <a:pt x="132608" y="0"/>
                </a:cubicBezTo>
                <a:lnTo>
                  <a:pt x="6128883" y="0"/>
                </a:lnTo>
                <a:cubicBezTo>
                  <a:pt x="6202132" y="0"/>
                  <a:pt x="6261530" y="59398"/>
                  <a:pt x="6261530" y="132647"/>
                </a:cubicBezTo>
                <a:lnTo>
                  <a:pt x="6261530" y="2974482"/>
                </a:lnTo>
                <a:cubicBezTo>
                  <a:pt x="6261530" y="3047731"/>
                  <a:pt x="6202132" y="3107090"/>
                  <a:pt x="6128883" y="3107090"/>
                </a:cubicBezTo>
                <a:lnTo>
                  <a:pt x="132608" y="3107090"/>
                </a:lnTo>
                <a:cubicBezTo>
                  <a:pt x="59359" y="3107090"/>
                  <a:pt x="0" y="3047731"/>
                  <a:pt x="0" y="2974482"/>
                </a:cubicBezTo>
                <a:lnTo>
                  <a:pt x="0" y="132647"/>
                </a:lnTo>
                <a:close/>
              </a:path>
            </a:pathLst>
          </a:custGeom>
          <a:solidFill xmlns:a="http://schemas.openxmlformats.org/drawingml/2006/main">
            <a:srgbClr val="E0EA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1E5701-0D82-4F7D-9A6A-177D5932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632" y="163241"/>
            <a:ext cx="6261530" cy="3107090"/>
          </a:xfrm>
          <a:custGeom xmlns:a="http://schemas.openxmlformats.org/drawingml/2006/main">
            <a:pathLst>
              <a:path w="6261530" h="3107090" fill="none">
                <a:moveTo>
                  <a:pt x="0" y="132647"/>
                </a:moveTo>
                <a:cubicBezTo>
                  <a:pt x="0" y="59398"/>
                  <a:pt x="59359" y="0"/>
                  <a:pt x="132608" y="0"/>
                </a:cubicBezTo>
                <a:lnTo>
                  <a:pt x="6128883" y="0"/>
                </a:lnTo>
                <a:cubicBezTo>
                  <a:pt x="6202132" y="0"/>
                  <a:pt x="6261530" y="59398"/>
                  <a:pt x="6261530" y="132647"/>
                </a:cubicBezTo>
                <a:lnTo>
                  <a:pt x="6261530" y="2974482"/>
                </a:lnTo>
                <a:cubicBezTo>
                  <a:pt x="6261530" y="3047731"/>
                  <a:pt x="6202132" y="3107090"/>
                  <a:pt x="6128883" y="3107090"/>
                </a:cubicBezTo>
                <a:lnTo>
                  <a:pt x="132608" y="3107090"/>
                </a:lnTo>
                <a:cubicBezTo>
                  <a:pt x="59359" y="3107090"/>
                  <a:pt x="0" y="3047731"/>
                  <a:pt x="0" y="2974482"/>
                </a:cubicBezTo>
                <a:lnTo>
                  <a:pt x="0" y="1326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56" cap="flat">
            <a:solidFill>
              <a:srgbClr val="042433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2BE14-C628-41F8-BD0C-3016915E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360" y="226361"/>
            <a:ext cx="661047" cy="436234"/>
          </a:xfrm>
          <a:custGeom xmlns:a="http://schemas.openxmlformats.org/drawingml/2006/main">
            <a:pathLst>
              <a:path w="661047" h="436234">
                <a:moveTo>
                  <a:pt x="0" y="436234"/>
                </a:moveTo>
                <a:lnTo>
                  <a:pt x="0" y="0"/>
                </a:lnTo>
                <a:lnTo>
                  <a:pt x="661047" y="0"/>
                </a:lnTo>
                <a:lnTo>
                  <a:pt x="661047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F2E658-C50A-4730-8BC4-EDAD705A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407" y="226361"/>
            <a:ext cx="869936" cy="436234"/>
          </a:xfrm>
          <a:custGeom xmlns:a="http://schemas.openxmlformats.org/drawingml/2006/main">
            <a:pathLst>
              <a:path w="869936" h="436234">
                <a:moveTo>
                  <a:pt x="0" y="436234"/>
                </a:moveTo>
                <a:lnTo>
                  <a:pt x="0" y="0"/>
                </a:lnTo>
                <a:lnTo>
                  <a:pt x="869936" y="0"/>
                </a:lnTo>
                <a:lnTo>
                  <a:pt x="869936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69CAD-E52E-4E64-AF03-762F62CF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344" y="226361"/>
            <a:ext cx="911108" cy="436234"/>
          </a:xfrm>
          <a:custGeom xmlns:a="http://schemas.openxmlformats.org/drawingml/2006/main">
            <a:pathLst>
              <a:path w="911108" h="436234">
                <a:moveTo>
                  <a:pt x="0" y="436234"/>
                </a:moveTo>
                <a:lnTo>
                  <a:pt x="0" y="0"/>
                </a:lnTo>
                <a:lnTo>
                  <a:pt x="911108" y="0"/>
                </a:lnTo>
                <a:lnTo>
                  <a:pt x="911108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1A9F74-FEFC-4EC3-B9BE-006FDC18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451" y="226361"/>
            <a:ext cx="376192" cy="436234"/>
          </a:xfrm>
          <a:custGeom xmlns:a="http://schemas.openxmlformats.org/drawingml/2006/main">
            <a:pathLst>
              <a:path w="376192" h="436234">
                <a:moveTo>
                  <a:pt x="0" y="436234"/>
                </a:moveTo>
                <a:lnTo>
                  <a:pt x="0" y="0"/>
                </a:lnTo>
                <a:lnTo>
                  <a:pt x="376192" y="0"/>
                </a:lnTo>
                <a:lnTo>
                  <a:pt x="376192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6472DA-BE0B-4322-AFC9-23F4195B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36" y="226361"/>
            <a:ext cx="1121762" cy="436234"/>
          </a:xfrm>
          <a:custGeom xmlns:a="http://schemas.openxmlformats.org/drawingml/2006/main">
            <a:pathLst>
              <a:path w="1121762" h="436234">
                <a:moveTo>
                  <a:pt x="0" y="436234"/>
                </a:moveTo>
                <a:lnTo>
                  <a:pt x="0" y="0"/>
                </a:lnTo>
                <a:lnTo>
                  <a:pt x="1121762" y="0"/>
                </a:lnTo>
                <a:lnTo>
                  <a:pt x="1121762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F8E5E-CEED-4590-B195-DDB05DEE2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398" y="226361"/>
            <a:ext cx="1147163" cy="436234"/>
          </a:xfrm>
          <a:custGeom xmlns:a="http://schemas.openxmlformats.org/drawingml/2006/main">
            <a:pathLst>
              <a:path w="1147163" h="436234">
                <a:moveTo>
                  <a:pt x="0" y="436234"/>
                </a:moveTo>
                <a:lnTo>
                  <a:pt x="0" y="0"/>
                </a:lnTo>
                <a:lnTo>
                  <a:pt x="1147163" y="0"/>
                </a:lnTo>
                <a:lnTo>
                  <a:pt x="1147163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262F1-C10C-41ED-9593-B53749F3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360" y="662584"/>
            <a:ext cx="661047" cy="349605"/>
          </a:xfrm>
          <a:custGeom xmlns:a="http://schemas.openxmlformats.org/drawingml/2006/main">
            <a:pathLst>
              <a:path w="661047" h="349605">
                <a:moveTo>
                  <a:pt x="0" y="349605"/>
                </a:moveTo>
                <a:lnTo>
                  <a:pt x="0" y="0"/>
                </a:lnTo>
                <a:lnTo>
                  <a:pt x="661047" y="0"/>
                </a:lnTo>
                <a:lnTo>
                  <a:pt x="661047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E93C2-C6B7-4E71-8C57-8FFB4A63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407" y="662584"/>
            <a:ext cx="869936" cy="349605"/>
          </a:xfrm>
          <a:custGeom xmlns:a="http://schemas.openxmlformats.org/drawingml/2006/main">
            <a:pathLst>
              <a:path w="869936" h="349605">
                <a:moveTo>
                  <a:pt x="0" y="349605"/>
                </a:moveTo>
                <a:lnTo>
                  <a:pt x="0" y="0"/>
                </a:lnTo>
                <a:lnTo>
                  <a:pt x="869936" y="0"/>
                </a:lnTo>
                <a:lnTo>
                  <a:pt x="869936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2D38B-EF25-48DE-9B0F-200677CA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344" y="662584"/>
            <a:ext cx="911108" cy="349605"/>
          </a:xfrm>
          <a:custGeom xmlns:a="http://schemas.openxmlformats.org/drawingml/2006/main">
            <a:pathLst>
              <a:path w="911108" h="349605">
                <a:moveTo>
                  <a:pt x="0" y="349605"/>
                </a:moveTo>
                <a:lnTo>
                  <a:pt x="0" y="0"/>
                </a:lnTo>
                <a:lnTo>
                  <a:pt x="911108" y="0"/>
                </a:lnTo>
                <a:lnTo>
                  <a:pt x="911108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86555-41FF-4C55-917D-34276AE2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451" y="662584"/>
            <a:ext cx="376192" cy="349605"/>
          </a:xfrm>
          <a:custGeom xmlns:a="http://schemas.openxmlformats.org/drawingml/2006/main">
            <a:pathLst>
              <a:path w="376192" h="349605">
                <a:moveTo>
                  <a:pt x="0" y="349605"/>
                </a:moveTo>
                <a:lnTo>
                  <a:pt x="0" y="0"/>
                </a:lnTo>
                <a:lnTo>
                  <a:pt x="376192" y="0"/>
                </a:lnTo>
                <a:lnTo>
                  <a:pt x="376192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C5AFB6-B4AA-4767-BA84-4EA7679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36" y="662584"/>
            <a:ext cx="1121762" cy="349605"/>
          </a:xfrm>
          <a:custGeom xmlns:a="http://schemas.openxmlformats.org/drawingml/2006/main">
            <a:pathLst>
              <a:path w="1121762" h="349605">
                <a:moveTo>
                  <a:pt x="0" y="349605"/>
                </a:moveTo>
                <a:lnTo>
                  <a:pt x="0" y="0"/>
                </a:lnTo>
                <a:lnTo>
                  <a:pt x="1121762" y="0"/>
                </a:lnTo>
                <a:lnTo>
                  <a:pt x="1121762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59493A-2C90-4EC9-855A-F00199B8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398" y="662584"/>
            <a:ext cx="1147163" cy="349605"/>
          </a:xfrm>
          <a:custGeom xmlns:a="http://schemas.openxmlformats.org/drawingml/2006/main">
            <a:pathLst>
              <a:path w="1147163" h="349605">
                <a:moveTo>
                  <a:pt x="0" y="349605"/>
                </a:moveTo>
                <a:lnTo>
                  <a:pt x="0" y="0"/>
                </a:lnTo>
                <a:lnTo>
                  <a:pt x="1147163" y="0"/>
                </a:lnTo>
                <a:lnTo>
                  <a:pt x="1147163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504AF4-3A95-422E-9D1E-195EC91D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360" y="1196010"/>
            <a:ext cx="661047" cy="349605"/>
          </a:xfrm>
          <a:custGeom xmlns:a="http://schemas.openxmlformats.org/drawingml/2006/main">
            <a:pathLst>
              <a:path w="661047" h="349605">
                <a:moveTo>
                  <a:pt x="0" y="349605"/>
                </a:moveTo>
                <a:lnTo>
                  <a:pt x="0" y="0"/>
                </a:lnTo>
                <a:lnTo>
                  <a:pt x="661047" y="0"/>
                </a:lnTo>
                <a:lnTo>
                  <a:pt x="661047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17C0C-EC54-4C50-BE00-D48161C9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407" y="1196010"/>
            <a:ext cx="869936" cy="349605"/>
          </a:xfrm>
          <a:custGeom xmlns:a="http://schemas.openxmlformats.org/drawingml/2006/main">
            <a:pathLst>
              <a:path w="869936" h="349605">
                <a:moveTo>
                  <a:pt x="0" y="349605"/>
                </a:moveTo>
                <a:lnTo>
                  <a:pt x="0" y="0"/>
                </a:lnTo>
                <a:lnTo>
                  <a:pt x="869936" y="0"/>
                </a:lnTo>
                <a:lnTo>
                  <a:pt x="869936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23E10-04EA-462F-8D89-2B482D29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344" y="1196010"/>
            <a:ext cx="911108" cy="349605"/>
          </a:xfrm>
          <a:custGeom xmlns:a="http://schemas.openxmlformats.org/drawingml/2006/main">
            <a:pathLst>
              <a:path w="911108" h="349605">
                <a:moveTo>
                  <a:pt x="0" y="349605"/>
                </a:moveTo>
                <a:lnTo>
                  <a:pt x="0" y="0"/>
                </a:lnTo>
                <a:lnTo>
                  <a:pt x="911108" y="0"/>
                </a:lnTo>
                <a:lnTo>
                  <a:pt x="911108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C0C73-425E-44D3-B265-8B59B5A7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451" y="1196010"/>
            <a:ext cx="376192" cy="349605"/>
          </a:xfrm>
          <a:custGeom xmlns:a="http://schemas.openxmlformats.org/drawingml/2006/main">
            <a:pathLst>
              <a:path w="376192" h="349605">
                <a:moveTo>
                  <a:pt x="0" y="349605"/>
                </a:moveTo>
                <a:lnTo>
                  <a:pt x="0" y="0"/>
                </a:lnTo>
                <a:lnTo>
                  <a:pt x="376192" y="0"/>
                </a:lnTo>
                <a:lnTo>
                  <a:pt x="376192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273DA-2473-49CE-8EDE-B690D5CD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36" y="1196010"/>
            <a:ext cx="1121762" cy="349605"/>
          </a:xfrm>
          <a:custGeom xmlns:a="http://schemas.openxmlformats.org/drawingml/2006/main">
            <a:pathLst>
              <a:path w="1121762" h="349605">
                <a:moveTo>
                  <a:pt x="0" y="349605"/>
                </a:moveTo>
                <a:lnTo>
                  <a:pt x="0" y="0"/>
                </a:lnTo>
                <a:lnTo>
                  <a:pt x="1121762" y="0"/>
                </a:lnTo>
                <a:lnTo>
                  <a:pt x="1121762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AB26A-F1D0-4B75-ACB9-378BED2A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398" y="1196010"/>
            <a:ext cx="1147163" cy="349605"/>
          </a:xfrm>
          <a:custGeom xmlns:a="http://schemas.openxmlformats.org/drawingml/2006/main">
            <a:pathLst>
              <a:path w="1147163" h="349605">
                <a:moveTo>
                  <a:pt x="0" y="349605"/>
                </a:moveTo>
                <a:lnTo>
                  <a:pt x="0" y="0"/>
                </a:lnTo>
                <a:lnTo>
                  <a:pt x="1147163" y="0"/>
                </a:lnTo>
                <a:lnTo>
                  <a:pt x="1147163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586144-10F8-49DC-B24B-4465C3B5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3407" y="224404"/>
            <a:ext cx="10" cy="1323130"/>
          </a:xfrm>
          <a:custGeom xmlns:a="http://schemas.openxmlformats.org/drawingml/2006/main">
            <a:pathLst>
              <a:path w="1" h="1323130" fill="none">
                <a:moveTo>
                  <a:pt x="0" y="0"/>
                </a:moveTo>
                <a:lnTo>
                  <a:pt x="0" y="132313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5EFBD-DE97-45E7-9308-1CF9F3F5A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3344" y="224404"/>
            <a:ext cx="10" cy="1323130"/>
          </a:xfrm>
          <a:custGeom xmlns:a="http://schemas.openxmlformats.org/drawingml/2006/main">
            <a:pathLst>
              <a:path w="1" h="1323130" fill="none">
                <a:moveTo>
                  <a:pt x="0" y="0"/>
                </a:moveTo>
                <a:lnTo>
                  <a:pt x="0" y="132313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82B16-A819-478C-9418-4D6AB074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451" y="224404"/>
            <a:ext cx="10" cy="1323130"/>
          </a:xfrm>
          <a:custGeom xmlns:a="http://schemas.openxmlformats.org/drawingml/2006/main">
            <a:pathLst>
              <a:path w="1" h="1323130" fill="none">
                <a:moveTo>
                  <a:pt x="0" y="0"/>
                </a:moveTo>
                <a:lnTo>
                  <a:pt x="0" y="132313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5C2004-B28E-48DF-B7B4-CB718AFA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636" y="224404"/>
            <a:ext cx="10" cy="1323130"/>
          </a:xfrm>
          <a:custGeom xmlns:a="http://schemas.openxmlformats.org/drawingml/2006/main">
            <a:pathLst>
              <a:path w="1" h="1323130" fill="none">
                <a:moveTo>
                  <a:pt x="0" y="0"/>
                </a:moveTo>
                <a:lnTo>
                  <a:pt x="0" y="132313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AD77B0-5726-467C-8F53-25EC9C1B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398" y="224404"/>
            <a:ext cx="10" cy="1323130"/>
          </a:xfrm>
          <a:custGeom xmlns:a="http://schemas.openxmlformats.org/drawingml/2006/main">
            <a:pathLst>
              <a:path w="1" h="1323130" fill="none">
                <a:moveTo>
                  <a:pt x="0" y="0"/>
                </a:moveTo>
                <a:lnTo>
                  <a:pt x="0" y="132313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AABB6F-77F3-48C7-8711-2C875037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442" y="662595"/>
            <a:ext cx="5091038" cy="10"/>
          </a:xfrm>
          <a:custGeom xmlns:a="http://schemas.openxmlformats.org/drawingml/2006/main">
            <a:pathLst>
              <a:path w="5091038" h="1" fill="none">
                <a:moveTo>
                  <a:pt x="0" y="0"/>
                </a:moveTo>
                <a:lnTo>
                  <a:pt x="5091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56" cap="flat">
            <a:solidFill>
              <a:srgbClr val="000000"/>
            </a:solidFill>
            <a:round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CF4600-D1D2-4D5A-80E1-C291CD2A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442" y="1012189"/>
            <a:ext cx="5091038" cy="10"/>
          </a:xfrm>
          <a:custGeom xmlns:a="http://schemas.openxmlformats.org/drawingml/2006/main">
            <a:pathLst>
              <a:path w="5091038" h="1" fill="none">
                <a:moveTo>
                  <a:pt x="0" y="0"/>
                </a:moveTo>
                <a:lnTo>
                  <a:pt x="5091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84BE8C-06A2-432F-8028-401E82EE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442" y="1196022"/>
            <a:ext cx="5091038" cy="10"/>
          </a:xfrm>
          <a:custGeom xmlns:a="http://schemas.openxmlformats.org/drawingml/2006/main">
            <a:pathLst>
              <a:path w="5091038" h="1" fill="none">
                <a:moveTo>
                  <a:pt x="0" y="0"/>
                </a:moveTo>
                <a:lnTo>
                  <a:pt x="5091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6E57BA-12BA-4485-8E59-049CBFC1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360" y="224404"/>
            <a:ext cx="10" cy="1323130"/>
          </a:xfrm>
          <a:custGeom xmlns:a="http://schemas.openxmlformats.org/drawingml/2006/main">
            <a:pathLst>
              <a:path w="1" h="1323130" fill="none">
                <a:moveTo>
                  <a:pt x="0" y="0"/>
                </a:moveTo>
                <a:lnTo>
                  <a:pt x="0" y="132313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D1430-1DA0-4F23-A47B-5F733A1CA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61" y="224404"/>
            <a:ext cx="10" cy="1323130"/>
          </a:xfrm>
          <a:custGeom xmlns:a="http://schemas.openxmlformats.org/drawingml/2006/main">
            <a:pathLst>
              <a:path w="1" h="1323130" fill="none">
                <a:moveTo>
                  <a:pt x="0" y="0"/>
                </a:moveTo>
                <a:lnTo>
                  <a:pt x="0" y="132313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4BBB1F-B6A1-4A53-B6E2-A81CE136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442" y="226322"/>
            <a:ext cx="5091038" cy="10"/>
          </a:xfrm>
          <a:custGeom xmlns:a="http://schemas.openxmlformats.org/drawingml/2006/main">
            <a:pathLst>
              <a:path w="5091038" h="1" fill="none">
                <a:moveTo>
                  <a:pt x="0" y="0"/>
                </a:moveTo>
                <a:lnTo>
                  <a:pt x="5091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D0F6A3-63E9-4AD1-B2D3-05C0382D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0442" y="1545616"/>
            <a:ext cx="5091038" cy="10"/>
          </a:xfrm>
          <a:custGeom xmlns:a="http://schemas.openxmlformats.org/drawingml/2006/main">
            <a:pathLst>
              <a:path w="5091038" h="1" fill="none">
                <a:moveTo>
                  <a:pt x="0" y="0"/>
                </a:moveTo>
                <a:lnTo>
                  <a:pt x="5091038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38" name="Text T">
            <a:extLst xmlns:a="http://schemas.openxmlformats.org/drawingml/2006/main">
              <a:ext uri="{FF2B5EF4-FFF2-40B4-BE49-F238E27FC236}">
                <a16:creationId xmlns:a16="http://schemas.microsoft.com/office/drawing/2014/main" id="{A120D384-8E08-4B71-90B0-82537E45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6018" y="403801"/>
            <a:ext cx="67853" cy="87683"/>
          </a:xfrm>
          <a:custGeom xmlns:a="http://schemas.openxmlformats.org/drawingml/2006/main">
            <a:pathLst>
              <a:path w="67853" h="87683">
                <a:moveTo>
                  <a:pt x="67853" y="2845"/>
                </a:moveTo>
                <a:cubicBezTo>
                  <a:pt x="67853" y="3162"/>
                  <a:pt x="67819" y="3670"/>
                  <a:pt x="67752" y="4371"/>
                </a:cubicBezTo>
                <a:cubicBezTo>
                  <a:pt x="67684" y="5071"/>
                  <a:pt x="67572" y="5850"/>
                  <a:pt x="67414" y="6709"/>
                </a:cubicBezTo>
                <a:cubicBezTo>
                  <a:pt x="67257" y="7568"/>
                  <a:pt x="67055" y="8460"/>
                  <a:pt x="66807" y="9386"/>
                </a:cubicBezTo>
                <a:cubicBezTo>
                  <a:pt x="66560" y="10312"/>
                  <a:pt x="66268" y="11159"/>
                  <a:pt x="65931" y="11928"/>
                </a:cubicBezTo>
                <a:cubicBezTo>
                  <a:pt x="65593" y="12695"/>
                  <a:pt x="65189" y="13327"/>
                  <a:pt x="64717" y="13825"/>
                </a:cubicBezTo>
                <a:cubicBezTo>
                  <a:pt x="64244" y="14321"/>
                  <a:pt x="63739" y="14569"/>
                  <a:pt x="63199" y="14569"/>
                </a:cubicBezTo>
                <a:lnTo>
                  <a:pt x="41278" y="14569"/>
                </a:lnTo>
                <a:lnTo>
                  <a:pt x="27249" y="84850"/>
                </a:lnTo>
                <a:cubicBezTo>
                  <a:pt x="27114" y="85299"/>
                  <a:pt x="26867" y="85704"/>
                  <a:pt x="26507" y="86064"/>
                </a:cubicBezTo>
                <a:cubicBezTo>
                  <a:pt x="26147" y="86424"/>
                  <a:pt x="25597" y="86716"/>
                  <a:pt x="24855" y="86941"/>
                </a:cubicBezTo>
                <a:cubicBezTo>
                  <a:pt x="24113" y="87166"/>
                  <a:pt x="23168" y="87345"/>
                  <a:pt x="22022" y="87480"/>
                </a:cubicBezTo>
                <a:cubicBezTo>
                  <a:pt x="20875" y="87615"/>
                  <a:pt x="19425" y="87683"/>
                  <a:pt x="17671" y="87683"/>
                </a:cubicBezTo>
                <a:cubicBezTo>
                  <a:pt x="15963" y="87683"/>
                  <a:pt x="14546" y="87615"/>
                  <a:pt x="13422" y="87480"/>
                </a:cubicBezTo>
                <a:cubicBezTo>
                  <a:pt x="12298" y="87345"/>
                  <a:pt x="11432" y="87166"/>
                  <a:pt x="10825" y="86941"/>
                </a:cubicBezTo>
                <a:cubicBezTo>
                  <a:pt x="10218" y="86716"/>
                  <a:pt x="9814" y="86424"/>
                  <a:pt x="9611" y="86064"/>
                </a:cubicBezTo>
                <a:cubicBezTo>
                  <a:pt x="9409" y="85704"/>
                  <a:pt x="9353" y="85299"/>
                  <a:pt x="9443" y="84850"/>
                </a:cubicBezTo>
                <a:lnTo>
                  <a:pt x="23472" y="14569"/>
                </a:lnTo>
                <a:lnTo>
                  <a:pt x="1754" y="14569"/>
                </a:lnTo>
                <a:cubicBezTo>
                  <a:pt x="1079" y="14569"/>
                  <a:pt x="618" y="14321"/>
                  <a:pt x="371" y="13825"/>
                </a:cubicBezTo>
                <a:cubicBezTo>
                  <a:pt x="124" y="13327"/>
                  <a:pt x="0" y="12649"/>
                  <a:pt x="0" y="11791"/>
                </a:cubicBezTo>
                <a:cubicBezTo>
                  <a:pt x="0" y="11430"/>
                  <a:pt x="34" y="10899"/>
                  <a:pt x="101" y="10199"/>
                </a:cubicBezTo>
                <a:cubicBezTo>
                  <a:pt x="169" y="9498"/>
                  <a:pt x="281" y="8707"/>
                  <a:pt x="438" y="7826"/>
                </a:cubicBezTo>
                <a:cubicBezTo>
                  <a:pt x="596" y="6945"/>
                  <a:pt x="798" y="6042"/>
                  <a:pt x="1045" y="5116"/>
                </a:cubicBezTo>
                <a:cubicBezTo>
                  <a:pt x="1293" y="4190"/>
                  <a:pt x="1596" y="3343"/>
                  <a:pt x="1956" y="2576"/>
                </a:cubicBezTo>
                <a:cubicBezTo>
                  <a:pt x="2316" y="1807"/>
                  <a:pt x="2720" y="1186"/>
                  <a:pt x="3170" y="712"/>
                </a:cubicBezTo>
                <a:cubicBezTo>
                  <a:pt x="3620" y="237"/>
                  <a:pt x="4114" y="0"/>
                  <a:pt x="4654" y="0"/>
                </a:cubicBezTo>
                <a:lnTo>
                  <a:pt x="66167" y="0"/>
                </a:lnTo>
                <a:cubicBezTo>
                  <a:pt x="66706" y="0"/>
                  <a:pt x="67122" y="249"/>
                  <a:pt x="67414" y="746"/>
                </a:cubicBezTo>
                <a:cubicBezTo>
                  <a:pt x="67707" y="1242"/>
                  <a:pt x="67853" y="1942"/>
                  <a:pt x="67853" y="28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ext">
            <a:extLst xmlns:a="http://schemas.openxmlformats.org/drawingml/2006/main">
              <a:ext uri="{FF2B5EF4-FFF2-40B4-BE49-F238E27FC236}">
                <a16:creationId xmlns:a16="http://schemas.microsoft.com/office/drawing/2014/main" id="{17E56E26-173D-423D-9368-9014212A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7964" y="410006"/>
            <a:ext cx="173911" cy="82691"/>
          </a:xfrm>
          <a:custGeom xmlns:a="http://schemas.openxmlformats.org/drawingml/2006/main">
            <a:pathLst>
              <a:path w="173911" h="82691">
                <a:moveTo>
                  <a:pt x="61378" y="31798"/>
                </a:moveTo>
                <a:cubicBezTo>
                  <a:pt x="61378" y="35041"/>
                  <a:pt x="60647" y="37958"/>
                  <a:pt x="59186" y="40549"/>
                </a:cubicBezTo>
                <a:cubicBezTo>
                  <a:pt x="57724" y="43139"/>
                  <a:pt x="55454" y="45369"/>
                  <a:pt x="52373" y="47239"/>
                </a:cubicBezTo>
                <a:cubicBezTo>
                  <a:pt x="49293" y="49108"/>
                  <a:pt x="45381" y="50538"/>
                  <a:pt x="40638" y="51528"/>
                </a:cubicBezTo>
                <a:cubicBezTo>
                  <a:pt x="35894" y="52519"/>
                  <a:pt x="30239" y="53014"/>
                  <a:pt x="23674" y="53014"/>
                </a:cubicBezTo>
                <a:lnTo>
                  <a:pt x="17469" y="53014"/>
                </a:lnTo>
                <a:cubicBezTo>
                  <a:pt x="17289" y="54048"/>
                  <a:pt x="17154" y="55071"/>
                  <a:pt x="17064" y="56083"/>
                </a:cubicBezTo>
                <a:cubicBezTo>
                  <a:pt x="16974" y="57095"/>
                  <a:pt x="16929" y="58028"/>
                  <a:pt x="16929" y="58882"/>
                </a:cubicBezTo>
                <a:cubicBezTo>
                  <a:pt x="16929" y="62524"/>
                  <a:pt x="17874" y="65267"/>
                  <a:pt x="19762" y="67111"/>
                </a:cubicBezTo>
                <a:cubicBezTo>
                  <a:pt x="21651" y="68955"/>
                  <a:pt x="24686" y="69876"/>
                  <a:pt x="28868" y="69876"/>
                </a:cubicBezTo>
                <a:cubicBezTo>
                  <a:pt x="31836" y="69876"/>
                  <a:pt x="34500" y="69659"/>
                  <a:pt x="36860" y="69225"/>
                </a:cubicBezTo>
                <a:cubicBezTo>
                  <a:pt x="39221" y="68791"/>
                  <a:pt x="41290" y="68311"/>
                  <a:pt x="43066" y="67785"/>
                </a:cubicBezTo>
                <a:cubicBezTo>
                  <a:pt x="44842" y="67260"/>
                  <a:pt x="46314" y="66780"/>
                  <a:pt x="47484" y="66346"/>
                </a:cubicBezTo>
                <a:cubicBezTo>
                  <a:pt x="48653" y="65912"/>
                  <a:pt x="49507" y="65695"/>
                  <a:pt x="50047" y="65695"/>
                </a:cubicBezTo>
                <a:cubicBezTo>
                  <a:pt x="50586" y="65695"/>
                  <a:pt x="50968" y="65853"/>
                  <a:pt x="51193" y="66171"/>
                </a:cubicBezTo>
                <a:cubicBezTo>
                  <a:pt x="51418" y="66488"/>
                  <a:pt x="51530" y="66987"/>
                  <a:pt x="51530" y="67665"/>
                </a:cubicBezTo>
                <a:cubicBezTo>
                  <a:pt x="51530" y="68437"/>
                  <a:pt x="51463" y="69321"/>
                  <a:pt x="51328" y="70319"/>
                </a:cubicBezTo>
                <a:cubicBezTo>
                  <a:pt x="51193" y="71315"/>
                  <a:pt x="51002" y="72301"/>
                  <a:pt x="50755" y="73276"/>
                </a:cubicBezTo>
                <a:cubicBezTo>
                  <a:pt x="50507" y="74250"/>
                  <a:pt x="50193" y="75167"/>
                  <a:pt x="49810" y="76029"/>
                </a:cubicBezTo>
                <a:cubicBezTo>
                  <a:pt x="49428" y="76890"/>
                  <a:pt x="48990" y="77547"/>
                  <a:pt x="48495" y="78000"/>
                </a:cubicBezTo>
                <a:cubicBezTo>
                  <a:pt x="47956" y="78543"/>
                  <a:pt x="46966" y="79088"/>
                  <a:pt x="45528" y="79633"/>
                </a:cubicBezTo>
                <a:cubicBezTo>
                  <a:pt x="44089" y="80177"/>
                  <a:pt x="42357" y="80675"/>
                  <a:pt x="40334" y="81127"/>
                </a:cubicBezTo>
                <a:cubicBezTo>
                  <a:pt x="38311" y="81581"/>
                  <a:pt x="36040" y="81955"/>
                  <a:pt x="33522" y="82249"/>
                </a:cubicBezTo>
                <a:cubicBezTo>
                  <a:pt x="31004" y="82544"/>
                  <a:pt x="28441" y="82691"/>
                  <a:pt x="25833" y="82691"/>
                </a:cubicBezTo>
                <a:cubicBezTo>
                  <a:pt x="21516" y="82691"/>
                  <a:pt x="17750" y="82240"/>
                  <a:pt x="14535" y="81338"/>
                </a:cubicBezTo>
                <a:cubicBezTo>
                  <a:pt x="11320" y="80438"/>
                  <a:pt x="8633" y="79064"/>
                  <a:pt x="6475" y="77218"/>
                </a:cubicBezTo>
                <a:cubicBezTo>
                  <a:pt x="4317" y="75370"/>
                  <a:pt x="2698" y="73015"/>
                  <a:pt x="1619" y="70155"/>
                </a:cubicBezTo>
                <a:cubicBezTo>
                  <a:pt x="540" y="67294"/>
                  <a:pt x="0" y="63904"/>
                  <a:pt x="0" y="59985"/>
                </a:cubicBezTo>
                <a:cubicBezTo>
                  <a:pt x="0" y="56965"/>
                  <a:pt x="281" y="53732"/>
                  <a:pt x="843" y="50287"/>
                </a:cubicBezTo>
                <a:cubicBezTo>
                  <a:pt x="1405" y="46840"/>
                  <a:pt x="2316" y="43438"/>
                  <a:pt x="3575" y="40081"/>
                </a:cubicBezTo>
                <a:cubicBezTo>
                  <a:pt x="4834" y="36724"/>
                  <a:pt x="6453" y="33514"/>
                  <a:pt x="8431" y="30451"/>
                </a:cubicBezTo>
                <a:cubicBezTo>
                  <a:pt x="10409" y="27387"/>
                  <a:pt x="12804" y="24696"/>
                  <a:pt x="15614" y="22376"/>
                </a:cubicBezTo>
                <a:cubicBezTo>
                  <a:pt x="18425" y="20055"/>
                  <a:pt x="21673" y="18196"/>
                  <a:pt x="25361" y="16799"/>
                </a:cubicBezTo>
                <a:cubicBezTo>
                  <a:pt x="29048" y="15402"/>
                  <a:pt x="33252" y="14704"/>
                  <a:pt x="37973" y="14704"/>
                </a:cubicBezTo>
                <a:cubicBezTo>
                  <a:pt x="42065" y="14704"/>
                  <a:pt x="45584" y="15188"/>
                  <a:pt x="48529" y="16156"/>
                </a:cubicBezTo>
                <a:cubicBezTo>
                  <a:pt x="51474" y="17124"/>
                  <a:pt x="53891" y="18408"/>
                  <a:pt x="55780" y="20007"/>
                </a:cubicBezTo>
                <a:cubicBezTo>
                  <a:pt x="57668" y="21606"/>
                  <a:pt x="59073" y="23431"/>
                  <a:pt x="59995" y="25481"/>
                </a:cubicBezTo>
                <a:cubicBezTo>
                  <a:pt x="60917" y="27531"/>
                  <a:pt x="61378" y="29636"/>
                  <a:pt x="61378" y="31798"/>
                </a:cubicBezTo>
                <a:moveTo>
                  <a:pt x="44718" y="33090"/>
                </a:moveTo>
                <a:cubicBezTo>
                  <a:pt x="44718" y="31299"/>
                  <a:pt x="44010" y="29811"/>
                  <a:pt x="42594" y="28625"/>
                </a:cubicBezTo>
                <a:cubicBezTo>
                  <a:pt x="41177" y="27438"/>
                  <a:pt x="39120" y="26844"/>
                  <a:pt x="36422" y="26844"/>
                </a:cubicBezTo>
                <a:cubicBezTo>
                  <a:pt x="34174" y="26844"/>
                  <a:pt x="32162" y="27248"/>
                  <a:pt x="30385" y="28054"/>
                </a:cubicBezTo>
                <a:cubicBezTo>
                  <a:pt x="28609" y="28859"/>
                  <a:pt x="27047" y="29945"/>
                  <a:pt x="25698" y="31311"/>
                </a:cubicBezTo>
                <a:cubicBezTo>
                  <a:pt x="24349" y="32675"/>
                  <a:pt x="23191" y="34287"/>
                  <a:pt x="22224" y="36146"/>
                </a:cubicBezTo>
                <a:cubicBezTo>
                  <a:pt x="21257" y="38004"/>
                  <a:pt x="20482" y="39984"/>
                  <a:pt x="19897" y="42088"/>
                </a:cubicBezTo>
                <a:lnTo>
                  <a:pt x="25563" y="42088"/>
                </a:lnTo>
                <a:cubicBezTo>
                  <a:pt x="29160" y="42088"/>
                  <a:pt x="32173" y="41853"/>
                  <a:pt x="34601" y="41384"/>
                </a:cubicBezTo>
                <a:cubicBezTo>
                  <a:pt x="37029" y="40913"/>
                  <a:pt x="38985" y="40275"/>
                  <a:pt x="40469" y="39470"/>
                </a:cubicBezTo>
                <a:cubicBezTo>
                  <a:pt x="41953" y="38663"/>
                  <a:pt x="43032" y="37712"/>
                  <a:pt x="43706" y="36616"/>
                </a:cubicBezTo>
                <a:cubicBezTo>
                  <a:pt x="44381" y="35518"/>
                  <a:pt x="44718" y="34343"/>
                  <a:pt x="44718" y="33090"/>
                </a:cubicBezTo>
                <a:close/>
                <a:moveTo>
                  <a:pt x="105045" y="47618"/>
                </a:moveTo>
                <a:lnTo>
                  <a:pt x="115836" y="77565"/>
                </a:lnTo>
                <a:cubicBezTo>
                  <a:pt x="116061" y="78330"/>
                  <a:pt x="116106" y="78959"/>
                  <a:pt x="115971" y="79454"/>
                </a:cubicBezTo>
                <a:cubicBezTo>
                  <a:pt x="115836" y="79949"/>
                  <a:pt x="115421" y="80353"/>
                  <a:pt x="114724" y="80668"/>
                </a:cubicBezTo>
                <a:cubicBezTo>
                  <a:pt x="114027" y="80983"/>
                  <a:pt x="113026" y="81196"/>
                  <a:pt x="111722" y="81309"/>
                </a:cubicBezTo>
                <a:cubicBezTo>
                  <a:pt x="110418" y="81421"/>
                  <a:pt x="108732" y="81477"/>
                  <a:pt x="106664" y="81477"/>
                </a:cubicBezTo>
                <a:cubicBezTo>
                  <a:pt x="104775" y="81477"/>
                  <a:pt x="103291" y="81432"/>
                  <a:pt x="102212" y="81342"/>
                </a:cubicBezTo>
                <a:cubicBezTo>
                  <a:pt x="101133" y="81253"/>
                  <a:pt x="100301" y="81118"/>
                  <a:pt x="99716" y="80938"/>
                </a:cubicBezTo>
                <a:cubicBezTo>
                  <a:pt x="99132" y="80758"/>
                  <a:pt x="98738" y="80511"/>
                  <a:pt x="98536" y="80196"/>
                </a:cubicBezTo>
                <a:cubicBezTo>
                  <a:pt x="98334" y="79881"/>
                  <a:pt x="98188" y="79521"/>
                  <a:pt x="98098" y="79117"/>
                </a:cubicBezTo>
                <a:lnTo>
                  <a:pt x="90813" y="57871"/>
                </a:lnTo>
                <a:lnTo>
                  <a:pt x="75570" y="79184"/>
                </a:lnTo>
                <a:cubicBezTo>
                  <a:pt x="75300" y="79589"/>
                  <a:pt x="74997" y="79937"/>
                  <a:pt x="74659" y="80230"/>
                </a:cubicBezTo>
                <a:cubicBezTo>
                  <a:pt x="74322" y="80522"/>
                  <a:pt x="73760" y="80758"/>
                  <a:pt x="72973" y="80938"/>
                </a:cubicBezTo>
                <a:cubicBezTo>
                  <a:pt x="72186" y="81118"/>
                  <a:pt x="71152" y="81253"/>
                  <a:pt x="69871" y="81342"/>
                </a:cubicBezTo>
                <a:cubicBezTo>
                  <a:pt x="68589" y="81432"/>
                  <a:pt x="66869" y="81477"/>
                  <a:pt x="64711" y="81477"/>
                </a:cubicBezTo>
                <a:cubicBezTo>
                  <a:pt x="62777" y="81477"/>
                  <a:pt x="61226" y="81421"/>
                  <a:pt x="60057" y="81309"/>
                </a:cubicBezTo>
                <a:cubicBezTo>
                  <a:pt x="58888" y="81196"/>
                  <a:pt x="58033" y="80994"/>
                  <a:pt x="57494" y="80702"/>
                </a:cubicBezTo>
                <a:cubicBezTo>
                  <a:pt x="56954" y="80409"/>
                  <a:pt x="56718" y="80027"/>
                  <a:pt x="56786" y="79555"/>
                </a:cubicBezTo>
                <a:cubicBezTo>
                  <a:pt x="56853" y="79083"/>
                  <a:pt x="57134" y="78465"/>
                  <a:pt x="57629" y="77700"/>
                </a:cubicBezTo>
                <a:lnTo>
                  <a:pt x="80494" y="47753"/>
                </a:lnTo>
                <a:lnTo>
                  <a:pt x="70444" y="19965"/>
                </a:lnTo>
                <a:cubicBezTo>
                  <a:pt x="70174" y="19155"/>
                  <a:pt x="70084" y="18492"/>
                  <a:pt x="70174" y="17975"/>
                </a:cubicBezTo>
                <a:cubicBezTo>
                  <a:pt x="70264" y="17458"/>
                  <a:pt x="70612" y="17042"/>
                  <a:pt x="71219" y="16727"/>
                </a:cubicBezTo>
                <a:cubicBezTo>
                  <a:pt x="71827" y="16412"/>
                  <a:pt x="72771" y="16199"/>
                  <a:pt x="74052" y="16086"/>
                </a:cubicBezTo>
                <a:cubicBezTo>
                  <a:pt x="75334" y="15974"/>
                  <a:pt x="77031" y="15918"/>
                  <a:pt x="79145" y="15918"/>
                </a:cubicBezTo>
                <a:cubicBezTo>
                  <a:pt x="80988" y="15918"/>
                  <a:pt x="82438" y="15951"/>
                  <a:pt x="83495" y="16019"/>
                </a:cubicBezTo>
                <a:cubicBezTo>
                  <a:pt x="84552" y="16086"/>
                  <a:pt x="85361" y="16188"/>
                  <a:pt x="85923" y="16322"/>
                </a:cubicBezTo>
                <a:cubicBezTo>
                  <a:pt x="86485" y="16457"/>
                  <a:pt x="86867" y="16671"/>
                  <a:pt x="87070" y="16963"/>
                </a:cubicBezTo>
                <a:cubicBezTo>
                  <a:pt x="87272" y="17255"/>
                  <a:pt x="87441" y="17626"/>
                  <a:pt x="87576" y="18076"/>
                </a:cubicBezTo>
                <a:lnTo>
                  <a:pt x="94590" y="38176"/>
                </a:lnTo>
                <a:lnTo>
                  <a:pt x="109092" y="18076"/>
                </a:lnTo>
                <a:cubicBezTo>
                  <a:pt x="109361" y="17716"/>
                  <a:pt x="109654" y="17402"/>
                  <a:pt x="109968" y="17132"/>
                </a:cubicBezTo>
                <a:cubicBezTo>
                  <a:pt x="110283" y="16862"/>
                  <a:pt x="110778" y="16637"/>
                  <a:pt x="111452" y="16457"/>
                </a:cubicBezTo>
                <a:cubicBezTo>
                  <a:pt x="112127" y="16277"/>
                  <a:pt x="113004" y="16143"/>
                  <a:pt x="114083" y="16053"/>
                </a:cubicBezTo>
                <a:cubicBezTo>
                  <a:pt x="115162" y="15963"/>
                  <a:pt x="116623" y="15918"/>
                  <a:pt x="118467" y="15918"/>
                </a:cubicBezTo>
                <a:cubicBezTo>
                  <a:pt x="120535" y="15918"/>
                  <a:pt x="122188" y="15963"/>
                  <a:pt x="123424" y="16053"/>
                </a:cubicBezTo>
                <a:cubicBezTo>
                  <a:pt x="124661" y="16143"/>
                  <a:pt x="125571" y="16322"/>
                  <a:pt x="126156" y="16592"/>
                </a:cubicBezTo>
                <a:cubicBezTo>
                  <a:pt x="126741" y="16862"/>
                  <a:pt x="126999" y="17233"/>
                  <a:pt x="126932" y="17705"/>
                </a:cubicBezTo>
                <a:cubicBezTo>
                  <a:pt x="126864" y="18177"/>
                  <a:pt x="126538" y="18818"/>
                  <a:pt x="125954" y="19627"/>
                </a:cubicBezTo>
                <a:lnTo>
                  <a:pt x="105045" y="47618"/>
                </a:lnTo>
                <a:close/>
                <a:moveTo>
                  <a:pt x="173911" y="19223"/>
                </a:moveTo>
                <a:cubicBezTo>
                  <a:pt x="173911" y="19672"/>
                  <a:pt x="173866" y="20246"/>
                  <a:pt x="173777" y="20943"/>
                </a:cubicBezTo>
                <a:cubicBezTo>
                  <a:pt x="173687" y="21640"/>
                  <a:pt x="173563" y="22393"/>
                  <a:pt x="173406" y="23202"/>
                </a:cubicBezTo>
                <a:cubicBezTo>
                  <a:pt x="173248" y="24012"/>
                  <a:pt x="173035" y="24821"/>
                  <a:pt x="172765" y="25630"/>
                </a:cubicBezTo>
                <a:cubicBezTo>
                  <a:pt x="172495" y="26440"/>
                  <a:pt x="172191" y="27170"/>
                  <a:pt x="171854" y="27822"/>
                </a:cubicBezTo>
                <a:cubicBezTo>
                  <a:pt x="171517" y="28474"/>
                  <a:pt x="171135" y="29014"/>
                  <a:pt x="170708" y="29441"/>
                </a:cubicBezTo>
                <a:cubicBezTo>
                  <a:pt x="170280" y="29868"/>
                  <a:pt x="169820" y="30082"/>
                  <a:pt x="169325" y="30082"/>
                </a:cubicBezTo>
                <a:lnTo>
                  <a:pt x="156173" y="30082"/>
                </a:lnTo>
                <a:lnTo>
                  <a:pt x="150507" y="58343"/>
                </a:lnTo>
                <a:cubicBezTo>
                  <a:pt x="150372" y="59013"/>
                  <a:pt x="150248" y="59806"/>
                  <a:pt x="150136" y="60722"/>
                </a:cubicBezTo>
                <a:cubicBezTo>
                  <a:pt x="150024" y="61637"/>
                  <a:pt x="149967" y="62385"/>
                  <a:pt x="149967" y="62965"/>
                </a:cubicBezTo>
                <a:cubicBezTo>
                  <a:pt x="149967" y="64751"/>
                  <a:pt x="150394" y="66057"/>
                  <a:pt x="151249" y="66883"/>
                </a:cubicBezTo>
                <a:cubicBezTo>
                  <a:pt x="152103" y="67710"/>
                  <a:pt x="153452" y="68123"/>
                  <a:pt x="155296" y="68123"/>
                </a:cubicBezTo>
                <a:cubicBezTo>
                  <a:pt x="156375" y="68123"/>
                  <a:pt x="157297" y="68044"/>
                  <a:pt x="158061" y="67887"/>
                </a:cubicBezTo>
                <a:cubicBezTo>
                  <a:pt x="158825" y="67729"/>
                  <a:pt x="159489" y="67549"/>
                  <a:pt x="160051" y="67347"/>
                </a:cubicBezTo>
                <a:cubicBezTo>
                  <a:pt x="160613" y="67145"/>
                  <a:pt x="161096" y="66965"/>
                  <a:pt x="161501" y="66807"/>
                </a:cubicBezTo>
                <a:cubicBezTo>
                  <a:pt x="161906" y="66650"/>
                  <a:pt x="162288" y="66571"/>
                  <a:pt x="162648" y="66571"/>
                </a:cubicBezTo>
                <a:cubicBezTo>
                  <a:pt x="163007" y="66571"/>
                  <a:pt x="163311" y="66740"/>
                  <a:pt x="163558" y="67077"/>
                </a:cubicBezTo>
                <a:cubicBezTo>
                  <a:pt x="163805" y="67414"/>
                  <a:pt x="163929" y="67966"/>
                  <a:pt x="163929" y="68732"/>
                </a:cubicBezTo>
                <a:cubicBezTo>
                  <a:pt x="163929" y="69590"/>
                  <a:pt x="163839" y="70562"/>
                  <a:pt x="163659" y="71647"/>
                </a:cubicBezTo>
                <a:cubicBezTo>
                  <a:pt x="163479" y="72732"/>
                  <a:pt x="163243" y="73782"/>
                  <a:pt x="162951" y="74798"/>
                </a:cubicBezTo>
                <a:cubicBezTo>
                  <a:pt x="162659" y="75814"/>
                  <a:pt x="162333" y="76740"/>
                  <a:pt x="161973" y="77576"/>
                </a:cubicBezTo>
                <a:cubicBezTo>
                  <a:pt x="161613" y="78412"/>
                  <a:pt x="161231" y="79033"/>
                  <a:pt x="160826" y="79439"/>
                </a:cubicBezTo>
                <a:cubicBezTo>
                  <a:pt x="160422" y="79847"/>
                  <a:pt x="159815" y="80231"/>
                  <a:pt x="159005" y="80592"/>
                </a:cubicBezTo>
                <a:cubicBezTo>
                  <a:pt x="158196" y="80953"/>
                  <a:pt x="157240" y="81269"/>
                  <a:pt x="156139" y="81541"/>
                </a:cubicBezTo>
                <a:cubicBezTo>
                  <a:pt x="155037" y="81812"/>
                  <a:pt x="153857" y="82026"/>
                  <a:pt x="152598" y="82183"/>
                </a:cubicBezTo>
                <a:cubicBezTo>
                  <a:pt x="151339" y="82342"/>
                  <a:pt x="150080" y="82422"/>
                  <a:pt x="148821" y="82422"/>
                </a:cubicBezTo>
                <a:cubicBezTo>
                  <a:pt x="146123" y="82422"/>
                  <a:pt x="143751" y="82141"/>
                  <a:pt x="141705" y="81579"/>
                </a:cubicBezTo>
                <a:cubicBezTo>
                  <a:pt x="139659" y="81016"/>
                  <a:pt x="137939" y="80128"/>
                  <a:pt x="136545" y="78914"/>
                </a:cubicBezTo>
                <a:cubicBezTo>
                  <a:pt x="135151" y="77700"/>
                  <a:pt x="134106" y="76149"/>
                  <a:pt x="133409" y="74260"/>
                </a:cubicBezTo>
                <a:cubicBezTo>
                  <a:pt x="132712" y="72372"/>
                  <a:pt x="132363" y="70079"/>
                  <a:pt x="132363" y="67381"/>
                </a:cubicBezTo>
                <a:cubicBezTo>
                  <a:pt x="132363" y="66886"/>
                  <a:pt x="132386" y="66313"/>
                  <a:pt x="132431" y="65661"/>
                </a:cubicBezTo>
                <a:cubicBezTo>
                  <a:pt x="132476" y="65009"/>
                  <a:pt x="132554" y="64323"/>
                  <a:pt x="132667" y="63604"/>
                </a:cubicBezTo>
                <a:cubicBezTo>
                  <a:pt x="132779" y="62884"/>
                  <a:pt x="132892" y="62153"/>
                  <a:pt x="133004" y="61412"/>
                </a:cubicBezTo>
                <a:cubicBezTo>
                  <a:pt x="133117" y="60670"/>
                  <a:pt x="133240" y="60006"/>
                  <a:pt x="133375" y="59422"/>
                </a:cubicBezTo>
                <a:lnTo>
                  <a:pt x="139243" y="30082"/>
                </a:lnTo>
                <a:lnTo>
                  <a:pt x="131959" y="30082"/>
                </a:lnTo>
                <a:cubicBezTo>
                  <a:pt x="131374" y="30082"/>
                  <a:pt x="130947" y="29891"/>
                  <a:pt x="130677" y="29509"/>
                </a:cubicBezTo>
                <a:cubicBezTo>
                  <a:pt x="130407" y="29126"/>
                  <a:pt x="130272" y="28396"/>
                  <a:pt x="130272" y="27317"/>
                </a:cubicBezTo>
                <a:cubicBezTo>
                  <a:pt x="130272" y="26552"/>
                  <a:pt x="130351" y="25552"/>
                  <a:pt x="130509" y="24315"/>
                </a:cubicBezTo>
                <a:cubicBezTo>
                  <a:pt x="130666" y="23079"/>
                  <a:pt x="130924" y="21864"/>
                  <a:pt x="131284" y="20673"/>
                </a:cubicBezTo>
                <a:cubicBezTo>
                  <a:pt x="131644" y="19481"/>
                  <a:pt x="132116" y="18458"/>
                  <a:pt x="132701" y="17604"/>
                </a:cubicBezTo>
                <a:cubicBezTo>
                  <a:pt x="133285" y="16750"/>
                  <a:pt x="133982" y="16322"/>
                  <a:pt x="134791" y="16322"/>
                </a:cubicBezTo>
                <a:lnTo>
                  <a:pt x="142008" y="16322"/>
                </a:lnTo>
                <a:lnTo>
                  <a:pt x="144706" y="2845"/>
                </a:lnTo>
                <a:cubicBezTo>
                  <a:pt x="144796" y="2394"/>
                  <a:pt x="145010" y="1988"/>
                  <a:pt x="145347" y="1627"/>
                </a:cubicBezTo>
                <a:cubicBezTo>
                  <a:pt x="145684" y="1265"/>
                  <a:pt x="146201" y="960"/>
                  <a:pt x="146898" y="712"/>
                </a:cubicBezTo>
                <a:cubicBezTo>
                  <a:pt x="147595" y="464"/>
                  <a:pt x="148495" y="283"/>
                  <a:pt x="149596" y="171"/>
                </a:cubicBezTo>
                <a:cubicBezTo>
                  <a:pt x="150698" y="57"/>
                  <a:pt x="152081" y="0"/>
                  <a:pt x="153744" y="0"/>
                </a:cubicBezTo>
                <a:cubicBezTo>
                  <a:pt x="155363" y="0"/>
                  <a:pt x="156712" y="57"/>
                  <a:pt x="157791" y="171"/>
                </a:cubicBezTo>
                <a:cubicBezTo>
                  <a:pt x="158870" y="283"/>
                  <a:pt x="159702" y="464"/>
                  <a:pt x="160287" y="712"/>
                </a:cubicBezTo>
                <a:cubicBezTo>
                  <a:pt x="160871" y="960"/>
                  <a:pt x="161265" y="1265"/>
                  <a:pt x="161467" y="1627"/>
                </a:cubicBezTo>
                <a:cubicBezTo>
                  <a:pt x="161670" y="1988"/>
                  <a:pt x="161726" y="2394"/>
                  <a:pt x="161636" y="2845"/>
                </a:cubicBezTo>
                <a:lnTo>
                  <a:pt x="158938" y="16322"/>
                </a:lnTo>
                <a:lnTo>
                  <a:pt x="171955" y="16322"/>
                </a:lnTo>
                <a:cubicBezTo>
                  <a:pt x="172720" y="16322"/>
                  <a:pt x="173237" y="16570"/>
                  <a:pt x="173507" y="17064"/>
                </a:cubicBezTo>
                <a:cubicBezTo>
                  <a:pt x="173777" y="17559"/>
                  <a:pt x="173911" y="18278"/>
                  <a:pt x="173911" y="192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T">
            <a:extLst xmlns:a="http://schemas.openxmlformats.org/drawingml/2006/main">
              <a:ext uri="{FF2B5EF4-FFF2-40B4-BE49-F238E27FC236}">
                <a16:creationId xmlns:a16="http://schemas.microsoft.com/office/drawing/2014/main" id="{04A37B8F-3F76-4354-B0BA-BDA37F38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102" y="320921"/>
            <a:ext cx="67853" cy="87683"/>
          </a:xfrm>
          <a:custGeom xmlns:a="http://schemas.openxmlformats.org/drawingml/2006/main">
            <a:pathLst>
              <a:path w="67853" h="87683">
                <a:moveTo>
                  <a:pt x="67853" y="2845"/>
                </a:moveTo>
                <a:cubicBezTo>
                  <a:pt x="67853" y="3162"/>
                  <a:pt x="67819" y="3670"/>
                  <a:pt x="67752" y="4371"/>
                </a:cubicBezTo>
                <a:cubicBezTo>
                  <a:pt x="67684" y="5071"/>
                  <a:pt x="67572" y="5850"/>
                  <a:pt x="67414" y="6709"/>
                </a:cubicBezTo>
                <a:cubicBezTo>
                  <a:pt x="67257" y="7568"/>
                  <a:pt x="67055" y="8460"/>
                  <a:pt x="66807" y="9386"/>
                </a:cubicBezTo>
                <a:cubicBezTo>
                  <a:pt x="66560" y="10312"/>
                  <a:pt x="66268" y="11159"/>
                  <a:pt x="65931" y="11928"/>
                </a:cubicBezTo>
                <a:cubicBezTo>
                  <a:pt x="65593" y="12695"/>
                  <a:pt x="65189" y="13327"/>
                  <a:pt x="64717" y="13825"/>
                </a:cubicBezTo>
                <a:cubicBezTo>
                  <a:pt x="64244" y="14321"/>
                  <a:pt x="63739" y="14569"/>
                  <a:pt x="63199" y="14569"/>
                </a:cubicBezTo>
                <a:lnTo>
                  <a:pt x="41278" y="14569"/>
                </a:lnTo>
                <a:lnTo>
                  <a:pt x="27249" y="84850"/>
                </a:lnTo>
                <a:cubicBezTo>
                  <a:pt x="27114" y="85299"/>
                  <a:pt x="26867" y="85704"/>
                  <a:pt x="26507" y="86064"/>
                </a:cubicBezTo>
                <a:cubicBezTo>
                  <a:pt x="26147" y="86424"/>
                  <a:pt x="25597" y="86716"/>
                  <a:pt x="24855" y="86941"/>
                </a:cubicBezTo>
                <a:cubicBezTo>
                  <a:pt x="24113" y="87166"/>
                  <a:pt x="23168" y="87345"/>
                  <a:pt x="22022" y="87480"/>
                </a:cubicBezTo>
                <a:cubicBezTo>
                  <a:pt x="20875" y="87615"/>
                  <a:pt x="19425" y="87683"/>
                  <a:pt x="17671" y="87683"/>
                </a:cubicBezTo>
                <a:cubicBezTo>
                  <a:pt x="15963" y="87683"/>
                  <a:pt x="14546" y="87615"/>
                  <a:pt x="13422" y="87480"/>
                </a:cubicBezTo>
                <a:cubicBezTo>
                  <a:pt x="12298" y="87345"/>
                  <a:pt x="11432" y="87166"/>
                  <a:pt x="10825" y="86941"/>
                </a:cubicBezTo>
                <a:cubicBezTo>
                  <a:pt x="10218" y="86716"/>
                  <a:pt x="9814" y="86424"/>
                  <a:pt x="9611" y="86064"/>
                </a:cubicBezTo>
                <a:cubicBezTo>
                  <a:pt x="9409" y="85704"/>
                  <a:pt x="9353" y="85299"/>
                  <a:pt x="9443" y="84850"/>
                </a:cubicBezTo>
                <a:lnTo>
                  <a:pt x="23472" y="14569"/>
                </a:lnTo>
                <a:lnTo>
                  <a:pt x="1754" y="14569"/>
                </a:lnTo>
                <a:cubicBezTo>
                  <a:pt x="1079" y="14569"/>
                  <a:pt x="618" y="14321"/>
                  <a:pt x="371" y="13825"/>
                </a:cubicBezTo>
                <a:cubicBezTo>
                  <a:pt x="124" y="13327"/>
                  <a:pt x="0" y="12649"/>
                  <a:pt x="0" y="11791"/>
                </a:cubicBezTo>
                <a:cubicBezTo>
                  <a:pt x="0" y="11430"/>
                  <a:pt x="34" y="10899"/>
                  <a:pt x="101" y="10199"/>
                </a:cubicBezTo>
                <a:cubicBezTo>
                  <a:pt x="169" y="9498"/>
                  <a:pt x="281" y="8707"/>
                  <a:pt x="438" y="7826"/>
                </a:cubicBezTo>
                <a:cubicBezTo>
                  <a:pt x="596" y="6945"/>
                  <a:pt x="798" y="6042"/>
                  <a:pt x="1045" y="5116"/>
                </a:cubicBezTo>
                <a:cubicBezTo>
                  <a:pt x="1293" y="4190"/>
                  <a:pt x="1596" y="3343"/>
                  <a:pt x="1956" y="2576"/>
                </a:cubicBezTo>
                <a:cubicBezTo>
                  <a:pt x="2316" y="1807"/>
                  <a:pt x="2720" y="1186"/>
                  <a:pt x="3170" y="712"/>
                </a:cubicBezTo>
                <a:cubicBezTo>
                  <a:pt x="3620" y="237"/>
                  <a:pt x="4114" y="0"/>
                  <a:pt x="4654" y="0"/>
                </a:cubicBezTo>
                <a:lnTo>
                  <a:pt x="66167" y="0"/>
                </a:lnTo>
                <a:cubicBezTo>
                  <a:pt x="66706" y="0"/>
                  <a:pt x="67122" y="249"/>
                  <a:pt x="67414" y="746"/>
                </a:cubicBezTo>
                <a:cubicBezTo>
                  <a:pt x="67707" y="1242"/>
                  <a:pt x="67853" y="1942"/>
                  <a:pt x="67853" y="28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op-">
            <a:extLst xmlns:a="http://schemas.openxmlformats.org/drawingml/2006/main">
              <a:ext uri="{FF2B5EF4-FFF2-40B4-BE49-F238E27FC236}">
                <a16:creationId xmlns:a16="http://schemas.microsoft.com/office/drawing/2014/main" id="{7645CB52-C64F-49B7-99FE-6B5EBD0A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7530" y="341830"/>
            <a:ext cx="180822" cy="90920"/>
          </a:xfrm>
          <a:custGeom xmlns:a="http://schemas.openxmlformats.org/drawingml/2006/main">
            <a:pathLst>
              <a:path w="180822" h="90920">
                <a:moveTo>
                  <a:pt x="65020" y="24127"/>
                </a:moveTo>
                <a:cubicBezTo>
                  <a:pt x="65020" y="27371"/>
                  <a:pt x="64717" y="30704"/>
                  <a:pt x="64109" y="34129"/>
                </a:cubicBezTo>
                <a:cubicBezTo>
                  <a:pt x="63502" y="37553"/>
                  <a:pt x="62547" y="40899"/>
                  <a:pt x="61243" y="44166"/>
                </a:cubicBezTo>
                <a:cubicBezTo>
                  <a:pt x="59939" y="47432"/>
                  <a:pt x="58264" y="50495"/>
                  <a:pt x="56218" y="53356"/>
                </a:cubicBezTo>
                <a:cubicBezTo>
                  <a:pt x="54172" y="56217"/>
                  <a:pt x="51721" y="58740"/>
                  <a:pt x="48866" y="60925"/>
                </a:cubicBezTo>
                <a:cubicBezTo>
                  <a:pt x="46011" y="63110"/>
                  <a:pt x="42740" y="64833"/>
                  <a:pt x="39052" y="66095"/>
                </a:cubicBezTo>
                <a:cubicBezTo>
                  <a:pt x="35365" y="67357"/>
                  <a:pt x="31206" y="67988"/>
                  <a:pt x="26575" y="67988"/>
                </a:cubicBezTo>
                <a:cubicBezTo>
                  <a:pt x="22033" y="67988"/>
                  <a:pt x="18110" y="67458"/>
                  <a:pt x="14805" y="66399"/>
                </a:cubicBezTo>
                <a:cubicBezTo>
                  <a:pt x="11500" y="65340"/>
                  <a:pt x="8746" y="63786"/>
                  <a:pt x="6542" y="61736"/>
                </a:cubicBezTo>
                <a:cubicBezTo>
                  <a:pt x="4339" y="59686"/>
                  <a:pt x="2698" y="57163"/>
                  <a:pt x="1619" y="54167"/>
                </a:cubicBezTo>
                <a:cubicBezTo>
                  <a:pt x="540" y="51171"/>
                  <a:pt x="0" y="47736"/>
                  <a:pt x="0" y="43860"/>
                </a:cubicBezTo>
                <a:cubicBezTo>
                  <a:pt x="0" y="40617"/>
                  <a:pt x="304" y="37283"/>
                  <a:pt x="911" y="33859"/>
                </a:cubicBezTo>
                <a:cubicBezTo>
                  <a:pt x="1518" y="30435"/>
                  <a:pt x="2473" y="27101"/>
                  <a:pt x="3777" y="23858"/>
                </a:cubicBezTo>
                <a:cubicBezTo>
                  <a:pt x="5081" y="20613"/>
                  <a:pt x="6756" y="17538"/>
                  <a:pt x="8802" y="14632"/>
                </a:cubicBezTo>
                <a:cubicBezTo>
                  <a:pt x="10848" y="11726"/>
                  <a:pt x="13299" y="9192"/>
                  <a:pt x="16154" y="7029"/>
                </a:cubicBezTo>
                <a:cubicBezTo>
                  <a:pt x="19009" y="4867"/>
                  <a:pt x="22280" y="3155"/>
                  <a:pt x="25968" y="1893"/>
                </a:cubicBezTo>
                <a:cubicBezTo>
                  <a:pt x="29655" y="631"/>
                  <a:pt x="33814" y="0"/>
                  <a:pt x="38445" y="0"/>
                </a:cubicBezTo>
                <a:cubicBezTo>
                  <a:pt x="42987" y="0"/>
                  <a:pt x="46910" y="530"/>
                  <a:pt x="50215" y="1589"/>
                </a:cubicBezTo>
                <a:cubicBezTo>
                  <a:pt x="53520" y="2647"/>
                  <a:pt x="56274" y="4201"/>
                  <a:pt x="58478" y="6252"/>
                </a:cubicBezTo>
                <a:cubicBezTo>
                  <a:pt x="60681" y="8302"/>
                  <a:pt x="62322" y="10825"/>
                  <a:pt x="63401" y="13821"/>
                </a:cubicBezTo>
                <a:cubicBezTo>
                  <a:pt x="64480" y="16816"/>
                  <a:pt x="65020" y="20252"/>
                  <a:pt x="65020" y="24127"/>
                </a:cubicBezTo>
                <a:moveTo>
                  <a:pt x="47484" y="25245"/>
                </a:moveTo>
                <a:cubicBezTo>
                  <a:pt x="47484" y="23353"/>
                  <a:pt x="47292" y="21676"/>
                  <a:pt x="46910" y="20213"/>
                </a:cubicBezTo>
                <a:cubicBezTo>
                  <a:pt x="46528" y="18749"/>
                  <a:pt x="45898" y="17511"/>
                  <a:pt x="45022" y="16497"/>
                </a:cubicBezTo>
                <a:cubicBezTo>
                  <a:pt x="44145" y="15483"/>
                  <a:pt x="43021" y="14706"/>
                  <a:pt x="41649" y="14166"/>
                </a:cubicBezTo>
                <a:cubicBezTo>
                  <a:pt x="40278" y="13625"/>
                  <a:pt x="38603" y="13355"/>
                  <a:pt x="36624" y="13355"/>
                </a:cubicBezTo>
                <a:cubicBezTo>
                  <a:pt x="34376" y="13355"/>
                  <a:pt x="32353" y="13794"/>
                  <a:pt x="30554" y="14672"/>
                </a:cubicBezTo>
                <a:cubicBezTo>
                  <a:pt x="28755" y="15550"/>
                  <a:pt x="27148" y="16733"/>
                  <a:pt x="25731" y="18219"/>
                </a:cubicBezTo>
                <a:cubicBezTo>
                  <a:pt x="24315" y="19706"/>
                  <a:pt x="23090" y="21429"/>
                  <a:pt x="22056" y="23388"/>
                </a:cubicBezTo>
                <a:cubicBezTo>
                  <a:pt x="21021" y="25346"/>
                  <a:pt x="20167" y="27407"/>
                  <a:pt x="19493" y="29570"/>
                </a:cubicBezTo>
                <a:cubicBezTo>
                  <a:pt x="18818" y="31731"/>
                  <a:pt x="18323" y="33926"/>
                  <a:pt x="18009" y="36156"/>
                </a:cubicBezTo>
                <a:cubicBezTo>
                  <a:pt x="17694" y="38385"/>
                  <a:pt x="17537" y="40513"/>
                  <a:pt x="17537" y="42541"/>
                </a:cubicBezTo>
                <a:cubicBezTo>
                  <a:pt x="17537" y="44432"/>
                  <a:pt x="17728" y="46121"/>
                  <a:pt x="18110" y="47608"/>
                </a:cubicBezTo>
                <a:cubicBezTo>
                  <a:pt x="18492" y="49093"/>
                  <a:pt x="19122" y="50343"/>
                  <a:pt x="19998" y="51358"/>
                </a:cubicBezTo>
                <a:cubicBezTo>
                  <a:pt x="20875" y="52371"/>
                  <a:pt x="21999" y="53148"/>
                  <a:pt x="23371" y="53689"/>
                </a:cubicBezTo>
                <a:cubicBezTo>
                  <a:pt x="24742" y="54228"/>
                  <a:pt x="26417" y="54498"/>
                  <a:pt x="28396" y="54498"/>
                </a:cubicBezTo>
                <a:cubicBezTo>
                  <a:pt x="30644" y="54498"/>
                  <a:pt x="32667" y="54059"/>
                  <a:pt x="34466" y="53181"/>
                </a:cubicBezTo>
                <a:cubicBezTo>
                  <a:pt x="36265" y="52303"/>
                  <a:pt x="37872" y="51109"/>
                  <a:pt x="39289" y="49600"/>
                </a:cubicBezTo>
                <a:cubicBezTo>
                  <a:pt x="40705" y="48091"/>
                  <a:pt x="41930" y="46357"/>
                  <a:pt x="42964" y="44398"/>
                </a:cubicBezTo>
                <a:cubicBezTo>
                  <a:pt x="43999" y="42439"/>
                  <a:pt x="44853" y="40368"/>
                  <a:pt x="45528" y="38184"/>
                </a:cubicBezTo>
                <a:cubicBezTo>
                  <a:pt x="46202" y="35999"/>
                  <a:pt x="46697" y="33803"/>
                  <a:pt x="47011" y="31597"/>
                </a:cubicBezTo>
                <a:cubicBezTo>
                  <a:pt x="47326" y="29390"/>
                  <a:pt x="47484" y="27272"/>
                  <a:pt x="47484" y="25245"/>
                </a:cubicBezTo>
                <a:close/>
                <a:moveTo>
                  <a:pt x="137816" y="22979"/>
                </a:moveTo>
                <a:cubicBezTo>
                  <a:pt x="137816" y="25907"/>
                  <a:pt x="137546" y="29061"/>
                  <a:pt x="137007" y="32440"/>
                </a:cubicBezTo>
                <a:cubicBezTo>
                  <a:pt x="136467" y="35818"/>
                  <a:pt x="135635" y="39175"/>
                  <a:pt x="134511" y="42509"/>
                </a:cubicBezTo>
                <a:cubicBezTo>
                  <a:pt x="133387" y="45844"/>
                  <a:pt x="131948" y="49054"/>
                  <a:pt x="130195" y="52140"/>
                </a:cubicBezTo>
                <a:cubicBezTo>
                  <a:pt x="128441" y="55225"/>
                  <a:pt x="126339" y="57940"/>
                  <a:pt x="123888" y="60284"/>
                </a:cubicBezTo>
                <a:cubicBezTo>
                  <a:pt x="121438" y="62626"/>
                  <a:pt x="118627" y="64496"/>
                  <a:pt x="115457" y="65893"/>
                </a:cubicBezTo>
                <a:cubicBezTo>
                  <a:pt x="112287" y="67289"/>
                  <a:pt x="108724" y="67988"/>
                  <a:pt x="104767" y="67988"/>
                </a:cubicBezTo>
                <a:cubicBezTo>
                  <a:pt x="102968" y="67988"/>
                  <a:pt x="101282" y="67808"/>
                  <a:pt x="99708" y="67448"/>
                </a:cubicBezTo>
                <a:cubicBezTo>
                  <a:pt x="98134" y="67088"/>
                  <a:pt x="96684" y="66583"/>
                  <a:pt x="95358" y="65933"/>
                </a:cubicBezTo>
                <a:cubicBezTo>
                  <a:pt x="94031" y="65281"/>
                  <a:pt x="92828" y="64517"/>
                  <a:pt x="91749" y="63642"/>
                </a:cubicBezTo>
                <a:cubicBezTo>
                  <a:pt x="90670" y="62765"/>
                  <a:pt x="89726" y="61832"/>
                  <a:pt x="88916" y="60842"/>
                </a:cubicBezTo>
                <a:lnTo>
                  <a:pt x="83588" y="88018"/>
                </a:lnTo>
                <a:cubicBezTo>
                  <a:pt x="83498" y="88467"/>
                  <a:pt x="83284" y="88872"/>
                  <a:pt x="82947" y="89232"/>
                </a:cubicBezTo>
                <a:cubicBezTo>
                  <a:pt x="82610" y="89593"/>
                  <a:pt x="82093" y="89897"/>
                  <a:pt x="81396" y="90144"/>
                </a:cubicBezTo>
                <a:cubicBezTo>
                  <a:pt x="80699" y="90392"/>
                  <a:pt x="79788" y="90583"/>
                  <a:pt x="78664" y="90718"/>
                </a:cubicBezTo>
                <a:cubicBezTo>
                  <a:pt x="77540" y="90853"/>
                  <a:pt x="76146" y="90920"/>
                  <a:pt x="74482" y="90920"/>
                </a:cubicBezTo>
                <a:cubicBezTo>
                  <a:pt x="72819" y="90920"/>
                  <a:pt x="71470" y="90853"/>
                  <a:pt x="70436" y="90718"/>
                </a:cubicBezTo>
                <a:cubicBezTo>
                  <a:pt x="69401" y="90583"/>
                  <a:pt x="68581" y="90392"/>
                  <a:pt x="67974" y="90144"/>
                </a:cubicBezTo>
                <a:cubicBezTo>
                  <a:pt x="67367" y="89897"/>
                  <a:pt x="66973" y="89593"/>
                  <a:pt x="66793" y="89232"/>
                </a:cubicBezTo>
                <a:cubicBezTo>
                  <a:pt x="66613" y="88872"/>
                  <a:pt x="66569" y="88467"/>
                  <a:pt x="66658" y="88018"/>
                </a:cubicBezTo>
                <a:lnTo>
                  <a:pt x="83520" y="3847"/>
                </a:lnTo>
                <a:cubicBezTo>
                  <a:pt x="83700" y="2901"/>
                  <a:pt x="84397" y="2226"/>
                  <a:pt x="85611" y="1821"/>
                </a:cubicBezTo>
                <a:cubicBezTo>
                  <a:pt x="86825" y="1416"/>
                  <a:pt x="88826" y="1214"/>
                  <a:pt x="91614" y="1214"/>
                </a:cubicBezTo>
                <a:cubicBezTo>
                  <a:pt x="93008" y="1214"/>
                  <a:pt x="94144" y="1270"/>
                  <a:pt x="95020" y="1383"/>
                </a:cubicBezTo>
                <a:cubicBezTo>
                  <a:pt x="95897" y="1495"/>
                  <a:pt x="96594" y="1652"/>
                  <a:pt x="97111" y="1855"/>
                </a:cubicBezTo>
                <a:cubicBezTo>
                  <a:pt x="97628" y="2057"/>
                  <a:pt x="97977" y="2328"/>
                  <a:pt x="98157" y="2666"/>
                </a:cubicBezTo>
                <a:cubicBezTo>
                  <a:pt x="98337" y="3004"/>
                  <a:pt x="98382" y="3397"/>
                  <a:pt x="98292" y="3847"/>
                </a:cubicBezTo>
                <a:lnTo>
                  <a:pt x="96403" y="13584"/>
                </a:lnTo>
                <a:cubicBezTo>
                  <a:pt x="97078" y="12098"/>
                  <a:pt x="98146" y="10555"/>
                  <a:pt x="99607" y="8956"/>
                </a:cubicBezTo>
                <a:cubicBezTo>
                  <a:pt x="101068" y="7355"/>
                  <a:pt x="102822" y="5890"/>
                  <a:pt x="104868" y="4561"/>
                </a:cubicBezTo>
                <a:cubicBezTo>
                  <a:pt x="106914" y="3232"/>
                  <a:pt x="109162" y="2139"/>
                  <a:pt x="111613" y="1284"/>
                </a:cubicBezTo>
                <a:cubicBezTo>
                  <a:pt x="114063" y="428"/>
                  <a:pt x="116593" y="0"/>
                  <a:pt x="119201" y="0"/>
                </a:cubicBezTo>
                <a:cubicBezTo>
                  <a:pt x="122663" y="0"/>
                  <a:pt x="125574" y="597"/>
                  <a:pt x="127935" y="1792"/>
                </a:cubicBezTo>
                <a:cubicBezTo>
                  <a:pt x="130296" y="2985"/>
                  <a:pt x="132207" y="4617"/>
                  <a:pt x="133668" y="6690"/>
                </a:cubicBezTo>
                <a:cubicBezTo>
                  <a:pt x="135130" y="8763"/>
                  <a:pt x="136186" y="11196"/>
                  <a:pt x="136838" y="13989"/>
                </a:cubicBezTo>
                <a:cubicBezTo>
                  <a:pt x="137490" y="16783"/>
                  <a:pt x="137816" y="19779"/>
                  <a:pt x="137816" y="22979"/>
                </a:cubicBezTo>
                <a:moveTo>
                  <a:pt x="120347" y="24484"/>
                </a:moveTo>
                <a:cubicBezTo>
                  <a:pt x="120347" y="22955"/>
                  <a:pt x="120224" y="21561"/>
                  <a:pt x="119976" y="20302"/>
                </a:cubicBezTo>
                <a:cubicBezTo>
                  <a:pt x="119729" y="19043"/>
                  <a:pt x="119324" y="17975"/>
                  <a:pt x="118762" y="17098"/>
                </a:cubicBezTo>
                <a:cubicBezTo>
                  <a:pt x="118200" y="16221"/>
                  <a:pt x="117481" y="15558"/>
                  <a:pt x="116604" y="15108"/>
                </a:cubicBezTo>
                <a:cubicBezTo>
                  <a:pt x="115727" y="14659"/>
                  <a:pt x="114659" y="14434"/>
                  <a:pt x="113400" y="14434"/>
                </a:cubicBezTo>
                <a:cubicBezTo>
                  <a:pt x="111377" y="14434"/>
                  <a:pt x="109342" y="15030"/>
                  <a:pt x="107296" y="16221"/>
                </a:cubicBezTo>
                <a:cubicBezTo>
                  <a:pt x="105250" y="17413"/>
                  <a:pt x="103328" y="19032"/>
                  <a:pt x="101529" y="21080"/>
                </a:cubicBezTo>
                <a:cubicBezTo>
                  <a:pt x="99731" y="23126"/>
                  <a:pt x="98134" y="25509"/>
                  <a:pt x="96740" y="28231"/>
                </a:cubicBezTo>
                <a:cubicBezTo>
                  <a:pt x="95346" y="30952"/>
                  <a:pt x="94357" y="33864"/>
                  <a:pt x="93773" y="36968"/>
                </a:cubicBezTo>
                <a:lnTo>
                  <a:pt x="91884" y="46168"/>
                </a:lnTo>
                <a:cubicBezTo>
                  <a:pt x="93458" y="48630"/>
                  <a:pt x="95200" y="50477"/>
                  <a:pt x="97111" y="51707"/>
                </a:cubicBezTo>
                <a:cubicBezTo>
                  <a:pt x="99022" y="52938"/>
                  <a:pt x="101237" y="53554"/>
                  <a:pt x="103755" y="53554"/>
                </a:cubicBezTo>
                <a:cubicBezTo>
                  <a:pt x="105599" y="53554"/>
                  <a:pt x="107296" y="53104"/>
                  <a:pt x="108847" y="52205"/>
                </a:cubicBezTo>
                <a:cubicBezTo>
                  <a:pt x="110399" y="51306"/>
                  <a:pt x="111793" y="50103"/>
                  <a:pt x="113029" y="48596"/>
                </a:cubicBezTo>
                <a:cubicBezTo>
                  <a:pt x="114266" y="47090"/>
                  <a:pt x="115345" y="45348"/>
                  <a:pt x="116267" y="43369"/>
                </a:cubicBezTo>
                <a:cubicBezTo>
                  <a:pt x="117188" y="41391"/>
                  <a:pt x="117953" y="39322"/>
                  <a:pt x="118560" y="37164"/>
                </a:cubicBezTo>
                <a:cubicBezTo>
                  <a:pt x="119167" y="35006"/>
                  <a:pt x="119617" y="32836"/>
                  <a:pt x="119909" y="30655"/>
                </a:cubicBezTo>
                <a:cubicBezTo>
                  <a:pt x="120201" y="28474"/>
                  <a:pt x="120347" y="26417"/>
                  <a:pt x="120347" y="24484"/>
                </a:cubicBezTo>
                <a:close/>
                <a:moveTo>
                  <a:pt x="180822" y="28463"/>
                </a:moveTo>
                <a:cubicBezTo>
                  <a:pt x="180822" y="28778"/>
                  <a:pt x="180788" y="29273"/>
                  <a:pt x="180721" y="29947"/>
                </a:cubicBezTo>
                <a:cubicBezTo>
                  <a:pt x="180654" y="30621"/>
                  <a:pt x="180530" y="31363"/>
                  <a:pt x="180350" y="32173"/>
                </a:cubicBezTo>
                <a:cubicBezTo>
                  <a:pt x="180170" y="32982"/>
                  <a:pt x="179945" y="33803"/>
                  <a:pt x="179676" y="34635"/>
                </a:cubicBezTo>
                <a:cubicBezTo>
                  <a:pt x="179406" y="35466"/>
                  <a:pt x="179091" y="36242"/>
                  <a:pt x="178731" y="36962"/>
                </a:cubicBezTo>
                <a:cubicBezTo>
                  <a:pt x="178372" y="37681"/>
                  <a:pt x="177944" y="38266"/>
                  <a:pt x="177450" y="38715"/>
                </a:cubicBezTo>
                <a:cubicBezTo>
                  <a:pt x="176955" y="39165"/>
                  <a:pt x="176393" y="39390"/>
                  <a:pt x="175764" y="39390"/>
                </a:cubicBezTo>
                <a:lnTo>
                  <a:pt x="147705" y="39390"/>
                </a:lnTo>
                <a:cubicBezTo>
                  <a:pt x="146896" y="39390"/>
                  <a:pt x="146322" y="39154"/>
                  <a:pt x="145985" y="38682"/>
                </a:cubicBezTo>
                <a:cubicBezTo>
                  <a:pt x="145648" y="38209"/>
                  <a:pt x="145479" y="37411"/>
                  <a:pt x="145479" y="36287"/>
                </a:cubicBezTo>
                <a:cubicBezTo>
                  <a:pt x="145479" y="35927"/>
                  <a:pt x="145502" y="35399"/>
                  <a:pt x="145547" y="34702"/>
                </a:cubicBezTo>
                <a:cubicBezTo>
                  <a:pt x="145592" y="34005"/>
                  <a:pt x="145693" y="33263"/>
                  <a:pt x="145850" y="32476"/>
                </a:cubicBezTo>
                <a:cubicBezTo>
                  <a:pt x="146008" y="31689"/>
                  <a:pt x="146221" y="30880"/>
                  <a:pt x="146491" y="30048"/>
                </a:cubicBezTo>
                <a:cubicBezTo>
                  <a:pt x="146761" y="29216"/>
                  <a:pt x="147076" y="28452"/>
                  <a:pt x="147435" y="27755"/>
                </a:cubicBezTo>
                <a:cubicBezTo>
                  <a:pt x="147795" y="27058"/>
                  <a:pt x="148222" y="26507"/>
                  <a:pt x="148717" y="26102"/>
                </a:cubicBezTo>
                <a:cubicBezTo>
                  <a:pt x="149211" y="25698"/>
                  <a:pt x="149796" y="25495"/>
                  <a:pt x="150470" y="25495"/>
                </a:cubicBezTo>
                <a:lnTo>
                  <a:pt x="178529" y="25495"/>
                </a:lnTo>
                <a:cubicBezTo>
                  <a:pt x="179383" y="25495"/>
                  <a:pt x="179979" y="25754"/>
                  <a:pt x="180316" y="26271"/>
                </a:cubicBezTo>
                <a:cubicBezTo>
                  <a:pt x="180654" y="26788"/>
                  <a:pt x="180822" y="27519"/>
                  <a:pt x="180822" y="284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Coordinates">
            <a:extLst xmlns:a="http://schemas.openxmlformats.org/drawingml/2006/main">
              <a:ext uri="{FF2B5EF4-FFF2-40B4-BE49-F238E27FC236}">
                <a16:creationId xmlns:a16="http://schemas.microsoft.com/office/drawing/2014/main" id="{FE15F1AD-A4AF-4CEB-B9C6-5D1E7B9D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58" y="480206"/>
            <a:ext cx="678588" cy="95372"/>
          </a:xfrm>
          <a:custGeom xmlns:a="http://schemas.openxmlformats.org/drawingml/2006/main">
            <a:pathLst>
              <a:path w="678588" h="95372">
                <a:moveTo>
                  <a:pt x="70753" y="14868"/>
                </a:moveTo>
                <a:cubicBezTo>
                  <a:pt x="70753" y="16131"/>
                  <a:pt x="70540" y="17823"/>
                  <a:pt x="70112" y="19944"/>
                </a:cubicBezTo>
                <a:cubicBezTo>
                  <a:pt x="69685" y="22063"/>
                  <a:pt x="69146" y="23765"/>
                  <a:pt x="68494" y="25051"/>
                </a:cubicBezTo>
                <a:cubicBezTo>
                  <a:pt x="67842" y="26336"/>
                  <a:pt x="67111" y="26979"/>
                  <a:pt x="66302" y="26979"/>
                </a:cubicBezTo>
                <a:cubicBezTo>
                  <a:pt x="65717" y="26979"/>
                  <a:pt x="65020" y="26608"/>
                  <a:pt x="64211" y="25866"/>
                </a:cubicBezTo>
                <a:cubicBezTo>
                  <a:pt x="63401" y="25124"/>
                  <a:pt x="62345" y="24326"/>
                  <a:pt x="61041" y="23472"/>
                </a:cubicBezTo>
                <a:cubicBezTo>
                  <a:pt x="59737" y="22618"/>
                  <a:pt x="58073" y="21819"/>
                  <a:pt x="56049" y="21078"/>
                </a:cubicBezTo>
                <a:cubicBezTo>
                  <a:pt x="54026" y="20336"/>
                  <a:pt x="51508" y="19965"/>
                  <a:pt x="48495" y="19965"/>
                </a:cubicBezTo>
                <a:cubicBezTo>
                  <a:pt x="45168" y="19965"/>
                  <a:pt x="42133" y="20628"/>
                  <a:pt x="39390" y="21954"/>
                </a:cubicBezTo>
                <a:cubicBezTo>
                  <a:pt x="36647" y="23281"/>
                  <a:pt x="34196" y="25035"/>
                  <a:pt x="32038" y="27215"/>
                </a:cubicBezTo>
                <a:cubicBezTo>
                  <a:pt x="29880" y="29396"/>
                  <a:pt x="27991" y="31903"/>
                  <a:pt x="26372" y="34736"/>
                </a:cubicBezTo>
                <a:cubicBezTo>
                  <a:pt x="24753" y="37569"/>
                  <a:pt x="23416" y="40514"/>
                  <a:pt x="22359" y="43572"/>
                </a:cubicBezTo>
                <a:cubicBezTo>
                  <a:pt x="21302" y="46629"/>
                  <a:pt x="20515" y="49676"/>
                  <a:pt x="19998" y="52711"/>
                </a:cubicBezTo>
                <a:cubicBezTo>
                  <a:pt x="19481" y="55746"/>
                  <a:pt x="19223" y="58567"/>
                  <a:pt x="19223" y="61175"/>
                </a:cubicBezTo>
                <a:cubicBezTo>
                  <a:pt x="19223" y="64323"/>
                  <a:pt x="19616" y="67088"/>
                  <a:pt x="20403" y="69472"/>
                </a:cubicBezTo>
                <a:cubicBezTo>
                  <a:pt x="21190" y="71855"/>
                  <a:pt x="22325" y="73833"/>
                  <a:pt x="23809" y="75407"/>
                </a:cubicBezTo>
                <a:cubicBezTo>
                  <a:pt x="25293" y="76981"/>
                  <a:pt x="27114" y="78161"/>
                  <a:pt x="29273" y="78948"/>
                </a:cubicBezTo>
                <a:cubicBezTo>
                  <a:pt x="31431" y="79735"/>
                  <a:pt x="33859" y="80128"/>
                  <a:pt x="36557" y="80128"/>
                </a:cubicBezTo>
                <a:cubicBezTo>
                  <a:pt x="39749" y="80128"/>
                  <a:pt x="42481" y="79791"/>
                  <a:pt x="44752" y="79117"/>
                </a:cubicBezTo>
                <a:cubicBezTo>
                  <a:pt x="47023" y="78442"/>
                  <a:pt x="48956" y="77700"/>
                  <a:pt x="50552" y="76891"/>
                </a:cubicBezTo>
                <a:cubicBezTo>
                  <a:pt x="52149" y="76082"/>
                  <a:pt x="53475" y="75340"/>
                  <a:pt x="54532" y="74665"/>
                </a:cubicBezTo>
                <a:cubicBezTo>
                  <a:pt x="55589" y="73991"/>
                  <a:pt x="56544" y="73653"/>
                  <a:pt x="57398" y="73653"/>
                </a:cubicBezTo>
                <a:cubicBezTo>
                  <a:pt x="57983" y="73653"/>
                  <a:pt x="58376" y="73868"/>
                  <a:pt x="58579" y="74296"/>
                </a:cubicBezTo>
                <a:cubicBezTo>
                  <a:pt x="58781" y="74725"/>
                  <a:pt x="58882" y="75323"/>
                  <a:pt x="58882" y="76090"/>
                </a:cubicBezTo>
                <a:cubicBezTo>
                  <a:pt x="58882" y="76405"/>
                  <a:pt x="58837" y="76878"/>
                  <a:pt x="58747" y="77511"/>
                </a:cubicBezTo>
                <a:cubicBezTo>
                  <a:pt x="58657" y="78142"/>
                  <a:pt x="58545" y="78852"/>
                  <a:pt x="58410" y="79642"/>
                </a:cubicBezTo>
                <a:cubicBezTo>
                  <a:pt x="58275" y="80431"/>
                  <a:pt x="58118" y="81288"/>
                  <a:pt x="57938" y="82213"/>
                </a:cubicBezTo>
                <a:cubicBezTo>
                  <a:pt x="57758" y="83138"/>
                  <a:pt x="57556" y="83995"/>
                  <a:pt x="57331" y="84784"/>
                </a:cubicBezTo>
                <a:cubicBezTo>
                  <a:pt x="57106" y="85573"/>
                  <a:pt x="56848" y="86294"/>
                  <a:pt x="56555" y="86949"/>
                </a:cubicBezTo>
                <a:cubicBezTo>
                  <a:pt x="56263" y="87603"/>
                  <a:pt x="55870" y="88177"/>
                  <a:pt x="55375" y="88673"/>
                </a:cubicBezTo>
                <a:cubicBezTo>
                  <a:pt x="54880" y="89169"/>
                  <a:pt x="53914" y="89812"/>
                  <a:pt x="52475" y="90602"/>
                </a:cubicBezTo>
                <a:cubicBezTo>
                  <a:pt x="51036" y="91392"/>
                  <a:pt x="49282" y="92125"/>
                  <a:pt x="47214" y="92802"/>
                </a:cubicBezTo>
                <a:cubicBezTo>
                  <a:pt x="45145" y="93478"/>
                  <a:pt x="42807" y="94053"/>
                  <a:pt x="40199" y="94526"/>
                </a:cubicBezTo>
                <a:cubicBezTo>
                  <a:pt x="37591" y="95000"/>
                  <a:pt x="34803" y="95237"/>
                  <a:pt x="31836" y="95237"/>
                </a:cubicBezTo>
                <a:cubicBezTo>
                  <a:pt x="26934" y="95237"/>
                  <a:pt x="22516" y="94584"/>
                  <a:pt x="18582" y="93279"/>
                </a:cubicBezTo>
                <a:cubicBezTo>
                  <a:pt x="14647" y="91972"/>
                  <a:pt x="11309" y="89991"/>
                  <a:pt x="8566" y="87335"/>
                </a:cubicBezTo>
                <a:cubicBezTo>
                  <a:pt x="5823" y="84678"/>
                  <a:pt x="3710" y="81345"/>
                  <a:pt x="2226" y="77338"/>
                </a:cubicBezTo>
                <a:cubicBezTo>
                  <a:pt x="742" y="73329"/>
                  <a:pt x="0" y="68645"/>
                  <a:pt x="0" y="63285"/>
                </a:cubicBezTo>
                <a:cubicBezTo>
                  <a:pt x="0" y="59098"/>
                  <a:pt x="427" y="54741"/>
                  <a:pt x="1282" y="50215"/>
                </a:cubicBezTo>
                <a:cubicBezTo>
                  <a:pt x="2136" y="45689"/>
                  <a:pt x="3429" y="41265"/>
                  <a:pt x="5160" y="36943"/>
                </a:cubicBezTo>
                <a:cubicBezTo>
                  <a:pt x="6891" y="32619"/>
                  <a:pt x="9083" y="28521"/>
                  <a:pt x="11736" y="24648"/>
                </a:cubicBezTo>
                <a:cubicBezTo>
                  <a:pt x="14389" y="20775"/>
                  <a:pt x="17525" y="17387"/>
                  <a:pt x="21145" y="14482"/>
                </a:cubicBezTo>
                <a:cubicBezTo>
                  <a:pt x="24765" y="11578"/>
                  <a:pt x="28879" y="9270"/>
                  <a:pt x="33488" y="7558"/>
                </a:cubicBezTo>
                <a:cubicBezTo>
                  <a:pt x="38097" y="5847"/>
                  <a:pt x="43212" y="4991"/>
                  <a:pt x="48832" y="4991"/>
                </a:cubicBezTo>
                <a:cubicBezTo>
                  <a:pt x="51980" y="4991"/>
                  <a:pt x="54959" y="5319"/>
                  <a:pt x="57769" y="5973"/>
                </a:cubicBezTo>
                <a:cubicBezTo>
                  <a:pt x="60580" y="6627"/>
                  <a:pt x="63030" y="7495"/>
                  <a:pt x="65121" y="8579"/>
                </a:cubicBezTo>
                <a:cubicBezTo>
                  <a:pt x="67212" y="9661"/>
                  <a:pt x="68673" y="10641"/>
                  <a:pt x="69505" y="11521"/>
                </a:cubicBezTo>
                <a:cubicBezTo>
                  <a:pt x="70337" y="12399"/>
                  <a:pt x="70753" y="13515"/>
                  <a:pt x="70753" y="14868"/>
                </a:cubicBezTo>
                <a:close/>
                <a:moveTo>
                  <a:pt x="134283" y="51511"/>
                </a:moveTo>
                <a:cubicBezTo>
                  <a:pt x="134283" y="54755"/>
                  <a:pt x="133980" y="58088"/>
                  <a:pt x="133373" y="61513"/>
                </a:cubicBezTo>
                <a:cubicBezTo>
                  <a:pt x="132766" y="64937"/>
                  <a:pt x="131810" y="68283"/>
                  <a:pt x="130506" y="71550"/>
                </a:cubicBezTo>
                <a:cubicBezTo>
                  <a:pt x="129202" y="74815"/>
                  <a:pt x="127527" y="77879"/>
                  <a:pt x="125481" y="80740"/>
                </a:cubicBezTo>
                <a:cubicBezTo>
                  <a:pt x="123436" y="83601"/>
                  <a:pt x="120985" y="86124"/>
                  <a:pt x="118130" y="88309"/>
                </a:cubicBezTo>
                <a:cubicBezTo>
                  <a:pt x="115274" y="90494"/>
                  <a:pt x="112003" y="92217"/>
                  <a:pt x="108316" y="93479"/>
                </a:cubicBezTo>
                <a:cubicBezTo>
                  <a:pt x="104629" y="94741"/>
                  <a:pt x="100469" y="95372"/>
                  <a:pt x="95838" y="95372"/>
                </a:cubicBezTo>
                <a:cubicBezTo>
                  <a:pt x="91296" y="95372"/>
                  <a:pt x="87373" y="94842"/>
                  <a:pt x="84068" y="93782"/>
                </a:cubicBezTo>
                <a:cubicBezTo>
                  <a:pt x="80763" y="92724"/>
                  <a:pt x="78009" y="91170"/>
                  <a:pt x="75806" y="89120"/>
                </a:cubicBezTo>
                <a:cubicBezTo>
                  <a:pt x="73603" y="87070"/>
                  <a:pt x="71961" y="84547"/>
                  <a:pt x="70882" y="81551"/>
                </a:cubicBezTo>
                <a:cubicBezTo>
                  <a:pt x="69803" y="78555"/>
                  <a:pt x="69263" y="75120"/>
                  <a:pt x="69263" y="71244"/>
                </a:cubicBezTo>
                <a:cubicBezTo>
                  <a:pt x="69263" y="68001"/>
                  <a:pt x="69567" y="64667"/>
                  <a:pt x="70174" y="61243"/>
                </a:cubicBezTo>
                <a:cubicBezTo>
                  <a:pt x="70781" y="57819"/>
                  <a:pt x="71736" y="54485"/>
                  <a:pt x="73040" y="51242"/>
                </a:cubicBezTo>
                <a:cubicBezTo>
                  <a:pt x="74344" y="47997"/>
                  <a:pt x="76019" y="44922"/>
                  <a:pt x="78065" y="42016"/>
                </a:cubicBezTo>
                <a:cubicBezTo>
                  <a:pt x="80111" y="39110"/>
                  <a:pt x="82562" y="36576"/>
                  <a:pt x="85417" y="34413"/>
                </a:cubicBezTo>
                <a:cubicBezTo>
                  <a:pt x="88273" y="32251"/>
                  <a:pt x="91544" y="30539"/>
                  <a:pt x="95231" y="29277"/>
                </a:cubicBezTo>
                <a:cubicBezTo>
                  <a:pt x="98918" y="28015"/>
                  <a:pt x="103077" y="27384"/>
                  <a:pt x="107709" y="27384"/>
                </a:cubicBezTo>
                <a:cubicBezTo>
                  <a:pt x="112250" y="27384"/>
                  <a:pt x="116174" y="27914"/>
                  <a:pt x="119479" y="28973"/>
                </a:cubicBezTo>
                <a:cubicBezTo>
                  <a:pt x="122784" y="30031"/>
                  <a:pt x="125538" y="31585"/>
                  <a:pt x="127741" y="33636"/>
                </a:cubicBezTo>
                <a:cubicBezTo>
                  <a:pt x="129944" y="35686"/>
                  <a:pt x="131585" y="38209"/>
                  <a:pt x="132665" y="41205"/>
                </a:cubicBezTo>
                <a:cubicBezTo>
                  <a:pt x="133744" y="44200"/>
                  <a:pt x="134283" y="47636"/>
                  <a:pt x="134283" y="51511"/>
                </a:cubicBezTo>
                <a:moveTo>
                  <a:pt x="116747" y="52629"/>
                </a:moveTo>
                <a:cubicBezTo>
                  <a:pt x="116747" y="50737"/>
                  <a:pt x="116556" y="49060"/>
                  <a:pt x="116174" y="47597"/>
                </a:cubicBezTo>
                <a:cubicBezTo>
                  <a:pt x="115791" y="46133"/>
                  <a:pt x="115162" y="44894"/>
                  <a:pt x="114285" y="43881"/>
                </a:cubicBezTo>
                <a:cubicBezTo>
                  <a:pt x="113408" y="42867"/>
                  <a:pt x="112284" y="42090"/>
                  <a:pt x="110913" y="41550"/>
                </a:cubicBezTo>
                <a:cubicBezTo>
                  <a:pt x="109541" y="41009"/>
                  <a:pt x="107866" y="40739"/>
                  <a:pt x="105888" y="40739"/>
                </a:cubicBezTo>
                <a:cubicBezTo>
                  <a:pt x="103639" y="40739"/>
                  <a:pt x="101616" y="41178"/>
                  <a:pt x="99817" y="42056"/>
                </a:cubicBezTo>
                <a:cubicBezTo>
                  <a:pt x="98019" y="42934"/>
                  <a:pt x="96411" y="44117"/>
                  <a:pt x="94995" y="45603"/>
                </a:cubicBezTo>
                <a:cubicBezTo>
                  <a:pt x="93578" y="47090"/>
                  <a:pt x="92353" y="48813"/>
                  <a:pt x="91319" y="50772"/>
                </a:cubicBezTo>
                <a:cubicBezTo>
                  <a:pt x="90285" y="52730"/>
                  <a:pt x="89430" y="54791"/>
                  <a:pt x="88756" y="56954"/>
                </a:cubicBezTo>
                <a:cubicBezTo>
                  <a:pt x="88081" y="59115"/>
                  <a:pt x="87587" y="61310"/>
                  <a:pt x="87272" y="63540"/>
                </a:cubicBezTo>
                <a:cubicBezTo>
                  <a:pt x="86957" y="65769"/>
                  <a:pt x="86800" y="67897"/>
                  <a:pt x="86800" y="69925"/>
                </a:cubicBezTo>
                <a:cubicBezTo>
                  <a:pt x="86800" y="71816"/>
                  <a:pt x="86991" y="73505"/>
                  <a:pt x="87373" y="74992"/>
                </a:cubicBezTo>
                <a:cubicBezTo>
                  <a:pt x="87755" y="76477"/>
                  <a:pt x="88385" y="77727"/>
                  <a:pt x="89262" y="78742"/>
                </a:cubicBezTo>
                <a:cubicBezTo>
                  <a:pt x="90139" y="79755"/>
                  <a:pt x="91263" y="80532"/>
                  <a:pt x="92634" y="81073"/>
                </a:cubicBezTo>
                <a:cubicBezTo>
                  <a:pt x="94006" y="81612"/>
                  <a:pt x="95681" y="81882"/>
                  <a:pt x="97659" y="81882"/>
                </a:cubicBezTo>
                <a:cubicBezTo>
                  <a:pt x="99907" y="81882"/>
                  <a:pt x="101931" y="81443"/>
                  <a:pt x="103729" y="80565"/>
                </a:cubicBezTo>
                <a:cubicBezTo>
                  <a:pt x="105528" y="79686"/>
                  <a:pt x="107136" y="78493"/>
                  <a:pt x="108552" y="76984"/>
                </a:cubicBezTo>
                <a:cubicBezTo>
                  <a:pt x="109968" y="75474"/>
                  <a:pt x="111194" y="73741"/>
                  <a:pt x="112228" y="71782"/>
                </a:cubicBezTo>
                <a:cubicBezTo>
                  <a:pt x="113262" y="69823"/>
                  <a:pt x="114116" y="67752"/>
                  <a:pt x="114791" y="65568"/>
                </a:cubicBezTo>
                <a:cubicBezTo>
                  <a:pt x="115465" y="63383"/>
                  <a:pt x="115960" y="61187"/>
                  <a:pt x="116275" y="58981"/>
                </a:cubicBezTo>
                <a:cubicBezTo>
                  <a:pt x="116590" y="56774"/>
                  <a:pt x="116747" y="54656"/>
                  <a:pt x="116747" y="52629"/>
                </a:cubicBezTo>
                <a:close/>
                <a:moveTo>
                  <a:pt x="207080" y="51511"/>
                </a:moveTo>
                <a:cubicBezTo>
                  <a:pt x="207080" y="54755"/>
                  <a:pt x="206776" y="58088"/>
                  <a:pt x="206169" y="61513"/>
                </a:cubicBezTo>
                <a:cubicBezTo>
                  <a:pt x="205562" y="64937"/>
                  <a:pt x="204607" y="68283"/>
                  <a:pt x="203303" y="71550"/>
                </a:cubicBezTo>
                <a:cubicBezTo>
                  <a:pt x="201999" y="74815"/>
                  <a:pt x="200324" y="77879"/>
                  <a:pt x="198278" y="80740"/>
                </a:cubicBezTo>
                <a:cubicBezTo>
                  <a:pt x="196232" y="83601"/>
                  <a:pt x="193781" y="86124"/>
                  <a:pt x="190926" y="88309"/>
                </a:cubicBezTo>
                <a:cubicBezTo>
                  <a:pt x="188071" y="90494"/>
                  <a:pt x="184800" y="92217"/>
                  <a:pt x="181112" y="93479"/>
                </a:cubicBezTo>
                <a:cubicBezTo>
                  <a:pt x="177425" y="94741"/>
                  <a:pt x="173266" y="95372"/>
                  <a:pt x="168635" y="95372"/>
                </a:cubicBezTo>
                <a:cubicBezTo>
                  <a:pt x="164093" y="95372"/>
                  <a:pt x="160170" y="94842"/>
                  <a:pt x="156865" y="93782"/>
                </a:cubicBezTo>
                <a:cubicBezTo>
                  <a:pt x="153560" y="92724"/>
                  <a:pt x="150806" y="91170"/>
                  <a:pt x="148602" y="89120"/>
                </a:cubicBezTo>
                <a:cubicBezTo>
                  <a:pt x="146399" y="87070"/>
                  <a:pt x="144758" y="84547"/>
                  <a:pt x="143679" y="81551"/>
                </a:cubicBezTo>
                <a:cubicBezTo>
                  <a:pt x="142600" y="78555"/>
                  <a:pt x="142060" y="75120"/>
                  <a:pt x="142060" y="71244"/>
                </a:cubicBezTo>
                <a:cubicBezTo>
                  <a:pt x="142060" y="68001"/>
                  <a:pt x="142363" y="64667"/>
                  <a:pt x="142970" y="61243"/>
                </a:cubicBezTo>
                <a:cubicBezTo>
                  <a:pt x="143578" y="57819"/>
                  <a:pt x="144533" y="54485"/>
                  <a:pt x="145837" y="51242"/>
                </a:cubicBezTo>
                <a:cubicBezTo>
                  <a:pt x="147141" y="47997"/>
                  <a:pt x="148816" y="44922"/>
                  <a:pt x="150862" y="42016"/>
                </a:cubicBezTo>
                <a:cubicBezTo>
                  <a:pt x="152908" y="39110"/>
                  <a:pt x="155358" y="36576"/>
                  <a:pt x="158214" y="34413"/>
                </a:cubicBezTo>
                <a:cubicBezTo>
                  <a:pt x="161069" y="32251"/>
                  <a:pt x="164340" y="30539"/>
                  <a:pt x="168027" y="29277"/>
                </a:cubicBezTo>
                <a:cubicBezTo>
                  <a:pt x="171715" y="28015"/>
                  <a:pt x="175874" y="27384"/>
                  <a:pt x="180505" y="27384"/>
                </a:cubicBezTo>
                <a:cubicBezTo>
                  <a:pt x="185047" y="27384"/>
                  <a:pt x="188970" y="27914"/>
                  <a:pt x="192275" y="28973"/>
                </a:cubicBezTo>
                <a:cubicBezTo>
                  <a:pt x="195580" y="30031"/>
                  <a:pt x="198334" y="31585"/>
                  <a:pt x="200537" y="33636"/>
                </a:cubicBezTo>
                <a:cubicBezTo>
                  <a:pt x="202741" y="35686"/>
                  <a:pt x="204382" y="38209"/>
                  <a:pt x="205461" y="41205"/>
                </a:cubicBezTo>
                <a:cubicBezTo>
                  <a:pt x="206540" y="44200"/>
                  <a:pt x="207080" y="47636"/>
                  <a:pt x="207080" y="51511"/>
                </a:cubicBezTo>
                <a:moveTo>
                  <a:pt x="189543" y="52629"/>
                </a:moveTo>
                <a:cubicBezTo>
                  <a:pt x="189543" y="50737"/>
                  <a:pt x="189352" y="49060"/>
                  <a:pt x="188970" y="47597"/>
                </a:cubicBezTo>
                <a:cubicBezTo>
                  <a:pt x="188588" y="46133"/>
                  <a:pt x="187958" y="44894"/>
                  <a:pt x="187082" y="43881"/>
                </a:cubicBezTo>
                <a:cubicBezTo>
                  <a:pt x="186205" y="42867"/>
                  <a:pt x="185081" y="42090"/>
                  <a:pt x="183709" y="41550"/>
                </a:cubicBezTo>
                <a:cubicBezTo>
                  <a:pt x="182338" y="41009"/>
                  <a:pt x="180663" y="40739"/>
                  <a:pt x="178684" y="40739"/>
                </a:cubicBezTo>
                <a:cubicBezTo>
                  <a:pt x="176436" y="40739"/>
                  <a:pt x="174413" y="41178"/>
                  <a:pt x="172614" y="42056"/>
                </a:cubicBezTo>
                <a:cubicBezTo>
                  <a:pt x="170815" y="42934"/>
                  <a:pt x="169208" y="44117"/>
                  <a:pt x="167791" y="45603"/>
                </a:cubicBezTo>
                <a:cubicBezTo>
                  <a:pt x="166375" y="47090"/>
                  <a:pt x="165150" y="48813"/>
                  <a:pt x="164115" y="50772"/>
                </a:cubicBezTo>
                <a:cubicBezTo>
                  <a:pt x="163081" y="52730"/>
                  <a:pt x="162227" y="54791"/>
                  <a:pt x="161552" y="56954"/>
                </a:cubicBezTo>
                <a:cubicBezTo>
                  <a:pt x="160878" y="59115"/>
                  <a:pt x="160383" y="61310"/>
                  <a:pt x="160069" y="63540"/>
                </a:cubicBezTo>
                <a:cubicBezTo>
                  <a:pt x="159754" y="65769"/>
                  <a:pt x="159596" y="67897"/>
                  <a:pt x="159596" y="69925"/>
                </a:cubicBezTo>
                <a:cubicBezTo>
                  <a:pt x="159596" y="71816"/>
                  <a:pt x="159788" y="73505"/>
                  <a:pt x="160170" y="74992"/>
                </a:cubicBezTo>
                <a:cubicBezTo>
                  <a:pt x="160552" y="76477"/>
                  <a:pt x="161181" y="77727"/>
                  <a:pt x="162058" y="78742"/>
                </a:cubicBezTo>
                <a:cubicBezTo>
                  <a:pt x="162935" y="79755"/>
                  <a:pt x="164059" y="80532"/>
                  <a:pt x="165431" y="81073"/>
                </a:cubicBezTo>
                <a:cubicBezTo>
                  <a:pt x="166802" y="81612"/>
                  <a:pt x="168477" y="81882"/>
                  <a:pt x="170456" y="81882"/>
                </a:cubicBezTo>
                <a:cubicBezTo>
                  <a:pt x="172704" y="81882"/>
                  <a:pt x="174727" y="81443"/>
                  <a:pt x="176526" y="80565"/>
                </a:cubicBezTo>
                <a:cubicBezTo>
                  <a:pt x="178325" y="79686"/>
                  <a:pt x="179932" y="78493"/>
                  <a:pt x="181348" y="76984"/>
                </a:cubicBezTo>
                <a:cubicBezTo>
                  <a:pt x="182765" y="75474"/>
                  <a:pt x="183990" y="73741"/>
                  <a:pt x="185024" y="71782"/>
                </a:cubicBezTo>
                <a:cubicBezTo>
                  <a:pt x="186059" y="69823"/>
                  <a:pt x="186913" y="67752"/>
                  <a:pt x="187587" y="65568"/>
                </a:cubicBezTo>
                <a:cubicBezTo>
                  <a:pt x="188262" y="63383"/>
                  <a:pt x="188757" y="61187"/>
                  <a:pt x="189071" y="58981"/>
                </a:cubicBezTo>
                <a:cubicBezTo>
                  <a:pt x="189386" y="56774"/>
                  <a:pt x="189543" y="54656"/>
                  <a:pt x="189543" y="52629"/>
                </a:cubicBezTo>
                <a:close/>
                <a:moveTo>
                  <a:pt x="263419" y="30284"/>
                </a:moveTo>
                <a:cubicBezTo>
                  <a:pt x="263419" y="30599"/>
                  <a:pt x="263374" y="31161"/>
                  <a:pt x="263284" y="31970"/>
                </a:cubicBezTo>
                <a:cubicBezTo>
                  <a:pt x="263194" y="32780"/>
                  <a:pt x="263059" y="33724"/>
                  <a:pt x="262880" y="34803"/>
                </a:cubicBezTo>
                <a:cubicBezTo>
                  <a:pt x="262700" y="35882"/>
                  <a:pt x="262475" y="36995"/>
                  <a:pt x="262205" y="38142"/>
                </a:cubicBezTo>
                <a:cubicBezTo>
                  <a:pt x="261935" y="39289"/>
                  <a:pt x="261632" y="40356"/>
                  <a:pt x="261295" y="41346"/>
                </a:cubicBezTo>
                <a:cubicBezTo>
                  <a:pt x="260957" y="42335"/>
                  <a:pt x="260575" y="43144"/>
                  <a:pt x="260148" y="43774"/>
                </a:cubicBezTo>
                <a:cubicBezTo>
                  <a:pt x="259721" y="44403"/>
                  <a:pt x="259260" y="44718"/>
                  <a:pt x="258765" y="44718"/>
                </a:cubicBezTo>
                <a:cubicBezTo>
                  <a:pt x="258361" y="44718"/>
                  <a:pt x="257956" y="44639"/>
                  <a:pt x="257551" y="44482"/>
                </a:cubicBezTo>
                <a:cubicBezTo>
                  <a:pt x="257146" y="44325"/>
                  <a:pt x="256697" y="44167"/>
                  <a:pt x="256202" y="44010"/>
                </a:cubicBezTo>
                <a:cubicBezTo>
                  <a:pt x="255708" y="43853"/>
                  <a:pt x="255168" y="43695"/>
                  <a:pt x="254583" y="43538"/>
                </a:cubicBezTo>
                <a:cubicBezTo>
                  <a:pt x="253999" y="43380"/>
                  <a:pt x="253324" y="43302"/>
                  <a:pt x="252560" y="43302"/>
                </a:cubicBezTo>
                <a:cubicBezTo>
                  <a:pt x="251031" y="43302"/>
                  <a:pt x="249401" y="43888"/>
                  <a:pt x="247670" y="45062"/>
                </a:cubicBezTo>
                <a:cubicBezTo>
                  <a:pt x="245939" y="46234"/>
                  <a:pt x="244286" y="47779"/>
                  <a:pt x="242713" y="49697"/>
                </a:cubicBezTo>
                <a:cubicBezTo>
                  <a:pt x="241139" y="51613"/>
                  <a:pt x="239734" y="53846"/>
                  <a:pt x="238497" y="56395"/>
                </a:cubicBezTo>
                <a:cubicBezTo>
                  <a:pt x="237260" y="58944"/>
                  <a:pt x="236372" y="61617"/>
                  <a:pt x="235833" y="64413"/>
                </a:cubicBezTo>
                <a:lnTo>
                  <a:pt x="230437" y="91460"/>
                </a:lnTo>
                <a:cubicBezTo>
                  <a:pt x="230347" y="91909"/>
                  <a:pt x="230133" y="92303"/>
                  <a:pt x="229796" y="92640"/>
                </a:cubicBezTo>
                <a:cubicBezTo>
                  <a:pt x="229459" y="92977"/>
                  <a:pt x="228942" y="93258"/>
                  <a:pt x="228245" y="93483"/>
                </a:cubicBezTo>
                <a:cubicBezTo>
                  <a:pt x="227548" y="93708"/>
                  <a:pt x="226637" y="93877"/>
                  <a:pt x="225513" y="93989"/>
                </a:cubicBezTo>
                <a:cubicBezTo>
                  <a:pt x="224389" y="94101"/>
                  <a:pt x="223018" y="94158"/>
                  <a:pt x="221399" y="94158"/>
                </a:cubicBezTo>
                <a:cubicBezTo>
                  <a:pt x="219735" y="94158"/>
                  <a:pt x="218375" y="94101"/>
                  <a:pt x="217318" y="93989"/>
                </a:cubicBezTo>
                <a:cubicBezTo>
                  <a:pt x="216262" y="93877"/>
                  <a:pt x="215430" y="93708"/>
                  <a:pt x="214823" y="93483"/>
                </a:cubicBezTo>
                <a:cubicBezTo>
                  <a:pt x="214216" y="93258"/>
                  <a:pt x="213822" y="92977"/>
                  <a:pt x="213642" y="92640"/>
                </a:cubicBezTo>
                <a:cubicBezTo>
                  <a:pt x="213463" y="92303"/>
                  <a:pt x="213418" y="91909"/>
                  <a:pt x="213507" y="91460"/>
                </a:cubicBezTo>
                <a:lnTo>
                  <a:pt x="225513" y="31228"/>
                </a:lnTo>
                <a:cubicBezTo>
                  <a:pt x="225603" y="30779"/>
                  <a:pt x="225806" y="30385"/>
                  <a:pt x="226120" y="30048"/>
                </a:cubicBezTo>
                <a:cubicBezTo>
                  <a:pt x="226435" y="29711"/>
                  <a:pt x="226896" y="29441"/>
                  <a:pt x="227503" y="29239"/>
                </a:cubicBezTo>
                <a:cubicBezTo>
                  <a:pt x="228110" y="29036"/>
                  <a:pt x="228897" y="28879"/>
                  <a:pt x="229864" y="28767"/>
                </a:cubicBezTo>
                <a:cubicBezTo>
                  <a:pt x="230830" y="28654"/>
                  <a:pt x="231988" y="28598"/>
                  <a:pt x="233337" y="28598"/>
                </a:cubicBezTo>
                <a:cubicBezTo>
                  <a:pt x="234731" y="28598"/>
                  <a:pt x="235867" y="28654"/>
                  <a:pt x="236743" y="28767"/>
                </a:cubicBezTo>
                <a:cubicBezTo>
                  <a:pt x="237620" y="28879"/>
                  <a:pt x="238306" y="29036"/>
                  <a:pt x="238801" y="29239"/>
                </a:cubicBezTo>
                <a:cubicBezTo>
                  <a:pt x="239295" y="29441"/>
                  <a:pt x="239621" y="29711"/>
                  <a:pt x="239779" y="30048"/>
                </a:cubicBezTo>
                <a:cubicBezTo>
                  <a:pt x="239936" y="30385"/>
                  <a:pt x="239970" y="30779"/>
                  <a:pt x="239880" y="31228"/>
                </a:cubicBezTo>
                <a:lnTo>
                  <a:pt x="237991" y="40806"/>
                </a:lnTo>
                <a:cubicBezTo>
                  <a:pt x="239070" y="38863"/>
                  <a:pt x="240318" y="37078"/>
                  <a:pt x="241735" y="35450"/>
                </a:cubicBezTo>
                <a:cubicBezTo>
                  <a:pt x="243151" y="33823"/>
                  <a:pt x="244657" y="32411"/>
                  <a:pt x="246254" y="31214"/>
                </a:cubicBezTo>
                <a:cubicBezTo>
                  <a:pt x="247850" y="30017"/>
                  <a:pt x="249502" y="29079"/>
                  <a:pt x="251211" y="28402"/>
                </a:cubicBezTo>
                <a:cubicBezTo>
                  <a:pt x="252920" y="27723"/>
                  <a:pt x="254606" y="27384"/>
                  <a:pt x="256270" y="27384"/>
                </a:cubicBezTo>
                <a:cubicBezTo>
                  <a:pt x="256944" y="27384"/>
                  <a:pt x="257630" y="27429"/>
                  <a:pt x="258327" y="27519"/>
                </a:cubicBezTo>
                <a:cubicBezTo>
                  <a:pt x="259024" y="27609"/>
                  <a:pt x="259676" y="27721"/>
                  <a:pt x="260283" y="27856"/>
                </a:cubicBezTo>
                <a:cubicBezTo>
                  <a:pt x="260890" y="27991"/>
                  <a:pt x="261429" y="28160"/>
                  <a:pt x="261902" y="28362"/>
                </a:cubicBezTo>
                <a:cubicBezTo>
                  <a:pt x="262374" y="28564"/>
                  <a:pt x="262745" y="28778"/>
                  <a:pt x="263014" y="29003"/>
                </a:cubicBezTo>
                <a:cubicBezTo>
                  <a:pt x="263284" y="29273"/>
                  <a:pt x="263419" y="29700"/>
                  <a:pt x="263419" y="30284"/>
                </a:cubicBezTo>
                <a:close/>
                <a:moveTo>
                  <a:pt x="318045" y="91586"/>
                </a:moveTo>
                <a:cubicBezTo>
                  <a:pt x="317865" y="92509"/>
                  <a:pt x="317157" y="93169"/>
                  <a:pt x="315921" y="93565"/>
                </a:cubicBezTo>
                <a:cubicBezTo>
                  <a:pt x="314684" y="93960"/>
                  <a:pt x="312694" y="94158"/>
                  <a:pt x="309951" y="94158"/>
                </a:cubicBezTo>
                <a:cubicBezTo>
                  <a:pt x="308558" y="94158"/>
                  <a:pt x="307422" y="94113"/>
                  <a:pt x="306545" y="94025"/>
                </a:cubicBezTo>
                <a:cubicBezTo>
                  <a:pt x="305668" y="93938"/>
                  <a:pt x="304960" y="93795"/>
                  <a:pt x="304421" y="93597"/>
                </a:cubicBezTo>
                <a:cubicBezTo>
                  <a:pt x="303881" y="93399"/>
                  <a:pt x="303533" y="93135"/>
                  <a:pt x="303375" y="92807"/>
                </a:cubicBezTo>
                <a:cubicBezTo>
                  <a:pt x="303218" y="92476"/>
                  <a:pt x="303184" y="92070"/>
                  <a:pt x="303274" y="91586"/>
                </a:cubicBezTo>
                <a:lnTo>
                  <a:pt x="305095" y="81922"/>
                </a:lnTo>
                <a:cubicBezTo>
                  <a:pt x="304421" y="83364"/>
                  <a:pt x="303342" y="84885"/>
                  <a:pt x="301858" y="86485"/>
                </a:cubicBezTo>
                <a:cubicBezTo>
                  <a:pt x="300374" y="88084"/>
                  <a:pt x="298620" y="89549"/>
                  <a:pt x="296597" y="90878"/>
                </a:cubicBezTo>
                <a:cubicBezTo>
                  <a:pt x="294573" y="92207"/>
                  <a:pt x="292336" y="93289"/>
                  <a:pt x="289886" y="94122"/>
                </a:cubicBezTo>
                <a:cubicBezTo>
                  <a:pt x="287435" y="94955"/>
                  <a:pt x="284906" y="95372"/>
                  <a:pt x="282298" y="95372"/>
                </a:cubicBezTo>
                <a:cubicBezTo>
                  <a:pt x="279735" y="95372"/>
                  <a:pt x="277498" y="95045"/>
                  <a:pt x="275587" y="94392"/>
                </a:cubicBezTo>
                <a:cubicBezTo>
                  <a:pt x="273676" y="93738"/>
                  <a:pt x="272034" y="92849"/>
                  <a:pt x="270663" y="91723"/>
                </a:cubicBezTo>
                <a:cubicBezTo>
                  <a:pt x="269291" y="90596"/>
                  <a:pt x="268156" y="89267"/>
                  <a:pt x="267257" y="87735"/>
                </a:cubicBezTo>
                <a:cubicBezTo>
                  <a:pt x="266357" y="86204"/>
                  <a:pt x="265638" y="84582"/>
                  <a:pt x="265098" y="82871"/>
                </a:cubicBezTo>
                <a:cubicBezTo>
                  <a:pt x="264559" y="81158"/>
                  <a:pt x="264177" y="79389"/>
                  <a:pt x="263952" y="77565"/>
                </a:cubicBezTo>
                <a:cubicBezTo>
                  <a:pt x="263727" y="75740"/>
                  <a:pt x="263615" y="73948"/>
                  <a:pt x="263615" y="72191"/>
                </a:cubicBezTo>
                <a:cubicBezTo>
                  <a:pt x="263615" y="69262"/>
                  <a:pt x="263884" y="66120"/>
                  <a:pt x="264424" y="62765"/>
                </a:cubicBezTo>
                <a:cubicBezTo>
                  <a:pt x="264964" y="59408"/>
                  <a:pt x="265807" y="56073"/>
                  <a:pt x="266953" y="52761"/>
                </a:cubicBezTo>
                <a:cubicBezTo>
                  <a:pt x="268100" y="49449"/>
                  <a:pt x="269550" y="46262"/>
                  <a:pt x="271304" y="43198"/>
                </a:cubicBezTo>
                <a:cubicBezTo>
                  <a:pt x="273057" y="40135"/>
                  <a:pt x="275159" y="37432"/>
                  <a:pt x="277610" y="35090"/>
                </a:cubicBezTo>
                <a:cubicBezTo>
                  <a:pt x="280061" y="32746"/>
                  <a:pt x="282871" y="30876"/>
                  <a:pt x="286041" y="29479"/>
                </a:cubicBezTo>
                <a:cubicBezTo>
                  <a:pt x="289211" y="28082"/>
                  <a:pt x="292775" y="27384"/>
                  <a:pt x="296732" y="27384"/>
                </a:cubicBezTo>
                <a:cubicBezTo>
                  <a:pt x="298485" y="27384"/>
                  <a:pt x="300160" y="27576"/>
                  <a:pt x="301757" y="27959"/>
                </a:cubicBezTo>
                <a:cubicBezTo>
                  <a:pt x="303353" y="28342"/>
                  <a:pt x="304814" y="28859"/>
                  <a:pt x="306141" y="29513"/>
                </a:cubicBezTo>
                <a:cubicBezTo>
                  <a:pt x="307467" y="30166"/>
                  <a:pt x="308670" y="30944"/>
                  <a:pt x="309749" y="31846"/>
                </a:cubicBezTo>
                <a:cubicBezTo>
                  <a:pt x="310828" y="32747"/>
                  <a:pt x="311750" y="33693"/>
                  <a:pt x="312514" y="34685"/>
                </a:cubicBezTo>
                <a:lnTo>
                  <a:pt x="318922" y="2902"/>
                </a:lnTo>
                <a:cubicBezTo>
                  <a:pt x="319012" y="2453"/>
                  <a:pt x="319214" y="2048"/>
                  <a:pt x="319529" y="1688"/>
                </a:cubicBezTo>
                <a:cubicBezTo>
                  <a:pt x="319844" y="1327"/>
                  <a:pt x="320350" y="1023"/>
                  <a:pt x="321047" y="776"/>
                </a:cubicBezTo>
                <a:cubicBezTo>
                  <a:pt x="321744" y="528"/>
                  <a:pt x="322643" y="337"/>
                  <a:pt x="323745" y="202"/>
                </a:cubicBezTo>
                <a:cubicBezTo>
                  <a:pt x="324846" y="67"/>
                  <a:pt x="326229" y="0"/>
                  <a:pt x="327893" y="0"/>
                </a:cubicBezTo>
                <a:cubicBezTo>
                  <a:pt x="329556" y="0"/>
                  <a:pt x="330917" y="67"/>
                  <a:pt x="331973" y="202"/>
                </a:cubicBezTo>
                <a:cubicBezTo>
                  <a:pt x="333030" y="337"/>
                  <a:pt x="333851" y="528"/>
                  <a:pt x="334435" y="776"/>
                </a:cubicBezTo>
                <a:cubicBezTo>
                  <a:pt x="335020" y="1023"/>
                  <a:pt x="335402" y="1327"/>
                  <a:pt x="335582" y="1688"/>
                </a:cubicBezTo>
                <a:cubicBezTo>
                  <a:pt x="335762" y="2048"/>
                  <a:pt x="335807" y="2453"/>
                  <a:pt x="335717" y="2902"/>
                </a:cubicBezTo>
                <a:lnTo>
                  <a:pt x="318045" y="91586"/>
                </a:lnTo>
                <a:moveTo>
                  <a:pt x="309614" y="49340"/>
                </a:moveTo>
                <a:cubicBezTo>
                  <a:pt x="308040" y="46856"/>
                  <a:pt x="306298" y="44982"/>
                  <a:pt x="304387" y="43717"/>
                </a:cubicBezTo>
                <a:cubicBezTo>
                  <a:pt x="302476" y="42451"/>
                  <a:pt x="300261" y="41818"/>
                  <a:pt x="297743" y="41818"/>
                </a:cubicBezTo>
                <a:cubicBezTo>
                  <a:pt x="295900" y="41818"/>
                  <a:pt x="294202" y="42257"/>
                  <a:pt x="292651" y="43135"/>
                </a:cubicBezTo>
                <a:cubicBezTo>
                  <a:pt x="291100" y="44013"/>
                  <a:pt x="289706" y="45185"/>
                  <a:pt x="288469" y="46649"/>
                </a:cubicBezTo>
                <a:cubicBezTo>
                  <a:pt x="287233" y="48113"/>
                  <a:pt x="286153" y="49825"/>
                  <a:pt x="285232" y="51785"/>
                </a:cubicBezTo>
                <a:cubicBezTo>
                  <a:pt x="284310" y="53744"/>
                  <a:pt x="283546" y="55805"/>
                  <a:pt x="282938" y="57967"/>
                </a:cubicBezTo>
                <a:cubicBezTo>
                  <a:pt x="282331" y="60129"/>
                  <a:pt x="281871" y="62290"/>
                  <a:pt x="281556" y="64453"/>
                </a:cubicBezTo>
                <a:cubicBezTo>
                  <a:pt x="281241" y="66614"/>
                  <a:pt x="281084" y="68664"/>
                  <a:pt x="281084" y="70601"/>
                </a:cubicBezTo>
                <a:cubicBezTo>
                  <a:pt x="281084" y="74024"/>
                  <a:pt x="281646" y="76603"/>
                  <a:pt x="282770" y="78337"/>
                </a:cubicBezTo>
                <a:cubicBezTo>
                  <a:pt x="283894" y="80071"/>
                  <a:pt x="285670" y="80938"/>
                  <a:pt x="288098" y="80938"/>
                </a:cubicBezTo>
                <a:cubicBezTo>
                  <a:pt x="290077" y="80938"/>
                  <a:pt x="292100" y="80342"/>
                  <a:pt x="294169" y="79150"/>
                </a:cubicBezTo>
                <a:cubicBezTo>
                  <a:pt x="296237" y="77959"/>
                  <a:pt x="298171" y="76363"/>
                  <a:pt x="299969" y="74362"/>
                </a:cubicBezTo>
                <a:cubicBezTo>
                  <a:pt x="301768" y="72359"/>
                  <a:pt x="303353" y="69998"/>
                  <a:pt x="304724" y="67277"/>
                </a:cubicBezTo>
                <a:cubicBezTo>
                  <a:pt x="306096" y="64556"/>
                  <a:pt x="307096" y="61643"/>
                  <a:pt x="307726" y="58539"/>
                </a:cubicBezTo>
                <a:lnTo>
                  <a:pt x="309614" y="49340"/>
                </a:lnTo>
                <a:close/>
                <a:moveTo>
                  <a:pt x="369396" y="11062"/>
                </a:moveTo>
                <a:cubicBezTo>
                  <a:pt x="369082" y="12725"/>
                  <a:pt x="368654" y="14130"/>
                  <a:pt x="368115" y="15277"/>
                </a:cubicBezTo>
                <a:cubicBezTo>
                  <a:pt x="367575" y="16424"/>
                  <a:pt x="366856" y="17345"/>
                  <a:pt x="365957" y="18042"/>
                </a:cubicBezTo>
                <a:cubicBezTo>
                  <a:pt x="365057" y="18739"/>
                  <a:pt x="363956" y="19234"/>
                  <a:pt x="362652" y="19526"/>
                </a:cubicBezTo>
                <a:cubicBezTo>
                  <a:pt x="361348" y="19819"/>
                  <a:pt x="359729" y="19965"/>
                  <a:pt x="357795" y="19965"/>
                </a:cubicBezTo>
                <a:cubicBezTo>
                  <a:pt x="355907" y="19965"/>
                  <a:pt x="354367" y="19819"/>
                  <a:pt x="353175" y="19526"/>
                </a:cubicBezTo>
                <a:cubicBezTo>
                  <a:pt x="351984" y="19234"/>
                  <a:pt x="351084" y="18739"/>
                  <a:pt x="350477" y="18042"/>
                </a:cubicBezTo>
                <a:cubicBezTo>
                  <a:pt x="349870" y="17345"/>
                  <a:pt x="349522" y="16424"/>
                  <a:pt x="349432" y="15277"/>
                </a:cubicBezTo>
                <a:cubicBezTo>
                  <a:pt x="349342" y="14130"/>
                  <a:pt x="349477" y="12725"/>
                  <a:pt x="349836" y="11062"/>
                </a:cubicBezTo>
                <a:cubicBezTo>
                  <a:pt x="350151" y="9443"/>
                  <a:pt x="350578" y="8071"/>
                  <a:pt x="351118" y="6947"/>
                </a:cubicBezTo>
                <a:cubicBezTo>
                  <a:pt x="351658" y="5823"/>
                  <a:pt x="352377" y="4901"/>
                  <a:pt x="353276" y="4182"/>
                </a:cubicBezTo>
                <a:cubicBezTo>
                  <a:pt x="354176" y="3462"/>
                  <a:pt x="355277" y="2945"/>
                  <a:pt x="356581" y="2630"/>
                </a:cubicBezTo>
                <a:cubicBezTo>
                  <a:pt x="357885" y="2316"/>
                  <a:pt x="359504" y="2158"/>
                  <a:pt x="361437" y="2158"/>
                </a:cubicBezTo>
                <a:cubicBezTo>
                  <a:pt x="363326" y="2158"/>
                  <a:pt x="364866" y="2316"/>
                  <a:pt x="366058" y="2630"/>
                </a:cubicBezTo>
                <a:cubicBezTo>
                  <a:pt x="367249" y="2945"/>
                  <a:pt x="368149" y="3462"/>
                  <a:pt x="368756" y="4182"/>
                </a:cubicBezTo>
                <a:cubicBezTo>
                  <a:pt x="369363" y="4901"/>
                  <a:pt x="369700" y="5823"/>
                  <a:pt x="369767" y="6947"/>
                </a:cubicBezTo>
                <a:cubicBezTo>
                  <a:pt x="369835" y="8071"/>
                  <a:pt x="369711" y="9443"/>
                  <a:pt x="369396" y="11062"/>
                </a:cubicBezTo>
                <a:moveTo>
                  <a:pt x="351995" y="91460"/>
                </a:moveTo>
                <a:cubicBezTo>
                  <a:pt x="351905" y="91909"/>
                  <a:pt x="351691" y="92303"/>
                  <a:pt x="351354" y="92640"/>
                </a:cubicBezTo>
                <a:cubicBezTo>
                  <a:pt x="351017" y="92977"/>
                  <a:pt x="350500" y="93258"/>
                  <a:pt x="349803" y="93483"/>
                </a:cubicBezTo>
                <a:cubicBezTo>
                  <a:pt x="349106" y="93708"/>
                  <a:pt x="348195" y="93877"/>
                  <a:pt x="347071" y="93989"/>
                </a:cubicBezTo>
                <a:cubicBezTo>
                  <a:pt x="345947" y="94101"/>
                  <a:pt x="344575" y="94158"/>
                  <a:pt x="342957" y="94158"/>
                </a:cubicBezTo>
                <a:cubicBezTo>
                  <a:pt x="341293" y="94158"/>
                  <a:pt x="339933" y="94101"/>
                  <a:pt x="338876" y="93989"/>
                </a:cubicBezTo>
                <a:cubicBezTo>
                  <a:pt x="337819" y="93877"/>
                  <a:pt x="336988" y="93708"/>
                  <a:pt x="336380" y="93483"/>
                </a:cubicBezTo>
                <a:cubicBezTo>
                  <a:pt x="335773" y="93258"/>
                  <a:pt x="335380" y="92977"/>
                  <a:pt x="335200" y="92640"/>
                </a:cubicBezTo>
                <a:cubicBezTo>
                  <a:pt x="335020" y="92303"/>
                  <a:pt x="334975" y="91909"/>
                  <a:pt x="335065" y="91460"/>
                </a:cubicBezTo>
                <a:lnTo>
                  <a:pt x="347004" y="31431"/>
                </a:lnTo>
                <a:cubicBezTo>
                  <a:pt x="347094" y="30981"/>
                  <a:pt x="347307" y="30588"/>
                  <a:pt x="347644" y="30251"/>
                </a:cubicBezTo>
                <a:cubicBezTo>
                  <a:pt x="347982" y="29913"/>
                  <a:pt x="348499" y="29621"/>
                  <a:pt x="349196" y="29374"/>
                </a:cubicBezTo>
                <a:cubicBezTo>
                  <a:pt x="349893" y="29126"/>
                  <a:pt x="350792" y="28935"/>
                  <a:pt x="351894" y="28800"/>
                </a:cubicBezTo>
                <a:cubicBezTo>
                  <a:pt x="352995" y="28665"/>
                  <a:pt x="354378" y="28598"/>
                  <a:pt x="356042" y="28598"/>
                </a:cubicBezTo>
                <a:cubicBezTo>
                  <a:pt x="357705" y="28598"/>
                  <a:pt x="359066" y="28665"/>
                  <a:pt x="360122" y="28800"/>
                </a:cubicBezTo>
                <a:cubicBezTo>
                  <a:pt x="361179" y="28935"/>
                  <a:pt x="362011" y="29126"/>
                  <a:pt x="362618" y="29374"/>
                </a:cubicBezTo>
                <a:cubicBezTo>
                  <a:pt x="363225" y="29621"/>
                  <a:pt x="363618" y="29913"/>
                  <a:pt x="363798" y="30251"/>
                </a:cubicBezTo>
                <a:cubicBezTo>
                  <a:pt x="363978" y="30588"/>
                  <a:pt x="364023" y="30981"/>
                  <a:pt x="363933" y="31431"/>
                </a:cubicBezTo>
                <a:lnTo>
                  <a:pt x="351995" y="91460"/>
                </a:lnTo>
                <a:close/>
                <a:moveTo>
                  <a:pt x="433729" y="44670"/>
                </a:moveTo>
                <a:cubicBezTo>
                  <a:pt x="433729" y="46245"/>
                  <a:pt x="433628" y="47820"/>
                  <a:pt x="433426" y="49395"/>
                </a:cubicBezTo>
                <a:cubicBezTo>
                  <a:pt x="433223" y="50970"/>
                  <a:pt x="432965" y="52591"/>
                  <a:pt x="432650" y="54256"/>
                </a:cubicBezTo>
                <a:lnTo>
                  <a:pt x="425163" y="91460"/>
                </a:lnTo>
                <a:cubicBezTo>
                  <a:pt x="425073" y="91909"/>
                  <a:pt x="424860" y="92303"/>
                  <a:pt x="424522" y="92640"/>
                </a:cubicBezTo>
                <a:cubicBezTo>
                  <a:pt x="424185" y="92977"/>
                  <a:pt x="423668" y="93258"/>
                  <a:pt x="422971" y="93483"/>
                </a:cubicBezTo>
                <a:cubicBezTo>
                  <a:pt x="422274" y="93708"/>
                  <a:pt x="421375" y="93877"/>
                  <a:pt x="420273" y="93989"/>
                </a:cubicBezTo>
                <a:cubicBezTo>
                  <a:pt x="419172" y="94101"/>
                  <a:pt x="417789" y="94158"/>
                  <a:pt x="416125" y="94158"/>
                </a:cubicBezTo>
                <a:cubicBezTo>
                  <a:pt x="414461" y="94158"/>
                  <a:pt x="413101" y="94101"/>
                  <a:pt x="412045" y="93989"/>
                </a:cubicBezTo>
                <a:cubicBezTo>
                  <a:pt x="410988" y="93877"/>
                  <a:pt x="410167" y="93708"/>
                  <a:pt x="409583" y="93483"/>
                </a:cubicBezTo>
                <a:cubicBezTo>
                  <a:pt x="408998" y="93258"/>
                  <a:pt x="408605" y="92977"/>
                  <a:pt x="408402" y="92640"/>
                </a:cubicBezTo>
                <a:cubicBezTo>
                  <a:pt x="408200" y="92303"/>
                  <a:pt x="408144" y="91909"/>
                  <a:pt x="408234" y="91460"/>
                </a:cubicBezTo>
                <a:lnTo>
                  <a:pt x="415518" y="55375"/>
                </a:lnTo>
                <a:cubicBezTo>
                  <a:pt x="415743" y="54290"/>
                  <a:pt x="415912" y="53183"/>
                  <a:pt x="416024" y="52053"/>
                </a:cubicBezTo>
                <a:cubicBezTo>
                  <a:pt x="416136" y="50923"/>
                  <a:pt x="416193" y="49929"/>
                  <a:pt x="416193" y="49071"/>
                </a:cubicBezTo>
                <a:cubicBezTo>
                  <a:pt x="416193" y="47036"/>
                  <a:pt x="415765" y="45364"/>
                  <a:pt x="414911" y="44054"/>
                </a:cubicBezTo>
                <a:cubicBezTo>
                  <a:pt x="414057" y="42743"/>
                  <a:pt x="412618" y="42088"/>
                  <a:pt x="410594" y="42088"/>
                </a:cubicBezTo>
                <a:cubicBezTo>
                  <a:pt x="408751" y="42088"/>
                  <a:pt x="406829" y="42674"/>
                  <a:pt x="404828" y="43848"/>
                </a:cubicBezTo>
                <a:cubicBezTo>
                  <a:pt x="402827" y="45020"/>
                  <a:pt x="400938" y="46609"/>
                  <a:pt x="399162" y="48617"/>
                </a:cubicBezTo>
                <a:cubicBezTo>
                  <a:pt x="397386" y="50624"/>
                  <a:pt x="395801" y="52969"/>
                  <a:pt x="394407" y="55653"/>
                </a:cubicBezTo>
                <a:cubicBezTo>
                  <a:pt x="393013" y="58336"/>
                  <a:pt x="392024" y="61188"/>
                  <a:pt x="391439" y="64211"/>
                </a:cubicBezTo>
                <a:lnTo>
                  <a:pt x="385976" y="91460"/>
                </a:lnTo>
                <a:cubicBezTo>
                  <a:pt x="385886" y="91909"/>
                  <a:pt x="385672" y="92303"/>
                  <a:pt x="385335" y="92640"/>
                </a:cubicBezTo>
                <a:cubicBezTo>
                  <a:pt x="384998" y="92977"/>
                  <a:pt x="384481" y="93258"/>
                  <a:pt x="383784" y="93483"/>
                </a:cubicBezTo>
                <a:cubicBezTo>
                  <a:pt x="383087" y="93708"/>
                  <a:pt x="382176" y="93877"/>
                  <a:pt x="381052" y="93989"/>
                </a:cubicBezTo>
                <a:cubicBezTo>
                  <a:pt x="379928" y="94101"/>
                  <a:pt x="378557" y="94158"/>
                  <a:pt x="376938" y="94158"/>
                </a:cubicBezTo>
                <a:cubicBezTo>
                  <a:pt x="375274" y="94158"/>
                  <a:pt x="373914" y="94101"/>
                  <a:pt x="372857" y="93989"/>
                </a:cubicBezTo>
                <a:cubicBezTo>
                  <a:pt x="371800" y="93877"/>
                  <a:pt x="370969" y="93708"/>
                  <a:pt x="370362" y="93483"/>
                </a:cubicBezTo>
                <a:cubicBezTo>
                  <a:pt x="369755" y="93258"/>
                  <a:pt x="369361" y="92977"/>
                  <a:pt x="369181" y="92640"/>
                </a:cubicBezTo>
                <a:cubicBezTo>
                  <a:pt x="369001" y="92303"/>
                  <a:pt x="368956" y="91909"/>
                  <a:pt x="369046" y="91460"/>
                </a:cubicBezTo>
                <a:lnTo>
                  <a:pt x="381120" y="31228"/>
                </a:lnTo>
                <a:cubicBezTo>
                  <a:pt x="381210" y="30779"/>
                  <a:pt x="381401" y="30385"/>
                  <a:pt x="381693" y="30048"/>
                </a:cubicBezTo>
                <a:cubicBezTo>
                  <a:pt x="381985" y="29711"/>
                  <a:pt x="382435" y="29441"/>
                  <a:pt x="383042" y="29239"/>
                </a:cubicBezTo>
                <a:cubicBezTo>
                  <a:pt x="383649" y="29036"/>
                  <a:pt x="384436" y="28879"/>
                  <a:pt x="385403" y="28767"/>
                </a:cubicBezTo>
                <a:cubicBezTo>
                  <a:pt x="386369" y="28654"/>
                  <a:pt x="387527" y="28598"/>
                  <a:pt x="388876" y="28598"/>
                </a:cubicBezTo>
                <a:cubicBezTo>
                  <a:pt x="390270" y="28598"/>
                  <a:pt x="391405" y="28654"/>
                  <a:pt x="392282" y="28767"/>
                </a:cubicBezTo>
                <a:cubicBezTo>
                  <a:pt x="393159" y="28879"/>
                  <a:pt x="393845" y="29036"/>
                  <a:pt x="394339" y="29239"/>
                </a:cubicBezTo>
                <a:cubicBezTo>
                  <a:pt x="394834" y="29441"/>
                  <a:pt x="395160" y="29711"/>
                  <a:pt x="395317" y="30048"/>
                </a:cubicBezTo>
                <a:cubicBezTo>
                  <a:pt x="395475" y="30385"/>
                  <a:pt x="395509" y="30779"/>
                  <a:pt x="395419" y="31228"/>
                </a:cubicBezTo>
                <a:lnTo>
                  <a:pt x="393463" y="41143"/>
                </a:lnTo>
                <a:cubicBezTo>
                  <a:pt x="394407" y="39561"/>
                  <a:pt x="395666" y="37946"/>
                  <a:pt x="397240" y="36298"/>
                </a:cubicBezTo>
                <a:cubicBezTo>
                  <a:pt x="398813" y="34648"/>
                  <a:pt x="400623" y="33168"/>
                  <a:pt x="402669" y="31859"/>
                </a:cubicBezTo>
                <a:cubicBezTo>
                  <a:pt x="404715" y="30548"/>
                  <a:pt x="406941" y="29474"/>
                  <a:pt x="409347" y="28638"/>
                </a:cubicBezTo>
                <a:cubicBezTo>
                  <a:pt x="411752" y="27802"/>
                  <a:pt x="414259" y="27384"/>
                  <a:pt x="416867" y="27384"/>
                </a:cubicBezTo>
                <a:cubicBezTo>
                  <a:pt x="420015" y="27384"/>
                  <a:pt x="422656" y="27846"/>
                  <a:pt x="424792" y="28769"/>
                </a:cubicBezTo>
                <a:cubicBezTo>
                  <a:pt x="426928" y="29691"/>
                  <a:pt x="428659" y="30940"/>
                  <a:pt x="429986" y="32516"/>
                </a:cubicBezTo>
                <a:cubicBezTo>
                  <a:pt x="431312" y="34092"/>
                  <a:pt x="432268" y="35926"/>
                  <a:pt x="432852" y="38020"/>
                </a:cubicBezTo>
                <a:cubicBezTo>
                  <a:pt x="433437" y="40112"/>
                  <a:pt x="433729" y="42329"/>
                  <a:pt x="433729" y="44670"/>
                </a:cubicBezTo>
                <a:close/>
                <a:moveTo>
                  <a:pt x="497690" y="91527"/>
                </a:moveTo>
                <a:cubicBezTo>
                  <a:pt x="497510" y="92471"/>
                  <a:pt x="496802" y="93146"/>
                  <a:pt x="495565" y="93551"/>
                </a:cubicBezTo>
                <a:cubicBezTo>
                  <a:pt x="494329" y="93955"/>
                  <a:pt x="492339" y="94158"/>
                  <a:pt x="489596" y="94158"/>
                </a:cubicBezTo>
                <a:cubicBezTo>
                  <a:pt x="488202" y="94158"/>
                  <a:pt x="487067" y="94113"/>
                  <a:pt x="486190" y="94023"/>
                </a:cubicBezTo>
                <a:cubicBezTo>
                  <a:pt x="485313" y="93933"/>
                  <a:pt x="484605" y="93787"/>
                  <a:pt x="484065" y="93584"/>
                </a:cubicBezTo>
                <a:cubicBezTo>
                  <a:pt x="483526" y="93382"/>
                  <a:pt x="483177" y="93112"/>
                  <a:pt x="483020" y="92775"/>
                </a:cubicBezTo>
                <a:cubicBezTo>
                  <a:pt x="482863" y="92438"/>
                  <a:pt x="482829" y="92022"/>
                  <a:pt x="482919" y="91527"/>
                </a:cubicBezTo>
                <a:lnTo>
                  <a:pt x="484807" y="81882"/>
                </a:lnTo>
                <a:cubicBezTo>
                  <a:pt x="484133" y="83328"/>
                  <a:pt x="483054" y="84853"/>
                  <a:pt x="481570" y="86458"/>
                </a:cubicBezTo>
                <a:cubicBezTo>
                  <a:pt x="480086" y="88063"/>
                  <a:pt x="478332" y="89521"/>
                  <a:pt x="476309" y="90832"/>
                </a:cubicBezTo>
                <a:cubicBezTo>
                  <a:pt x="474285" y="92141"/>
                  <a:pt x="472048" y="93225"/>
                  <a:pt x="469598" y="94084"/>
                </a:cubicBezTo>
                <a:cubicBezTo>
                  <a:pt x="467147" y="94942"/>
                  <a:pt x="464618" y="95372"/>
                  <a:pt x="462010" y="95372"/>
                </a:cubicBezTo>
                <a:cubicBezTo>
                  <a:pt x="458413" y="95372"/>
                  <a:pt x="455422" y="94741"/>
                  <a:pt x="453039" y="93479"/>
                </a:cubicBezTo>
                <a:cubicBezTo>
                  <a:pt x="450656" y="92217"/>
                  <a:pt x="448745" y="90516"/>
                  <a:pt x="447306" y="88376"/>
                </a:cubicBezTo>
                <a:cubicBezTo>
                  <a:pt x="445867" y="86236"/>
                  <a:pt x="444844" y="83792"/>
                  <a:pt x="444237" y="81045"/>
                </a:cubicBezTo>
                <a:cubicBezTo>
                  <a:pt x="443630" y="78297"/>
                  <a:pt x="443327" y="75413"/>
                  <a:pt x="443327" y="72393"/>
                </a:cubicBezTo>
                <a:cubicBezTo>
                  <a:pt x="443327" y="69555"/>
                  <a:pt x="443597" y="66458"/>
                  <a:pt x="444136" y="63102"/>
                </a:cubicBezTo>
                <a:cubicBezTo>
                  <a:pt x="444676" y="59745"/>
                  <a:pt x="445508" y="56399"/>
                  <a:pt x="446632" y="53065"/>
                </a:cubicBezTo>
                <a:cubicBezTo>
                  <a:pt x="447756" y="49730"/>
                  <a:pt x="449195" y="46520"/>
                  <a:pt x="450948" y="43435"/>
                </a:cubicBezTo>
                <a:cubicBezTo>
                  <a:pt x="452702" y="40349"/>
                  <a:pt x="454804" y="37612"/>
                  <a:pt x="457255" y="35225"/>
                </a:cubicBezTo>
                <a:cubicBezTo>
                  <a:pt x="459705" y="32836"/>
                  <a:pt x="462516" y="30932"/>
                  <a:pt x="465686" y="29513"/>
                </a:cubicBezTo>
                <a:cubicBezTo>
                  <a:pt x="468856" y="28094"/>
                  <a:pt x="472442" y="27384"/>
                  <a:pt x="476444" y="27384"/>
                </a:cubicBezTo>
                <a:cubicBezTo>
                  <a:pt x="480176" y="27384"/>
                  <a:pt x="483481" y="28165"/>
                  <a:pt x="486359" y="29728"/>
                </a:cubicBezTo>
                <a:cubicBezTo>
                  <a:pt x="489236" y="31290"/>
                  <a:pt x="491755" y="33567"/>
                  <a:pt x="493913" y="36557"/>
                </a:cubicBezTo>
                <a:lnTo>
                  <a:pt x="494992" y="31228"/>
                </a:lnTo>
                <a:cubicBezTo>
                  <a:pt x="495172" y="30284"/>
                  <a:pt x="495880" y="29610"/>
                  <a:pt x="497117" y="29205"/>
                </a:cubicBezTo>
                <a:cubicBezTo>
                  <a:pt x="498353" y="28800"/>
                  <a:pt x="500343" y="28598"/>
                  <a:pt x="503086" y="28598"/>
                </a:cubicBezTo>
                <a:cubicBezTo>
                  <a:pt x="504435" y="28598"/>
                  <a:pt x="505559" y="28654"/>
                  <a:pt x="506458" y="28767"/>
                </a:cubicBezTo>
                <a:cubicBezTo>
                  <a:pt x="507358" y="28879"/>
                  <a:pt x="508066" y="29036"/>
                  <a:pt x="508583" y="29239"/>
                </a:cubicBezTo>
                <a:cubicBezTo>
                  <a:pt x="509100" y="29441"/>
                  <a:pt x="509448" y="29711"/>
                  <a:pt x="509628" y="30048"/>
                </a:cubicBezTo>
                <a:cubicBezTo>
                  <a:pt x="509808" y="30385"/>
                  <a:pt x="509853" y="30779"/>
                  <a:pt x="509763" y="31228"/>
                </a:cubicBezTo>
                <a:lnTo>
                  <a:pt x="497690" y="91527"/>
                </a:lnTo>
                <a:moveTo>
                  <a:pt x="489326" y="49305"/>
                </a:moveTo>
                <a:cubicBezTo>
                  <a:pt x="487753" y="46809"/>
                  <a:pt x="486010" y="44937"/>
                  <a:pt x="484099" y="43690"/>
                </a:cubicBezTo>
                <a:cubicBezTo>
                  <a:pt x="482188" y="42442"/>
                  <a:pt x="479974" y="41818"/>
                  <a:pt x="477456" y="41818"/>
                </a:cubicBezTo>
                <a:cubicBezTo>
                  <a:pt x="475567" y="41818"/>
                  <a:pt x="473836" y="42268"/>
                  <a:pt x="472262" y="43169"/>
                </a:cubicBezTo>
                <a:cubicBezTo>
                  <a:pt x="470688" y="44070"/>
                  <a:pt x="469294" y="45275"/>
                  <a:pt x="468080" y="46784"/>
                </a:cubicBezTo>
                <a:cubicBezTo>
                  <a:pt x="466866" y="48293"/>
                  <a:pt x="465798" y="50039"/>
                  <a:pt x="464876" y="52022"/>
                </a:cubicBezTo>
                <a:cubicBezTo>
                  <a:pt x="463955" y="54003"/>
                  <a:pt x="463190" y="56063"/>
                  <a:pt x="462583" y="58204"/>
                </a:cubicBezTo>
                <a:cubicBezTo>
                  <a:pt x="461976" y="60342"/>
                  <a:pt x="461527" y="62504"/>
                  <a:pt x="461234" y="64689"/>
                </a:cubicBezTo>
                <a:cubicBezTo>
                  <a:pt x="460942" y="66873"/>
                  <a:pt x="460796" y="68888"/>
                  <a:pt x="460796" y="70736"/>
                </a:cubicBezTo>
                <a:cubicBezTo>
                  <a:pt x="460796" y="72087"/>
                  <a:pt x="460897" y="73370"/>
                  <a:pt x="461099" y="74587"/>
                </a:cubicBezTo>
                <a:cubicBezTo>
                  <a:pt x="461302" y="75803"/>
                  <a:pt x="461673" y="76884"/>
                  <a:pt x="462212" y="77831"/>
                </a:cubicBezTo>
                <a:cubicBezTo>
                  <a:pt x="462752" y="78777"/>
                  <a:pt x="463471" y="79531"/>
                  <a:pt x="464371" y="80095"/>
                </a:cubicBezTo>
                <a:cubicBezTo>
                  <a:pt x="465270" y="80657"/>
                  <a:pt x="466416" y="80938"/>
                  <a:pt x="467810" y="80938"/>
                </a:cubicBezTo>
                <a:cubicBezTo>
                  <a:pt x="469789" y="80938"/>
                  <a:pt x="471812" y="80342"/>
                  <a:pt x="473881" y="79150"/>
                </a:cubicBezTo>
                <a:cubicBezTo>
                  <a:pt x="475949" y="77959"/>
                  <a:pt x="477883" y="76340"/>
                  <a:pt x="479681" y="74294"/>
                </a:cubicBezTo>
                <a:cubicBezTo>
                  <a:pt x="481480" y="72248"/>
                  <a:pt x="483065" y="69865"/>
                  <a:pt x="484436" y="67145"/>
                </a:cubicBezTo>
                <a:cubicBezTo>
                  <a:pt x="485808" y="64424"/>
                  <a:pt x="486808" y="61513"/>
                  <a:pt x="487438" y="58410"/>
                </a:cubicBezTo>
                <a:lnTo>
                  <a:pt x="489326" y="49305"/>
                </a:lnTo>
                <a:close/>
                <a:moveTo>
                  <a:pt x="562059" y="31903"/>
                </a:moveTo>
                <a:cubicBezTo>
                  <a:pt x="562059" y="32353"/>
                  <a:pt x="562014" y="32926"/>
                  <a:pt x="561924" y="33623"/>
                </a:cubicBezTo>
                <a:cubicBezTo>
                  <a:pt x="561834" y="34320"/>
                  <a:pt x="561710" y="35073"/>
                  <a:pt x="561553" y="35882"/>
                </a:cubicBezTo>
                <a:cubicBezTo>
                  <a:pt x="561395" y="36692"/>
                  <a:pt x="561182" y="37501"/>
                  <a:pt x="560912" y="38311"/>
                </a:cubicBezTo>
                <a:cubicBezTo>
                  <a:pt x="560642" y="39120"/>
                  <a:pt x="560339" y="39851"/>
                  <a:pt x="560001" y="40503"/>
                </a:cubicBezTo>
                <a:cubicBezTo>
                  <a:pt x="559664" y="41155"/>
                  <a:pt x="559282" y="41694"/>
                  <a:pt x="558855" y="42121"/>
                </a:cubicBezTo>
                <a:cubicBezTo>
                  <a:pt x="558428" y="42549"/>
                  <a:pt x="557967" y="42762"/>
                  <a:pt x="557472" y="42762"/>
                </a:cubicBezTo>
                <a:lnTo>
                  <a:pt x="544320" y="42762"/>
                </a:lnTo>
                <a:lnTo>
                  <a:pt x="538654" y="71023"/>
                </a:lnTo>
                <a:cubicBezTo>
                  <a:pt x="538519" y="71693"/>
                  <a:pt x="538396" y="72486"/>
                  <a:pt x="538283" y="73403"/>
                </a:cubicBezTo>
                <a:cubicBezTo>
                  <a:pt x="538171" y="74317"/>
                  <a:pt x="538114" y="75065"/>
                  <a:pt x="538114" y="75645"/>
                </a:cubicBezTo>
                <a:cubicBezTo>
                  <a:pt x="538114" y="77431"/>
                  <a:pt x="538542" y="78737"/>
                  <a:pt x="539396" y="79564"/>
                </a:cubicBezTo>
                <a:cubicBezTo>
                  <a:pt x="540250" y="80390"/>
                  <a:pt x="541599" y="80803"/>
                  <a:pt x="543443" y="80803"/>
                </a:cubicBezTo>
                <a:cubicBezTo>
                  <a:pt x="544522" y="80803"/>
                  <a:pt x="545444" y="80724"/>
                  <a:pt x="546208" y="80567"/>
                </a:cubicBezTo>
                <a:cubicBezTo>
                  <a:pt x="546973" y="80409"/>
                  <a:pt x="547636" y="80230"/>
                  <a:pt x="548198" y="80027"/>
                </a:cubicBezTo>
                <a:cubicBezTo>
                  <a:pt x="548760" y="79825"/>
                  <a:pt x="549243" y="79645"/>
                  <a:pt x="549648" y="79488"/>
                </a:cubicBezTo>
                <a:cubicBezTo>
                  <a:pt x="550053" y="79330"/>
                  <a:pt x="550435" y="79252"/>
                  <a:pt x="550795" y="79252"/>
                </a:cubicBezTo>
                <a:cubicBezTo>
                  <a:pt x="551154" y="79252"/>
                  <a:pt x="551458" y="79420"/>
                  <a:pt x="551705" y="79757"/>
                </a:cubicBezTo>
                <a:cubicBezTo>
                  <a:pt x="551953" y="80095"/>
                  <a:pt x="552076" y="80646"/>
                  <a:pt x="552076" y="81412"/>
                </a:cubicBezTo>
                <a:cubicBezTo>
                  <a:pt x="552076" y="82271"/>
                  <a:pt x="551986" y="83242"/>
                  <a:pt x="551806" y="84327"/>
                </a:cubicBezTo>
                <a:cubicBezTo>
                  <a:pt x="551627" y="85412"/>
                  <a:pt x="551391" y="86462"/>
                  <a:pt x="551098" y="87478"/>
                </a:cubicBezTo>
                <a:cubicBezTo>
                  <a:pt x="550806" y="88494"/>
                  <a:pt x="550480" y="89420"/>
                  <a:pt x="550120" y="90256"/>
                </a:cubicBezTo>
                <a:cubicBezTo>
                  <a:pt x="549761" y="91092"/>
                  <a:pt x="549378" y="91713"/>
                  <a:pt x="548974" y="92119"/>
                </a:cubicBezTo>
                <a:cubicBezTo>
                  <a:pt x="548569" y="92527"/>
                  <a:pt x="547962" y="92911"/>
                  <a:pt x="547153" y="93272"/>
                </a:cubicBezTo>
                <a:cubicBezTo>
                  <a:pt x="546343" y="93634"/>
                  <a:pt x="545388" y="93950"/>
                  <a:pt x="544286" y="94221"/>
                </a:cubicBezTo>
                <a:cubicBezTo>
                  <a:pt x="543184" y="94492"/>
                  <a:pt x="542004" y="94706"/>
                  <a:pt x="540745" y="94864"/>
                </a:cubicBezTo>
                <a:cubicBezTo>
                  <a:pt x="539486" y="95023"/>
                  <a:pt x="538227" y="95102"/>
                  <a:pt x="536968" y="95102"/>
                </a:cubicBezTo>
                <a:cubicBezTo>
                  <a:pt x="534270" y="95102"/>
                  <a:pt x="531898" y="94821"/>
                  <a:pt x="529852" y="94259"/>
                </a:cubicBezTo>
                <a:cubicBezTo>
                  <a:pt x="527806" y="93697"/>
                  <a:pt x="526086" y="92809"/>
                  <a:pt x="524692" y="91595"/>
                </a:cubicBezTo>
                <a:cubicBezTo>
                  <a:pt x="523298" y="90381"/>
                  <a:pt x="522253" y="88829"/>
                  <a:pt x="521556" y="86941"/>
                </a:cubicBezTo>
                <a:cubicBezTo>
                  <a:pt x="520859" y="85052"/>
                  <a:pt x="520511" y="82759"/>
                  <a:pt x="520511" y="80061"/>
                </a:cubicBezTo>
                <a:cubicBezTo>
                  <a:pt x="520511" y="79566"/>
                  <a:pt x="520533" y="78993"/>
                  <a:pt x="520578" y="78341"/>
                </a:cubicBezTo>
                <a:cubicBezTo>
                  <a:pt x="520623" y="77689"/>
                  <a:pt x="520702" y="77003"/>
                  <a:pt x="520814" y="76284"/>
                </a:cubicBezTo>
                <a:cubicBezTo>
                  <a:pt x="520926" y="75564"/>
                  <a:pt x="521039" y="74834"/>
                  <a:pt x="521151" y="74092"/>
                </a:cubicBezTo>
                <a:cubicBezTo>
                  <a:pt x="521264" y="73350"/>
                  <a:pt x="521387" y="72687"/>
                  <a:pt x="521522" y="72102"/>
                </a:cubicBezTo>
                <a:lnTo>
                  <a:pt x="527390" y="42762"/>
                </a:lnTo>
                <a:lnTo>
                  <a:pt x="520106" y="42762"/>
                </a:lnTo>
                <a:cubicBezTo>
                  <a:pt x="519521" y="42762"/>
                  <a:pt x="519094" y="42571"/>
                  <a:pt x="518824" y="42189"/>
                </a:cubicBezTo>
                <a:cubicBezTo>
                  <a:pt x="518555" y="41807"/>
                  <a:pt x="518420" y="41076"/>
                  <a:pt x="518420" y="39997"/>
                </a:cubicBezTo>
                <a:cubicBezTo>
                  <a:pt x="518420" y="39232"/>
                  <a:pt x="518498" y="38232"/>
                  <a:pt x="518656" y="36995"/>
                </a:cubicBezTo>
                <a:cubicBezTo>
                  <a:pt x="518813" y="35759"/>
                  <a:pt x="519072" y="34545"/>
                  <a:pt x="519431" y="33353"/>
                </a:cubicBezTo>
                <a:cubicBezTo>
                  <a:pt x="519791" y="32162"/>
                  <a:pt x="520263" y="31139"/>
                  <a:pt x="520848" y="30284"/>
                </a:cubicBezTo>
                <a:cubicBezTo>
                  <a:pt x="521432" y="29430"/>
                  <a:pt x="522129" y="29003"/>
                  <a:pt x="522939" y="29003"/>
                </a:cubicBezTo>
                <a:lnTo>
                  <a:pt x="530156" y="29003"/>
                </a:lnTo>
                <a:lnTo>
                  <a:pt x="532854" y="15526"/>
                </a:lnTo>
                <a:cubicBezTo>
                  <a:pt x="532943" y="15075"/>
                  <a:pt x="533157" y="14669"/>
                  <a:pt x="533494" y="14307"/>
                </a:cubicBezTo>
                <a:cubicBezTo>
                  <a:pt x="533832" y="13945"/>
                  <a:pt x="534349" y="13640"/>
                  <a:pt x="535046" y="13393"/>
                </a:cubicBezTo>
                <a:cubicBezTo>
                  <a:pt x="535743" y="13144"/>
                  <a:pt x="536642" y="12963"/>
                  <a:pt x="537744" y="12851"/>
                </a:cubicBezTo>
                <a:cubicBezTo>
                  <a:pt x="538845" y="12737"/>
                  <a:pt x="540228" y="12680"/>
                  <a:pt x="541892" y="12680"/>
                </a:cubicBezTo>
                <a:cubicBezTo>
                  <a:pt x="543510" y="12680"/>
                  <a:pt x="544859" y="12737"/>
                  <a:pt x="545938" y="12851"/>
                </a:cubicBezTo>
                <a:cubicBezTo>
                  <a:pt x="547018" y="12963"/>
                  <a:pt x="547850" y="13144"/>
                  <a:pt x="548434" y="13393"/>
                </a:cubicBezTo>
                <a:cubicBezTo>
                  <a:pt x="549019" y="13640"/>
                  <a:pt x="549412" y="13945"/>
                  <a:pt x="549614" y="14307"/>
                </a:cubicBezTo>
                <a:cubicBezTo>
                  <a:pt x="549817" y="14669"/>
                  <a:pt x="549873" y="15075"/>
                  <a:pt x="549783" y="15526"/>
                </a:cubicBezTo>
                <a:lnTo>
                  <a:pt x="547085" y="29003"/>
                </a:lnTo>
                <a:lnTo>
                  <a:pt x="560103" y="29003"/>
                </a:lnTo>
                <a:cubicBezTo>
                  <a:pt x="560867" y="29003"/>
                  <a:pt x="561384" y="29250"/>
                  <a:pt x="561654" y="29745"/>
                </a:cubicBezTo>
                <a:cubicBezTo>
                  <a:pt x="561924" y="30239"/>
                  <a:pt x="562059" y="30959"/>
                  <a:pt x="562059" y="31903"/>
                </a:cubicBezTo>
                <a:close/>
                <a:moveTo>
                  <a:pt x="623850" y="44478"/>
                </a:moveTo>
                <a:cubicBezTo>
                  <a:pt x="623850" y="47721"/>
                  <a:pt x="623119" y="50638"/>
                  <a:pt x="621658" y="53229"/>
                </a:cubicBezTo>
                <a:cubicBezTo>
                  <a:pt x="620196" y="55819"/>
                  <a:pt x="617926" y="58049"/>
                  <a:pt x="614845" y="59919"/>
                </a:cubicBezTo>
                <a:cubicBezTo>
                  <a:pt x="611765" y="61788"/>
                  <a:pt x="607853" y="63218"/>
                  <a:pt x="603109" y="64209"/>
                </a:cubicBezTo>
                <a:cubicBezTo>
                  <a:pt x="598366" y="65199"/>
                  <a:pt x="592711" y="65695"/>
                  <a:pt x="586146" y="65695"/>
                </a:cubicBezTo>
                <a:lnTo>
                  <a:pt x="579941" y="65695"/>
                </a:lnTo>
                <a:cubicBezTo>
                  <a:pt x="579761" y="66729"/>
                  <a:pt x="579626" y="67752"/>
                  <a:pt x="579536" y="68763"/>
                </a:cubicBezTo>
                <a:cubicBezTo>
                  <a:pt x="579446" y="69775"/>
                  <a:pt x="579401" y="70708"/>
                  <a:pt x="579401" y="71563"/>
                </a:cubicBezTo>
                <a:cubicBezTo>
                  <a:pt x="579401" y="75205"/>
                  <a:pt x="580346" y="77948"/>
                  <a:pt x="582234" y="79791"/>
                </a:cubicBezTo>
                <a:cubicBezTo>
                  <a:pt x="584123" y="81635"/>
                  <a:pt x="587158" y="82557"/>
                  <a:pt x="591340" y="82557"/>
                </a:cubicBezTo>
                <a:cubicBezTo>
                  <a:pt x="594307" y="82557"/>
                  <a:pt x="596972" y="82339"/>
                  <a:pt x="599332" y="81905"/>
                </a:cubicBezTo>
                <a:cubicBezTo>
                  <a:pt x="601693" y="81471"/>
                  <a:pt x="603761" y="80991"/>
                  <a:pt x="605538" y="80466"/>
                </a:cubicBezTo>
                <a:cubicBezTo>
                  <a:pt x="607314" y="79940"/>
                  <a:pt x="608786" y="79460"/>
                  <a:pt x="609955" y="79026"/>
                </a:cubicBezTo>
                <a:cubicBezTo>
                  <a:pt x="611124" y="78592"/>
                  <a:pt x="611979" y="78375"/>
                  <a:pt x="612518" y="78375"/>
                </a:cubicBezTo>
                <a:cubicBezTo>
                  <a:pt x="613058" y="78375"/>
                  <a:pt x="613440" y="78534"/>
                  <a:pt x="613665" y="78851"/>
                </a:cubicBezTo>
                <a:cubicBezTo>
                  <a:pt x="613890" y="79169"/>
                  <a:pt x="614002" y="79667"/>
                  <a:pt x="614002" y="80346"/>
                </a:cubicBezTo>
                <a:cubicBezTo>
                  <a:pt x="614002" y="81117"/>
                  <a:pt x="613935" y="82002"/>
                  <a:pt x="613800" y="82999"/>
                </a:cubicBezTo>
                <a:cubicBezTo>
                  <a:pt x="613665" y="83995"/>
                  <a:pt x="613474" y="84981"/>
                  <a:pt x="613227" y="85956"/>
                </a:cubicBezTo>
                <a:cubicBezTo>
                  <a:pt x="612979" y="86930"/>
                  <a:pt x="612665" y="87848"/>
                  <a:pt x="612282" y="88709"/>
                </a:cubicBezTo>
                <a:cubicBezTo>
                  <a:pt x="611900" y="89570"/>
                  <a:pt x="611462" y="90227"/>
                  <a:pt x="610967" y="90680"/>
                </a:cubicBezTo>
                <a:cubicBezTo>
                  <a:pt x="610428" y="91224"/>
                  <a:pt x="609438" y="91768"/>
                  <a:pt x="607999" y="92313"/>
                </a:cubicBezTo>
                <a:cubicBezTo>
                  <a:pt x="606561" y="92857"/>
                  <a:pt x="604829" y="93355"/>
                  <a:pt x="602806" y="93808"/>
                </a:cubicBezTo>
                <a:cubicBezTo>
                  <a:pt x="600782" y="94262"/>
                  <a:pt x="598512" y="94635"/>
                  <a:pt x="595994" y="94929"/>
                </a:cubicBezTo>
                <a:cubicBezTo>
                  <a:pt x="593476" y="95224"/>
                  <a:pt x="590913" y="95372"/>
                  <a:pt x="588305" y="95372"/>
                </a:cubicBezTo>
                <a:cubicBezTo>
                  <a:pt x="583988" y="95372"/>
                  <a:pt x="580222" y="94921"/>
                  <a:pt x="577007" y="94019"/>
                </a:cubicBezTo>
                <a:cubicBezTo>
                  <a:pt x="573792" y="93118"/>
                  <a:pt x="571105" y="91744"/>
                  <a:pt x="568947" y="89898"/>
                </a:cubicBezTo>
                <a:cubicBezTo>
                  <a:pt x="566789" y="88050"/>
                  <a:pt x="565170" y="85696"/>
                  <a:pt x="564091" y="82835"/>
                </a:cubicBezTo>
                <a:cubicBezTo>
                  <a:pt x="563011" y="79974"/>
                  <a:pt x="562472" y="76584"/>
                  <a:pt x="562472" y="72665"/>
                </a:cubicBezTo>
                <a:cubicBezTo>
                  <a:pt x="562472" y="69645"/>
                  <a:pt x="562753" y="66413"/>
                  <a:pt x="563315" y="62967"/>
                </a:cubicBezTo>
                <a:cubicBezTo>
                  <a:pt x="563877" y="59520"/>
                  <a:pt x="564788" y="56118"/>
                  <a:pt x="566047" y="52761"/>
                </a:cubicBezTo>
                <a:cubicBezTo>
                  <a:pt x="567306" y="49404"/>
                  <a:pt x="568924" y="46194"/>
                  <a:pt x="570903" y="43131"/>
                </a:cubicBezTo>
                <a:cubicBezTo>
                  <a:pt x="572881" y="40068"/>
                  <a:pt x="575276" y="37376"/>
                  <a:pt x="578086" y="35056"/>
                </a:cubicBezTo>
                <a:cubicBezTo>
                  <a:pt x="580896" y="32735"/>
                  <a:pt x="584145" y="30876"/>
                  <a:pt x="587832" y="29479"/>
                </a:cubicBezTo>
                <a:cubicBezTo>
                  <a:pt x="591520" y="28082"/>
                  <a:pt x="595724" y="27384"/>
                  <a:pt x="600445" y="27384"/>
                </a:cubicBezTo>
                <a:cubicBezTo>
                  <a:pt x="604537" y="27384"/>
                  <a:pt x="608056" y="27868"/>
                  <a:pt x="611001" y="28836"/>
                </a:cubicBezTo>
                <a:cubicBezTo>
                  <a:pt x="613946" y="29804"/>
                  <a:pt x="616363" y="31088"/>
                  <a:pt x="618252" y="32687"/>
                </a:cubicBezTo>
                <a:cubicBezTo>
                  <a:pt x="620140" y="34286"/>
                  <a:pt x="621545" y="36111"/>
                  <a:pt x="622467" y="38161"/>
                </a:cubicBezTo>
                <a:cubicBezTo>
                  <a:pt x="623389" y="40211"/>
                  <a:pt x="623850" y="42317"/>
                  <a:pt x="623850" y="44478"/>
                </a:cubicBezTo>
                <a:moveTo>
                  <a:pt x="607190" y="45770"/>
                </a:moveTo>
                <a:cubicBezTo>
                  <a:pt x="607190" y="43980"/>
                  <a:pt x="606482" y="42492"/>
                  <a:pt x="605065" y="41306"/>
                </a:cubicBezTo>
                <a:cubicBezTo>
                  <a:pt x="603649" y="40118"/>
                  <a:pt x="601592" y="39525"/>
                  <a:pt x="598894" y="39525"/>
                </a:cubicBezTo>
                <a:cubicBezTo>
                  <a:pt x="596646" y="39525"/>
                  <a:pt x="594633" y="39928"/>
                  <a:pt x="592857" y="40734"/>
                </a:cubicBezTo>
                <a:cubicBezTo>
                  <a:pt x="591081" y="41540"/>
                  <a:pt x="589519" y="42625"/>
                  <a:pt x="588170" y="43991"/>
                </a:cubicBezTo>
                <a:cubicBezTo>
                  <a:pt x="586821" y="45355"/>
                  <a:pt x="585663" y="46967"/>
                  <a:pt x="584696" y="48826"/>
                </a:cubicBezTo>
                <a:cubicBezTo>
                  <a:pt x="583729" y="50684"/>
                  <a:pt x="582954" y="52664"/>
                  <a:pt x="582369" y="54768"/>
                </a:cubicBezTo>
                <a:lnTo>
                  <a:pt x="588035" y="54768"/>
                </a:lnTo>
                <a:cubicBezTo>
                  <a:pt x="591632" y="54768"/>
                  <a:pt x="594645" y="54533"/>
                  <a:pt x="597073" y="54064"/>
                </a:cubicBezTo>
                <a:cubicBezTo>
                  <a:pt x="599501" y="53593"/>
                  <a:pt x="601457" y="52955"/>
                  <a:pt x="602941" y="52150"/>
                </a:cubicBezTo>
                <a:cubicBezTo>
                  <a:pt x="604425" y="51344"/>
                  <a:pt x="605504" y="50392"/>
                  <a:pt x="606178" y="49296"/>
                </a:cubicBezTo>
                <a:cubicBezTo>
                  <a:pt x="606853" y="48199"/>
                  <a:pt x="607190" y="47023"/>
                  <a:pt x="607190" y="45770"/>
                </a:cubicBezTo>
                <a:close/>
                <a:moveTo>
                  <a:pt x="678588" y="33859"/>
                </a:moveTo>
                <a:cubicBezTo>
                  <a:pt x="678588" y="34399"/>
                  <a:pt x="678510" y="35197"/>
                  <a:pt x="678352" y="36253"/>
                </a:cubicBezTo>
                <a:cubicBezTo>
                  <a:pt x="678195" y="37310"/>
                  <a:pt x="677959" y="38378"/>
                  <a:pt x="677644" y="39457"/>
                </a:cubicBezTo>
                <a:cubicBezTo>
                  <a:pt x="677329" y="40536"/>
                  <a:pt x="676958" y="41469"/>
                  <a:pt x="676531" y="42256"/>
                </a:cubicBezTo>
                <a:cubicBezTo>
                  <a:pt x="676104" y="43043"/>
                  <a:pt x="675621" y="43437"/>
                  <a:pt x="675081" y="43437"/>
                </a:cubicBezTo>
                <a:cubicBezTo>
                  <a:pt x="674497" y="43437"/>
                  <a:pt x="673811" y="43223"/>
                  <a:pt x="673024" y="42796"/>
                </a:cubicBezTo>
                <a:cubicBezTo>
                  <a:pt x="672237" y="42369"/>
                  <a:pt x="671282" y="41897"/>
                  <a:pt x="670157" y="41379"/>
                </a:cubicBezTo>
                <a:cubicBezTo>
                  <a:pt x="669033" y="40862"/>
                  <a:pt x="667718" y="40401"/>
                  <a:pt x="666212" y="39997"/>
                </a:cubicBezTo>
                <a:cubicBezTo>
                  <a:pt x="664705" y="39592"/>
                  <a:pt x="662940" y="39390"/>
                  <a:pt x="660917" y="39390"/>
                </a:cubicBezTo>
                <a:cubicBezTo>
                  <a:pt x="659343" y="39390"/>
                  <a:pt x="657938" y="39593"/>
                  <a:pt x="656701" y="40001"/>
                </a:cubicBezTo>
                <a:cubicBezTo>
                  <a:pt x="655465" y="40407"/>
                  <a:pt x="654442" y="40961"/>
                  <a:pt x="653633" y="41662"/>
                </a:cubicBezTo>
                <a:cubicBezTo>
                  <a:pt x="652823" y="42362"/>
                  <a:pt x="652205" y="43187"/>
                  <a:pt x="651778" y="44136"/>
                </a:cubicBezTo>
                <a:cubicBezTo>
                  <a:pt x="651351" y="45085"/>
                  <a:pt x="651137" y="46102"/>
                  <a:pt x="651137" y="47186"/>
                </a:cubicBezTo>
                <a:cubicBezTo>
                  <a:pt x="651137" y="48583"/>
                  <a:pt x="651710" y="49755"/>
                  <a:pt x="652857" y="50702"/>
                </a:cubicBezTo>
                <a:cubicBezTo>
                  <a:pt x="654004" y="51648"/>
                  <a:pt x="655431" y="52537"/>
                  <a:pt x="657140" y="53370"/>
                </a:cubicBezTo>
                <a:cubicBezTo>
                  <a:pt x="658849" y="54204"/>
                  <a:pt x="660692" y="55071"/>
                  <a:pt x="662671" y="55971"/>
                </a:cubicBezTo>
                <a:cubicBezTo>
                  <a:pt x="664649" y="56872"/>
                  <a:pt x="666493" y="57998"/>
                  <a:pt x="668201" y="59350"/>
                </a:cubicBezTo>
                <a:cubicBezTo>
                  <a:pt x="669910" y="60702"/>
                  <a:pt x="671326" y="62347"/>
                  <a:pt x="672451" y="64284"/>
                </a:cubicBezTo>
                <a:cubicBezTo>
                  <a:pt x="673575" y="66222"/>
                  <a:pt x="674137" y="68655"/>
                  <a:pt x="674137" y="71584"/>
                </a:cubicBezTo>
                <a:cubicBezTo>
                  <a:pt x="674137" y="75008"/>
                  <a:pt x="673485" y="78173"/>
                  <a:pt x="672181" y="81079"/>
                </a:cubicBezTo>
                <a:cubicBezTo>
                  <a:pt x="670877" y="83985"/>
                  <a:pt x="668977" y="86497"/>
                  <a:pt x="666481" y="88614"/>
                </a:cubicBezTo>
                <a:cubicBezTo>
                  <a:pt x="663986" y="90732"/>
                  <a:pt x="660951" y="92388"/>
                  <a:pt x="657376" y="93582"/>
                </a:cubicBezTo>
                <a:cubicBezTo>
                  <a:pt x="653801" y="94775"/>
                  <a:pt x="649766" y="95372"/>
                  <a:pt x="645269" y="95372"/>
                </a:cubicBezTo>
                <a:cubicBezTo>
                  <a:pt x="643111" y="95372"/>
                  <a:pt x="641053" y="95212"/>
                  <a:pt x="639097" y="94893"/>
                </a:cubicBezTo>
                <a:cubicBezTo>
                  <a:pt x="637141" y="94574"/>
                  <a:pt x="635388" y="94187"/>
                  <a:pt x="633837" y="93732"/>
                </a:cubicBezTo>
                <a:cubicBezTo>
                  <a:pt x="632285" y="93275"/>
                  <a:pt x="630970" y="92750"/>
                  <a:pt x="629891" y="92157"/>
                </a:cubicBezTo>
                <a:cubicBezTo>
                  <a:pt x="628812" y="91564"/>
                  <a:pt x="628002" y="91017"/>
                  <a:pt x="627463" y="90515"/>
                </a:cubicBezTo>
                <a:cubicBezTo>
                  <a:pt x="627103" y="90156"/>
                  <a:pt x="626844" y="89774"/>
                  <a:pt x="626687" y="89369"/>
                </a:cubicBezTo>
                <a:cubicBezTo>
                  <a:pt x="626530" y="88964"/>
                  <a:pt x="626451" y="88447"/>
                  <a:pt x="626451" y="87818"/>
                </a:cubicBezTo>
                <a:cubicBezTo>
                  <a:pt x="626451" y="87413"/>
                  <a:pt x="626485" y="86896"/>
                  <a:pt x="626552" y="86266"/>
                </a:cubicBezTo>
                <a:cubicBezTo>
                  <a:pt x="626620" y="85637"/>
                  <a:pt x="626732" y="84940"/>
                  <a:pt x="626889" y="84175"/>
                </a:cubicBezTo>
                <a:cubicBezTo>
                  <a:pt x="627047" y="83411"/>
                  <a:pt x="627227" y="82646"/>
                  <a:pt x="627429" y="81882"/>
                </a:cubicBezTo>
                <a:cubicBezTo>
                  <a:pt x="627631" y="81118"/>
                  <a:pt x="627867" y="80421"/>
                  <a:pt x="628137" y="79791"/>
                </a:cubicBezTo>
                <a:cubicBezTo>
                  <a:pt x="628407" y="79162"/>
                  <a:pt x="628699" y="78656"/>
                  <a:pt x="629014" y="78274"/>
                </a:cubicBezTo>
                <a:cubicBezTo>
                  <a:pt x="629329" y="77891"/>
                  <a:pt x="629666" y="77700"/>
                  <a:pt x="630026" y="77700"/>
                </a:cubicBezTo>
                <a:cubicBezTo>
                  <a:pt x="630655" y="77700"/>
                  <a:pt x="631352" y="77970"/>
                  <a:pt x="632117" y="78510"/>
                </a:cubicBezTo>
                <a:cubicBezTo>
                  <a:pt x="632881" y="79049"/>
                  <a:pt x="633870" y="79645"/>
                  <a:pt x="635084" y="80297"/>
                </a:cubicBezTo>
                <a:cubicBezTo>
                  <a:pt x="636298" y="80949"/>
                  <a:pt x="637793" y="81556"/>
                  <a:pt x="639570" y="82118"/>
                </a:cubicBezTo>
                <a:cubicBezTo>
                  <a:pt x="641346" y="82680"/>
                  <a:pt x="643560" y="82961"/>
                  <a:pt x="646213" y="82961"/>
                </a:cubicBezTo>
                <a:cubicBezTo>
                  <a:pt x="648057" y="82961"/>
                  <a:pt x="649664" y="82748"/>
                  <a:pt x="651036" y="82323"/>
                </a:cubicBezTo>
                <a:cubicBezTo>
                  <a:pt x="652407" y="81897"/>
                  <a:pt x="653543" y="81303"/>
                  <a:pt x="654442" y="80542"/>
                </a:cubicBezTo>
                <a:cubicBezTo>
                  <a:pt x="655341" y="79780"/>
                  <a:pt x="656004" y="78906"/>
                  <a:pt x="656432" y="77919"/>
                </a:cubicBezTo>
                <a:cubicBezTo>
                  <a:pt x="656859" y="76933"/>
                  <a:pt x="657072" y="75880"/>
                  <a:pt x="657072" y="74760"/>
                </a:cubicBezTo>
                <a:cubicBezTo>
                  <a:pt x="657072" y="73183"/>
                  <a:pt x="656522" y="71900"/>
                  <a:pt x="655420" y="70909"/>
                </a:cubicBezTo>
                <a:cubicBezTo>
                  <a:pt x="654318" y="69917"/>
                  <a:pt x="652936" y="68993"/>
                  <a:pt x="651272" y="68137"/>
                </a:cubicBezTo>
                <a:cubicBezTo>
                  <a:pt x="649608" y="67280"/>
                  <a:pt x="647798" y="66401"/>
                  <a:pt x="645842" y="65501"/>
                </a:cubicBezTo>
                <a:cubicBezTo>
                  <a:pt x="643886" y="64600"/>
                  <a:pt x="642076" y="63496"/>
                  <a:pt x="640413" y="62189"/>
                </a:cubicBezTo>
                <a:cubicBezTo>
                  <a:pt x="638749" y="60883"/>
                  <a:pt x="637366" y="59261"/>
                  <a:pt x="636265" y="57325"/>
                </a:cubicBezTo>
                <a:cubicBezTo>
                  <a:pt x="635163" y="55387"/>
                  <a:pt x="634612" y="52954"/>
                  <a:pt x="634612" y="50025"/>
                </a:cubicBezTo>
                <a:cubicBezTo>
                  <a:pt x="634612" y="46826"/>
                  <a:pt x="635219" y="43852"/>
                  <a:pt x="636433" y="41103"/>
                </a:cubicBezTo>
                <a:cubicBezTo>
                  <a:pt x="637647" y="38355"/>
                  <a:pt x="639423" y="35955"/>
                  <a:pt x="641762" y="33905"/>
                </a:cubicBezTo>
                <a:cubicBezTo>
                  <a:pt x="644100" y="31855"/>
                  <a:pt x="646933" y="30256"/>
                  <a:pt x="650260" y="29108"/>
                </a:cubicBezTo>
                <a:cubicBezTo>
                  <a:pt x="653588" y="27959"/>
                  <a:pt x="657365" y="27384"/>
                  <a:pt x="661591" y="27384"/>
                </a:cubicBezTo>
                <a:cubicBezTo>
                  <a:pt x="663480" y="27384"/>
                  <a:pt x="665312" y="27508"/>
                  <a:pt x="667088" y="27755"/>
                </a:cubicBezTo>
                <a:cubicBezTo>
                  <a:pt x="668865" y="28002"/>
                  <a:pt x="670461" y="28328"/>
                  <a:pt x="671877" y="28733"/>
                </a:cubicBezTo>
                <a:cubicBezTo>
                  <a:pt x="673294" y="29138"/>
                  <a:pt x="674530" y="29587"/>
                  <a:pt x="675587" y="30082"/>
                </a:cubicBezTo>
                <a:cubicBezTo>
                  <a:pt x="676644" y="30576"/>
                  <a:pt x="677397" y="31071"/>
                  <a:pt x="677846" y="31566"/>
                </a:cubicBezTo>
                <a:cubicBezTo>
                  <a:pt x="678341" y="32015"/>
                  <a:pt x="678588" y="32780"/>
                  <a:pt x="678588" y="33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Bottom-">
            <a:extLst xmlns:a="http://schemas.openxmlformats.org/drawingml/2006/main">
              <a:ext uri="{FF2B5EF4-FFF2-40B4-BE49-F238E27FC236}">
                <a16:creationId xmlns:a16="http://schemas.microsoft.com/office/drawing/2014/main" id="{6B70E306-E22A-4AB9-8BC2-026AB41F0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8116" y="320921"/>
            <a:ext cx="462704" cy="88897"/>
          </a:xfrm>
          <a:custGeom xmlns:a="http://schemas.openxmlformats.org/drawingml/2006/main">
            <a:pathLst>
              <a:path w="462704" h="88897">
                <a:moveTo>
                  <a:pt x="70753" y="17777"/>
                </a:moveTo>
                <a:cubicBezTo>
                  <a:pt x="70753" y="20426"/>
                  <a:pt x="70382" y="22928"/>
                  <a:pt x="69640" y="25285"/>
                </a:cubicBezTo>
                <a:cubicBezTo>
                  <a:pt x="68898" y="27641"/>
                  <a:pt x="67819" y="29796"/>
                  <a:pt x="66403" y="31749"/>
                </a:cubicBezTo>
                <a:cubicBezTo>
                  <a:pt x="64986" y="33702"/>
                  <a:pt x="63278" y="35431"/>
                  <a:pt x="61277" y="36934"/>
                </a:cubicBezTo>
                <a:cubicBezTo>
                  <a:pt x="59276" y="38438"/>
                  <a:pt x="57039" y="39638"/>
                  <a:pt x="54566" y="40536"/>
                </a:cubicBezTo>
                <a:cubicBezTo>
                  <a:pt x="56544" y="40896"/>
                  <a:pt x="58365" y="41526"/>
                  <a:pt x="60029" y="42427"/>
                </a:cubicBezTo>
                <a:cubicBezTo>
                  <a:pt x="61693" y="43328"/>
                  <a:pt x="63120" y="44476"/>
                  <a:pt x="64312" y="45873"/>
                </a:cubicBezTo>
                <a:cubicBezTo>
                  <a:pt x="65503" y="47269"/>
                  <a:pt x="66425" y="48923"/>
                  <a:pt x="67077" y="50837"/>
                </a:cubicBezTo>
                <a:cubicBezTo>
                  <a:pt x="67729" y="52751"/>
                  <a:pt x="68055" y="54901"/>
                  <a:pt x="68055" y="57287"/>
                </a:cubicBezTo>
                <a:cubicBezTo>
                  <a:pt x="68055" y="59449"/>
                  <a:pt x="67763" y="61690"/>
                  <a:pt x="67178" y="64008"/>
                </a:cubicBezTo>
                <a:cubicBezTo>
                  <a:pt x="66594" y="66327"/>
                  <a:pt x="65672" y="68590"/>
                  <a:pt x="64413" y="70797"/>
                </a:cubicBezTo>
                <a:cubicBezTo>
                  <a:pt x="63154" y="73004"/>
                  <a:pt x="61513" y="75108"/>
                  <a:pt x="59489" y="77112"/>
                </a:cubicBezTo>
                <a:cubicBezTo>
                  <a:pt x="57466" y="79116"/>
                  <a:pt x="55026" y="80872"/>
                  <a:pt x="52171" y="82382"/>
                </a:cubicBezTo>
                <a:cubicBezTo>
                  <a:pt x="49316" y="83889"/>
                  <a:pt x="46022" y="85082"/>
                  <a:pt x="42290" y="85961"/>
                </a:cubicBezTo>
                <a:cubicBezTo>
                  <a:pt x="38558" y="86839"/>
                  <a:pt x="34219" y="87278"/>
                  <a:pt x="29273" y="87278"/>
                </a:cubicBezTo>
                <a:lnTo>
                  <a:pt x="5059" y="87278"/>
                </a:lnTo>
                <a:cubicBezTo>
                  <a:pt x="3215" y="87278"/>
                  <a:pt x="1877" y="86828"/>
                  <a:pt x="1045" y="85927"/>
                </a:cubicBezTo>
                <a:cubicBezTo>
                  <a:pt x="214" y="85026"/>
                  <a:pt x="0" y="83607"/>
                  <a:pt x="405" y="81669"/>
                </a:cubicBezTo>
                <a:lnTo>
                  <a:pt x="15648" y="5590"/>
                </a:lnTo>
                <a:cubicBezTo>
                  <a:pt x="16008" y="3614"/>
                  <a:pt x="16806" y="2189"/>
                  <a:pt x="18042" y="1313"/>
                </a:cubicBezTo>
                <a:cubicBezTo>
                  <a:pt x="19279" y="438"/>
                  <a:pt x="20707" y="0"/>
                  <a:pt x="22325" y="0"/>
                </a:cubicBezTo>
                <a:lnTo>
                  <a:pt x="43302" y="0"/>
                </a:lnTo>
                <a:cubicBezTo>
                  <a:pt x="47933" y="0"/>
                  <a:pt x="51935" y="359"/>
                  <a:pt x="55307" y="1077"/>
                </a:cubicBezTo>
                <a:cubicBezTo>
                  <a:pt x="58680" y="1795"/>
                  <a:pt x="61513" y="2884"/>
                  <a:pt x="63806" y="4344"/>
                </a:cubicBezTo>
                <a:cubicBezTo>
                  <a:pt x="66099" y="5803"/>
                  <a:pt x="67830" y="7643"/>
                  <a:pt x="68999" y="9866"/>
                </a:cubicBezTo>
                <a:cubicBezTo>
                  <a:pt x="70169" y="12088"/>
                  <a:pt x="70753" y="14725"/>
                  <a:pt x="70753" y="17777"/>
                </a:cubicBezTo>
                <a:moveTo>
                  <a:pt x="52475" y="21082"/>
                </a:moveTo>
                <a:cubicBezTo>
                  <a:pt x="52475" y="19838"/>
                  <a:pt x="52250" y="18751"/>
                  <a:pt x="51800" y="17819"/>
                </a:cubicBezTo>
                <a:cubicBezTo>
                  <a:pt x="51351" y="16886"/>
                  <a:pt x="50676" y="16086"/>
                  <a:pt x="49777" y="15420"/>
                </a:cubicBezTo>
                <a:cubicBezTo>
                  <a:pt x="48877" y="14754"/>
                  <a:pt x="47742" y="14244"/>
                  <a:pt x="46371" y="13888"/>
                </a:cubicBezTo>
                <a:cubicBezTo>
                  <a:pt x="44999" y="13532"/>
                  <a:pt x="43257" y="13355"/>
                  <a:pt x="41143" y="13355"/>
                </a:cubicBezTo>
                <a:lnTo>
                  <a:pt x="31498" y="13355"/>
                </a:lnTo>
                <a:lnTo>
                  <a:pt x="26912" y="35882"/>
                </a:lnTo>
                <a:lnTo>
                  <a:pt x="36894" y="35882"/>
                </a:lnTo>
                <a:cubicBezTo>
                  <a:pt x="39817" y="35882"/>
                  <a:pt x="42245" y="35423"/>
                  <a:pt x="44179" y="34504"/>
                </a:cubicBezTo>
                <a:cubicBezTo>
                  <a:pt x="46112" y="33584"/>
                  <a:pt x="47697" y="32395"/>
                  <a:pt x="48934" y="30938"/>
                </a:cubicBezTo>
                <a:cubicBezTo>
                  <a:pt x="50170" y="29480"/>
                  <a:pt x="51069" y="27877"/>
                  <a:pt x="51632" y="26128"/>
                </a:cubicBezTo>
                <a:cubicBezTo>
                  <a:pt x="52194" y="24378"/>
                  <a:pt x="52475" y="22696"/>
                  <a:pt x="52475" y="21082"/>
                </a:cubicBezTo>
                <a:moveTo>
                  <a:pt x="49507" y="58140"/>
                </a:moveTo>
                <a:cubicBezTo>
                  <a:pt x="49507" y="55263"/>
                  <a:pt x="48439" y="52992"/>
                  <a:pt x="46303" y="51328"/>
                </a:cubicBezTo>
                <a:cubicBezTo>
                  <a:pt x="44167" y="49664"/>
                  <a:pt x="40761" y="48832"/>
                  <a:pt x="36085" y="48832"/>
                </a:cubicBezTo>
                <a:lnTo>
                  <a:pt x="24281" y="48832"/>
                </a:lnTo>
                <a:lnTo>
                  <a:pt x="19358" y="73653"/>
                </a:lnTo>
                <a:lnTo>
                  <a:pt x="31903" y="73653"/>
                </a:lnTo>
                <a:cubicBezTo>
                  <a:pt x="35096" y="73653"/>
                  <a:pt x="37782" y="73204"/>
                  <a:pt x="39963" y="72304"/>
                </a:cubicBezTo>
                <a:cubicBezTo>
                  <a:pt x="42144" y="71405"/>
                  <a:pt x="43942" y="70236"/>
                  <a:pt x="45359" y="68797"/>
                </a:cubicBezTo>
                <a:cubicBezTo>
                  <a:pt x="46775" y="67358"/>
                  <a:pt x="47821" y="65706"/>
                  <a:pt x="48495" y="63840"/>
                </a:cubicBezTo>
                <a:cubicBezTo>
                  <a:pt x="49170" y="61974"/>
                  <a:pt x="49507" y="60074"/>
                  <a:pt x="49507" y="58140"/>
                </a:cubicBezTo>
                <a:close/>
                <a:moveTo>
                  <a:pt x="142648" y="45036"/>
                </a:moveTo>
                <a:cubicBezTo>
                  <a:pt x="142648" y="48280"/>
                  <a:pt x="142344" y="51613"/>
                  <a:pt x="141737" y="55038"/>
                </a:cubicBezTo>
                <a:cubicBezTo>
                  <a:pt x="141130" y="58462"/>
                  <a:pt x="140175" y="61808"/>
                  <a:pt x="138871" y="65075"/>
                </a:cubicBezTo>
                <a:cubicBezTo>
                  <a:pt x="137567" y="68340"/>
                  <a:pt x="135892" y="71404"/>
                  <a:pt x="133846" y="74265"/>
                </a:cubicBezTo>
                <a:cubicBezTo>
                  <a:pt x="131800" y="77126"/>
                  <a:pt x="129349" y="79649"/>
                  <a:pt x="126494" y="81834"/>
                </a:cubicBezTo>
                <a:cubicBezTo>
                  <a:pt x="123639" y="84019"/>
                  <a:pt x="120367" y="85742"/>
                  <a:pt x="116680" y="87004"/>
                </a:cubicBezTo>
                <a:cubicBezTo>
                  <a:pt x="112993" y="88266"/>
                  <a:pt x="108834" y="88897"/>
                  <a:pt x="104202" y="88897"/>
                </a:cubicBezTo>
                <a:cubicBezTo>
                  <a:pt x="99661" y="88897"/>
                  <a:pt x="95738" y="88367"/>
                  <a:pt x="92433" y="87307"/>
                </a:cubicBezTo>
                <a:cubicBezTo>
                  <a:pt x="89128" y="86249"/>
                  <a:pt x="86374" y="84695"/>
                  <a:pt x="84170" y="82645"/>
                </a:cubicBezTo>
                <a:cubicBezTo>
                  <a:pt x="81967" y="80595"/>
                  <a:pt x="80326" y="78072"/>
                  <a:pt x="79246" y="75076"/>
                </a:cubicBezTo>
                <a:cubicBezTo>
                  <a:pt x="78167" y="72080"/>
                  <a:pt x="77628" y="68645"/>
                  <a:pt x="77628" y="64769"/>
                </a:cubicBezTo>
                <a:cubicBezTo>
                  <a:pt x="77628" y="61526"/>
                  <a:pt x="77931" y="58192"/>
                  <a:pt x="78538" y="54768"/>
                </a:cubicBezTo>
                <a:cubicBezTo>
                  <a:pt x="79145" y="51344"/>
                  <a:pt x="80101" y="48010"/>
                  <a:pt x="81405" y="44767"/>
                </a:cubicBezTo>
                <a:cubicBezTo>
                  <a:pt x="82709" y="41522"/>
                  <a:pt x="84384" y="38447"/>
                  <a:pt x="86430" y="35541"/>
                </a:cubicBezTo>
                <a:cubicBezTo>
                  <a:pt x="88476" y="32635"/>
                  <a:pt x="90926" y="30101"/>
                  <a:pt x="93782" y="27938"/>
                </a:cubicBezTo>
                <a:cubicBezTo>
                  <a:pt x="96637" y="25776"/>
                  <a:pt x="99908" y="24064"/>
                  <a:pt x="103595" y="22802"/>
                </a:cubicBezTo>
                <a:cubicBezTo>
                  <a:pt x="107282" y="21540"/>
                  <a:pt x="111442" y="20909"/>
                  <a:pt x="116073" y="20909"/>
                </a:cubicBezTo>
                <a:cubicBezTo>
                  <a:pt x="120615" y="20909"/>
                  <a:pt x="124538" y="21439"/>
                  <a:pt x="127843" y="22498"/>
                </a:cubicBezTo>
                <a:cubicBezTo>
                  <a:pt x="131148" y="23556"/>
                  <a:pt x="133902" y="25110"/>
                  <a:pt x="136105" y="27161"/>
                </a:cubicBezTo>
                <a:cubicBezTo>
                  <a:pt x="138309" y="29211"/>
                  <a:pt x="139950" y="31734"/>
                  <a:pt x="141029" y="34729"/>
                </a:cubicBezTo>
                <a:cubicBezTo>
                  <a:pt x="142108" y="37725"/>
                  <a:pt x="142648" y="41161"/>
                  <a:pt x="142648" y="45036"/>
                </a:cubicBezTo>
                <a:moveTo>
                  <a:pt x="125111" y="46154"/>
                </a:moveTo>
                <a:cubicBezTo>
                  <a:pt x="125111" y="44262"/>
                  <a:pt x="124920" y="42585"/>
                  <a:pt x="124538" y="41122"/>
                </a:cubicBezTo>
                <a:cubicBezTo>
                  <a:pt x="124156" y="39658"/>
                  <a:pt x="123526" y="38419"/>
                  <a:pt x="122649" y="37406"/>
                </a:cubicBezTo>
                <a:cubicBezTo>
                  <a:pt x="121773" y="36392"/>
                  <a:pt x="120648" y="35615"/>
                  <a:pt x="119277" y="35075"/>
                </a:cubicBezTo>
                <a:cubicBezTo>
                  <a:pt x="117906" y="34534"/>
                  <a:pt x="116231" y="34264"/>
                  <a:pt x="114252" y="34264"/>
                </a:cubicBezTo>
                <a:cubicBezTo>
                  <a:pt x="112004" y="34264"/>
                  <a:pt x="109980" y="34703"/>
                  <a:pt x="108182" y="35581"/>
                </a:cubicBezTo>
                <a:cubicBezTo>
                  <a:pt x="106383" y="36459"/>
                  <a:pt x="104776" y="37642"/>
                  <a:pt x="103359" y="39128"/>
                </a:cubicBezTo>
                <a:cubicBezTo>
                  <a:pt x="101943" y="40615"/>
                  <a:pt x="100717" y="42338"/>
                  <a:pt x="99683" y="44297"/>
                </a:cubicBezTo>
                <a:cubicBezTo>
                  <a:pt x="98649" y="46255"/>
                  <a:pt x="97795" y="48316"/>
                  <a:pt x="97120" y="50479"/>
                </a:cubicBezTo>
                <a:cubicBezTo>
                  <a:pt x="96446" y="52640"/>
                  <a:pt x="95951" y="54835"/>
                  <a:pt x="95636" y="57065"/>
                </a:cubicBezTo>
                <a:cubicBezTo>
                  <a:pt x="95322" y="59294"/>
                  <a:pt x="95164" y="61422"/>
                  <a:pt x="95164" y="63450"/>
                </a:cubicBezTo>
                <a:cubicBezTo>
                  <a:pt x="95164" y="65341"/>
                  <a:pt x="95355" y="67030"/>
                  <a:pt x="95738" y="68517"/>
                </a:cubicBezTo>
                <a:cubicBezTo>
                  <a:pt x="96120" y="70002"/>
                  <a:pt x="96749" y="71252"/>
                  <a:pt x="97626" y="72266"/>
                </a:cubicBezTo>
                <a:cubicBezTo>
                  <a:pt x="98503" y="73280"/>
                  <a:pt x="99627" y="74057"/>
                  <a:pt x="100999" y="74598"/>
                </a:cubicBezTo>
                <a:cubicBezTo>
                  <a:pt x="102370" y="75137"/>
                  <a:pt x="104045" y="75407"/>
                  <a:pt x="106023" y="75407"/>
                </a:cubicBezTo>
                <a:cubicBezTo>
                  <a:pt x="108272" y="75407"/>
                  <a:pt x="110295" y="74968"/>
                  <a:pt x="112094" y="74090"/>
                </a:cubicBezTo>
                <a:cubicBezTo>
                  <a:pt x="113892" y="73211"/>
                  <a:pt x="115500" y="72018"/>
                  <a:pt x="116916" y="70509"/>
                </a:cubicBezTo>
                <a:cubicBezTo>
                  <a:pt x="118333" y="68999"/>
                  <a:pt x="119558" y="67265"/>
                  <a:pt x="120592" y="65307"/>
                </a:cubicBezTo>
                <a:cubicBezTo>
                  <a:pt x="121626" y="63348"/>
                  <a:pt x="122481" y="61277"/>
                  <a:pt x="123155" y="59093"/>
                </a:cubicBezTo>
                <a:cubicBezTo>
                  <a:pt x="123830" y="56908"/>
                  <a:pt x="124324" y="54712"/>
                  <a:pt x="124639" y="52506"/>
                </a:cubicBezTo>
                <a:cubicBezTo>
                  <a:pt x="124954" y="50299"/>
                  <a:pt x="125111" y="48181"/>
                  <a:pt x="125111" y="46154"/>
                </a:cubicBezTo>
                <a:close/>
                <a:moveTo>
                  <a:pt x="196357" y="25428"/>
                </a:moveTo>
                <a:cubicBezTo>
                  <a:pt x="196357" y="25878"/>
                  <a:pt x="196312" y="26451"/>
                  <a:pt x="196222" y="27148"/>
                </a:cubicBezTo>
                <a:cubicBezTo>
                  <a:pt x="196132" y="27845"/>
                  <a:pt x="196009" y="28598"/>
                  <a:pt x="195851" y="29407"/>
                </a:cubicBezTo>
                <a:cubicBezTo>
                  <a:pt x="195694" y="30217"/>
                  <a:pt x="195480" y="31026"/>
                  <a:pt x="195210" y="31836"/>
                </a:cubicBezTo>
                <a:cubicBezTo>
                  <a:pt x="194941" y="32645"/>
                  <a:pt x="194637" y="33376"/>
                  <a:pt x="194300" y="34028"/>
                </a:cubicBezTo>
                <a:cubicBezTo>
                  <a:pt x="193963" y="34680"/>
                  <a:pt x="193580" y="35219"/>
                  <a:pt x="193153" y="35646"/>
                </a:cubicBezTo>
                <a:cubicBezTo>
                  <a:pt x="192726" y="36074"/>
                  <a:pt x="192265" y="36287"/>
                  <a:pt x="191771" y="36287"/>
                </a:cubicBezTo>
                <a:lnTo>
                  <a:pt x="178618" y="36287"/>
                </a:lnTo>
                <a:lnTo>
                  <a:pt x="172953" y="64548"/>
                </a:lnTo>
                <a:cubicBezTo>
                  <a:pt x="172818" y="65218"/>
                  <a:pt x="172694" y="66011"/>
                  <a:pt x="172582" y="66928"/>
                </a:cubicBezTo>
                <a:cubicBezTo>
                  <a:pt x="172469" y="67842"/>
                  <a:pt x="172413" y="68590"/>
                  <a:pt x="172413" y="69170"/>
                </a:cubicBezTo>
                <a:cubicBezTo>
                  <a:pt x="172413" y="70956"/>
                  <a:pt x="172840" y="72262"/>
                  <a:pt x="173694" y="73089"/>
                </a:cubicBezTo>
                <a:cubicBezTo>
                  <a:pt x="174549" y="73915"/>
                  <a:pt x="175898" y="74328"/>
                  <a:pt x="177741" y="74328"/>
                </a:cubicBezTo>
                <a:cubicBezTo>
                  <a:pt x="178820" y="74328"/>
                  <a:pt x="179742" y="74249"/>
                  <a:pt x="180507" y="74092"/>
                </a:cubicBezTo>
                <a:cubicBezTo>
                  <a:pt x="181271" y="73934"/>
                  <a:pt x="181934" y="73755"/>
                  <a:pt x="182496" y="73552"/>
                </a:cubicBezTo>
                <a:cubicBezTo>
                  <a:pt x="183058" y="73350"/>
                  <a:pt x="183542" y="73170"/>
                  <a:pt x="183947" y="73013"/>
                </a:cubicBezTo>
                <a:cubicBezTo>
                  <a:pt x="184351" y="72855"/>
                  <a:pt x="184733" y="72777"/>
                  <a:pt x="185093" y="72777"/>
                </a:cubicBezTo>
                <a:cubicBezTo>
                  <a:pt x="185453" y="72777"/>
                  <a:pt x="185756" y="72945"/>
                  <a:pt x="186004" y="73282"/>
                </a:cubicBezTo>
                <a:cubicBezTo>
                  <a:pt x="186251" y="73620"/>
                  <a:pt x="186375" y="74171"/>
                  <a:pt x="186375" y="74937"/>
                </a:cubicBezTo>
                <a:cubicBezTo>
                  <a:pt x="186375" y="75796"/>
                  <a:pt x="186285" y="76767"/>
                  <a:pt x="186105" y="77852"/>
                </a:cubicBezTo>
                <a:cubicBezTo>
                  <a:pt x="185925" y="78937"/>
                  <a:pt x="185689" y="79987"/>
                  <a:pt x="185397" y="81003"/>
                </a:cubicBezTo>
                <a:cubicBezTo>
                  <a:pt x="185104" y="82019"/>
                  <a:pt x="184778" y="82945"/>
                  <a:pt x="184419" y="83781"/>
                </a:cubicBezTo>
                <a:cubicBezTo>
                  <a:pt x="184059" y="84617"/>
                  <a:pt x="183677" y="85238"/>
                  <a:pt x="183272" y="85644"/>
                </a:cubicBezTo>
                <a:cubicBezTo>
                  <a:pt x="182867" y="86052"/>
                  <a:pt x="182260" y="86436"/>
                  <a:pt x="181451" y="86797"/>
                </a:cubicBezTo>
                <a:cubicBezTo>
                  <a:pt x="180642" y="87158"/>
                  <a:pt x="179686" y="87475"/>
                  <a:pt x="178584" y="87746"/>
                </a:cubicBezTo>
                <a:cubicBezTo>
                  <a:pt x="177483" y="88017"/>
                  <a:pt x="176302" y="88231"/>
                  <a:pt x="175043" y="88389"/>
                </a:cubicBezTo>
                <a:cubicBezTo>
                  <a:pt x="173784" y="88547"/>
                  <a:pt x="172525" y="88627"/>
                  <a:pt x="171266" y="88627"/>
                </a:cubicBezTo>
                <a:cubicBezTo>
                  <a:pt x="168568" y="88627"/>
                  <a:pt x="166196" y="88346"/>
                  <a:pt x="164151" y="87784"/>
                </a:cubicBezTo>
                <a:cubicBezTo>
                  <a:pt x="162105" y="87222"/>
                  <a:pt x="160385" y="86334"/>
                  <a:pt x="158991" y="85120"/>
                </a:cubicBezTo>
                <a:cubicBezTo>
                  <a:pt x="157597" y="83906"/>
                  <a:pt x="156551" y="82354"/>
                  <a:pt x="155854" y="80466"/>
                </a:cubicBezTo>
                <a:cubicBezTo>
                  <a:pt x="155157" y="78577"/>
                  <a:pt x="154809" y="76284"/>
                  <a:pt x="154809" y="73586"/>
                </a:cubicBezTo>
                <a:cubicBezTo>
                  <a:pt x="154809" y="73091"/>
                  <a:pt x="154831" y="72518"/>
                  <a:pt x="154876" y="71866"/>
                </a:cubicBezTo>
                <a:cubicBezTo>
                  <a:pt x="154921" y="71214"/>
                  <a:pt x="155000" y="70528"/>
                  <a:pt x="155112" y="69809"/>
                </a:cubicBezTo>
                <a:cubicBezTo>
                  <a:pt x="155225" y="69089"/>
                  <a:pt x="155337" y="68359"/>
                  <a:pt x="155450" y="67617"/>
                </a:cubicBezTo>
                <a:cubicBezTo>
                  <a:pt x="155562" y="66875"/>
                  <a:pt x="155686" y="66212"/>
                  <a:pt x="155821" y="65627"/>
                </a:cubicBezTo>
                <a:lnTo>
                  <a:pt x="161689" y="36287"/>
                </a:lnTo>
                <a:lnTo>
                  <a:pt x="154404" y="36287"/>
                </a:lnTo>
                <a:cubicBezTo>
                  <a:pt x="153820" y="36287"/>
                  <a:pt x="153393" y="36096"/>
                  <a:pt x="153123" y="35714"/>
                </a:cubicBezTo>
                <a:cubicBezTo>
                  <a:pt x="152853" y="35332"/>
                  <a:pt x="152718" y="34601"/>
                  <a:pt x="152718" y="33522"/>
                </a:cubicBezTo>
                <a:cubicBezTo>
                  <a:pt x="152718" y="32757"/>
                  <a:pt x="152797" y="31757"/>
                  <a:pt x="152954" y="30520"/>
                </a:cubicBezTo>
                <a:cubicBezTo>
                  <a:pt x="153112" y="29284"/>
                  <a:pt x="153370" y="28070"/>
                  <a:pt x="153730" y="26878"/>
                </a:cubicBezTo>
                <a:cubicBezTo>
                  <a:pt x="154090" y="25687"/>
                  <a:pt x="154562" y="24664"/>
                  <a:pt x="155146" y="23809"/>
                </a:cubicBezTo>
                <a:cubicBezTo>
                  <a:pt x="155731" y="22955"/>
                  <a:pt x="156428" y="22528"/>
                  <a:pt x="157237" y="22528"/>
                </a:cubicBezTo>
                <a:lnTo>
                  <a:pt x="164454" y="22528"/>
                </a:lnTo>
                <a:lnTo>
                  <a:pt x="167152" y="9051"/>
                </a:lnTo>
                <a:cubicBezTo>
                  <a:pt x="167242" y="8600"/>
                  <a:pt x="167455" y="8194"/>
                  <a:pt x="167793" y="7832"/>
                </a:cubicBezTo>
                <a:cubicBezTo>
                  <a:pt x="168130" y="7470"/>
                  <a:pt x="168647" y="7165"/>
                  <a:pt x="169344" y="6918"/>
                </a:cubicBezTo>
                <a:cubicBezTo>
                  <a:pt x="170041" y="6669"/>
                  <a:pt x="170940" y="6488"/>
                  <a:pt x="172042" y="6376"/>
                </a:cubicBezTo>
                <a:cubicBezTo>
                  <a:pt x="173144" y="6262"/>
                  <a:pt x="174526" y="6205"/>
                  <a:pt x="176190" y="6205"/>
                </a:cubicBezTo>
                <a:cubicBezTo>
                  <a:pt x="177809" y="6205"/>
                  <a:pt x="179158" y="6262"/>
                  <a:pt x="180237" y="6376"/>
                </a:cubicBezTo>
                <a:cubicBezTo>
                  <a:pt x="181316" y="6488"/>
                  <a:pt x="182148" y="6669"/>
                  <a:pt x="182732" y="6918"/>
                </a:cubicBezTo>
                <a:cubicBezTo>
                  <a:pt x="183317" y="7165"/>
                  <a:pt x="183710" y="7470"/>
                  <a:pt x="183913" y="7832"/>
                </a:cubicBezTo>
                <a:cubicBezTo>
                  <a:pt x="184115" y="8194"/>
                  <a:pt x="184171" y="8600"/>
                  <a:pt x="184081" y="9051"/>
                </a:cubicBezTo>
                <a:lnTo>
                  <a:pt x="181384" y="22528"/>
                </a:lnTo>
                <a:lnTo>
                  <a:pt x="194401" y="22528"/>
                </a:lnTo>
                <a:cubicBezTo>
                  <a:pt x="195165" y="22528"/>
                  <a:pt x="195683" y="22775"/>
                  <a:pt x="195952" y="23270"/>
                </a:cubicBezTo>
                <a:cubicBezTo>
                  <a:pt x="196222" y="23764"/>
                  <a:pt x="196357" y="24484"/>
                  <a:pt x="196357" y="25428"/>
                </a:cubicBezTo>
                <a:close/>
                <a:moveTo>
                  <a:pt x="243184" y="25428"/>
                </a:moveTo>
                <a:cubicBezTo>
                  <a:pt x="243184" y="25878"/>
                  <a:pt x="243139" y="26451"/>
                  <a:pt x="243049" y="27148"/>
                </a:cubicBezTo>
                <a:cubicBezTo>
                  <a:pt x="242959" y="27845"/>
                  <a:pt x="242836" y="28598"/>
                  <a:pt x="242678" y="29407"/>
                </a:cubicBezTo>
                <a:cubicBezTo>
                  <a:pt x="242521" y="30217"/>
                  <a:pt x="242307" y="31026"/>
                  <a:pt x="242038" y="31836"/>
                </a:cubicBezTo>
                <a:cubicBezTo>
                  <a:pt x="241768" y="32645"/>
                  <a:pt x="241464" y="33376"/>
                  <a:pt x="241127" y="34028"/>
                </a:cubicBezTo>
                <a:cubicBezTo>
                  <a:pt x="240790" y="34680"/>
                  <a:pt x="240408" y="35219"/>
                  <a:pt x="239981" y="35646"/>
                </a:cubicBezTo>
                <a:cubicBezTo>
                  <a:pt x="239553" y="36074"/>
                  <a:pt x="239092" y="36287"/>
                  <a:pt x="238598" y="36287"/>
                </a:cubicBezTo>
                <a:lnTo>
                  <a:pt x="225445" y="36287"/>
                </a:lnTo>
                <a:lnTo>
                  <a:pt x="219780" y="64548"/>
                </a:lnTo>
                <a:cubicBezTo>
                  <a:pt x="219645" y="65218"/>
                  <a:pt x="219521" y="66011"/>
                  <a:pt x="219409" y="66928"/>
                </a:cubicBezTo>
                <a:cubicBezTo>
                  <a:pt x="219296" y="67842"/>
                  <a:pt x="219240" y="68590"/>
                  <a:pt x="219240" y="69170"/>
                </a:cubicBezTo>
                <a:cubicBezTo>
                  <a:pt x="219240" y="70956"/>
                  <a:pt x="219667" y="72262"/>
                  <a:pt x="220522" y="73089"/>
                </a:cubicBezTo>
                <a:cubicBezTo>
                  <a:pt x="221376" y="73915"/>
                  <a:pt x="222725" y="74328"/>
                  <a:pt x="224569" y="74328"/>
                </a:cubicBezTo>
                <a:cubicBezTo>
                  <a:pt x="225648" y="74328"/>
                  <a:pt x="226570" y="74249"/>
                  <a:pt x="227334" y="74092"/>
                </a:cubicBezTo>
                <a:cubicBezTo>
                  <a:pt x="228098" y="73934"/>
                  <a:pt x="228762" y="73755"/>
                  <a:pt x="229324" y="73552"/>
                </a:cubicBezTo>
                <a:cubicBezTo>
                  <a:pt x="229886" y="73350"/>
                  <a:pt x="230369" y="73170"/>
                  <a:pt x="230774" y="73013"/>
                </a:cubicBezTo>
                <a:cubicBezTo>
                  <a:pt x="231179" y="72855"/>
                  <a:pt x="231561" y="72777"/>
                  <a:pt x="231920" y="72777"/>
                </a:cubicBezTo>
                <a:cubicBezTo>
                  <a:pt x="232280" y="72777"/>
                  <a:pt x="232584" y="72945"/>
                  <a:pt x="232831" y="73282"/>
                </a:cubicBezTo>
                <a:cubicBezTo>
                  <a:pt x="233078" y="73620"/>
                  <a:pt x="233202" y="74171"/>
                  <a:pt x="233202" y="74937"/>
                </a:cubicBezTo>
                <a:cubicBezTo>
                  <a:pt x="233202" y="75796"/>
                  <a:pt x="233112" y="76767"/>
                  <a:pt x="232932" y="77852"/>
                </a:cubicBezTo>
                <a:cubicBezTo>
                  <a:pt x="232752" y="78937"/>
                  <a:pt x="232516" y="79987"/>
                  <a:pt x="232224" y="81003"/>
                </a:cubicBezTo>
                <a:cubicBezTo>
                  <a:pt x="231932" y="82019"/>
                  <a:pt x="231606" y="82945"/>
                  <a:pt x="231246" y="83781"/>
                </a:cubicBezTo>
                <a:cubicBezTo>
                  <a:pt x="230886" y="84617"/>
                  <a:pt x="230504" y="85238"/>
                  <a:pt x="230099" y="85644"/>
                </a:cubicBezTo>
                <a:cubicBezTo>
                  <a:pt x="229695" y="86052"/>
                  <a:pt x="229088" y="86436"/>
                  <a:pt x="228278" y="86797"/>
                </a:cubicBezTo>
                <a:cubicBezTo>
                  <a:pt x="227469" y="87158"/>
                  <a:pt x="226513" y="87475"/>
                  <a:pt x="225412" y="87746"/>
                </a:cubicBezTo>
                <a:cubicBezTo>
                  <a:pt x="224310" y="88017"/>
                  <a:pt x="223130" y="88231"/>
                  <a:pt x="221871" y="88389"/>
                </a:cubicBezTo>
                <a:cubicBezTo>
                  <a:pt x="220612" y="88547"/>
                  <a:pt x="219353" y="88627"/>
                  <a:pt x="218094" y="88627"/>
                </a:cubicBezTo>
                <a:cubicBezTo>
                  <a:pt x="215396" y="88627"/>
                  <a:pt x="213024" y="88346"/>
                  <a:pt x="210978" y="87784"/>
                </a:cubicBezTo>
                <a:cubicBezTo>
                  <a:pt x="208932" y="87222"/>
                  <a:pt x="207212" y="86334"/>
                  <a:pt x="205818" y="85120"/>
                </a:cubicBezTo>
                <a:cubicBezTo>
                  <a:pt x="204424" y="83906"/>
                  <a:pt x="203379" y="82354"/>
                  <a:pt x="202682" y="80466"/>
                </a:cubicBezTo>
                <a:cubicBezTo>
                  <a:pt x="201985" y="78577"/>
                  <a:pt x="201636" y="76284"/>
                  <a:pt x="201636" y="73586"/>
                </a:cubicBezTo>
                <a:cubicBezTo>
                  <a:pt x="201636" y="73091"/>
                  <a:pt x="201659" y="72518"/>
                  <a:pt x="201704" y="71866"/>
                </a:cubicBezTo>
                <a:cubicBezTo>
                  <a:pt x="201749" y="71214"/>
                  <a:pt x="201827" y="70528"/>
                  <a:pt x="201940" y="69809"/>
                </a:cubicBezTo>
                <a:cubicBezTo>
                  <a:pt x="202052" y="69089"/>
                  <a:pt x="202165" y="68359"/>
                  <a:pt x="202277" y="67617"/>
                </a:cubicBezTo>
                <a:cubicBezTo>
                  <a:pt x="202389" y="66875"/>
                  <a:pt x="202513" y="66212"/>
                  <a:pt x="202648" y="65627"/>
                </a:cubicBezTo>
                <a:lnTo>
                  <a:pt x="208516" y="36287"/>
                </a:lnTo>
                <a:lnTo>
                  <a:pt x="201232" y="36287"/>
                </a:lnTo>
                <a:cubicBezTo>
                  <a:pt x="200647" y="36287"/>
                  <a:pt x="200220" y="36096"/>
                  <a:pt x="199950" y="35714"/>
                </a:cubicBezTo>
                <a:cubicBezTo>
                  <a:pt x="199680" y="35332"/>
                  <a:pt x="199545" y="34601"/>
                  <a:pt x="199545" y="33522"/>
                </a:cubicBezTo>
                <a:cubicBezTo>
                  <a:pt x="199545" y="32757"/>
                  <a:pt x="199624" y="31757"/>
                  <a:pt x="199781" y="30520"/>
                </a:cubicBezTo>
                <a:cubicBezTo>
                  <a:pt x="199939" y="29284"/>
                  <a:pt x="200197" y="28070"/>
                  <a:pt x="200557" y="26878"/>
                </a:cubicBezTo>
                <a:cubicBezTo>
                  <a:pt x="200917" y="25687"/>
                  <a:pt x="201389" y="24664"/>
                  <a:pt x="201973" y="23809"/>
                </a:cubicBezTo>
                <a:cubicBezTo>
                  <a:pt x="202558" y="22955"/>
                  <a:pt x="203255" y="22528"/>
                  <a:pt x="204064" y="22528"/>
                </a:cubicBezTo>
                <a:lnTo>
                  <a:pt x="211281" y="22528"/>
                </a:lnTo>
                <a:lnTo>
                  <a:pt x="213979" y="9051"/>
                </a:lnTo>
                <a:cubicBezTo>
                  <a:pt x="214069" y="8600"/>
                  <a:pt x="214283" y="8194"/>
                  <a:pt x="214620" y="7832"/>
                </a:cubicBezTo>
                <a:cubicBezTo>
                  <a:pt x="214957" y="7470"/>
                  <a:pt x="215474" y="7165"/>
                  <a:pt x="216171" y="6918"/>
                </a:cubicBezTo>
                <a:cubicBezTo>
                  <a:pt x="216868" y="6669"/>
                  <a:pt x="217768" y="6488"/>
                  <a:pt x="218869" y="6376"/>
                </a:cubicBezTo>
                <a:cubicBezTo>
                  <a:pt x="219971" y="6262"/>
                  <a:pt x="221354" y="6205"/>
                  <a:pt x="223017" y="6205"/>
                </a:cubicBezTo>
                <a:cubicBezTo>
                  <a:pt x="224636" y="6205"/>
                  <a:pt x="225985" y="6262"/>
                  <a:pt x="227064" y="6376"/>
                </a:cubicBezTo>
                <a:cubicBezTo>
                  <a:pt x="228143" y="6488"/>
                  <a:pt x="228975" y="6669"/>
                  <a:pt x="229560" y="6918"/>
                </a:cubicBezTo>
                <a:cubicBezTo>
                  <a:pt x="230144" y="7165"/>
                  <a:pt x="230538" y="7470"/>
                  <a:pt x="230740" y="7832"/>
                </a:cubicBezTo>
                <a:cubicBezTo>
                  <a:pt x="230942" y="8194"/>
                  <a:pt x="230999" y="8600"/>
                  <a:pt x="230909" y="9051"/>
                </a:cubicBezTo>
                <a:lnTo>
                  <a:pt x="228211" y="22528"/>
                </a:lnTo>
                <a:lnTo>
                  <a:pt x="241228" y="22528"/>
                </a:lnTo>
                <a:cubicBezTo>
                  <a:pt x="241993" y="22528"/>
                  <a:pt x="242510" y="22775"/>
                  <a:pt x="242780" y="23270"/>
                </a:cubicBezTo>
                <a:cubicBezTo>
                  <a:pt x="243049" y="23764"/>
                  <a:pt x="243184" y="24484"/>
                  <a:pt x="243184" y="25428"/>
                </a:cubicBezTo>
                <a:close/>
                <a:moveTo>
                  <a:pt x="308823" y="45036"/>
                </a:moveTo>
                <a:cubicBezTo>
                  <a:pt x="308823" y="48280"/>
                  <a:pt x="308519" y="51613"/>
                  <a:pt x="307912" y="55038"/>
                </a:cubicBezTo>
                <a:cubicBezTo>
                  <a:pt x="307305" y="58462"/>
                  <a:pt x="306350" y="61808"/>
                  <a:pt x="305046" y="65075"/>
                </a:cubicBezTo>
                <a:cubicBezTo>
                  <a:pt x="303742" y="68340"/>
                  <a:pt x="302067" y="71404"/>
                  <a:pt x="300021" y="74265"/>
                </a:cubicBezTo>
                <a:cubicBezTo>
                  <a:pt x="297975" y="77126"/>
                  <a:pt x="295524" y="79649"/>
                  <a:pt x="292669" y="81834"/>
                </a:cubicBezTo>
                <a:cubicBezTo>
                  <a:pt x="289814" y="84019"/>
                  <a:pt x="286542" y="85742"/>
                  <a:pt x="282855" y="87004"/>
                </a:cubicBezTo>
                <a:cubicBezTo>
                  <a:pt x="279168" y="88266"/>
                  <a:pt x="275009" y="88897"/>
                  <a:pt x="270377" y="88897"/>
                </a:cubicBezTo>
                <a:cubicBezTo>
                  <a:pt x="265836" y="88897"/>
                  <a:pt x="261913" y="88367"/>
                  <a:pt x="258608" y="87307"/>
                </a:cubicBezTo>
                <a:cubicBezTo>
                  <a:pt x="255303" y="86249"/>
                  <a:pt x="252549" y="84695"/>
                  <a:pt x="250345" y="82645"/>
                </a:cubicBezTo>
                <a:cubicBezTo>
                  <a:pt x="248142" y="80595"/>
                  <a:pt x="246501" y="78072"/>
                  <a:pt x="245422" y="75076"/>
                </a:cubicBezTo>
                <a:cubicBezTo>
                  <a:pt x="244342" y="72080"/>
                  <a:pt x="243803" y="68645"/>
                  <a:pt x="243803" y="64769"/>
                </a:cubicBezTo>
                <a:cubicBezTo>
                  <a:pt x="243803" y="61526"/>
                  <a:pt x="244106" y="58192"/>
                  <a:pt x="244713" y="54768"/>
                </a:cubicBezTo>
                <a:cubicBezTo>
                  <a:pt x="245320" y="51344"/>
                  <a:pt x="246276" y="48010"/>
                  <a:pt x="247580" y="44767"/>
                </a:cubicBezTo>
                <a:cubicBezTo>
                  <a:pt x="248884" y="41522"/>
                  <a:pt x="250559" y="38447"/>
                  <a:pt x="252605" y="35541"/>
                </a:cubicBezTo>
                <a:cubicBezTo>
                  <a:pt x="254651" y="32635"/>
                  <a:pt x="257101" y="30101"/>
                  <a:pt x="259957" y="27938"/>
                </a:cubicBezTo>
                <a:cubicBezTo>
                  <a:pt x="262812" y="25776"/>
                  <a:pt x="266083" y="24064"/>
                  <a:pt x="269770" y="22802"/>
                </a:cubicBezTo>
                <a:cubicBezTo>
                  <a:pt x="273457" y="21540"/>
                  <a:pt x="277617" y="20909"/>
                  <a:pt x="282248" y="20909"/>
                </a:cubicBezTo>
                <a:cubicBezTo>
                  <a:pt x="286790" y="20909"/>
                  <a:pt x="290713" y="21439"/>
                  <a:pt x="294018" y="22498"/>
                </a:cubicBezTo>
                <a:cubicBezTo>
                  <a:pt x="297323" y="23556"/>
                  <a:pt x="300077" y="25110"/>
                  <a:pt x="302280" y="27161"/>
                </a:cubicBezTo>
                <a:cubicBezTo>
                  <a:pt x="304484" y="29211"/>
                  <a:pt x="306125" y="31734"/>
                  <a:pt x="307204" y="34729"/>
                </a:cubicBezTo>
                <a:cubicBezTo>
                  <a:pt x="308283" y="37725"/>
                  <a:pt x="308823" y="41161"/>
                  <a:pt x="308823" y="45036"/>
                </a:cubicBezTo>
                <a:moveTo>
                  <a:pt x="291286" y="46154"/>
                </a:moveTo>
                <a:cubicBezTo>
                  <a:pt x="291286" y="44262"/>
                  <a:pt x="291095" y="42585"/>
                  <a:pt x="290713" y="41122"/>
                </a:cubicBezTo>
                <a:cubicBezTo>
                  <a:pt x="290331" y="39658"/>
                  <a:pt x="289701" y="38419"/>
                  <a:pt x="288824" y="37406"/>
                </a:cubicBezTo>
                <a:cubicBezTo>
                  <a:pt x="287948" y="36392"/>
                  <a:pt x="286823" y="35615"/>
                  <a:pt x="285452" y="35075"/>
                </a:cubicBezTo>
                <a:cubicBezTo>
                  <a:pt x="284081" y="34534"/>
                  <a:pt x="282406" y="34264"/>
                  <a:pt x="280427" y="34264"/>
                </a:cubicBezTo>
                <a:cubicBezTo>
                  <a:pt x="278179" y="34264"/>
                  <a:pt x="276155" y="34703"/>
                  <a:pt x="274357" y="35581"/>
                </a:cubicBezTo>
                <a:cubicBezTo>
                  <a:pt x="272558" y="36459"/>
                  <a:pt x="270951" y="37642"/>
                  <a:pt x="269534" y="39128"/>
                </a:cubicBezTo>
                <a:cubicBezTo>
                  <a:pt x="268118" y="40615"/>
                  <a:pt x="266893" y="42338"/>
                  <a:pt x="265858" y="44297"/>
                </a:cubicBezTo>
                <a:cubicBezTo>
                  <a:pt x="264824" y="46255"/>
                  <a:pt x="263970" y="48316"/>
                  <a:pt x="263295" y="50479"/>
                </a:cubicBezTo>
                <a:cubicBezTo>
                  <a:pt x="262621" y="52640"/>
                  <a:pt x="262126" y="54835"/>
                  <a:pt x="261811" y="57065"/>
                </a:cubicBezTo>
                <a:cubicBezTo>
                  <a:pt x="261497" y="59294"/>
                  <a:pt x="261339" y="61422"/>
                  <a:pt x="261339" y="63450"/>
                </a:cubicBezTo>
                <a:cubicBezTo>
                  <a:pt x="261339" y="65341"/>
                  <a:pt x="261530" y="67030"/>
                  <a:pt x="261913" y="68517"/>
                </a:cubicBezTo>
                <a:cubicBezTo>
                  <a:pt x="262295" y="70002"/>
                  <a:pt x="262924" y="71252"/>
                  <a:pt x="263801" y="72266"/>
                </a:cubicBezTo>
                <a:cubicBezTo>
                  <a:pt x="264678" y="73280"/>
                  <a:pt x="265802" y="74057"/>
                  <a:pt x="267174" y="74598"/>
                </a:cubicBezTo>
                <a:cubicBezTo>
                  <a:pt x="268545" y="75137"/>
                  <a:pt x="270220" y="75407"/>
                  <a:pt x="272198" y="75407"/>
                </a:cubicBezTo>
                <a:cubicBezTo>
                  <a:pt x="274447" y="75407"/>
                  <a:pt x="276470" y="74968"/>
                  <a:pt x="278269" y="74090"/>
                </a:cubicBezTo>
                <a:cubicBezTo>
                  <a:pt x="280067" y="73211"/>
                  <a:pt x="281675" y="72018"/>
                  <a:pt x="283091" y="70509"/>
                </a:cubicBezTo>
                <a:cubicBezTo>
                  <a:pt x="284508" y="68999"/>
                  <a:pt x="285733" y="67265"/>
                  <a:pt x="286767" y="65307"/>
                </a:cubicBezTo>
                <a:cubicBezTo>
                  <a:pt x="287801" y="63348"/>
                  <a:pt x="288656" y="61277"/>
                  <a:pt x="289330" y="59093"/>
                </a:cubicBezTo>
                <a:cubicBezTo>
                  <a:pt x="290005" y="56908"/>
                  <a:pt x="290499" y="54712"/>
                  <a:pt x="290814" y="52506"/>
                </a:cubicBezTo>
                <a:cubicBezTo>
                  <a:pt x="291129" y="50299"/>
                  <a:pt x="291286" y="48181"/>
                  <a:pt x="291286" y="46154"/>
                </a:cubicBezTo>
                <a:close/>
                <a:moveTo>
                  <a:pt x="409610" y="84985"/>
                </a:moveTo>
                <a:cubicBezTo>
                  <a:pt x="409520" y="85434"/>
                  <a:pt x="409307" y="85828"/>
                  <a:pt x="408970" y="86165"/>
                </a:cubicBezTo>
                <a:cubicBezTo>
                  <a:pt x="408632" y="86502"/>
                  <a:pt x="408104" y="86783"/>
                  <a:pt x="407385" y="87008"/>
                </a:cubicBezTo>
                <a:cubicBezTo>
                  <a:pt x="406665" y="87233"/>
                  <a:pt x="405755" y="87402"/>
                  <a:pt x="404653" y="87514"/>
                </a:cubicBezTo>
                <a:cubicBezTo>
                  <a:pt x="403551" y="87626"/>
                  <a:pt x="402169" y="87683"/>
                  <a:pt x="400505" y="87683"/>
                </a:cubicBezTo>
                <a:cubicBezTo>
                  <a:pt x="398886" y="87683"/>
                  <a:pt x="397537" y="87626"/>
                  <a:pt x="396458" y="87514"/>
                </a:cubicBezTo>
                <a:cubicBezTo>
                  <a:pt x="395379" y="87402"/>
                  <a:pt x="394547" y="87233"/>
                  <a:pt x="393962" y="87008"/>
                </a:cubicBezTo>
                <a:cubicBezTo>
                  <a:pt x="393378" y="86783"/>
                  <a:pt x="392984" y="86502"/>
                  <a:pt x="392782" y="86165"/>
                </a:cubicBezTo>
                <a:cubicBezTo>
                  <a:pt x="392580" y="85828"/>
                  <a:pt x="392546" y="85434"/>
                  <a:pt x="392681" y="84985"/>
                </a:cubicBezTo>
                <a:lnTo>
                  <a:pt x="399898" y="48900"/>
                </a:lnTo>
                <a:cubicBezTo>
                  <a:pt x="400078" y="47860"/>
                  <a:pt x="400235" y="46832"/>
                  <a:pt x="400370" y="45816"/>
                </a:cubicBezTo>
                <a:cubicBezTo>
                  <a:pt x="400505" y="44799"/>
                  <a:pt x="400572" y="43770"/>
                  <a:pt x="400572" y="42731"/>
                </a:cubicBezTo>
                <a:cubicBezTo>
                  <a:pt x="400572" y="40606"/>
                  <a:pt x="400179" y="38889"/>
                  <a:pt x="399392" y="37579"/>
                </a:cubicBezTo>
                <a:cubicBezTo>
                  <a:pt x="398605" y="36268"/>
                  <a:pt x="397200" y="35613"/>
                  <a:pt x="395176" y="35613"/>
                </a:cubicBezTo>
                <a:cubicBezTo>
                  <a:pt x="393378" y="35613"/>
                  <a:pt x="391512" y="36199"/>
                  <a:pt x="389578" y="37373"/>
                </a:cubicBezTo>
                <a:cubicBezTo>
                  <a:pt x="387645" y="38545"/>
                  <a:pt x="385790" y="40134"/>
                  <a:pt x="384014" y="42142"/>
                </a:cubicBezTo>
                <a:cubicBezTo>
                  <a:pt x="382238" y="44149"/>
                  <a:pt x="380664" y="46494"/>
                  <a:pt x="379292" y="49178"/>
                </a:cubicBezTo>
                <a:cubicBezTo>
                  <a:pt x="377921" y="51861"/>
                  <a:pt x="376943" y="54713"/>
                  <a:pt x="376358" y="57736"/>
                </a:cubicBezTo>
                <a:lnTo>
                  <a:pt x="370895" y="84985"/>
                </a:lnTo>
                <a:cubicBezTo>
                  <a:pt x="370805" y="85434"/>
                  <a:pt x="370592" y="85828"/>
                  <a:pt x="370254" y="86165"/>
                </a:cubicBezTo>
                <a:cubicBezTo>
                  <a:pt x="369917" y="86502"/>
                  <a:pt x="369389" y="86783"/>
                  <a:pt x="368669" y="87008"/>
                </a:cubicBezTo>
                <a:cubicBezTo>
                  <a:pt x="367950" y="87233"/>
                  <a:pt x="367039" y="87402"/>
                  <a:pt x="365938" y="87514"/>
                </a:cubicBezTo>
                <a:cubicBezTo>
                  <a:pt x="364836" y="87626"/>
                  <a:pt x="363453" y="87683"/>
                  <a:pt x="361790" y="87683"/>
                </a:cubicBezTo>
                <a:cubicBezTo>
                  <a:pt x="360171" y="87683"/>
                  <a:pt x="358833" y="87626"/>
                  <a:pt x="357776" y="87514"/>
                </a:cubicBezTo>
                <a:cubicBezTo>
                  <a:pt x="356720" y="87402"/>
                  <a:pt x="355899" y="87233"/>
                  <a:pt x="355315" y="87008"/>
                </a:cubicBezTo>
                <a:cubicBezTo>
                  <a:pt x="354730" y="86783"/>
                  <a:pt x="354337" y="86502"/>
                  <a:pt x="354134" y="86165"/>
                </a:cubicBezTo>
                <a:cubicBezTo>
                  <a:pt x="353932" y="85828"/>
                  <a:pt x="353876" y="85434"/>
                  <a:pt x="353966" y="84985"/>
                </a:cubicBezTo>
                <a:lnTo>
                  <a:pt x="361115" y="48900"/>
                </a:lnTo>
                <a:cubicBezTo>
                  <a:pt x="361385" y="47860"/>
                  <a:pt x="361576" y="46787"/>
                  <a:pt x="361688" y="45679"/>
                </a:cubicBezTo>
                <a:cubicBezTo>
                  <a:pt x="361801" y="44572"/>
                  <a:pt x="361857" y="43498"/>
                  <a:pt x="361857" y="42459"/>
                </a:cubicBezTo>
                <a:cubicBezTo>
                  <a:pt x="361857" y="40470"/>
                  <a:pt x="361452" y="38833"/>
                  <a:pt x="360643" y="37545"/>
                </a:cubicBezTo>
                <a:cubicBezTo>
                  <a:pt x="359834" y="36257"/>
                  <a:pt x="358440" y="35613"/>
                  <a:pt x="356461" y="35613"/>
                </a:cubicBezTo>
                <a:cubicBezTo>
                  <a:pt x="354663" y="35613"/>
                  <a:pt x="352796" y="36199"/>
                  <a:pt x="350863" y="37373"/>
                </a:cubicBezTo>
                <a:cubicBezTo>
                  <a:pt x="348929" y="38545"/>
                  <a:pt x="347075" y="40134"/>
                  <a:pt x="345298" y="42142"/>
                </a:cubicBezTo>
                <a:cubicBezTo>
                  <a:pt x="343522" y="44149"/>
                  <a:pt x="341949" y="46494"/>
                  <a:pt x="340577" y="49178"/>
                </a:cubicBezTo>
                <a:cubicBezTo>
                  <a:pt x="339206" y="51861"/>
                  <a:pt x="338228" y="54713"/>
                  <a:pt x="337643" y="57736"/>
                </a:cubicBezTo>
                <a:lnTo>
                  <a:pt x="332180" y="84985"/>
                </a:lnTo>
                <a:cubicBezTo>
                  <a:pt x="332090" y="85434"/>
                  <a:pt x="331876" y="85828"/>
                  <a:pt x="331539" y="86165"/>
                </a:cubicBezTo>
                <a:cubicBezTo>
                  <a:pt x="331202" y="86502"/>
                  <a:pt x="330685" y="86783"/>
                  <a:pt x="329988" y="87008"/>
                </a:cubicBezTo>
                <a:cubicBezTo>
                  <a:pt x="329291" y="87233"/>
                  <a:pt x="328380" y="87402"/>
                  <a:pt x="327256" y="87514"/>
                </a:cubicBezTo>
                <a:cubicBezTo>
                  <a:pt x="326132" y="87626"/>
                  <a:pt x="324761" y="87683"/>
                  <a:pt x="323142" y="87683"/>
                </a:cubicBezTo>
                <a:cubicBezTo>
                  <a:pt x="321478" y="87683"/>
                  <a:pt x="320118" y="87626"/>
                  <a:pt x="319061" y="87514"/>
                </a:cubicBezTo>
                <a:cubicBezTo>
                  <a:pt x="318004" y="87402"/>
                  <a:pt x="317173" y="87233"/>
                  <a:pt x="316566" y="87008"/>
                </a:cubicBezTo>
                <a:cubicBezTo>
                  <a:pt x="315959" y="86783"/>
                  <a:pt x="315565" y="86502"/>
                  <a:pt x="315385" y="86165"/>
                </a:cubicBezTo>
                <a:cubicBezTo>
                  <a:pt x="315205" y="85828"/>
                  <a:pt x="315160" y="85434"/>
                  <a:pt x="315250" y="84985"/>
                </a:cubicBezTo>
                <a:lnTo>
                  <a:pt x="327324" y="24753"/>
                </a:lnTo>
                <a:cubicBezTo>
                  <a:pt x="327413" y="24304"/>
                  <a:pt x="327605" y="23910"/>
                  <a:pt x="327897" y="23573"/>
                </a:cubicBezTo>
                <a:cubicBezTo>
                  <a:pt x="328189" y="23236"/>
                  <a:pt x="328639" y="22966"/>
                  <a:pt x="329246" y="22764"/>
                </a:cubicBezTo>
                <a:cubicBezTo>
                  <a:pt x="329853" y="22561"/>
                  <a:pt x="330640" y="22404"/>
                  <a:pt x="331607" y="22292"/>
                </a:cubicBezTo>
                <a:cubicBezTo>
                  <a:pt x="332573" y="22179"/>
                  <a:pt x="333731" y="22123"/>
                  <a:pt x="335080" y="22123"/>
                </a:cubicBezTo>
                <a:cubicBezTo>
                  <a:pt x="336474" y="22123"/>
                  <a:pt x="337609" y="22179"/>
                  <a:pt x="338486" y="22292"/>
                </a:cubicBezTo>
                <a:cubicBezTo>
                  <a:pt x="339363" y="22404"/>
                  <a:pt x="340049" y="22561"/>
                  <a:pt x="340543" y="22764"/>
                </a:cubicBezTo>
                <a:cubicBezTo>
                  <a:pt x="341038" y="22966"/>
                  <a:pt x="341364" y="23236"/>
                  <a:pt x="341521" y="23573"/>
                </a:cubicBezTo>
                <a:cubicBezTo>
                  <a:pt x="341679" y="23910"/>
                  <a:pt x="341713" y="24304"/>
                  <a:pt x="341623" y="24753"/>
                </a:cubicBezTo>
                <a:lnTo>
                  <a:pt x="339667" y="34668"/>
                </a:lnTo>
                <a:cubicBezTo>
                  <a:pt x="340611" y="33086"/>
                  <a:pt x="341870" y="31471"/>
                  <a:pt x="343444" y="29823"/>
                </a:cubicBezTo>
                <a:cubicBezTo>
                  <a:pt x="345017" y="28173"/>
                  <a:pt x="346805" y="26693"/>
                  <a:pt x="348806" y="25384"/>
                </a:cubicBezTo>
                <a:cubicBezTo>
                  <a:pt x="350807" y="24073"/>
                  <a:pt x="352988" y="22999"/>
                  <a:pt x="355348" y="22163"/>
                </a:cubicBezTo>
                <a:cubicBezTo>
                  <a:pt x="357709" y="21327"/>
                  <a:pt x="360148" y="20909"/>
                  <a:pt x="362666" y="20909"/>
                </a:cubicBezTo>
                <a:cubicBezTo>
                  <a:pt x="365274" y="20909"/>
                  <a:pt x="367534" y="21260"/>
                  <a:pt x="369445" y="21961"/>
                </a:cubicBezTo>
                <a:cubicBezTo>
                  <a:pt x="371356" y="22660"/>
                  <a:pt x="372930" y="23632"/>
                  <a:pt x="374166" y="24876"/>
                </a:cubicBezTo>
                <a:cubicBezTo>
                  <a:pt x="375403" y="26118"/>
                  <a:pt x="376347" y="27575"/>
                  <a:pt x="376999" y="29247"/>
                </a:cubicBezTo>
                <a:cubicBezTo>
                  <a:pt x="377651" y="30918"/>
                  <a:pt x="378067" y="32725"/>
                  <a:pt x="378247" y="34668"/>
                </a:cubicBezTo>
                <a:cubicBezTo>
                  <a:pt x="379281" y="33041"/>
                  <a:pt x="380596" y="31415"/>
                  <a:pt x="382193" y="29789"/>
                </a:cubicBezTo>
                <a:cubicBezTo>
                  <a:pt x="383789" y="28162"/>
                  <a:pt x="385588" y="26693"/>
                  <a:pt x="387588" y="25384"/>
                </a:cubicBezTo>
                <a:cubicBezTo>
                  <a:pt x="389589" y="24073"/>
                  <a:pt x="391759" y="22999"/>
                  <a:pt x="394097" y="22163"/>
                </a:cubicBezTo>
                <a:cubicBezTo>
                  <a:pt x="396435" y="21327"/>
                  <a:pt x="398841" y="20909"/>
                  <a:pt x="401314" y="20909"/>
                </a:cubicBezTo>
                <a:cubicBezTo>
                  <a:pt x="404462" y="20909"/>
                  <a:pt x="407104" y="21349"/>
                  <a:pt x="409239" y="22228"/>
                </a:cubicBezTo>
                <a:cubicBezTo>
                  <a:pt x="411375" y="23107"/>
                  <a:pt x="413095" y="24323"/>
                  <a:pt x="414399" y="25879"/>
                </a:cubicBezTo>
                <a:cubicBezTo>
                  <a:pt x="415703" y="27435"/>
                  <a:pt x="416647" y="29261"/>
                  <a:pt x="417232" y="31357"/>
                </a:cubicBezTo>
                <a:cubicBezTo>
                  <a:pt x="417817" y="33452"/>
                  <a:pt x="418109" y="35717"/>
                  <a:pt x="418109" y="38152"/>
                </a:cubicBezTo>
                <a:cubicBezTo>
                  <a:pt x="418109" y="39729"/>
                  <a:pt x="418019" y="41318"/>
                  <a:pt x="417839" y="42918"/>
                </a:cubicBezTo>
                <a:cubicBezTo>
                  <a:pt x="417659" y="44519"/>
                  <a:pt x="417389" y="46153"/>
                  <a:pt x="417030" y="47821"/>
                </a:cubicBezTo>
                <a:lnTo>
                  <a:pt x="409610" y="84985"/>
                </a:lnTo>
                <a:close/>
                <a:moveTo>
                  <a:pt x="462704" y="49372"/>
                </a:moveTo>
                <a:cubicBezTo>
                  <a:pt x="462704" y="49687"/>
                  <a:pt x="462670" y="50181"/>
                  <a:pt x="462603" y="50856"/>
                </a:cubicBezTo>
                <a:cubicBezTo>
                  <a:pt x="462535" y="51530"/>
                  <a:pt x="462412" y="52272"/>
                  <a:pt x="462232" y="53082"/>
                </a:cubicBezTo>
                <a:cubicBezTo>
                  <a:pt x="462052" y="53891"/>
                  <a:pt x="461827" y="54712"/>
                  <a:pt x="461557" y="55544"/>
                </a:cubicBezTo>
                <a:cubicBezTo>
                  <a:pt x="461288" y="56375"/>
                  <a:pt x="460973" y="57151"/>
                  <a:pt x="460613" y="57871"/>
                </a:cubicBezTo>
                <a:cubicBezTo>
                  <a:pt x="460253" y="58590"/>
                  <a:pt x="459826" y="59175"/>
                  <a:pt x="459332" y="59624"/>
                </a:cubicBezTo>
                <a:cubicBezTo>
                  <a:pt x="458837" y="60074"/>
                  <a:pt x="458275" y="60299"/>
                  <a:pt x="457645" y="60299"/>
                </a:cubicBezTo>
                <a:lnTo>
                  <a:pt x="429587" y="60299"/>
                </a:lnTo>
                <a:cubicBezTo>
                  <a:pt x="428778" y="60299"/>
                  <a:pt x="428204" y="60063"/>
                  <a:pt x="427867" y="59590"/>
                </a:cubicBezTo>
                <a:cubicBezTo>
                  <a:pt x="427530" y="59118"/>
                  <a:pt x="427361" y="58320"/>
                  <a:pt x="427361" y="57196"/>
                </a:cubicBezTo>
                <a:cubicBezTo>
                  <a:pt x="427361" y="56836"/>
                  <a:pt x="427384" y="56308"/>
                  <a:pt x="427429" y="55611"/>
                </a:cubicBezTo>
                <a:cubicBezTo>
                  <a:pt x="427474" y="54914"/>
                  <a:pt x="427575" y="54172"/>
                  <a:pt x="427732" y="53385"/>
                </a:cubicBezTo>
                <a:cubicBezTo>
                  <a:pt x="427889" y="52598"/>
                  <a:pt x="428103" y="51789"/>
                  <a:pt x="428373" y="50957"/>
                </a:cubicBezTo>
                <a:cubicBezTo>
                  <a:pt x="428643" y="50125"/>
                  <a:pt x="428957" y="49361"/>
                  <a:pt x="429317" y="48664"/>
                </a:cubicBezTo>
                <a:cubicBezTo>
                  <a:pt x="429677" y="47967"/>
                  <a:pt x="430104" y="47416"/>
                  <a:pt x="430599" y="47011"/>
                </a:cubicBezTo>
                <a:cubicBezTo>
                  <a:pt x="431093" y="46607"/>
                  <a:pt x="431678" y="46404"/>
                  <a:pt x="432352" y="46404"/>
                </a:cubicBezTo>
                <a:lnTo>
                  <a:pt x="460411" y="46404"/>
                </a:lnTo>
                <a:cubicBezTo>
                  <a:pt x="461265" y="46404"/>
                  <a:pt x="461861" y="46663"/>
                  <a:pt x="462198" y="47180"/>
                </a:cubicBezTo>
                <a:cubicBezTo>
                  <a:pt x="462535" y="47697"/>
                  <a:pt x="462704" y="48428"/>
                  <a:pt x="462704" y="4937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Coordinates">
            <a:extLst xmlns:a="http://schemas.openxmlformats.org/drawingml/2006/main">
              <a:ext uri="{FF2B5EF4-FFF2-40B4-BE49-F238E27FC236}">
                <a16:creationId xmlns:a16="http://schemas.microsoft.com/office/drawing/2014/main" id="{12F2FEB6-20B3-407F-A776-B76B6DCF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014" y="480206"/>
            <a:ext cx="678589" cy="95372"/>
          </a:xfrm>
          <a:custGeom xmlns:a="http://schemas.openxmlformats.org/drawingml/2006/main">
            <a:pathLst>
              <a:path w="678589" h="95372">
                <a:moveTo>
                  <a:pt x="70753" y="14868"/>
                </a:moveTo>
                <a:cubicBezTo>
                  <a:pt x="70753" y="16131"/>
                  <a:pt x="70540" y="17823"/>
                  <a:pt x="70112" y="19944"/>
                </a:cubicBezTo>
                <a:cubicBezTo>
                  <a:pt x="69685" y="22063"/>
                  <a:pt x="69146" y="23765"/>
                  <a:pt x="68494" y="25051"/>
                </a:cubicBezTo>
                <a:cubicBezTo>
                  <a:pt x="67842" y="26336"/>
                  <a:pt x="67111" y="26979"/>
                  <a:pt x="66302" y="26979"/>
                </a:cubicBezTo>
                <a:cubicBezTo>
                  <a:pt x="65717" y="26979"/>
                  <a:pt x="65020" y="26608"/>
                  <a:pt x="64211" y="25866"/>
                </a:cubicBezTo>
                <a:cubicBezTo>
                  <a:pt x="63401" y="25124"/>
                  <a:pt x="62345" y="24326"/>
                  <a:pt x="61041" y="23472"/>
                </a:cubicBezTo>
                <a:cubicBezTo>
                  <a:pt x="59737" y="22618"/>
                  <a:pt x="58073" y="21819"/>
                  <a:pt x="56049" y="21078"/>
                </a:cubicBezTo>
                <a:cubicBezTo>
                  <a:pt x="54026" y="20336"/>
                  <a:pt x="51508" y="19965"/>
                  <a:pt x="48495" y="19965"/>
                </a:cubicBezTo>
                <a:cubicBezTo>
                  <a:pt x="45168" y="19965"/>
                  <a:pt x="42133" y="20628"/>
                  <a:pt x="39390" y="21954"/>
                </a:cubicBezTo>
                <a:cubicBezTo>
                  <a:pt x="36647" y="23281"/>
                  <a:pt x="34196" y="25035"/>
                  <a:pt x="32038" y="27215"/>
                </a:cubicBezTo>
                <a:cubicBezTo>
                  <a:pt x="29880" y="29396"/>
                  <a:pt x="27991" y="31903"/>
                  <a:pt x="26372" y="34736"/>
                </a:cubicBezTo>
                <a:cubicBezTo>
                  <a:pt x="24753" y="37569"/>
                  <a:pt x="23416" y="40514"/>
                  <a:pt x="22359" y="43572"/>
                </a:cubicBezTo>
                <a:cubicBezTo>
                  <a:pt x="21302" y="46629"/>
                  <a:pt x="20515" y="49676"/>
                  <a:pt x="19998" y="52711"/>
                </a:cubicBezTo>
                <a:cubicBezTo>
                  <a:pt x="19481" y="55746"/>
                  <a:pt x="19223" y="58567"/>
                  <a:pt x="19223" y="61175"/>
                </a:cubicBezTo>
                <a:cubicBezTo>
                  <a:pt x="19223" y="64323"/>
                  <a:pt x="19616" y="67088"/>
                  <a:pt x="20403" y="69472"/>
                </a:cubicBezTo>
                <a:cubicBezTo>
                  <a:pt x="21190" y="71855"/>
                  <a:pt x="22325" y="73833"/>
                  <a:pt x="23809" y="75407"/>
                </a:cubicBezTo>
                <a:cubicBezTo>
                  <a:pt x="25293" y="76981"/>
                  <a:pt x="27114" y="78161"/>
                  <a:pt x="29273" y="78948"/>
                </a:cubicBezTo>
                <a:cubicBezTo>
                  <a:pt x="31431" y="79735"/>
                  <a:pt x="33859" y="80128"/>
                  <a:pt x="36557" y="80128"/>
                </a:cubicBezTo>
                <a:cubicBezTo>
                  <a:pt x="39749" y="80128"/>
                  <a:pt x="42481" y="79791"/>
                  <a:pt x="44752" y="79117"/>
                </a:cubicBezTo>
                <a:cubicBezTo>
                  <a:pt x="47023" y="78442"/>
                  <a:pt x="48956" y="77700"/>
                  <a:pt x="50552" y="76891"/>
                </a:cubicBezTo>
                <a:cubicBezTo>
                  <a:pt x="52149" y="76082"/>
                  <a:pt x="53475" y="75340"/>
                  <a:pt x="54532" y="74665"/>
                </a:cubicBezTo>
                <a:cubicBezTo>
                  <a:pt x="55589" y="73991"/>
                  <a:pt x="56544" y="73653"/>
                  <a:pt x="57398" y="73653"/>
                </a:cubicBezTo>
                <a:cubicBezTo>
                  <a:pt x="57983" y="73653"/>
                  <a:pt x="58376" y="73868"/>
                  <a:pt x="58579" y="74296"/>
                </a:cubicBezTo>
                <a:cubicBezTo>
                  <a:pt x="58781" y="74725"/>
                  <a:pt x="58882" y="75323"/>
                  <a:pt x="58882" y="76090"/>
                </a:cubicBezTo>
                <a:cubicBezTo>
                  <a:pt x="58882" y="76405"/>
                  <a:pt x="58837" y="76878"/>
                  <a:pt x="58747" y="77511"/>
                </a:cubicBezTo>
                <a:cubicBezTo>
                  <a:pt x="58657" y="78142"/>
                  <a:pt x="58545" y="78852"/>
                  <a:pt x="58410" y="79642"/>
                </a:cubicBezTo>
                <a:cubicBezTo>
                  <a:pt x="58275" y="80431"/>
                  <a:pt x="58118" y="81288"/>
                  <a:pt x="57938" y="82213"/>
                </a:cubicBezTo>
                <a:cubicBezTo>
                  <a:pt x="57758" y="83138"/>
                  <a:pt x="57556" y="83995"/>
                  <a:pt x="57331" y="84784"/>
                </a:cubicBezTo>
                <a:cubicBezTo>
                  <a:pt x="57106" y="85573"/>
                  <a:pt x="56848" y="86294"/>
                  <a:pt x="56555" y="86949"/>
                </a:cubicBezTo>
                <a:cubicBezTo>
                  <a:pt x="56263" y="87603"/>
                  <a:pt x="55870" y="88177"/>
                  <a:pt x="55375" y="88673"/>
                </a:cubicBezTo>
                <a:cubicBezTo>
                  <a:pt x="54880" y="89169"/>
                  <a:pt x="53914" y="89812"/>
                  <a:pt x="52475" y="90602"/>
                </a:cubicBezTo>
                <a:cubicBezTo>
                  <a:pt x="51036" y="91392"/>
                  <a:pt x="49282" y="92125"/>
                  <a:pt x="47214" y="92802"/>
                </a:cubicBezTo>
                <a:cubicBezTo>
                  <a:pt x="45145" y="93478"/>
                  <a:pt x="42807" y="94053"/>
                  <a:pt x="40199" y="94526"/>
                </a:cubicBezTo>
                <a:cubicBezTo>
                  <a:pt x="37591" y="95000"/>
                  <a:pt x="34803" y="95237"/>
                  <a:pt x="31836" y="95237"/>
                </a:cubicBezTo>
                <a:cubicBezTo>
                  <a:pt x="26934" y="95237"/>
                  <a:pt x="22516" y="94584"/>
                  <a:pt x="18582" y="93279"/>
                </a:cubicBezTo>
                <a:cubicBezTo>
                  <a:pt x="14647" y="91972"/>
                  <a:pt x="11309" y="89991"/>
                  <a:pt x="8566" y="87335"/>
                </a:cubicBezTo>
                <a:cubicBezTo>
                  <a:pt x="5823" y="84678"/>
                  <a:pt x="3710" y="81345"/>
                  <a:pt x="2226" y="77338"/>
                </a:cubicBezTo>
                <a:cubicBezTo>
                  <a:pt x="742" y="73329"/>
                  <a:pt x="0" y="68645"/>
                  <a:pt x="0" y="63285"/>
                </a:cubicBezTo>
                <a:cubicBezTo>
                  <a:pt x="0" y="59098"/>
                  <a:pt x="427" y="54741"/>
                  <a:pt x="1282" y="50215"/>
                </a:cubicBezTo>
                <a:cubicBezTo>
                  <a:pt x="2136" y="45689"/>
                  <a:pt x="3429" y="41265"/>
                  <a:pt x="5160" y="36943"/>
                </a:cubicBezTo>
                <a:cubicBezTo>
                  <a:pt x="6891" y="32619"/>
                  <a:pt x="9083" y="28521"/>
                  <a:pt x="11736" y="24648"/>
                </a:cubicBezTo>
                <a:cubicBezTo>
                  <a:pt x="14389" y="20775"/>
                  <a:pt x="17525" y="17387"/>
                  <a:pt x="21145" y="14482"/>
                </a:cubicBezTo>
                <a:cubicBezTo>
                  <a:pt x="24765" y="11578"/>
                  <a:pt x="28879" y="9270"/>
                  <a:pt x="33488" y="7558"/>
                </a:cubicBezTo>
                <a:cubicBezTo>
                  <a:pt x="38097" y="5847"/>
                  <a:pt x="43212" y="4991"/>
                  <a:pt x="48832" y="4991"/>
                </a:cubicBezTo>
                <a:cubicBezTo>
                  <a:pt x="51980" y="4991"/>
                  <a:pt x="54959" y="5319"/>
                  <a:pt x="57769" y="5973"/>
                </a:cubicBezTo>
                <a:cubicBezTo>
                  <a:pt x="60580" y="6627"/>
                  <a:pt x="63030" y="7495"/>
                  <a:pt x="65121" y="8579"/>
                </a:cubicBezTo>
                <a:cubicBezTo>
                  <a:pt x="67212" y="9661"/>
                  <a:pt x="68673" y="10641"/>
                  <a:pt x="69505" y="11521"/>
                </a:cubicBezTo>
                <a:cubicBezTo>
                  <a:pt x="70337" y="12399"/>
                  <a:pt x="70753" y="13515"/>
                  <a:pt x="70753" y="14868"/>
                </a:cubicBezTo>
                <a:close/>
                <a:moveTo>
                  <a:pt x="134283" y="51511"/>
                </a:moveTo>
                <a:cubicBezTo>
                  <a:pt x="134283" y="54755"/>
                  <a:pt x="133980" y="58088"/>
                  <a:pt x="133373" y="61513"/>
                </a:cubicBezTo>
                <a:cubicBezTo>
                  <a:pt x="132766" y="64937"/>
                  <a:pt x="131810" y="68283"/>
                  <a:pt x="130506" y="71550"/>
                </a:cubicBezTo>
                <a:cubicBezTo>
                  <a:pt x="129202" y="74815"/>
                  <a:pt x="127527" y="77879"/>
                  <a:pt x="125481" y="80740"/>
                </a:cubicBezTo>
                <a:cubicBezTo>
                  <a:pt x="123435" y="83601"/>
                  <a:pt x="120985" y="86124"/>
                  <a:pt x="118129" y="88309"/>
                </a:cubicBezTo>
                <a:cubicBezTo>
                  <a:pt x="115274" y="90494"/>
                  <a:pt x="112003" y="92217"/>
                  <a:pt x="108316" y="93479"/>
                </a:cubicBezTo>
                <a:cubicBezTo>
                  <a:pt x="104628" y="94741"/>
                  <a:pt x="100469" y="95372"/>
                  <a:pt x="95838" y="95372"/>
                </a:cubicBezTo>
                <a:cubicBezTo>
                  <a:pt x="91296" y="95372"/>
                  <a:pt x="87373" y="94842"/>
                  <a:pt x="84068" y="93782"/>
                </a:cubicBezTo>
                <a:cubicBezTo>
                  <a:pt x="80763" y="92724"/>
                  <a:pt x="78009" y="91170"/>
                  <a:pt x="75806" y="89120"/>
                </a:cubicBezTo>
                <a:cubicBezTo>
                  <a:pt x="73602" y="87070"/>
                  <a:pt x="71961" y="84547"/>
                  <a:pt x="70882" y="81551"/>
                </a:cubicBezTo>
                <a:cubicBezTo>
                  <a:pt x="69803" y="78555"/>
                  <a:pt x="69263" y="75120"/>
                  <a:pt x="69263" y="71244"/>
                </a:cubicBezTo>
                <a:cubicBezTo>
                  <a:pt x="69263" y="68001"/>
                  <a:pt x="69567" y="64667"/>
                  <a:pt x="70174" y="61243"/>
                </a:cubicBezTo>
                <a:cubicBezTo>
                  <a:pt x="70781" y="57819"/>
                  <a:pt x="71736" y="54485"/>
                  <a:pt x="73040" y="51242"/>
                </a:cubicBezTo>
                <a:cubicBezTo>
                  <a:pt x="74344" y="47997"/>
                  <a:pt x="76019" y="44922"/>
                  <a:pt x="78065" y="42016"/>
                </a:cubicBezTo>
                <a:cubicBezTo>
                  <a:pt x="80111" y="39110"/>
                  <a:pt x="82562" y="36576"/>
                  <a:pt x="85417" y="34413"/>
                </a:cubicBezTo>
                <a:cubicBezTo>
                  <a:pt x="88272" y="32251"/>
                  <a:pt x="91543" y="30539"/>
                  <a:pt x="95231" y="29277"/>
                </a:cubicBezTo>
                <a:cubicBezTo>
                  <a:pt x="98918" y="28015"/>
                  <a:pt x="103077" y="27384"/>
                  <a:pt x="107709" y="27384"/>
                </a:cubicBezTo>
                <a:cubicBezTo>
                  <a:pt x="112250" y="27384"/>
                  <a:pt x="116173" y="27914"/>
                  <a:pt x="119478" y="28973"/>
                </a:cubicBezTo>
                <a:cubicBezTo>
                  <a:pt x="122783" y="30031"/>
                  <a:pt x="125537" y="31585"/>
                  <a:pt x="127741" y="33636"/>
                </a:cubicBezTo>
                <a:cubicBezTo>
                  <a:pt x="129944" y="35686"/>
                  <a:pt x="131585" y="38209"/>
                  <a:pt x="132664" y="41205"/>
                </a:cubicBezTo>
                <a:cubicBezTo>
                  <a:pt x="133744" y="44200"/>
                  <a:pt x="134283" y="47636"/>
                  <a:pt x="134283" y="51511"/>
                </a:cubicBezTo>
                <a:moveTo>
                  <a:pt x="116747" y="52629"/>
                </a:moveTo>
                <a:cubicBezTo>
                  <a:pt x="116747" y="50737"/>
                  <a:pt x="116556" y="49060"/>
                  <a:pt x="116173" y="47597"/>
                </a:cubicBezTo>
                <a:cubicBezTo>
                  <a:pt x="115791" y="46133"/>
                  <a:pt x="115162" y="44894"/>
                  <a:pt x="114285" y="43881"/>
                </a:cubicBezTo>
                <a:cubicBezTo>
                  <a:pt x="113408" y="42867"/>
                  <a:pt x="112284" y="42090"/>
                  <a:pt x="110912" y="41550"/>
                </a:cubicBezTo>
                <a:cubicBezTo>
                  <a:pt x="109541" y="41009"/>
                  <a:pt x="107866" y="40739"/>
                  <a:pt x="105887" y="40739"/>
                </a:cubicBezTo>
                <a:cubicBezTo>
                  <a:pt x="103639" y="40739"/>
                  <a:pt x="101616" y="41178"/>
                  <a:pt x="99817" y="42056"/>
                </a:cubicBezTo>
                <a:cubicBezTo>
                  <a:pt x="98019" y="42934"/>
                  <a:pt x="96411" y="44117"/>
                  <a:pt x="94995" y="45603"/>
                </a:cubicBezTo>
                <a:cubicBezTo>
                  <a:pt x="93578" y="47090"/>
                  <a:pt x="92353" y="48813"/>
                  <a:pt x="91319" y="50772"/>
                </a:cubicBezTo>
                <a:cubicBezTo>
                  <a:pt x="90284" y="52730"/>
                  <a:pt x="89430" y="54791"/>
                  <a:pt x="88756" y="56954"/>
                </a:cubicBezTo>
                <a:cubicBezTo>
                  <a:pt x="88081" y="59115"/>
                  <a:pt x="87587" y="61310"/>
                  <a:pt x="87272" y="63540"/>
                </a:cubicBezTo>
                <a:cubicBezTo>
                  <a:pt x="86957" y="65769"/>
                  <a:pt x="86800" y="67897"/>
                  <a:pt x="86800" y="69925"/>
                </a:cubicBezTo>
                <a:cubicBezTo>
                  <a:pt x="86800" y="71816"/>
                  <a:pt x="86991" y="73505"/>
                  <a:pt x="87373" y="74992"/>
                </a:cubicBezTo>
                <a:cubicBezTo>
                  <a:pt x="87755" y="76477"/>
                  <a:pt x="88385" y="77727"/>
                  <a:pt x="89261" y="78742"/>
                </a:cubicBezTo>
                <a:cubicBezTo>
                  <a:pt x="90138" y="79755"/>
                  <a:pt x="91262" y="80532"/>
                  <a:pt x="92634" y="81073"/>
                </a:cubicBezTo>
                <a:cubicBezTo>
                  <a:pt x="94005" y="81612"/>
                  <a:pt x="95680" y="81882"/>
                  <a:pt x="97659" y="81882"/>
                </a:cubicBezTo>
                <a:cubicBezTo>
                  <a:pt x="99907" y="81882"/>
                  <a:pt x="101931" y="81443"/>
                  <a:pt x="103729" y="80565"/>
                </a:cubicBezTo>
                <a:cubicBezTo>
                  <a:pt x="105528" y="79686"/>
                  <a:pt x="107135" y="78493"/>
                  <a:pt x="108552" y="76984"/>
                </a:cubicBezTo>
                <a:cubicBezTo>
                  <a:pt x="109968" y="75474"/>
                  <a:pt x="111193" y="73741"/>
                  <a:pt x="112228" y="71782"/>
                </a:cubicBezTo>
                <a:cubicBezTo>
                  <a:pt x="113262" y="69823"/>
                  <a:pt x="114116" y="67752"/>
                  <a:pt x="114791" y="65568"/>
                </a:cubicBezTo>
                <a:cubicBezTo>
                  <a:pt x="115465" y="63383"/>
                  <a:pt x="115960" y="61187"/>
                  <a:pt x="116274" y="58981"/>
                </a:cubicBezTo>
                <a:cubicBezTo>
                  <a:pt x="116589" y="56774"/>
                  <a:pt x="116747" y="54656"/>
                  <a:pt x="116747" y="52629"/>
                </a:cubicBezTo>
                <a:close/>
                <a:moveTo>
                  <a:pt x="207080" y="51511"/>
                </a:moveTo>
                <a:cubicBezTo>
                  <a:pt x="207080" y="54755"/>
                  <a:pt x="206777" y="58088"/>
                  <a:pt x="206170" y="61513"/>
                </a:cubicBezTo>
                <a:cubicBezTo>
                  <a:pt x="205563" y="64937"/>
                  <a:pt x="204607" y="68283"/>
                  <a:pt x="203303" y="71550"/>
                </a:cubicBezTo>
                <a:cubicBezTo>
                  <a:pt x="201999" y="74815"/>
                  <a:pt x="200324" y="77879"/>
                  <a:pt x="198278" y="80740"/>
                </a:cubicBezTo>
                <a:cubicBezTo>
                  <a:pt x="196232" y="83601"/>
                  <a:pt x="193782" y="86124"/>
                  <a:pt x="190926" y="88309"/>
                </a:cubicBezTo>
                <a:cubicBezTo>
                  <a:pt x="188071" y="90494"/>
                  <a:pt x="184800" y="92217"/>
                  <a:pt x="181113" y="93479"/>
                </a:cubicBezTo>
                <a:cubicBezTo>
                  <a:pt x="177426" y="94741"/>
                  <a:pt x="173266" y="95372"/>
                  <a:pt x="168635" y="95372"/>
                </a:cubicBezTo>
                <a:cubicBezTo>
                  <a:pt x="164093" y="95372"/>
                  <a:pt x="160170" y="94842"/>
                  <a:pt x="156865" y="93782"/>
                </a:cubicBezTo>
                <a:cubicBezTo>
                  <a:pt x="153560" y="92724"/>
                  <a:pt x="150806" y="91170"/>
                  <a:pt x="148603" y="89120"/>
                </a:cubicBezTo>
                <a:cubicBezTo>
                  <a:pt x="146399" y="87070"/>
                  <a:pt x="144758" y="84547"/>
                  <a:pt x="143679" y="81551"/>
                </a:cubicBezTo>
                <a:cubicBezTo>
                  <a:pt x="142600" y="78555"/>
                  <a:pt x="142060" y="75120"/>
                  <a:pt x="142060" y="71244"/>
                </a:cubicBezTo>
                <a:cubicBezTo>
                  <a:pt x="142060" y="68001"/>
                  <a:pt x="142364" y="64667"/>
                  <a:pt x="142971" y="61243"/>
                </a:cubicBezTo>
                <a:cubicBezTo>
                  <a:pt x="143578" y="57819"/>
                  <a:pt x="144533" y="54485"/>
                  <a:pt x="145837" y="51242"/>
                </a:cubicBezTo>
                <a:cubicBezTo>
                  <a:pt x="147141" y="47997"/>
                  <a:pt x="148816" y="44922"/>
                  <a:pt x="150862" y="42016"/>
                </a:cubicBezTo>
                <a:cubicBezTo>
                  <a:pt x="152908" y="39110"/>
                  <a:pt x="155359" y="36576"/>
                  <a:pt x="158214" y="34413"/>
                </a:cubicBezTo>
                <a:cubicBezTo>
                  <a:pt x="161069" y="32251"/>
                  <a:pt x="164341" y="30539"/>
                  <a:pt x="168028" y="29277"/>
                </a:cubicBezTo>
                <a:cubicBezTo>
                  <a:pt x="171715" y="28015"/>
                  <a:pt x="175874" y="27384"/>
                  <a:pt x="180506" y="27384"/>
                </a:cubicBezTo>
                <a:cubicBezTo>
                  <a:pt x="185047" y="27384"/>
                  <a:pt x="188970" y="27914"/>
                  <a:pt x="192275" y="28973"/>
                </a:cubicBezTo>
                <a:cubicBezTo>
                  <a:pt x="195580" y="30031"/>
                  <a:pt x="198334" y="31585"/>
                  <a:pt x="200538" y="33636"/>
                </a:cubicBezTo>
                <a:cubicBezTo>
                  <a:pt x="202741" y="35686"/>
                  <a:pt x="204382" y="38209"/>
                  <a:pt x="205461" y="41205"/>
                </a:cubicBezTo>
                <a:cubicBezTo>
                  <a:pt x="206541" y="44200"/>
                  <a:pt x="207080" y="47636"/>
                  <a:pt x="207080" y="51511"/>
                </a:cubicBezTo>
                <a:moveTo>
                  <a:pt x="189544" y="52629"/>
                </a:moveTo>
                <a:cubicBezTo>
                  <a:pt x="189544" y="50737"/>
                  <a:pt x="189353" y="49060"/>
                  <a:pt x="188970" y="47597"/>
                </a:cubicBezTo>
                <a:cubicBezTo>
                  <a:pt x="188588" y="46133"/>
                  <a:pt x="187959" y="44894"/>
                  <a:pt x="187082" y="43881"/>
                </a:cubicBezTo>
                <a:cubicBezTo>
                  <a:pt x="186205" y="42867"/>
                  <a:pt x="185081" y="42090"/>
                  <a:pt x="183709" y="41550"/>
                </a:cubicBezTo>
                <a:cubicBezTo>
                  <a:pt x="182338" y="41009"/>
                  <a:pt x="180663" y="40739"/>
                  <a:pt x="178685" y="40739"/>
                </a:cubicBezTo>
                <a:cubicBezTo>
                  <a:pt x="176436" y="40739"/>
                  <a:pt x="174413" y="41178"/>
                  <a:pt x="172614" y="42056"/>
                </a:cubicBezTo>
                <a:cubicBezTo>
                  <a:pt x="170816" y="42934"/>
                  <a:pt x="169208" y="44117"/>
                  <a:pt x="167792" y="45603"/>
                </a:cubicBezTo>
                <a:cubicBezTo>
                  <a:pt x="166375" y="47090"/>
                  <a:pt x="165150" y="48813"/>
                  <a:pt x="164116" y="50772"/>
                </a:cubicBezTo>
                <a:cubicBezTo>
                  <a:pt x="163082" y="52730"/>
                  <a:pt x="162227" y="54791"/>
                  <a:pt x="161553" y="56954"/>
                </a:cubicBezTo>
                <a:cubicBezTo>
                  <a:pt x="160878" y="59115"/>
                  <a:pt x="160384" y="61310"/>
                  <a:pt x="160069" y="63540"/>
                </a:cubicBezTo>
                <a:cubicBezTo>
                  <a:pt x="159754" y="65769"/>
                  <a:pt x="159597" y="67897"/>
                  <a:pt x="159597" y="69925"/>
                </a:cubicBezTo>
                <a:cubicBezTo>
                  <a:pt x="159597" y="71816"/>
                  <a:pt x="159788" y="73505"/>
                  <a:pt x="160170" y="74992"/>
                </a:cubicBezTo>
                <a:cubicBezTo>
                  <a:pt x="160552" y="76477"/>
                  <a:pt x="161182" y="77727"/>
                  <a:pt x="162059" y="78742"/>
                </a:cubicBezTo>
                <a:cubicBezTo>
                  <a:pt x="162935" y="79755"/>
                  <a:pt x="164060" y="80532"/>
                  <a:pt x="165431" y="81073"/>
                </a:cubicBezTo>
                <a:cubicBezTo>
                  <a:pt x="166802" y="81612"/>
                  <a:pt x="168477" y="81882"/>
                  <a:pt x="170456" y="81882"/>
                </a:cubicBezTo>
                <a:cubicBezTo>
                  <a:pt x="172704" y="81882"/>
                  <a:pt x="174728" y="81443"/>
                  <a:pt x="176526" y="80565"/>
                </a:cubicBezTo>
                <a:cubicBezTo>
                  <a:pt x="178325" y="79686"/>
                  <a:pt x="179932" y="78493"/>
                  <a:pt x="181349" y="76984"/>
                </a:cubicBezTo>
                <a:cubicBezTo>
                  <a:pt x="182765" y="75474"/>
                  <a:pt x="183990" y="73741"/>
                  <a:pt x="185025" y="71782"/>
                </a:cubicBezTo>
                <a:cubicBezTo>
                  <a:pt x="186059" y="69823"/>
                  <a:pt x="186913" y="67752"/>
                  <a:pt x="187588" y="65568"/>
                </a:cubicBezTo>
                <a:cubicBezTo>
                  <a:pt x="188262" y="63383"/>
                  <a:pt x="188757" y="61187"/>
                  <a:pt x="189072" y="58981"/>
                </a:cubicBezTo>
                <a:cubicBezTo>
                  <a:pt x="189386" y="56774"/>
                  <a:pt x="189544" y="54656"/>
                  <a:pt x="189544" y="52629"/>
                </a:cubicBezTo>
                <a:close/>
                <a:moveTo>
                  <a:pt x="263419" y="30284"/>
                </a:moveTo>
                <a:cubicBezTo>
                  <a:pt x="263419" y="30599"/>
                  <a:pt x="263374" y="31161"/>
                  <a:pt x="263285" y="31970"/>
                </a:cubicBezTo>
                <a:cubicBezTo>
                  <a:pt x="263195" y="32780"/>
                  <a:pt x="263060" y="33724"/>
                  <a:pt x="262880" y="34803"/>
                </a:cubicBezTo>
                <a:cubicBezTo>
                  <a:pt x="262700" y="35882"/>
                  <a:pt x="262475" y="36995"/>
                  <a:pt x="262205" y="38142"/>
                </a:cubicBezTo>
                <a:cubicBezTo>
                  <a:pt x="261936" y="39289"/>
                  <a:pt x="261632" y="40356"/>
                  <a:pt x="261295" y="41346"/>
                </a:cubicBezTo>
                <a:cubicBezTo>
                  <a:pt x="260958" y="42335"/>
                  <a:pt x="260575" y="43144"/>
                  <a:pt x="260148" y="43774"/>
                </a:cubicBezTo>
                <a:cubicBezTo>
                  <a:pt x="259721" y="44403"/>
                  <a:pt x="259260" y="44718"/>
                  <a:pt x="258765" y="44718"/>
                </a:cubicBezTo>
                <a:cubicBezTo>
                  <a:pt x="258361" y="44718"/>
                  <a:pt x="257956" y="44639"/>
                  <a:pt x="257551" y="44482"/>
                </a:cubicBezTo>
                <a:cubicBezTo>
                  <a:pt x="257147" y="44325"/>
                  <a:pt x="256697" y="44167"/>
                  <a:pt x="256202" y="44010"/>
                </a:cubicBezTo>
                <a:cubicBezTo>
                  <a:pt x="255708" y="43853"/>
                  <a:pt x="255168" y="43695"/>
                  <a:pt x="254584" y="43538"/>
                </a:cubicBezTo>
                <a:cubicBezTo>
                  <a:pt x="253999" y="43380"/>
                  <a:pt x="253325" y="43302"/>
                  <a:pt x="252560" y="43302"/>
                </a:cubicBezTo>
                <a:cubicBezTo>
                  <a:pt x="251031" y="43302"/>
                  <a:pt x="249401" y="43888"/>
                  <a:pt x="247670" y="45062"/>
                </a:cubicBezTo>
                <a:cubicBezTo>
                  <a:pt x="245939" y="46234"/>
                  <a:pt x="244287" y="47779"/>
                  <a:pt x="242713" y="49697"/>
                </a:cubicBezTo>
                <a:cubicBezTo>
                  <a:pt x="241139" y="51613"/>
                  <a:pt x="239734" y="53846"/>
                  <a:pt x="238497" y="56395"/>
                </a:cubicBezTo>
                <a:cubicBezTo>
                  <a:pt x="237261" y="58944"/>
                  <a:pt x="236373" y="61617"/>
                  <a:pt x="235833" y="64413"/>
                </a:cubicBezTo>
                <a:lnTo>
                  <a:pt x="230437" y="91460"/>
                </a:lnTo>
                <a:cubicBezTo>
                  <a:pt x="230347" y="91909"/>
                  <a:pt x="230134" y="92303"/>
                  <a:pt x="229797" y="92640"/>
                </a:cubicBezTo>
                <a:cubicBezTo>
                  <a:pt x="229459" y="92977"/>
                  <a:pt x="228942" y="93258"/>
                  <a:pt x="228245" y="93483"/>
                </a:cubicBezTo>
                <a:cubicBezTo>
                  <a:pt x="227548" y="93708"/>
                  <a:pt x="226638" y="93877"/>
                  <a:pt x="225514" y="93989"/>
                </a:cubicBezTo>
                <a:cubicBezTo>
                  <a:pt x="224389" y="94101"/>
                  <a:pt x="223018" y="94158"/>
                  <a:pt x="221399" y="94158"/>
                </a:cubicBezTo>
                <a:cubicBezTo>
                  <a:pt x="219735" y="94158"/>
                  <a:pt x="218375" y="94101"/>
                  <a:pt x="217319" y="93989"/>
                </a:cubicBezTo>
                <a:cubicBezTo>
                  <a:pt x="216262" y="93877"/>
                  <a:pt x="215430" y="93708"/>
                  <a:pt x="214823" y="93483"/>
                </a:cubicBezTo>
                <a:cubicBezTo>
                  <a:pt x="214216" y="93258"/>
                  <a:pt x="213823" y="92977"/>
                  <a:pt x="213643" y="92640"/>
                </a:cubicBezTo>
                <a:cubicBezTo>
                  <a:pt x="213463" y="92303"/>
                  <a:pt x="213418" y="91909"/>
                  <a:pt x="213508" y="91460"/>
                </a:cubicBezTo>
                <a:lnTo>
                  <a:pt x="225514" y="31228"/>
                </a:lnTo>
                <a:cubicBezTo>
                  <a:pt x="225603" y="30779"/>
                  <a:pt x="225806" y="30385"/>
                  <a:pt x="226121" y="30048"/>
                </a:cubicBezTo>
                <a:cubicBezTo>
                  <a:pt x="226435" y="29711"/>
                  <a:pt x="226896" y="29441"/>
                  <a:pt x="227503" y="29239"/>
                </a:cubicBezTo>
                <a:cubicBezTo>
                  <a:pt x="228110" y="29036"/>
                  <a:pt x="228897" y="28879"/>
                  <a:pt x="229864" y="28767"/>
                </a:cubicBezTo>
                <a:cubicBezTo>
                  <a:pt x="230831" y="28654"/>
                  <a:pt x="231989" y="28598"/>
                  <a:pt x="233338" y="28598"/>
                </a:cubicBezTo>
                <a:cubicBezTo>
                  <a:pt x="234731" y="28598"/>
                  <a:pt x="235867" y="28654"/>
                  <a:pt x="236744" y="28767"/>
                </a:cubicBezTo>
                <a:cubicBezTo>
                  <a:pt x="237620" y="28879"/>
                  <a:pt x="238306" y="29036"/>
                  <a:pt x="238801" y="29239"/>
                </a:cubicBezTo>
                <a:cubicBezTo>
                  <a:pt x="239295" y="29441"/>
                  <a:pt x="239621" y="29711"/>
                  <a:pt x="239779" y="30048"/>
                </a:cubicBezTo>
                <a:cubicBezTo>
                  <a:pt x="239936" y="30385"/>
                  <a:pt x="239970" y="30779"/>
                  <a:pt x="239880" y="31228"/>
                </a:cubicBezTo>
                <a:lnTo>
                  <a:pt x="237991" y="40806"/>
                </a:lnTo>
                <a:cubicBezTo>
                  <a:pt x="239071" y="38863"/>
                  <a:pt x="240318" y="37078"/>
                  <a:pt x="241735" y="35450"/>
                </a:cubicBezTo>
                <a:cubicBezTo>
                  <a:pt x="243151" y="33823"/>
                  <a:pt x="244658" y="32411"/>
                  <a:pt x="246254" y="31214"/>
                </a:cubicBezTo>
                <a:cubicBezTo>
                  <a:pt x="247850" y="30017"/>
                  <a:pt x="249503" y="29079"/>
                  <a:pt x="251211" y="28402"/>
                </a:cubicBezTo>
                <a:cubicBezTo>
                  <a:pt x="252920" y="27723"/>
                  <a:pt x="254606" y="27384"/>
                  <a:pt x="256270" y="27384"/>
                </a:cubicBezTo>
                <a:cubicBezTo>
                  <a:pt x="256944" y="27384"/>
                  <a:pt x="257630" y="27429"/>
                  <a:pt x="258327" y="27519"/>
                </a:cubicBezTo>
                <a:cubicBezTo>
                  <a:pt x="259024" y="27609"/>
                  <a:pt x="259676" y="27721"/>
                  <a:pt x="260283" y="27856"/>
                </a:cubicBezTo>
                <a:cubicBezTo>
                  <a:pt x="260890" y="27991"/>
                  <a:pt x="261430" y="28160"/>
                  <a:pt x="261902" y="28362"/>
                </a:cubicBezTo>
                <a:cubicBezTo>
                  <a:pt x="262374" y="28564"/>
                  <a:pt x="262745" y="28778"/>
                  <a:pt x="263015" y="29003"/>
                </a:cubicBezTo>
                <a:cubicBezTo>
                  <a:pt x="263285" y="29273"/>
                  <a:pt x="263419" y="29700"/>
                  <a:pt x="263419" y="30284"/>
                </a:cubicBezTo>
                <a:close/>
                <a:moveTo>
                  <a:pt x="318046" y="91586"/>
                </a:moveTo>
                <a:cubicBezTo>
                  <a:pt x="317866" y="92509"/>
                  <a:pt x="317157" y="93169"/>
                  <a:pt x="315921" y="93565"/>
                </a:cubicBezTo>
                <a:cubicBezTo>
                  <a:pt x="314684" y="93960"/>
                  <a:pt x="312695" y="94158"/>
                  <a:pt x="309952" y="94158"/>
                </a:cubicBezTo>
                <a:cubicBezTo>
                  <a:pt x="308558" y="94158"/>
                  <a:pt x="307422" y="94113"/>
                  <a:pt x="306546" y="94025"/>
                </a:cubicBezTo>
                <a:cubicBezTo>
                  <a:pt x="305669" y="93938"/>
                  <a:pt x="304961" y="93795"/>
                  <a:pt x="304421" y="93597"/>
                </a:cubicBezTo>
                <a:cubicBezTo>
                  <a:pt x="303881" y="93399"/>
                  <a:pt x="303533" y="93135"/>
                  <a:pt x="303376" y="92807"/>
                </a:cubicBezTo>
                <a:cubicBezTo>
                  <a:pt x="303218" y="92476"/>
                  <a:pt x="303184" y="92070"/>
                  <a:pt x="303274" y="91586"/>
                </a:cubicBezTo>
                <a:lnTo>
                  <a:pt x="305095" y="81922"/>
                </a:lnTo>
                <a:cubicBezTo>
                  <a:pt x="304421" y="83364"/>
                  <a:pt x="303342" y="84885"/>
                  <a:pt x="301858" y="86485"/>
                </a:cubicBezTo>
                <a:cubicBezTo>
                  <a:pt x="300374" y="88084"/>
                  <a:pt x="298620" y="89549"/>
                  <a:pt x="296597" y="90878"/>
                </a:cubicBezTo>
                <a:cubicBezTo>
                  <a:pt x="294574" y="92207"/>
                  <a:pt x="292337" y="93289"/>
                  <a:pt x="289886" y="94122"/>
                </a:cubicBezTo>
                <a:cubicBezTo>
                  <a:pt x="287435" y="94955"/>
                  <a:pt x="284906" y="95372"/>
                  <a:pt x="282298" y="95372"/>
                </a:cubicBezTo>
                <a:cubicBezTo>
                  <a:pt x="279735" y="95372"/>
                  <a:pt x="277498" y="95045"/>
                  <a:pt x="275587" y="94392"/>
                </a:cubicBezTo>
                <a:cubicBezTo>
                  <a:pt x="273676" y="93738"/>
                  <a:pt x="272035" y="92849"/>
                  <a:pt x="270663" y="91723"/>
                </a:cubicBezTo>
                <a:cubicBezTo>
                  <a:pt x="269292" y="90596"/>
                  <a:pt x="268156" y="89267"/>
                  <a:pt x="267257" y="87735"/>
                </a:cubicBezTo>
                <a:cubicBezTo>
                  <a:pt x="266358" y="86204"/>
                  <a:pt x="265638" y="84582"/>
                  <a:pt x="265099" y="82871"/>
                </a:cubicBezTo>
                <a:cubicBezTo>
                  <a:pt x="264559" y="81158"/>
                  <a:pt x="264177" y="79389"/>
                  <a:pt x="263952" y="77565"/>
                </a:cubicBezTo>
                <a:cubicBezTo>
                  <a:pt x="263727" y="75740"/>
                  <a:pt x="263615" y="73948"/>
                  <a:pt x="263615" y="72191"/>
                </a:cubicBezTo>
                <a:cubicBezTo>
                  <a:pt x="263615" y="69262"/>
                  <a:pt x="263885" y="66120"/>
                  <a:pt x="264424" y="62765"/>
                </a:cubicBezTo>
                <a:cubicBezTo>
                  <a:pt x="264964" y="59408"/>
                  <a:pt x="265807" y="56073"/>
                  <a:pt x="266954" y="52761"/>
                </a:cubicBezTo>
                <a:cubicBezTo>
                  <a:pt x="268100" y="49449"/>
                  <a:pt x="269550" y="46262"/>
                  <a:pt x="271304" y="43198"/>
                </a:cubicBezTo>
                <a:cubicBezTo>
                  <a:pt x="273058" y="40135"/>
                  <a:pt x="275160" y="37432"/>
                  <a:pt x="277610" y="35090"/>
                </a:cubicBezTo>
                <a:cubicBezTo>
                  <a:pt x="280061" y="32746"/>
                  <a:pt x="282871" y="30876"/>
                  <a:pt x="286041" y="29479"/>
                </a:cubicBezTo>
                <a:cubicBezTo>
                  <a:pt x="289211" y="28082"/>
                  <a:pt x="292775" y="27384"/>
                  <a:pt x="296732" y="27384"/>
                </a:cubicBezTo>
                <a:cubicBezTo>
                  <a:pt x="298486" y="27384"/>
                  <a:pt x="300161" y="27576"/>
                  <a:pt x="301757" y="27959"/>
                </a:cubicBezTo>
                <a:cubicBezTo>
                  <a:pt x="303353" y="28342"/>
                  <a:pt x="304814" y="28859"/>
                  <a:pt x="306141" y="29513"/>
                </a:cubicBezTo>
                <a:cubicBezTo>
                  <a:pt x="307467" y="30166"/>
                  <a:pt x="308670" y="30944"/>
                  <a:pt x="309749" y="31846"/>
                </a:cubicBezTo>
                <a:cubicBezTo>
                  <a:pt x="310829" y="32747"/>
                  <a:pt x="311750" y="33693"/>
                  <a:pt x="312515" y="34685"/>
                </a:cubicBezTo>
                <a:lnTo>
                  <a:pt x="318922" y="2902"/>
                </a:lnTo>
                <a:cubicBezTo>
                  <a:pt x="319012" y="2453"/>
                  <a:pt x="319215" y="2048"/>
                  <a:pt x="319529" y="1688"/>
                </a:cubicBezTo>
                <a:cubicBezTo>
                  <a:pt x="319844" y="1327"/>
                  <a:pt x="320350" y="1023"/>
                  <a:pt x="321047" y="776"/>
                </a:cubicBezTo>
                <a:cubicBezTo>
                  <a:pt x="321744" y="528"/>
                  <a:pt x="322643" y="337"/>
                  <a:pt x="323745" y="202"/>
                </a:cubicBezTo>
                <a:cubicBezTo>
                  <a:pt x="324847" y="67"/>
                  <a:pt x="326229" y="0"/>
                  <a:pt x="327893" y="0"/>
                </a:cubicBezTo>
                <a:cubicBezTo>
                  <a:pt x="329557" y="0"/>
                  <a:pt x="330917" y="67"/>
                  <a:pt x="331974" y="202"/>
                </a:cubicBezTo>
                <a:cubicBezTo>
                  <a:pt x="333030" y="337"/>
                  <a:pt x="333851" y="528"/>
                  <a:pt x="334435" y="776"/>
                </a:cubicBezTo>
                <a:cubicBezTo>
                  <a:pt x="335020" y="1023"/>
                  <a:pt x="335402" y="1327"/>
                  <a:pt x="335582" y="1688"/>
                </a:cubicBezTo>
                <a:cubicBezTo>
                  <a:pt x="335762" y="2048"/>
                  <a:pt x="335807" y="2453"/>
                  <a:pt x="335717" y="2902"/>
                </a:cubicBezTo>
                <a:lnTo>
                  <a:pt x="318046" y="91586"/>
                </a:lnTo>
                <a:moveTo>
                  <a:pt x="309615" y="49340"/>
                </a:moveTo>
                <a:cubicBezTo>
                  <a:pt x="308041" y="46856"/>
                  <a:pt x="306298" y="44982"/>
                  <a:pt x="304387" y="43717"/>
                </a:cubicBezTo>
                <a:cubicBezTo>
                  <a:pt x="302476" y="42451"/>
                  <a:pt x="300262" y="41818"/>
                  <a:pt x="297744" y="41818"/>
                </a:cubicBezTo>
                <a:cubicBezTo>
                  <a:pt x="295900" y="41818"/>
                  <a:pt x="294203" y="42257"/>
                  <a:pt x="292651" y="43135"/>
                </a:cubicBezTo>
                <a:cubicBezTo>
                  <a:pt x="291100" y="44013"/>
                  <a:pt x="289706" y="45185"/>
                  <a:pt x="288470" y="46649"/>
                </a:cubicBezTo>
                <a:cubicBezTo>
                  <a:pt x="287233" y="48113"/>
                  <a:pt x="286154" y="49825"/>
                  <a:pt x="285232" y="51785"/>
                </a:cubicBezTo>
                <a:cubicBezTo>
                  <a:pt x="284310" y="53744"/>
                  <a:pt x="283546" y="55805"/>
                  <a:pt x="282939" y="57967"/>
                </a:cubicBezTo>
                <a:cubicBezTo>
                  <a:pt x="282332" y="60129"/>
                  <a:pt x="281871" y="62290"/>
                  <a:pt x="281556" y="64453"/>
                </a:cubicBezTo>
                <a:cubicBezTo>
                  <a:pt x="281241" y="66614"/>
                  <a:pt x="281084" y="68664"/>
                  <a:pt x="281084" y="70601"/>
                </a:cubicBezTo>
                <a:cubicBezTo>
                  <a:pt x="281084" y="74024"/>
                  <a:pt x="281646" y="76603"/>
                  <a:pt x="282770" y="78337"/>
                </a:cubicBezTo>
                <a:cubicBezTo>
                  <a:pt x="283894" y="80071"/>
                  <a:pt x="285670" y="80938"/>
                  <a:pt x="288099" y="80938"/>
                </a:cubicBezTo>
                <a:cubicBezTo>
                  <a:pt x="290077" y="80938"/>
                  <a:pt x="292100" y="80342"/>
                  <a:pt x="294169" y="79150"/>
                </a:cubicBezTo>
                <a:cubicBezTo>
                  <a:pt x="296237" y="77959"/>
                  <a:pt x="298171" y="76363"/>
                  <a:pt x="299969" y="74362"/>
                </a:cubicBezTo>
                <a:cubicBezTo>
                  <a:pt x="301768" y="72359"/>
                  <a:pt x="303353" y="69998"/>
                  <a:pt x="304725" y="67277"/>
                </a:cubicBezTo>
                <a:cubicBezTo>
                  <a:pt x="306096" y="64556"/>
                  <a:pt x="307096" y="61643"/>
                  <a:pt x="307726" y="58539"/>
                </a:cubicBezTo>
                <a:lnTo>
                  <a:pt x="309615" y="49340"/>
                </a:lnTo>
                <a:close/>
                <a:moveTo>
                  <a:pt x="369397" y="11062"/>
                </a:moveTo>
                <a:cubicBezTo>
                  <a:pt x="369082" y="12725"/>
                  <a:pt x="368655" y="14130"/>
                  <a:pt x="368115" y="15277"/>
                </a:cubicBezTo>
                <a:cubicBezTo>
                  <a:pt x="367576" y="16424"/>
                  <a:pt x="366856" y="17345"/>
                  <a:pt x="365957" y="18042"/>
                </a:cubicBezTo>
                <a:cubicBezTo>
                  <a:pt x="365057" y="18739"/>
                  <a:pt x="363956" y="19234"/>
                  <a:pt x="362652" y="19526"/>
                </a:cubicBezTo>
                <a:cubicBezTo>
                  <a:pt x="361348" y="19819"/>
                  <a:pt x="359729" y="19965"/>
                  <a:pt x="357796" y="19965"/>
                </a:cubicBezTo>
                <a:cubicBezTo>
                  <a:pt x="355907" y="19965"/>
                  <a:pt x="354367" y="19819"/>
                  <a:pt x="353175" y="19526"/>
                </a:cubicBezTo>
                <a:cubicBezTo>
                  <a:pt x="351984" y="19234"/>
                  <a:pt x="351084" y="18739"/>
                  <a:pt x="350477" y="18042"/>
                </a:cubicBezTo>
                <a:cubicBezTo>
                  <a:pt x="349870" y="17345"/>
                  <a:pt x="349522" y="16424"/>
                  <a:pt x="349432" y="15277"/>
                </a:cubicBezTo>
                <a:cubicBezTo>
                  <a:pt x="349342" y="14130"/>
                  <a:pt x="349477" y="12725"/>
                  <a:pt x="349837" y="11062"/>
                </a:cubicBezTo>
                <a:cubicBezTo>
                  <a:pt x="350151" y="9443"/>
                  <a:pt x="350579" y="8071"/>
                  <a:pt x="351118" y="6947"/>
                </a:cubicBezTo>
                <a:cubicBezTo>
                  <a:pt x="351658" y="5823"/>
                  <a:pt x="352377" y="4901"/>
                  <a:pt x="353277" y="4182"/>
                </a:cubicBezTo>
                <a:cubicBezTo>
                  <a:pt x="354176" y="3462"/>
                  <a:pt x="355278" y="2945"/>
                  <a:pt x="356582" y="2630"/>
                </a:cubicBezTo>
                <a:cubicBezTo>
                  <a:pt x="357886" y="2316"/>
                  <a:pt x="359504" y="2158"/>
                  <a:pt x="361438" y="2158"/>
                </a:cubicBezTo>
                <a:cubicBezTo>
                  <a:pt x="363326" y="2158"/>
                  <a:pt x="364866" y="2316"/>
                  <a:pt x="366058" y="2630"/>
                </a:cubicBezTo>
                <a:cubicBezTo>
                  <a:pt x="367250" y="2945"/>
                  <a:pt x="368149" y="3462"/>
                  <a:pt x="368756" y="4182"/>
                </a:cubicBezTo>
                <a:cubicBezTo>
                  <a:pt x="369363" y="4901"/>
                  <a:pt x="369700" y="5823"/>
                  <a:pt x="369768" y="6947"/>
                </a:cubicBezTo>
                <a:cubicBezTo>
                  <a:pt x="369835" y="8071"/>
                  <a:pt x="369711" y="9443"/>
                  <a:pt x="369397" y="11062"/>
                </a:cubicBezTo>
                <a:moveTo>
                  <a:pt x="351995" y="91460"/>
                </a:moveTo>
                <a:cubicBezTo>
                  <a:pt x="351905" y="91909"/>
                  <a:pt x="351692" y="92303"/>
                  <a:pt x="351354" y="92640"/>
                </a:cubicBezTo>
                <a:cubicBezTo>
                  <a:pt x="351017" y="92977"/>
                  <a:pt x="350500" y="93258"/>
                  <a:pt x="349803" y="93483"/>
                </a:cubicBezTo>
                <a:cubicBezTo>
                  <a:pt x="349106" y="93708"/>
                  <a:pt x="348195" y="93877"/>
                  <a:pt x="347071" y="93989"/>
                </a:cubicBezTo>
                <a:cubicBezTo>
                  <a:pt x="345947" y="94101"/>
                  <a:pt x="344576" y="94158"/>
                  <a:pt x="342957" y="94158"/>
                </a:cubicBezTo>
                <a:cubicBezTo>
                  <a:pt x="341293" y="94158"/>
                  <a:pt x="339933" y="94101"/>
                  <a:pt x="338876" y="93989"/>
                </a:cubicBezTo>
                <a:cubicBezTo>
                  <a:pt x="337820" y="93877"/>
                  <a:pt x="336988" y="93708"/>
                  <a:pt x="336381" y="93483"/>
                </a:cubicBezTo>
                <a:cubicBezTo>
                  <a:pt x="335774" y="93258"/>
                  <a:pt x="335380" y="92977"/>
                  <a:pt x="335200" y="92640"/>
                </a:cubicBezTo>
                <a:cubicBezTo>
                  <a:pt x="335021" y="92303"/>
                  <a:pt x="334976" y="91909"/>
                  <a:pt x="335066" y="91460"/>
                </a:cubicBezTo>
                <a:lnTo>
                  <a:pt x="347004" y="31431"/>
                </a:lnTo>
                <a:cubicBezTo>
                  <a:pt x="347094" y="30981"/>
                  <a:pt x="347307" y="30588"/>
                  <a:pt x="347645" y="30251"/>
                </a:cubicBezTo>
                <a:cubicBezTo>
                  <a:pt x="347982" y="29913"/>
                  <a:pt x="348499" y="29621"/>
                  <a:pt x="349196" y="29374"/>
                </a:cubicBezTo>
                <a:cubicBezTo>
                  <a:pt x="349893" y="29126"/>
                  <a:pt x="350792" y="28935"/>
                  <a:pt x="351894" y="28800"/>
                </a:cubicBezTo>
                <a:cubicBezTo>
                  <a:pt x="352996" y="28665"/>
                  <a:pt x="354378" y="28598"/>
                  <a:pt x="356042" y="28598"/>
                </a:cubicBezTo>
                <a:cubicBezTo>
                  <a:pt x="357706" y="28598"/>
                  <a:pt x="359066" y="28665"/>
                  <a:pt x="360123" y="28800"/>
                </a:cubicBezTo>
                <a:cubicBezTo>
                  <a:pt x="361179" y="28935"/>
                  <a:pt x="362011" y="29126"/>
                  <a:pt x="362618" y="29374"/>
                </a:cubicBezTo>
                <a:cubicBezTo>
                  <a:pt x="363225" y="29621"/>
                  <a:pt x="363619" y="29913"/>
                  <a:pt x="363798" y="30251"/>
                </a:cubicBezTo>
                <a:cubicBezTo>
                  <a:pt x="363978" y="30588"/>
                  <a:pt x="364023" y="30981"/>
                  <a:pt x="363933" y="31431"/>
                </a:cubicBezTo>
                <a:lnTo>
                  <a:pt x="351995" y="91460"/>
                </a:lnTo>
                <a:close/>
                <a:moveTo>
                  <a:pt x="433729" y="44670"/>
                </a:moveTo>
                <a:cubicBezTo>
                  <a:pt x="433729" y="46245"/>
                  <a:pt x="433628" y="47820"/>
                  <a:pt x="433426" y="49395"/>
                </a:cubicBezTo>
                <a:cubicBezTo>
                  <a:pt x="433223" y="50970"/>
                  <a:pt x="432965" y="52591"/>
                  <a:pt x="432650" y="54256"/>
                </a:cubicBezTo>
                <a:lnTo>
                  <a:pt x="425163" y="91460"/>
                </a:lnTo>
                <a:cubicBezTo>
                  <a:pt x="425073" y="91909"/>
                  <a:pt x="424860" y="92303"/>
                  <a:pt x="424522" y="92640"/>
                </a:cubicBezTo>
                <a:cubicBezTo>
                  <a:pt x="424185" y="92977"/>
                  <a:pt x="423668" y="93258"/>
                  <a:pt x="422971" y="93483"/>
                </a:cubicBezTo>
                <a:cubicBezTo>
                  <a:pt x="422274" y="93708"/>
                  <a:pt x="421375" y="93877"/>
                  <a:pt x="420273" y="93989"/>
                </a:cubicBezTo>
                <a:cubicBezTo>
                  <a:pt x="419172" y="94101"/>
                  <a:pt x="417789" y="94158"/>
                  <a:pt x="416125" y="94158"/>
                </a:cubicBezTo>
                <a:cubicBezTo>
                  <a:pt x="414461" y="94158"/>
                  <a:pt x="413101" y="94101"/>
                  <a:pt x="412045" y="93989"/>
                </a:cubicBezTo>
                <a:cubicBezTo>
                  <a:pt x="410988" y="93877"/>
                  <a:pt x="410167" y="93708"/>
                  <a:pt x="409583" y="93483"/>
                </a:cubicBezTo>
                <a:cubicBezTo>
                  <a:pt x="408998" y="93258"/>
                  <a:pt x="408605" y="92977"/>
                  <a:pt x="408402" y="92640"/>
                </a:cubicBezTo>
                <a:cubicBezTo>
                  <a:pt x="408200" y="92303"/>
                  <a:pt x="408144" y="91909"/>
                  <a:pt x="408234" y="91460"/>
                </a:cubicBezTo>
                <a:lnTo>
                  <a:pt x="415518" y="55375"/>
                </a:lnTo>
                <a:cubicBezTo>
                  <a:pt x="415743" y="54290"/>
                  <a:pt x="415912" y="53183"/>
                  <a:pt x="416024" y="52053"/>
                </a:cubicBezTo>
                <a:cubicBezTo>
                  <a:pt x="416136" y="50923"/>
                  <a:pt x="416193" y="49929"/>
                  <a:pt x="416193" y="49071"/>
                </a:cubicBezTo>
                <a:cubicBezTo>
                  <a:pt x="416193" y="47036"/>
                  <a:pt x="415765" y="45364"/>
                  <a:pt x="414911" y="44054"/>
                </a:cubicBezTo>
                <a:cubicBezTo>
                  <a:pt x="414057" y="42743"/>
                  <a:pt x="412618" y="42088"/>
                  <a:pt x="410594" y="42088"/>
                </a:cubicBezTo>
                <a:cubicBezTo>
                  <a:pt x="408751" y="42088"/>
                  <a:pt x="406829" y="42674"/>
                  <a:pt x="404828" y="43848"/>
                </a:cubicBezTo>
                <a:cubicBezTo>
                  <a:pt x="402827" y="45020"/>
                  <a:pt x="400938" y="46609"/>
                  <a:pt x="399162" y="48617"/>
                </a:cubicBezTo>
                <a:cubicBezTo>
                  <a:pt x="397386" y="50624"/>
                  <a:pt x="395801" y="52969"/>
                  <a:pt x="394407" y="55653"/>
                </a:cubicBezTo>
                <a:cubicBezTo>
                  <a:pt x="393013" y="58336"/>
                  <a:pt x="392024" y="61188"/>
                  <a:pt x="391439" y="64211"/>
                </a:cubicBezTo>
                <a:lnTo>
                  <a:pt x="385976" y="91460"/>
                </a:lnTo>
                <a:cubicBezTo>
                  <a:pt x="385886" y="91909"/>
                  <a:pt x="385672" y="92303"/>
                  <a:pt x="385335" y="92640"/>
                </a:cubicBezTo>
                <a:cubicBezTo>
                  <a:pt x="384998" y="92977"/>
                  <a:pt x="384481" y="93258"/>
                  <a:pt x="383784" y="93483"/>
                </a:cubicBezTo>
                <a:cubicBezTo>
                  <a:pt x="383087" y="93708"/>
                  <a:pt x="382176" y="93877"/>
                  <a:pt x="381052" y="93989"/>
                </a:cubicBezTo>
                <a:cubicBezTo>
                  <a:pt x="379928" y="94101"/>
                  <a:pt x="378557" y="94158"/>
                  <a:pt x="376938" y="94158"/>
                </a:cubicBezTo>
                <a:cubicBezTo>
                  <a:pt x="375274" y="94158"/>
                  <a:pt x="373914" y="94101"/>
                  <a:pt x="372857" y="93989"/>
                </a:cubicBezTo>
                <a:cubicBezTo>
                  <a:pt x="371800" y="93877"/>
                  <a:pt x="370969" y="93708"/>
                  <a:pt x="370362" y="93483"/>
                </a:cubicBezTo>
                <a:cubicBezTo>
                  <a:pt x="369755" y="93258"/>
                  <a:pt x="369361" y="92977"/>
                  <a:pt x="369181" y="92640"/>
                </a:cubicBezTo>
                <a:cubicBezTo>
                  <a:pt x="369001" y="92303"/>
                  <a:pt x="368956" y="91909"/>
                  <a:pt x="369046" y="91460"/>
                </a:cubicBezTo>
                <a:lnTo>
                  <a:pt x="381120" y="31228"/>
                </a:lnTo>
                <a:cubicBezTo>
                  <a:pt x="381210" y="30779"/>
                  <a:pt x="381401" y="30385"/>
                  <a:pt x="381693" y="30048"/>
                </a:cubicBezTo>
                <a:cubicBezTo>
                  <a:pt x="381985" y="29711"/>
                  <a:pt x="382435" y="29441"/>
                  <a:pt x="383042" y="29239"/>
                </a:cubicBezTo>
                <a:cubicBezTo>
                  <a:pt x="383649" y="29036"/>
                  <a:pt x="384436" y="28879"/>
                  <a:pt x="385403" y="28767"/>
                </a:cubicBezTo>
                <a:cubicBezTo>
                  <a:pt x="386369" y="28654"/>
                  <a:pt x="387527" y="28598"/>
                  <a:pt x="388876" y="28598"/>
                </a:cubicBezTo>
                <a:cubicBezTo>
                  <a:pt x="390270" y="28598"/>
                  <a:pt x="391405" y="28654"/>
                  <a:pt x="392282" y="28767"/>
                </a:cubicBezTo>
                <a:cubicBezTo>
                  <a:pt x="393159" y="28879"/>
                  <a:pt x="393845" y="29036"/>
                  <a:pt x="394339" y="29239"/>
                </a:cubicBezTo>
                <a:cubicBezTo>
                  <a:pt x="394834" y="29441"/>
                  <a:pt x="395160" y="29711"/>
                  <a:pt x="395317" y="30048"/>
                </a:cubicBezTo>
                <a:cubicBezTo>
                  <a:pt x="395475" y="30385"/>
                  <a:pt x="395509" y="30779"/>
                  <a:pt x="395419" y="31228"/>
                </a:cubicBezTo>
                <a:lnTo>
                  <a:pt x="393463" y="41143"/>
                </a:lnTo>
                <a:cubicBezTo>
                  <a:pt x="394407" y="39561"/>
                  <a:pt x="395666" y="37946"/>
                  <a:pt x="397240" y="36298"/>
                </a:cubicBezTo>
                <a:cubicBezTo>
                  <a:pt x="398813" y="34648"/>
                  <a:pt x="400623" y="33168"/>
                  <a:pt x="402669" y="31859"/>
                </a:cubicBezTo>
                <a:cubicBezTo>
                  <a:pt x="404715" y="30548"/>
                  <a:pt x="406941" y="29474"/>
                  <a:pt x="409347" y="28638"/>
                </a:cubicBezTo>
                <a:cubicBezTo>
                  <a:pt x="411752" y="27802"/>
                  <a:pt x="414259" y="27384"/>
                  <a:pt x="416867" y="27384"/>
                </a:cubicBezTo>
                <a:cubicBezTo>
                  <a:pt x="420015" y="27384"/>
                  <a:pt x="422656" y="27846"/>
                  <a:pt x="424792" y="28769"/>
                </a:cubicBezTo>
                <a:cubicBezTo>
                  <a:pt x="426928" y="29691"/>
                  <a:pt x="428659" y="30940"/>
                  <a:pt x="429986" y="32516"/>
                </a:cubicBezTo>
                <a:cubicBezTo>
                  <a:pt x="431312" y="34092"/>
                  <a:pt x="432268" y="35926"/>
                  <a:pt x="432852" y="38020"/>
                </a:cubicBezTo>
                <a:cubicBezTo>
                  <a:pt x="433437" y="40112"/>
                  <a:pt x="433729" y="42329"/>
                  <a:pt x="433729" y="44670"/>
                </a:cubicBezTo>
                <a:close/>
                <a:moveTo>
                  <a:pt x="497690" y="91527"/>
                </a:moveTo>
                <a:cubicBezTo>
                  <a:pt x="497510" y="92471"/>
                  <a:pt x="496802" y="93146"/>
                  <a:pt x="495565" y="93551"/>
                </a:cubicBezTo>
                <a:cubicBezTo>
                  <a:pt x="494329" y="93955"/>
                  <a:pt x="492339" y="94158"/>
                  <a:pt x="489596" y="94158"/>
                </a:cubicBezTo>
                <a:cubicBezTo>
                  <a:pt x="488202" y="94158"/>
                  <a:pt x="487067" y="94113"/>
                  <a:pt x="486190" y="94023"/>
                </a:cubicBezTo>
                <a:cubicBezTo>
                  <a:pt x="485313" y="93933"/>
                  <a:pt x="484605" y="93787"/>
                  <a:pt x="484065" y="93584"/>
                </a:cubicBezTo>
                <a:cubicBezTo>
                  <a:pt x="483526" y="93382"/>
                  <a:pt x="483177" y="93112"/>
                  <a:pt x="483020" y="92775"/>
                </a:cubicBezTo>
                <a:cubicBezTo>
                  <a:pt x="482863" y="92438"/>
                  <a:pt x="482829" y="92022"/>
                  <a:pt x="482919" y="91527"/>
                </a:cubicBezTo>
                <a:lnTo>
                  <a:pt x="484807" y="81882"/>
                </a:lnTo>
                <a:cubicBezTo>
                  <a:pt x="484133" y="83328"/>
                  <a:pt x="483054" y="84853"/>
                  <a:pt x="481570" y="86458"/>
                </a:cubicBezTo>
                <a:cubicBezTo>
                  <a:pt x="480086" y="88063"/>
                  <a:pt x="478332" y="89521"/>
                  <a:pt x="476309" y="90832"/>
                </a:cubicBezTo>
                <a:cubicBezTo>
                  <a:pt x="474285" y="92141"/>
                  <a:pt x="472048" y="93225"/>
                  <a:pt x="469598" y="94084"/>
                </a:cubicBezTo>
                <a:cubicBezTo>
                  <a:pt x="467147" y="94942"/>
                  <a:pt x="464618" y="95372"/>
                  <a:pt x="462010" y="95372"/>
                </a:cubicBezTo>
                <a:cubicBezTo>
                  <a:pt x="458413" y="95372"/>
                  <a:pt x="455422" y="94741"/>
                  <a:pt x="453039" y="93479"/>
                </a:cubicBezTo>
                <a:cubicBezTo>
                  <a:pt x="450656" y="92217"/>
                  <a:pt x="448745" y="90516"/>
                  <a:pt x="447306" y="88376"/>
                </a:cubicBezTo>
                <a:cubicBezTo>
                  <a:pt x="445867" y="86236"/>
                  <a:pt x="444844" y="83792"/>
                  <a:pt x="444237" y="81045"/>
                </a:cubicBezTo>
                <a:cubicBezTo>
                  <a:pt x="443630" y="78297"/>
                  <a:pt x="443327" y="75413"/>
                  <a:pt x="443327" y="72393"/>
                </a:cubicBezTo>
                <a:cubicBezTo>
                  <a:pt x="443327" y="69555"/>
                  <a:pt x="443597" y="66458"/>
                  <a:pt x="444136" y="63102"/>
                </a:cubicBezTo>
                <a:cubicBezTo>
                  <a:pt x="444676" y="59745"/>
                  <a:pt x="445508" y="56399"/>
                  <a:pt x="446632" y="53065"/>
                </a:cubicBezTo>
                <a:cubicBezTo>
                  <a:pt x="447756" y="49730"/>
                  <a:pt x="449195" y="46520"/>
                  <a:pt x="450948" y="43435"/>
                </a:cubicBezTo>
                <a:cubicBezTo>
                  <a:pt x="452702" y="40349"/>
                  <a:pt x="454804" y="37612"/>
                  <a:pt x="457255" y="35225"/>
                </a:cubicBezTo>
                <a:cubicBezTo>
                  <a:pt x="459705" y="32836"/>
                  <a:pt x="462516" y="30932"/>
                  <a:pt x="465686" y="29513"/>
                </a:cubicBezTo>
                <a:cubicBezTo>
                  <a:pt x="468856" y="28094"/>
                  <a:pt x="472442" y="27384"/>
                  <a:pt x="476444" y="27384"/>
                </a:cubicBezTo>
                <a:cubicBezTo>
                  <a:pt x="480176" y="27384"/>
                  <a:pt x="483481" y="28165"/>
                  <a:pt x="486359" y="29728"/>
                </a:cubicBezTo>
                <a:cubicBezTo>
                  <a:pt x="489236" y="31290"/>
                  <a:pt x="491755" y="33567"/>
                  <a:pt x="493913" y="36557"/>
                </a:cubicBezTo>
                <a:lnTo>
                  <a:pt x="494992" y="31228"/>
                </a:lnTo>
                <a:cubicBezTo>
                  <a:pt x="495172" y="30284"/>
                  <a:pt x="495880" y="29610"/>
                  <a:pt x="497117" y="29205"/>
                </a:cubicBezTo>
                <a:cubicBezTo>
                  <a:pt x="498353" y="28800"/>
                  <a:pt x="500343" y="28598"/>
                  <a:pt x="503086" y="28598"/>
                </a:cubicBezTo>
                <a:cubicBezTo>
                  <a:pt x="504435" y="28598"/>
                  <a:pt x="505559" y="28654"/>
                  <a:pt x="506458" y="28767"/>
                </a:cubicBezTo>
                <a:cubicBezTo>
                  <a:pt x="507358" y="28879"/>
                  <a:pt x="508066" y="29036"/>
                  <a:pt x="508583" y="29239"/>
                </a:cubicBezTo>
                <a:cubicBezTo>
                  <a:pt x="509100" y="29441"/>
                  <a:pt x="509448" y="29711"/>
                  <a:pt x="509628" y="30048"/>
                </a:cubicBezTo>
                <a:cubicBezTo>
                  <a:pt x="509808" y="30385"/>
                  <a:pt x="509853" y="30779"/>
                  <a:pt x="509763" y="31228"/>
                </a:cubicBezTo>
                <a:lnTo>
                  <a:pt x="497690" y="91527"/>
                </a:lnTo>
                <a:moveTo>
                  <a:pt x="489326" y="49305"/>
                </a:moveTo>
                <a:cubicBezTo>
                  <a:pt x="487753" y="46809"/>
                  <a:pt x="486010" y="44937"/>
                  <a:pt x="484099" y="43690"/>
                </a:cubicBezTo>
                <a:cubicBezTo>
                  <a:pt x="482188" y="42442"/>
                  <a:pt x="479974" y="41818"/>
                  <a:pt x="477456" y="41818"/>
                </a:cubicBezTo>
                <a:cubicBezTo>
                  <a:pt x="475567" y="41818"/>
                  <a:pt x="473836" y="42268"/>
                  <a:pt x="472262" y="43169"/>
                </a:cubicBezTo>
                <a:cubicBezTo>
                  <a:pt x="470688" y="44070"/>
                  <a:pt x="469294" y="45275"/>
                  <a:pt x="468080" y="46784"/>
                </a:cubicBezTo>
                <a:cubicBezTo>
                  <a:pt x="466866" y="48293"/>
                  <a:pt x="465798" y="50039"/>
                  <a:pt x="464876" y="52022"/>
                </a:cubicBezTo>
                <a:cubicBezTo>
                  <a:pt x="463955" y="54003"/>
                  <a:pt x="463190" y="56063"/>
                  <a:pt x="462583" y="58204"/>
                </a:cubicBezTo>
                <a:cubicBezTo>
                  <a:pt x="461976" y="60342"/>
                  <a:pt x="461527" y="62504"/>
                  <a:pt x="461234" y="64689"/>
                </a:cubicBezTo>
                <a:cubicBezTo>
                  <a:pt x="460942" y="66873"/>
                  <a:pt x="460796" y="68888"/>
                  <a:pt x="460796" y="70736"/>
                </a:cubicBezTo>
                <a:cubicBezTo>
                  <a:pt x="460796" y="72087"/>
                  <a:pt x="460897" y="73370"/>
                  <a:pt x="461099" y="74587"/>
                </a:cubicBezTo>
                <a:cubicBezTo>
                  <a:pt x="461302" y="75803"/>
                  <a:pt x="461673" y="76884"/>
                  <a:pt x="462212" y="77831"/>
                </a:cubicBezTo>
                <a:cubicBezTo>
                  <a:pt x="462752" y="78777"/>
                  <a:pt x="463471" y="79531"/>
                  <a:pt x="464371" y="80095"/>
                </a:cubicBezTo>
                <a:cubicBezTo>
                  <a:pt x="465270" y="80657"/>
                  <a:pt x="466416" y="80938"/>
                  <a:pt x="467810" y="80938"/>
                </a:cubicBezTo>
                <a:cubicBezTo>
                  <a:pt x="469789" y="80938"/>
                  <a:pt x="471812" y="80342"/>
                  <a:pt x="473881" y="79150"/>
                </a:cubicBezTo>
                <a:cubicBezTo>
                  <a:pt x="475949" y="77959"/>
                  <a:pt x="477883" y="76340"/>
                  <a:pt x="479681" y="74294"/>
                </a:cubicBezTo>
                <a:cubicBezTo>
                  <a:pt x="481480" y="72248"/>
                  <a:pt x="483065" y="69865"/>
                  <a:pt x="484436" y="67145"/>
                </a:cubicBezTo>
                <a:cubicBezTo>
                  <a:pt x="485808" y="64424"/>
                  <a:pt x="486808" y="61513"/>
                  <a:pt x="487438" y="58410"/>
                </a:cubicBezTo>
                <a:lnTo>
                  <a:pt x="489326" y="49305"/>
                </a:lnTo>
                <a:close/>
                <a:moveTo>
                  <a:pt x="562059" y="31903"/>
                </a:moveTo>
                <a:cubicBezTo>
                  <a:pt x="562059" y="32353"/>
                  <a:pt x="562014" y="32926"/>
                  <a:pt x="561924" y="33623"/>
                </a:cubicBezTo>
                <a:cubicBezTo>
                  <a:pt x="561834" y="34320"/>
                  <a:pt x="561710" y="35073"/>
                  <a:pt x="561553" y="35882"/>
                </a:cubicBezTo>
                <a:cubicBezTo>
                  <a:pt x="561396" y="36692"/>
                  <a:pt x="561182" y="37501"/>
                  <a:pt x="560912" y="38311"/>
                </a:cubicBezTo>
                <a:cubicBezTo>
                  <a:pt x="560642" y="39120"/>
                  <a:pt x="560339" y="39851"/>
                  <a:pt x="560002" y="40503"/>
                </a:cubicBezTo>
                <a:cubicBezTo>
                  <a:pt x="559664" y="41155"/>
                  <a:pt x="559282" y="41694"/>
                  <a:pt x="558855" y="42121"/>
                </a:cubicBezTo>
                <a:cubicBezTo>
                  <a:pt x="558428" y="42549"/>
                  <a:pt x="557967" y="42762"/>
                  <a:pt x="557472" y="42762"/>
                </a:cubicBezTo>
                <a:lnTo>
                  <a:pt x="544320" y="42762"/>
                </a:lnTo>
                <a:lnTo>
                  <a:pt x="538654" y="71023"/>
                </a:lnTo>
                <a:cubicBezTo>
                  <a:pt x="538519" y="71693"/>
                  <a:pt x="538396" y="72486"/>
                  <a:pt x="538283" y="73403"/>
                </a:cubicBezTo>
                <a:cubicBezTo>
                  <a:pt x="538171" y="74317"/>
                  <a:pt x="538115" y="75065"/>
                  <a:pt x="538115" y="75645"/>
                </a:cubicBezTo>
                <a:cubicBezTo>
                  <a:pt x="538115" y="77431"/>
                  <a:pt x="538542" y="78737"/>
                  <a:pt x="539396" y="79564"/>
                </a:cubicBezTo>
                <a:cubicBezTo>
                  <a:pt x="540251" y="80390"/>
                  <a:pt x="541600" y="80803"/>
                  <a:pt x="543443" y="80803"/>
                </a:cubicBezTo>
                <a:cubicBezTo>
                  <a:pt x="544522" y="80803"/>
                  <a:pt x="545444" y="80724"/>
                  <a:pt x="546209" y="80567"/>
                </a:cubicBezTo>
                <a:cubicBezTo>
                  <a:pt x="546973" y="80409"/>
                  <a:pt x="547636" y="80230"/>
                  <a:pt x="548198" y="80027"/>
                </a:cubicBezTo>
                <a:cubicBezTo>
                  <a:pt x="548760" y="79825"/>
                  <a:pt x="549244" y="79645"/>
                  <a:pt x="549648" y="79488"/>
                </a:cubicBezTo>
                <a:cubicBezTo>
                  <a:pt x="550053" y="79330"/>
                  <a:pt x="550435" y="79252"/>
                  <a:pt x="550795" y="79252"/>
                </a:cubicBezTo>
                <a:cubicBezTo>
                  <a:pt x="551155" y="79252"/>
                  <a:pt x="551458" y="79420"/>
                  <a:pt x="551706" y="79757"/>
                </a:cubicBezTo>
                <a:cubicBezTo>
                  <a:pt x="551953" y="80095"/>
                  <a:pt x="552077" y="80646"/>
                  <a:pt x="552077" y="81412"/>
                </a:cubicBezTo>
                <a:cubicBezTo>
                  <a:pt x="552077" y="82271"/>
                  <a:pt x="551987" y="83242"/>
                  <a:pt x="551807" y="84327"/>
                </a:cubicBezTo>
                <a:cubicBezTo>
                  <a:pt x="551627" y="85412"/>
                  <a:pt x="551391" y="86462"/>
                  <a:pt x="551099" y="87478"/>
                </a:cubicBezTo>
                <a:cubicBezTo>
                  <a:pt x="550806" y="88494"/>
                  <a:pt x="550480" y="89420"/>
                  <a:pt x="550121" y="90256"/>
                </a:cubicBezTo>
                <a:cubicBezTo>
                  <a:pt x="549761" y="91092"/>
                  <a:pt x="549379" y="91713"/>
                  <a:pt x="548974" y="92119"/>
                </a:cubicBezTo>
                <a:cubicBezTo>
                  <a:pt x="548569" y="92527"/>
                  <a:pt x="547962" y="92911"/>
                  <a:pt x="547153" y="93272"/>
                </a:cubicBezTo>
                <a:cubicBezTo>
                  <a:pt x="546343" y="93634"/>
                  <a:pt x="545388" y="93950"/>
                  <a:pt x="544286" y="94221"/>
                </a:cubicBezTo>
                <a:cubicBezTo>
                  <a:pt x="543185" y="94492"/>
                  <a:pt x="542004" y="94706"/>
                  <a:pt x="540745" y="94864"/>
                </a:cubicBezTo>
                <a:cubicBezTo>
                  <a:pt x="539486" y="95023"/>
                  <a:pt x="538227" y="95102"/>
                  <a:pt x="536968" y="95102"/>
                </a:cubicBezTo>
                <a:cubicBezTo>
                  <a:pt x="534270" y="95102"/>
                  <a:pt x="531898" y="94821"/>
                  <a:pt x="529852" y="94259"/>
                </a:cubicBezTo>
                <a:cubicBezTo>
                  <a:pt x="527806" y="93697"/>
                  <a:pt x="526087" y="92809"/>
                  <a:pt x="524693" y="91595"/>
                </a:cubicBezTo>
                <a:cubicBezTo>
                  <a:pt x="523299" y="90381"/>
                  <a:pt x="522253" y="88829"/>
                  <a:pt x="521556" y="86941"/>
                </a:cubicBezTo>
                <a:cubicBezTo>
                  <a:pt x="520859" y="85052"/>
                  <a:pt x="520511" y="82759"/>
                  <a:pt x="520511" y="80061"/>
                </a:cubicBezTo>
                <a:cubicBezTo>
                  <a:pt x="520511" y="79566"/>
                  <a:pt x="520533" y="78993"/>
                  <a:pt x="520578" y="78341"/>
                </a:cubicBezTo>
                <a:cubicBezTo>
                  <a:pt x="520623" y="77689"/>
                  <a:pt x="520702" y="77003"/>
                  <a:pt x="520814" y="76284"/>
                </a:cubicBezTo>
                <a:cubicBezTo>
                  <a:pt x="520927" y="75564"/>
                  <a:pt x="521039" y="74834"/>
                  <a:pt x="521152" y="74092"/>
                </a:cubicBezTo>
                <a:cubicBezTo>
                  <a:pt x="521264" y="73350"/>
                  <a:pt x="521388" y="72687"/>
                  <a:pt x="521523" y="72102"/>
                </a:cubicBezTo>
                <a:lnTo>
                  <a:pt x="527391" y="42762"/>
                </a:lnTo>
                <a:lnTo>
                  <a:pt x="520106" y="42762"/>
                </a:lnTo>
                <a:cubicBezTo>
                  <a:pt x="519522" y="42762"/>
                  <a:pt x="519094" y="42571"/>
                  <a:pt x="518825" y="42189"/>
                </a:cubicBezTo>
                <a:cubicBezTo>
                  <a:pt x="518555" y="41807"/>
                  <a:pt x="518420" y="41076"/>
                  <a:pt x="518420" y="39997"/>
                </a:cubicBezTo>
                <a:cubicBezTo>
                  <a:pt x="518420" y="39232"/>
                  <a:pt x="518499" y="38232"/>
                  <a:pt x="518656" y="36995"/>
                </a:cubicBezTo>
                <a:cubicBezTo>
                  <a:pt x="518813" y="35759"/>
                  <a:pt x="519072" y="34545"/>
                  <a:pt x="519432" y="33353"/>
                </a:cubicBezTo>
                <a:cubicBezTo>
                  <a:pt x="519791" y="32162"/>
                  <a:pt x="520263" y="31139"/>
                  <a:pt x="520848" y="30284"/>
                </a:cubicBezTo>
                <a:cubicBezTo>
                  <a:pt x="521433" y="29430"/>
                  <a:pt x="522130" y="29003"/>
                  <a:pt x="522939" y="29003"/>
                </a:cubicBezTo>
                <a:lnTo>
                  <a:pt x="530156" y="29003"/>
                </a:lnTo>
                <a:lnTo>
                  <a:pt x="532854" y="15526"/>
                </a:lnTo>
                <a:cubicBezTo>
                  <a:pt x="532944" y="15075"/>
                  <a:pt x="533157" y="14669"/>
                  <a:pt x="533495" y="14307"/>
                </a:cubicBezTo>
                <a:cubicBezTo>
                  <a:pt x="533832" y="13945"/>
                  <a:pt x="534349" y="13640"/>
                  <a:pt x="535046" y="13393"/>
                </a:cubicBezTo>
                <a:cubicBezTo>
                  <a:pt x="535743" y="13144"/>
                  <a:pt x="536642" y="12963"/>
                  <a:pt x="537744" y="12851"/>
                </a:cubicBezTo>
                <a:cubicBezTo>
                  <a:pt x="538845" y="12737"/>
                  <a:pt x="540228" y="12680"/>
                  <a:pt x="541892" y="12680"/>
                </a:cubicBezTo>
                <a:cubicBezTo>
                  <a:pt x="543511" y="12680"/>
                  <a:pt x="544860" y="12737"/>
                  <a:pt x="545939" y="12851"/>
                </a:cubicBezTo>
                <a:cubicBezTo>
                  <a:pt x="547018" y="12963"/>
                  <a:pt x="547850" y="13144"/>
                  <a:pt x="548434" y="13393"/>
                </a:cubicBezTo>
                <a:cubicBezTo>
                  <a:pt x="549019" y="13640"/>
                  <a:pt x="549412" y="13945"/>
                  <a:pt x="549615" y="14307"/>
                </a:cubicBezTo>
                <a:cubicBezTo>
                  <a:pt x="549817" y="14669"/>
                  <a:pt x="549873" y="15075"/>
                  <a:pt x="549783" y="15526"/>
                </a:cubicBezTo>
                <a:lnTo>
                  <a:pt x="547085" y="29003"/>
                </a:lnTo>
                <a:lnTo>
                  <a:pt x="560103" y="29003"/>
                </a:lnTo>
                <a:cubicBezTo>
                  <a:pt x="560867" y="29003"/>
                  <a:pt x="561384" y="29250"/>
                  <a:pt x="561654" y="29745"/>
                </a:cubicBezTo>
                <a:cubicBezTo>
                  <a:pt x="561924" y="30239"/>
                  <a:pt x="562059" y="30959"/>
                  <a:pt x="562059" y="31903"/>
                </a:cubicBezTo>
                <a:close/>
                <a:moveTo>
                  <a:pt x="623850" y="44478"/>
                </a:moveTo>
                <a:cubicBezTo>
                  <a:pt x="623850" y="47721"/>
                  <a:pt x="623120" y="50638"/>
                  <a:pt x="621658" y="53229"/>
                </a:cubicBezTo>
                <a:cubicBezTo>
                  <a:pt x="620197" y="55819"/>
                  <a:pt x="617926" y="58049"/>
                  <a:pt x="614846" y="59919"/>
                </a:cubicBezTo>
                <a:cubicBezTo>
                  <a:pt x="611766" y="61788"/>
                  <a:pt x="607854" y="63218"/>
                  <a:pt x="603110" y="64209"/>
                </a:cubicBezTo>
                <a:cubicBezTo>
                  <a:pt x="598366" y="65199"/>
                  <a:pt x="592712" y="65695"/>
                  <a:pt x="586147" y="65695"/>
                </a:cubicBezTo>
                <a:lnTo>
                  <a:pt x="579942" y="65695"/>
                </a:lnTo>
                <a:cubicBezTo>
                  <a:pt x="579762" y="66729"/>
                  <a:pt x="579627" y="67752"/>
                  <a:pt x="579537" y="68763"/>
                </a:cubicBezTo>
                <a:cubicBezTo>
                  <a:pt x="579447" y="69775"/>
                  <a:pt x="579402" y="70708"/>
                  <a:pt x="579402" y="71563"/>
                </a:cubicBezTo>
                <a:cubicBezTo>
                  <a:pt x="579402" y="75205"/>
                  <a:pt x="580346" y="77948"/>
                  <a:pt x="582235" y="79791"/>
                </a:cubicBezTo>
                <a:cubicBezTo>
                  <a:pt x="584123" y="81635"/>
                  <a:pt x="587158" y="82557"/>
                  <a:pt x="591340" y="82557"/>
                </a:cubicBezTo>
                <a:cubicBezTo>
                  <a:pt x="594308" y="82557"/>
                  <a:pt x="596972" y="82339"/>
                  <a:pt x="599333" y="81905"/>
                </a:cubicBezTo>
                <a:cubicBezTo>
                  <a:pt x="601694" y="81471"/>
                  <a:pt x="603762" y="80991"/>
                  <a:pt x="605538" y="80466"/>
                </a:cubicBezTo>
                <a:cubicBezTo>
                  <a:pt x="607314" y="79940"/>
                  <a:pt x="608787" y="79460"/>
                  <a:pt x="609956" y="79026"/>
                </a:cubicBezTo>
                <a:cubicBezTo>
                  <a:pt x="611125" y="78592"/>
                  <a:pt x="611979" y="78375"/>
                  <a:pt x="612519" y="78375"/>
                </a:cubicBezTo>
                <a:cubicBezTo>
                  <a:pt x="613059" y="78375"/>
                  <a:pt x="613441" y="78534"/>
                  <a:pt x="613666" y="78851"/>
                </a:cubicBezTo>
                <a:cubicBezTo>
                  <a:pt x="613890" y="79169"/>
                  <a:pt x="614003" y="79667"/>
                  <a:pt x="614003" y="80346"/>
                </a:cubicBezTo>
                <a:cubicBezTo>
                  <a:pt x="614003" y="81117"/>
                  <a:pt x="613935" y="82002"/>
                  <a:pt x="613801" y="82999"/>
                </a:cubicBezTo>
                <a:cubicBezTo>
                  <a:pt x="613666" y="83995"/>
                  <a:pt x="613475" y="84981"/>
                  <a:pt x="613227" y="85956"/>
                </a:cubicBezTo>
                <a:cubicBezTo>
                  <a:pt x="612980" y="86930"/>
                  <a:pt x="612665" y="87848"/>
                  <a:pt x="612283" y="88709"/>
                </a:cubicBezTo>
                <a:cubicBezTo>
                  <a:pt x="611901" y="89570"/>
                  <a:pt x="611462" y="90227"/>
                  <a:pt x="610968" y="90680"/>
                </a:cubicBezTo>
                <a:cubicBezTo>
                  <a:pt x="610428" y="91224"/>
                  <a:pt x="609439" y="91768"/>
                  <a:pt x="608000" y="92313"/>
                </a:cubicBezTo>
                <a:cubicBezTo>
                  <a:pt x="606561" y="92857"/>
                  <a:pt x="604830" y="93355"/>
                  <a:pt x="602806" y="93808"/>
                </a:cubicBezTo>
                <a:cubicBezTo>
                  <a:pt x="600783" y="94262"/>
                  <a:pt x="598512" y="94635"/>
                  <a:pt x="595994" y="94929"/>
                </a:cubicBezTo>
                <a:cubicBezTo>
                  <a:pt x="593476" y="95224"/>
                  <a:pt x="590913" y="95372"/>
                  <a:pt x="588305" y="95372"/>
                </a:cubicBezTo>
                <a:cubicBezTo>
                  <a:pt x="583988" y="95372"/>
                  <a:pt x="580223" y="94921"/>
                  <a:pt x="577008" y="94019"/>
                </a:cubicBezTo>
                <a:cubicBezTo>
                  <a:pt x="573793" y="93118"/>
                  <a:pt x="571106" y="91744"/>
                  <a:pt x="568947" y="89898"/>
                </a:cubicBezTo>
                <a:cubicBezTo>
                  <a:pt x="566789" y="88050"/>
                  <a:pt x="565170" y="85696"/>
                  <a:pt x="564091" y="82835"/>
                </a:cubicBezTo>
                <a:cubicBezTo>
                  <a:pt x="563012" y="79974"/>
                  <a:pt x="562472" y="76584"/>
                  <a:pt x="562472" y="72665"/>
                </a:cubicBezTo>
                <a:cubicBezTo>
                  <a:pt x="562472" y="69645"/>
                  <a:pt x="562753" y="66413"/>
                  <a:pt x="563316" y="62967"/>
                </a:cubicBezTo>
                <a:cubicBezTo>
                  <a:pt x="563878" y="59520"/>
                  <a:pt x="564788" y="56118"/>
                  <a:pt x="566047" y="52761"/>
                </a:cubicBezTo>
                <a:cubicBezTo>
                  <a:pt x="567306" y="49404"/>
                  <a:pt x="568925" y="46194"/>
                  <a:pt x="570903" y="43131"/>
                </a:cubicBezTo>
                <a:cubicBezTo>
                  <a:pt x="572882" y="40068"/>
                  <a:pt x="575276" y="37376"/>
                  <a:pt x="578087" y="35056"/>
                </a:cubicBezTo>
                <a:cubicBezTo>
                  <a:pt x="580897" y="32735"/>
                  <a:pt x="584146" y="30876"/>
                  <a:pt x="587833" y="29479"/>
                </a:cubicBezTo>
                <a:cubicBezTo>
                  <a:pt x="591520" y="28082"/>
                  <a:pt x="595724" y="27384"/>
                  <a:pt x="600446" y="27384"/>
                </a:cubicBezTo>
                <a:cubicBezTo>
                  <a:pt x="604538" y="27384"/>
                  <a:pt x="608056" y="27868"/>
                  <a:pt x="611001" y="28836"/>
                </a:cubicBezTo>
                <a:cubicBezTo>
                  <a:pt x="613947" y="29804"/>
                  <a:pt x="616364" y="31088"/>
                  <a:pt x="618252" y="32687"/>
                </a:cubicBezTo>
                <a:cubicBezTo>
                  <a:pt x="620141" y="34286"/>
                  <a:pt x="621546" y="36111"/>
                  <a:pt x="622468" y="38161"/>
                </a:cubicBezTo>
                <a:cubicBezTo>
                  <a:pt x="623389" y="40211"/>
                  <a:pt x="623850" y="42317"/>
                  <a:pt x="623850" y="44478"/>
                </a:cubicBezTo>
                <a:moveTo>
                  <a:pt x="607191" y="45770"/>
                </a:moveTo>
                <a:cubicBezTo>
                  <a:pt x="607191" y="43980"/>
                  <a:pt x="606482" y="42492"/>
                  <a:pt x="605066" y="41306"/>
                </a:cubicBezTo>
                <a:cubicBezTo>
                  <a:pt x="603650" y="40118"/>
                  <a:pt x="601592" y="39525"/>
                  <a:pt x="598894" y="39525"/>
                </a:cubicBezTo>
                <a:cubicBezTo>
                  <a:pt x="596646" y="39525"/>
                  <a:pt x="594634" y="39928"/>
                  <a:pt x="592858" y="40734"/>
                </a:cubicBezTo>
                <a:cubicBezTo>
                  <a:pt x="591082" y="41540"/>
                  <a:pt x="589519" y="42625"/>
                  <a:pt x="588170" y="43991"/>
                </a:cubicBezTo>
                <a:cubicBezTo>
                  <a:pt x="586821" y="45355"/>
                  <a:pt x="585663" y="46967"/>
                  <a:pt x="584697" y="48826"/>
                </a:cubicBezTo>
                <a:cubicBezTo>
                  <a:pt x="583730" y="50684"/>
                  <a:pt x="582954" y="52664"/>
                  <a:pt x="582370" y="54768"/>
                </a:cubicBezTo>
                <a:lnTo>
                  <a:pt x="588035" y="54768"/>
                </a:lnTo>
                <a:cubicBezTo>
                  <a:pt x="591633" y="54768"/>
                  <a:pt x="594645" y="54533"/>
                  <a:pt x="597073" y="54064"/>
                </a:cubicBezTo>
                <a:cubicBezTo>
                  <a:pt x="599501" y="53593"/>
                  <a:pt x="601457" y="52955"/>
                  <a:pt x="602941" y="52150"/>
                </a:cubicBezTo>
                <a:cubicBezTo>
                  <a:pt x="604425" y="51344"/>
                  <a:pt x="605504" y="50392"/>
                  <a:pt x="606179" y="49296"/>
                </a:cubicBezTo>
                <a:cubicBezTo>
                  <a:pt x="606853" y="48199"/>
                  <a:pt x="607191" y="47023"/>
                  <a:pt x="607191" y="45770"/>
                </a:cubicBezTo>
                <a:close/>
                <a:moveTo>
                  <a:pt x="678589" y="33859"/>
                </a:moveTo>
                <a:cubicBezTo>
                  <a:pt x="678589" y="34399"/>
                  <a:pt x="678510" y="35197"/>
                  <a:pt x="678353" y="36253"/>
                </a:cubicBezTo>
                <a:cubicBezTo>
                  <a:pt x="678196" y="37310"/>
                  <a:pt x="677959" y="38378"/>
                  <a:pt x="677645" y="39457"/>
                </a:cubicBezTo>
                <a:cubicBezTo>
                  <a:pt x="677330" y="40536"/>
                  <a:pt x="676959" y="41469"/>
                  <a:pt x="676532" y="42256"/>
                </a:cubicBezTo>
                <a:cubicBezTo>
                  <a:pt x="676105" y="43043"/>
                  <a:pt x="675621" y="43437"/>
                  <a:pt x="675082" y="43437"/>
                </a:cubicBezTo>
                <a:cubicBezTo>
                  <a:pt x="674497" y="43437"/>
                  <a:pt x="673811" y="43223"/>
                  <a:pt x="673024" y="42796"/>
                </a:cubicBezTo>
                <a:cubicBezTo>
                  <a:pt x="672238" y="42369"/>
                  <a:pt x="671282" y="41897"/>
                  <a:pt x="670158" y="41379"/>
                </a:cubicBezTo>
                <a:cubicBezTo>
                  <a:pt x="669034" y="40862"/>
                  <a:pt x="667719" y="40401"/>
                  <a:pt x="666212" y="39997"/>
                </a:cubicBezTo>
                <a:cubicBezTo>
                  <a:pt x="664706" y="39592"/>
                  <a:pt x="662941" y="39390"/>
                  <a:pt x="660918" y="39390"/>
                </a:cubicBezTo>
                <a:cubicBezTo>
                  <a:pt x="659344" y="39390"/>
                  <a:pt x="657939" y="39593"/>
                  <a:pt x="656702" y="40001"/>
                </a:cubicBezTo>
                <a:cubicBezTo>
                  <a:pt x="655465" y="40407"/>
                  <a:pt x="654443" y="40961"/>
                  <a:pt x="653633" y="41662"/>
                </a:cubicBezTo>
                <a:cubicBezTo>
                  <a:pt x="652824" y="42362"/>
                  <a:pt x="652205" y="43187"/>
                  <a:pt x="651778" y="44136"/>
                </a:cubicBezTo>
                <a:cubicBezTo>
                  <a:pt x="651351" y="45085"/>
                  <a:pt x="651138" y="46102"/>
                  <a:pt x="651138" y="47186"/>
                </a:cubicBezTo>
                <a:cubicBezTo>
                  <a:pt x="651138" y="48583"/>
                  <a:pt x="651711" y="49755"/>
                  <a:pt x="652857" y="50702"/>
                </a:cubicBezTo>
                <a:cubicBezTo>
                  <a:pt x="654004" y="51648"/>
                  <a:pt x="655432" y="52537"/>
                  <a:pt x="657140" y="53370"/>
                </a:cubicBezTo>
                <a:cubicBezTo>
                  <a:pt x="658849" y="54204"/>
                  <a:pt x="660693" y="55071"/>
                  <a:pt x="662671" y="55971"/>
                </a:cubicBezTo>
                <a:cubicBezTo>
                  <a:pt x="664650" y="56872"/>
                  <a:pt x="666493" y="57998"/>
                  <a:pt x="668202" y="59350"/>
                </a:cubicBezTo>
                <a:cubicBezTo>
                  <a:pt x="669911" y="60702"/>
                  <a:pt x="671327" y="62347"/>
                  <a:pt x="672451" y="64284"/>
                </a:cubicBezTo>
                <a:cubicBezTo>
                  <a:pt x="673575" y="66222"/>
                  <a:pt x="674137" y="68655"/>
                  <a:pt x="674137" y="71584"/>
                </a:cubicBezTo>
                <a:cubicBezTo>
                  <a:pt x="674137" y="75008"/>
                  <a:pt x="673485" y="78173"/>
                  <a:pt x="672181" y="81079"/>
                </a:cubicBezTo>
                <a:cubicBezTo>
                  <a:pt x="670877" y="83985"/>
                  <a:pt x="668978" y="86497"/>
                  <a:pt x="666482" y="88614"/>
                </a:cubicBezTo>
                <a:cubicBezTo>
                  <a:pt x="663986" y="90732"/>
                  <a:pt x="660951" y="92388"/>
                  <a:pt x="657377" y="93582"/>
                </a:cubicBezTo>
                <a:cubicBezTo>
                  <a:pt x="653802" y="94775"/>
                  <a:pt x="649766" y="95372"/>
                  <a:pt x="645270" y="95372"/>
                </a:cubicBezTo>
                <a:cubicBezTo>
                  <a:pt x="643111" y="95372"/>
                  <a:pt x="641054" y="95212"/>
                  <a:pt x="639098" y="94893"/>
                </a:cubicBezTo>
                <a:cubicBezTo>
                  <a:pt x="637142" y="94574"/>
                  <a:pt x="635388" y="94187"/>
                  <a:pt x="633837" y="93732"/>
                </a:cubicBezTo>
                <a:cubicBezTo>
                  <a:pt x="632286" y="93275"/>
                  <a:pt x="630971" y="92750"/>
                  <a:pt x="629891" y="92157"/>
                </a:cubicBezTo>
                <a:cubicBezTo>
                  <a:pt x="628812" y="91564"/>
                  <a:pt x="628003" y="91017"/>
                  <a:pt x="627463" y="90515"/>
                </a:cubicBezTo>
                <a:cubicBezTo>
                  <a:pt x="627104" y="90156"/>
                  <a:pt x="626845" y="89774"/>
                  <a:pt x="626688" y="89369"/>
                </a:cubicBezTo>
                <a:cubicBezTo>
                  <a:pt x="626530" y="88964"/>
                  <a:pt x="626452" y="88447"/>
                  <a:pt x="626452" y="87818"/>
                </a:cubicBezTo>
                <a:cubicBezTo>
                  <a:pt x="626452" y="87413"/>
                  <a:pt x="626485" y="86896"/>
                  <a:pt x="626553" y="86266"/>
                </a:cubicBezTo>
                <a:cubicBezTo>
                  <a:pt x="626620" y="85637"/>
                  <a:pt x="626733" y="84940"/>
                  <a:pt x="626890" y="84175"/>
                </a:cubicBezTo>
                <a:cubicBezTo>
                  <a:pt x="627047" y="83411"/>
                  <a:pt x="627227" y="82646"/>
                  <a:pt x="627430" y="81882"/>
                </a:cubicBezTo>
                <a:cubicBezTo>
                  <a:pt x="627632" y="81118"/>
                  <a:pt x="627868" y="80421"/>
                  <a:pt x="628138" y="79791"/>
                </a:cubicBezTo>
                <a:cubicBezTo>
                  <a:pt x="628408" y="79162"/>
                  <a:pt x="628700" y="78656"/>
                  <a:pt x="629015" y="78274"/>
                </a:cubicBezTo>
                <a:cubicBezTo>
                  <a:pt x="629329" y="77891"/>
                  <a:pt x="629667" y="77700"/>
                  <a:pt x="630026" y="77700"/>
                </a:cubicBezTo>
                <a:cubicBezTo>
                  <a:pt x="630656" y="77700"/>
                  <a:pt x="631353" y="77970"/>
                  <a:pt x="632117" y="78510"/>
                </a:cubicBezTo>
                <a:cubicBezTo>
                  <a:pt x="632882" y="79049"/>
                  <a:pt x="633871" y="79645"/>
                  <a:pt x="635085" y="80297"/>
                </a:cubicBezTo>
                <a:cubicBezTo>
                  <a:pt x="636299" y="80949"/>
                  <a:pt x="637794" y="81556"/>
                  <a:pt x="639570" y="82118"/>
                </a:cubicBezTo>
                <a:cubicBezTo>
                  <a:pt x="641346" y="82680"/>
                  <a:pt x="643561" y="82961"/>
                  <a:pt x="646214" y="82961"/>
                </a:cubicBezTo>
                <a:cubicBezTo>
                  <a:pt x="648057" y="82961"/>
                  <a:pt x="649665" y="82748"/>
                  <a:pt x="651036" y="82323"/>
                </a:cubicBezTo>
                <a:cubicBezTo>
                  <a:pt x="652408" y="81897"/>
                  <a:pt x="653543" y="81303"/>
                  <a:pt x="654443" y="80542"/>
                </a:cubicBezTo>
                <a:cubicBezTo>
                  <a:pt x="655342" y="79780"/>
                  <a:pt x="656005" y="78906"/>
                  <a:pt x="656432" y="77919"/>
                </a:cubicBezTo>
                <a:cubicBezTo>
                  <a:pt x="656859" y="76933"/>
                  <a:pt x="657073" y="75880"/>
                  <a:pt x="657073" y="74760"/>
                </a:cubicBezTo>
                <a:cubicBezTo>
                  <a:pt x="657073" y="73183"/>
                  <a:pt x="656522" y="71900"/>
                  <a:pt x="655421" y="70909"/>
                </a:cubicBezTo>
                <a:cubicBezTo>
                  <a:pt x="654319" y="69917"/>
                  <a:pt x="652936" y="68993"/>
                  <a:pt x="651272" y="68137"/>
                </a:cubicBezTo>
                <a:cubicBezTo>
                  <a:pt x="649609" y="67280"/>
                  <a:pt x="647799" y="66401"/>
                  <a:pt x="645843" y="65501"/>
                </a:cubicBezTo>
                <a:cubicBezTo>
                  <a:pt x="643887" y="64600"/>
                  <a:pt x="642077" y="63496"/>
                  <a:pt x="640413" y="62189"/>
                </a:cubicBezTo>
                <a:cubicBezTo>
                  <a:pt x="638750" y="60883"/>
                  <a:pt x="637367" y="59261"/>
                  <a:pt x="636265" y="57325"/>
                </a:cubicBezTo>
                <a:cubicBezTo>
                  <a:pt x="635164" y="55387"/>
                  <a:pt x="634613" y="52954"/>
                  <a:pt x="634613" y="50025"/>
                </a:cubicBezTo>
                <a:cubicBezTo>
                  <a:pt x="634613" y="46826"/>
                  <a:pt x="635220" y="43852"/>
                  <a:pt x="636434" y="41103"/>
                </a:cubicBezTo>
                <a:cubicBezTo>
                  <a:pt x="637648" y="38355"/>
                  <a:pt x="639424" y="35955"/>
                  <a:pt x="641762" y="33905"/>
                </a:cubicBezTo>
                <a:cubicBezTo>
                  <a:pt x="644100" y="31855"/>
                  <a:pt x="646933" y="30256"/>
                  <a:pt x="650261" y="29108"/>
                </a:cubicBezTo>
                <a:cubicBezTo>
                  <a:pt x="653588" y="27959"/>
                  <a:pt x="657365" y="27384"/>
                  <a:pt x="661592" y="27384"/>
                </a:cubicBezTo>
                <a:cubicBezTo>
                  <a:pt x="663481" y="27384"/>
                  <a:pt x="665313" y="27508"/>
                  <a:pt x="667089" y="27755"/>
                </a:cubicBezTo>
                <a:cubicBezTo>
                  <a:pt x="668865" y="28002"/>
                  <a:pt x="670461" y="28328"/>
                  <a:pt x="671878" y="28733"/>
                </a:cubicBezTo>
                <a:cubicBezTo>
                  <a:pt x="673294" y="29138"/>
                  <a:pt x="674531" y="29587"/>
                  <a:pt x="675588" y="30082"/>
                </a:cubicBezTo>
                <a:cubicBezTo>
                  <a:pt x="676644" y="30576"/>
                  <a:pt x="677397" y="31071"/>
                  <a:pt x="677847" y="31566"/>
                </a:cubicBezTo>
                <a:cubicBezTo>
                  <a:pt x="678342" y="32015"/>
                  <a:pt x="678589" y="32780"/>
                  <a:pt x="678589" y="33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Font">
            <a:extLst xmlns:a="http://schemas.openxmlformats.org/drawingml/2006/main">
              <a:ext uri="{FF2B5EF4-FFF2-40B4-BE49-F238E27FC236}">
                <a16:creationId xmlns:a16="http://schemas.microsoft.com/office/drawing/2014/main" id="{3A541B60-5A93-40D8-A1C3-01E78211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870" y="320921"/>
            <a:ext cx="251604" cy="88897"/>
          </a:xfrm>
          <a:custGeom xmlns:a="http://schemas.openxmlformats.org/drawingml/2006/main">
            <a:pathLst>
              <a:path w="251604" h="88897">
                <a:moveTo>
                  <a:pt x="65020" y="2845"/>
                </a:moveTo>
                <a:cubicBezTo>
                  <a:pt x="65020" y="3117"/>
                  <a:pt x="64986" y="3603"/>
                  <a:pt x="64919" y="4304"/>
                </a:cubicBezTo>
                <a:cubicBezTo>
                  <a:pt x="64851" y="5004"/>
                  <a:pt x="64739" y="5783"/>
                  <a:pt x="64582" y="6642"/>
                </a:cubicBezTo>
                <a:cubicBezTo>
                  <a:pt x="64424" y="7499"/>
                  <a:pt x="64233" y="8391"/>
                  <a:pt x="64008" y="9318"/>
                </a:cubicBezTo>
                <a:cubicBezTo>
                  <a:pt x="63783" y="10244"/>
                  <a:pt x="63502" y="11103"/>
                  <a:pt x="63165" y="11894"/>
                </a:cubicBezTo>
                <a:cubicBezTo>
                  <a:pt x="62828" y="12684"/>
                  <a:pt x="62435" y="13327"/>
                  <a:pt x="61985" y="13825"/>
                </a:cubicBezTo>
                <a:cubicBezTo>
                  <a:pt x="61535" y="14321"/>
                  <a:pt x="61018" y="14569"/>
                  <a:pt x="60434" y="14569"/>
                </a:cubicBezTo>
                <a:lnTo>
                  <a:pt x="31903" y="14569"/>
                </a:lnTo>
                <a:lnTo>
                  <a:pt x="27182" y="37906"/>
                </a:lnTo>
                <a:lnTo>
                  <a:pt x="54026" y="37906"/>
                </a:lnTo>
                <a:cubicBezTo>
                  <a:pt x="54655" y="37906"/>
                  <a:pt x="55105" y="38155"/>
                  <a:pt x="55375" y="38652"/>
                </a:cubicBezTo>
                <a:cubicBezTo>
                  <a:pt x="55645" y="39148"/>
                  <a:pt x="55780" y="39803"/>
                  <a:pt x="55780" y="40616"/>
                </a:cubicBezTo>
                <a:cubicBezTo>
                  <a:pt x="55780" y="40933"/>
                  <a:pt x="55735" y="41441"/>
                  <a:pt x="55645" y="42142"/>
                </a:cubicBezTo>
                <a:cubicBezTo>
                  <a:pt x="55555" y="42842"/>
                  <a:pt x="55431" y="43610"/>
                  <a:pt x="55274" y="44446"/>
                </a:cubicBezTo>
                <a:cubicBezTo>
                  <a:pt x="55116" y="45281"/>
                  <a:pt x="54914" y="46162"/>
                  <a:pt x="54667" y="47089"/>
                </a:cubicBezTo>
                <a:cubicBezTo>
                  <a:pt x="54419" y="48015"/>
                  <a:pt x="54127" y="48851"/>
                  <a:pt x="53790" y="49598"/>
                </a:cubicBezTo>
                <a:cubicBezTo>
                  <a:pt x="53453" y="50342"/>
                  <a:pt x="53059" y="50963"/>
                  <a:pt x="52610" y="51461"/>
                </a:cubicBezTo>
                <a:cubicBezTo>
                  <a:pt x="52160" y="51957"/>
                  <a:pt x="51643" y="52205"/>
                  <a:pt x="51058" y="52205"/>
                </a:cubicBezTo>
                <a:lnTo>
                  <a:pt x="24416" y="52205"/>
                </a:lnTo>
                <a:lnTo>
                  <a:pt x="17941" y="84782"/>
                </a:lnTo>
                <a:cubicBezTo>
                  <a:pt x="17851" y="85277"/>
                  <a:pt x="17626" y="85704"/>
                  <a:pt x="17267" y="86064"/>
                </a:cubicBezTo>
                <a:cubicBezTo>
                  <a:pt x="16907" y="86424"/>
                  <a:pt x="16356" y="86716"/>
                  <a:pt x="15614" y="86941"/>
                </a:cubicBezTo>
                <a:cubicBezTo>
                  <a:pt x="14872" y="87166"/>
                  <a:pt x="13917" y="87345"/>
                  <a:pt x="12748" y="87480"/>
                </a:cubicBezTo>
                <a:cubicBezTo>
                  <a:pt x="11579" y="87615"/>
                  <a:pt x="10140" y="87683"/>
                  <a:pt x="8431" y="87683"/>
                </a:cubicBezTo>
                <a:cubicBezTo>
                  <a:pt x="6677" y="87683"/>
                  <a:pt x="5250" y="87615"/>
                  <a:pt x="4148" y="87480"/>
                </a:cubicBezTo>
                <a:cubicBezTo>
                  <a:pt x="3046" y="87345"/>
                  <a:pt x="2181" y="87166"/>
                  <a:pt x="1551" y="86941"/>
                </a:cubicBezTo>
                <a:cubicBezTo>
                  <a:pt x="922" y="86716"/>
                  <a:pt x="495" y="86424"/>
                  <a:pt x="270" y="86064"/>
                </a:cubicBezTo>
                <a:cubicBezTo>
                  <a:pt x="45" y="85704"/>
                  <a:pt x="0" y="85277"/>
                  <a:pt x="135" y="84782"/>
                </a:cubicBezTo>
                <a:lnTo>
                  <a:pt x="15918" y="5598"/>
                </a:lnTo>
                <a:cubicBezTo>
                  <a:pt x="16322" y="3620"/>
                  <a:pt x="17132" y="2192"/>
                  <a:pt x="18346" y="1315"/>
                </a:cubicBezTo>
                <a:cubicBezTo>
                  <a:pt x="19560" y="438"/>
                  <a:pt x="20909" y="0"/>
                  <a:pt x="22393" y="0"/>
                </a:cubicBezTo>
                <a:lnTo>
                  <a:pt x="63266" y="0"/>
                </a:lnTo>
                <a:cubicBezTo>
                  <a:pt x="64031" y="0"/>
                  <a:pt x="64514" y="249"/>
                  <a:pt x="64717" y="746"/>
                </a:cubicBezTo>
                <a:cubicBezTo>
                  <a:pt x="64919" y="1242"/>
                  <a:pt x="65020" y="1942"/>
                  <a:pt x="65020" y="2845"/>
                </a:cubicBezTo>
                <a:close/>
                <a:moveTo>
                  <a:pt x="126618" y="45036"/>
                </a:moveTo>
                <a:cubicBezTo>
                  <a:pt x="126618" y="48280"/>
                  <a:pt x="126314" y="51613"/>
                  <a:pt x="125707" y="55038"/>
                </a:cubicBezTo>
                <a:cubicBezTo>
                  <a:pt x="125100" y="58462"/>
                  <a:pt x="124145" y="61808"/>
                  <a:pt x="122841" y="65075"/>
                </a:cubicBezTo>
                <a:cubicBezTo>
                  <a:pt x="121537" y="68340"/>
                  <a:pt x="119862" y="71404"/>
                  <a:pt x="117816" y="74265"/>
                </a:cubicBezTo>
                <a:cubicBezTo>
                  <a:pt x="115770" y="77126"/>
                  <a:pt x="113319" y="79649"/>
                  <a:pt x="110464" y="81834"/>
                </a:cubicBezTo>
                <a:cubicBezTo>
                  <a:pt x="107609" y="84019"/>
                  <a:pt x="104337" y="85742"/>
                  <a:pt x="100650" y="87004"/>
                </a:cubicBezTo>
                <a:cubicBezTo>
                  <a:pt x="96963" y="88266"/>
                  <a:pt x="92804" y="88897"/>
                  <a:pt x="88172" y="88897"/>
                </a:cubicBezTo>
                <a:cubicBezTo>
                  <a:pt x="83631" y="88897"/>
                  <a:pt x="79708" y="88367"/>
                  <a:pt x="76403" y="87307"/>
                </a:cubicBezTo>
                <a:cubicBezTo>
                  <a:pt x="73098" y="86249"/>
                  <a:pt x="70344" y="84695"/>
                  <a:pt x="68140" y="82645"/>
                </a:cubicBezTo>
                <a:cubicBezTo>
                  <a:pt x="65937" y="80595"/>
                  <a:pt x="64296" y="78072"/>
                  <a:pt x="63217" y="75076"/>
                </a:cubicBezTo>
                <a:cubicBezTo>
                  <a:pt x="62137" y="72080"/>
                  <a:pt x="61598" y="68645"/>
                  <a:pt x="61598" y="64769"/>
                </a:cubicBezTo>
                <a:cubicBezTo>
                  <a:pt x="61598" y="61526"/>
                  <a:pt x="61901" y="58192"/>
                  <a:pt x="62508" y="54768"/>
                </a:cubicBezTo>
                <a:cubicBezTo>
                  <a:pt x="63115" y="51344"/>
                  <a:pt x="64071" y="48010"/>
                  <a:pt x="65375" y="44767"/>
                </a:cubicBezTo>
                <a:cubicBezTo>
                  <a:pt x="66679" y="41522"/>
                  <a:pt x="68354" y="38447"/>
                  <a:pt x="70400" y="35541"/>
                </a:cubicBezTo>
                <a:cubicBezTo>
                  <a:pt x="72446" y="32635"/>
                  <a:pt x="74896" y="30101"/>
                  <a:pt x="77752" y="27938"/>
                </a:cubicBezTo>
                <a:cubicBezTo>
                  <a:pt x="80607" y="25776"/>
                  <a:pt x="83878" y="24064"/>
                  <a:pt x="87565" y="22802"/>
                </a:cubicBezTo>
                <a:cubicBezTo>
                  <a:pt x="91252" y="21540"/>
                  <a:pt x="95412" y="20909"/>
                  <a:pt x="100043" y="20909"/>
                </a:cubicBezTo>
                <a:cubicBezTo>
                  <a:pt x="104585" y="20909"/>
                  <a:pt x="108508" y="21439"/>
                  <a:pt x="111813" y="22498"/>
                </a:cubicBezTo>
                <a:cubicBezTo>
                  <a:pt x="115118" y="23556"/>
                  <a:pt x="117872" y="25110"/>
                  <a:pt x="120075" y="27161"/>
                </a:cubicBezTo>
                <a:cubicBezTo>
                  <a:pt x="122279" y="29211"/>
                  <a:pt x="123920" y="31734"/>
                  <a:pt x="124999" y="34729"/>
                </a:cubicBezTo>
                <a:cubicBezTo>
                  <a:pt x="126078" y="37725"/>
                  <a:pt x="126618" y="41161"/>
                  <a:pt x="126618" y="45036"/>
                </a:cubicBezTo>
                <a:moveTo>
                  <a:pt x="109081" y="46154"/>
                </a:moveTo>
                <a:cubicBezTo>
                  <a:pt x="109081" y="44262"/>
                  <a:pt x="108890" y="42585"/>
                  <a:pt x="108508" y="41122"/>
                </a:cubicBezTo>
                <a:cubicBezTo>
                  <a:pt x="108126" y="39658"/>
                  <a:pt x="107496" y="38419"/>
                  <a:pt x="106619" y="37406"/>
                </a:cubicBezTo>
                <a:cubicBezTo>
                  <a:pt x="105743" y="36392"/>
                  <a:pt x="104618" y="35615"/>
                  <a:pt x="103247" y="35075"/>
                </a:cubicBezTo>
                <a:cubicBezTo>
                  <a:pt x="101876" y="34534"/>
                  <a:pt x="100201" y="34264"/>
                  <a:pt x="98222" y="34264"/>
                </a:cubicBezTo>
                <a:cubicBezTo>
                  <a:pt x="95974" y="34264"/>
                  <a:pt x="93950" y="34703"/>
                  <a:pt x="92152" y="35581"/>
                </a:cubicBezTo>
                <a:cubicBezTo>
                  <a:pt x="90353" y="36459"/>
                  <a:pt x="88746" y="37642"/>
                  <a:pt x="87329" y="39128"/>
                </a:cubicBezTo>
                <a:cubicBezTo>
                  <a:pt x="85913" y="40615"/>
                  <a:pt x="84688" y="42338"/>
                  <a:pt x="83653" y="44297"/>
                </a:cubicBezTo>
                <a:cubicBezTo>
                  <a:pt x="82619" y="46255"/>
                  <a:pt x="81765" y="48316"/>
                  <a:pt x="81090" y="50479"/>
                </a:cubicBezTo>
                <a:cubicBezTo>
                  <a:pt x="80416" y="52640"/>
                  <a:pt x="79921" y="54835"/>
                  <a:pt x="79606" y="57065"/>
                </a:cubicBezTo>
                <a:cubicBezTo>
                  <a:pt x="79292" y="59294"/>
                  <a:pt x="79134" y="61422"/>
                  <a:pt x="79134" y="63450"/>
                </a:cubicBezTo>
                <a:cubicBezTo>
                  <a:pt x="79134" y="65341"/>
                  <a:pt x="79325" y="67030"/>
                  <a:pt x="79708" y="68517"/>
                </a:cubicBezTo>
                <a:cubicBezTo>
                  <a:pt x="80090" y="70002"/>
                  <a:pt x="80719" y="71252"/>
                  <a:pt x="81596" y="72266"/>
                </a:cubicBezTo>
                <a:cubicBezTo>
                  <a:pt x="82473" y="73280"/>
                  <a:pt x="83597" y="74057"/>
                  <a:pt x="84969" y="74598"/>
                </a:cubicBezTo>
                <a:cubicBezTo>
                  <a:pt x="86340" y="75137"/>
                  <a:pt x="88015" y="75407"/>
                  <a:pt x="89993" y="75407"/>
                </a:cubicBezTo>
                <a:cubicBezTo>
                  <a:pt x="92242" y="75407"/>
                  <a:pt x="94265" y="74968"/>
                  <a:pt x="96064" y="74090"/>
                </a:cubicBezTo>
                <a:cubicBezTo>
                  <a:pt x="97862" y="73211"/>
                  <a:pt x="99470" y="72018"/>
                  <a:pt x="100886" y="70509"/>
                </a:cubicBezTo>
                <a:cubicBezTo>
                  <a:pt x="102303" y="68999"/>
                  <a:pt x="103528" y="67265"/>
                  <a:pt x="104562" y="65307"/>
                </a:cubicBezTo>
                <a:cubicBezTo>
                  <a:pt x="105596" y="63348"/>
                  <a:pt x="106451" y="61277"/>
                  <a:pt x="107125" y="59093"/>
                </a:cubicBezTo>
                <a:cubicBezTo>
                  <a:pt x="107800" y="56908"/>
                  <a:pt x="108294" y="54712"/>
                  <a:pt x="108609" y="52506"/>
                </a:cubicBezTo>
                <a:cubicBezTo>
                  <a:pt x="108924" y="50299"/>
                  <a:pt x="109081" y="48181"/>
                  <a:pt x="109081" y="46154"/>
                </a:cubicBezTo>
                <a:close/>
                <a:moveTo>
                  <a:pt x="197728" y="38195"/>
                </a:moveTo>
                <a:cubicBezTo>
                  <a:pt x="197728" y="39770"/>
                  <a:pt x="197627" y="41345"/>
                  <a:pt x="197425" y="42920"/>
                </a:cubicBezTo>
                <a:cubicBezTo>
                  <a:pt x="197223" y="44495"/>
                  <a:pt x="196964" y="46116"/>
                  <a:pt x="196649" y="47781"/>
                </a:cubicBezTo>
                <a:lnTo>
                  <a:pt x="189162" y="84985"/>
                </a:lnTo>
                <a:cubicBezTo>
                  <a:pt x="189073" y="85434"/>
                  <a:pt x="188859" y="85828"/>
                  <a:pt x="188522" y="86165"/>
                </a:cubicBezTo>
                <a:cubicBezTo>
                  <a:pt x="188184" y="86502"/>
                  <a:pt x="187667" y="86783"/>
                  <a:pt x="186970" y="87008"/>
                </a:cubicBezTo>
                <a:cubicBezTo>
                  <a:pt x="186273" y="87233"/>
                  <a:pt x="185374" y="87402"/>
                  <a:pt x="184272" y="87514"/>
                </a:cubicBezTo>
                <a:cubicBezTo>
                  <a:pt x="183171" y="87626"/>
                  <a:pt x="181788" y="87683"/>
                  <a:pt x="180124" y="87683"/>
                </a:cubicBezTo>
                <a:cubicBezTo>
                  <a:pt x="178461" y="87683"/>
                  <a:pt x="177101" y="87626"/>
                  <a:pt x="176044" y="87514"/>
                </a:cubicBezTo>
                <a:cubicBezTo>
                  <a:pt x="174987" y="87402"/>
                  <a:pt x="174167" y="87233"/>
                  <a:pt x="173582" y="87008"/>
                </a:cubicBezTo>
                <a:cubicBezTo>
                  <a:pt x="172997" y="86783"/>
                  <a:pt x="172604" y="86502"/>
                  <a:pt x="172402" y="86165"/>
                </a:cubicBezTo>
                <a:cubicBezTo>
                  <a:pt x="172199" y="85828"/>
                  <a:pt x="172143" y="85434"/>
                  <a:pt x="172233" y="84985"/>
                </a:cubicBezTo>
                <a:lnTo>
                  <a:pt x="179517" y="48900"/>
                </a:lnTo>
                <a:cubicBezTo>
                  <a:pt x="179742" y="47815"/>
                  <a:pt x="179911" y="46708"/>
                  <a:pt x="180023" y="45578"/>
                </a:cubicBezTo>
                <a:cubicBezTo>
                  <a:pt x="180136" y="44448"/>
                  <a:pt x="180192" y="43454"/>
                  <a:pt x="180192" y="42596"/>
                </a:cubicBezTo>
                <a:cubicBezTo>
                  <a:pt x="180192" y="40561"/>
                  <a:pt x="179765" y="38889"/>
                  <a:pt x="178910" y="37579"/>
                </a:cubicBezTo>
                <a:cubicBezTo>
                  <a:pt x="178056" y="36268"/>
                  <a:pt x="176617" y="35613"/>
                  <a:pt x="174594" y="35613"/>
                </a:cubicBezTo>
                <a:cubicBezTo>
                  <a:pt x="172750" y="35613"/>
                  <a:pt x="170828" y="36199"/>
                  <a:pt x="168827" y="37373"/>
                </a:cubicBezTo>
                <a:cubicBezTo>
                  <a:pt x="166826" y="38545"/>
                  <a:pt x="164937" y="40134"/>
                  <a:pt x="163161" y="42142"/>
                </a:cubicBezTo>
                <a:cubicBezTo>
                  <a:pt x="161385" y="44149"/>
                  <a:pt x="159800" y="46494"/>
                  <a:pt x="158406" y="49178"/>
                </a:cubicBezTo>
                <a:cubicBezTo>
                  <a:pt x="157012" y="51861"/>
                  <a:pt x="156023" y="54713"/>
                  <a:pt x="155438" y="57736"/>
                </a:cubicBezTo>
                <a:lnTo>
                  <a:pt x="149975" y="84985"/>
                </a:lnTo>
                <a:cubicBezTo>
                  <a:pt x="149885" y="85434"/>
                  <a:pt x="149672" y="85828"/>
                  <a:pt x="149334" y="86165"/>
                </a:cubicBezTo>
                <a:cubicBezTo>
                  <a:pt x="148997" y="86502"/>
                  <a:pt x="148480" y="86783"/>
                  <a:pt x="147783" y="87008"/>
                </a:cubicBezTo>
                <a:cubicBezTo>
                  <a:pt x="147086" y="87233"/>
                  <a:pt x="146176" y="87402"/>
                  <a:pt x="145051" y="87514"/>
                </a:cubicBezTo>
                <a:cubicBezTo>
                  <a:pt x="143927" y="87626"/>
                  <a:pt x="142556" y="87683"/>
                  <a:pt x="140937" y="87683"/>
                </a:cubicBezTo>
                <a:cubicBezTo>
                  <a:pt x="139273" y="87683"/>
                  <a:pt x="137913" y="87626"/>
                  <a:pt x="136856" y="87514"/>
                </a:cubicBezTo>
                <a:cubicBezTo>
                  <a:pt x="135800" y="87402"/>
                  <a:pt x="134968" y="87233"/>
                  <a:pt x="134361" y="87008"/>
                </a:cubicBezTo>
                <a:cubicBezTo>
                  <a:pt x="133754" y="86783"/>
                  <a:pt x="133360" y="86502"/>
                  <a:pt x="133181" y="86165"/>
                </a:cubicBezTo>
                <a:cubicBezTo>
                  <a:pt x="133001" y="85828"/>
                  <a:pt x="132956" y="85434"/>
                  <a:pt x="133046" y="84985"/>
                </a:cubicBezTo>
                <a:lnTo>
                  <a:pt x="145119" y="24753"/>
                </a:lnTo>
                <a:cubicBezTo>
                  <a:pt x="145209" y="24304"/>
                  <a:pt x="145400" y="23910"/>
                  <a:pt x="145692" y="23573"/>
                </a:cubicBezTo>
                <a:cubicBezTo>
                  <a:pt x="145984" y="23236"/>
                  <a:pt x="146434" y="22966"/>
                  <a:pt x="147041" y="22764"/>
                </a:cubicBezTo>
                <a:cubicBezTo>
                  <a:pt x="147648" y="22561"/>
                  <a:pt x="148435" y="22404"/>
                  <a:pt x="149402" y="22292"/>
                </a:cubicBezTo>
                <a:cubicBezTo>
                  <a:pt x="150369" y="22179"/>
                  <a:pt x="151526" y="22123"/>
                  <a:pt x="152875" y="22123"/>
                </a:cubicBezTo>
                <a:cubicBezTo>
                  <a:pt x="154269" y="22123"/>
                  <a:pt x="155405" y="22179"/>
                  <a:pt x="156282" y="22292"/>
                </a:cubicBezTo>
                <a:cubicBezTo>
                  <a:pt x="157158" y="22404"/>
                  <a:pt x="157844" y="22561"/>
                  <a:pt x="158339" y="22764"/>
                </a:cubicBezTo>
                <a:cubicBezTo>
                  <a:pt x="158833" y="22966"/>
                  <a:pt x="159159" y="23236"/>
                  <a:pt x="159317" y="23573"/>
                </a:cubicBezTo>
                <a:cubicBezTo>
                  <a:pt x="159474" y="23910"/>
                  <a:pt x="159508" y="24304"/>
                  <a:pt x="159418" y="24753"/>
                </a:cubicBezTo>
                <a:lnTo>
                  <a:pt x="157462" y="34668"/>
                </a:lnTo>
                <a:cubicBezTo>
                  <a:pt x="158406" y="33086"/>
                  <a:pt x="159665" y="31471"/>
                  <a:pt x="161239" y="29823"/>
                </a:cubicBezTo>
                <a:cubicBezTo>
                  <a:pt x="162813" y="28173"/>
                  <a:pt x="164623" y="26693"/>
                  <a:pt x="166669" y="25384"/>
                </a:cubicBezTo>
                <a:cubicBezTo>
                  <a:pt x="168714" y="24073"/>
                  <a:pt x="170940" y="22999"/>
                  <a:pt x="173346" y="22163"/>
                </a:cubicBezTo>
                <a:cubicBezTo>
                  <a:pt x="175752" y="21327"/>
                  <a:pt x="178258" y="20909"/>
                  <a:pt x="180866" y="20909"/>
                </a:cubicBezTo>
                <a:cubicBezTo>
                  <a:pt x="184014" y="20909"/>
                  <a:pt x="186656" y="21371"/>
                  <a:pt x="188792" y="22294"/>
                </a:cubicBezTo>
                <a:cubicBezTo>
                  <a:pt x="190927" y="23216"/>
                  <a:pt x="192659" y="24465"/>
                  <a:pt x="193985" y="26041"/>
                </a:cubicBezTo>
                <a:cubicBezTo>
                  <a:pt x="195312" y="27617"/>
                  <a:pt x="196267" y="29451"/>
                  <a:pt x="196852" y="31545"/>
                </a:cubicBezTo>
                <a:cubicBezTo>
                  <a:pt x="197436" y="33637"/>
                  <a:pt x="197728" y="35854"/>
                  <a:pt x="197728" y="38195"/>
                </a:cubicBezTo>
                <a:close/>
                <a:moveTo>
                  <a:pt x="251604" y="25428"/>
                </a:moveTo>
                <a:cubicBezTo>
                  <a:pt x="251604" y="25878"/>
                  <a:pt x="251559" y="26451"/>
                  <a:pt x="251469" y="27148"/>
                </a:cubicBezTo>
                <a:cubicBezTo>
                  <a:pt x="251379" y="27845"/>
                  <a:pt x="251256" y="28598"/>
                  <a:pt x="251098" y="29407"/>
                </a:cubicBezTo>
                <a:cubicBezTo>
                  <a:pt x="250941" y="30217"/>
                  <a:pt x="250727" y="31026"/>
                  <a:pt x="250458" y="31836"/>
                </a:cubicBezTo>
                <a:cubicBezTo>
                  <a:pt x="250188" y="32645"/>
                  <a:pt x="249884" y="33376"/>
                  <a:pt x="249547" y="34028"/>
                </a:cubicBezTo>
                <a:cubicBezTo>
                  <a:pt x="249210" y="34680"/>
                  <a:pt x="248828" y="35219"/>
                  <a:pt x="248400" y="35646"/>
                </a:cubicBezTo>
                <a:cubicBezTo>
                  <a:pt x="247973" y="36074"/>
                  <a:pt x="247512" y="36287"/>
                  <a:pt x="247018" y="36287"/>
                </a:cubicBezTo>
                <a:lnTo>
                  <a:pt x="233865" y="36287"/>
                </a:lnTo>
                <a:lnTo>
                  <a:pt x="228200" y="64548"/>
                </a:lnTo>
                <a:cubicBezTo>
                  <a:pt x="228065" y="65218"/>
                  <a:pt x="227941" y="66011"/>
                  <a:pt x="227829" y="66928"/>
                </a:cubicBezTo>
                <a:cubicBezTo>
                  <a:pt x="227716" y="67842"/>
                  <a:pt x="227660" y="68590"/>
                  <a:pt x="227660" y="69170"/>
                </a:cubicBezTo>
                <a:cubicBezTo>
                  <a:pt x="227660" y="70956"/>
                  <a:pt x="228087" y="72262"/>
                  <a:pt x="228942" y="73089"/>
                </a:cubicBezTo>
                <a:cubicBezTo>
                  <a:pt x="229796" y="73915"/>
                  <a:pt x="231145" y="74328"/>
                  <a:pt x="232989" y="74328"/>
                </a:cubicBezTo>
                <a:cubicBezTo>
                  <a:pt x="234068" y="74328"/>
                  <a:pt x="234990" y="74249"/>
                  <a:pt x="235754" y="74092"/>
                </a:cubicBezTo>
                <a:cubicBezTo>
                  <a:pt x="236518" y="73934"/>
                  <a:pt x="237182" y="73755"/>
                  <a:pt x="237744" y="73552"/>
                </a:cubicBezTo>
                <a:cubicBezTo>
                  <a:pt x="238306" y="73350"/>
                  <a:pt x="238789" y="73170"/>
                  <a:pt x="239194" y="73013"/>
                </a:cubicBezTo>
                <a:cubicBezTo>
                  <a:pt x="239598" y="72855"/>
                  <a:pt x="239981" y="72777"/>
                  <a:pt x="240340" y="72777"/>
                </a:cubicBezTo>
                <a:cubicBezTo>
                  <a:pt x="240700" y="72777"/>
                  <a:pt x="241004" y="72945"/>
                  <a:pt x="241251" y="73282"/>
                </a:cubicBezTo>
                <a:cubicBezTo>
                  <a:pt x="241498" y="73620"/>
                  <a:pt x="241622" y="74171"/>
                  <a:pt x="241622" y="74937"/>
                </a:cubicBezTo>
                <a:cubicBezTo>
                  <a:pt x="241622" y="75796"/>
                  <a:pt x="241532" y="76767"/>
                  <a:pt x="241352" y="77852"/>
                </a:cubicBezTo>
                <a:cubicBezTo>
                  <a:pt x="241172" y="78937"/>
                  <a:pt x="240936" y="79987"/>
                  <a:pt x="240644" y="81003"/>
                </a:cubicBezTo>
                <a:cubicBezTo>
                  <a:pt x="240352" y="82019"/>
                  <a:pt x="240026" y="82945"/>
                  <a:pt x="239666" y="83781"/>
                </a:cubicBezTo>
                <a:cubicBezTo>
                  <a:pt x="239306" y="84617"/>
                  <a:pt x="238924" y="85238"/>
                  <a:pt x="238519" y="85644"/>
                </a:cubicBezTo>
                <a:cubicBezTo>
                  <a:pt x="238115" y="86052"/>
                  <a:pt x="237508" y="86436"/>
                  <a:pt x="236698" y="86797"/>
                </a:cubicBezTo>
                <a:cubicBezTo>
                  <a:pt x="235889" y="87158"/>
                  <a:pt x="234933" y="87475"/>
                  <a:pt x="233832" y="87746"/>
                </a:cubicBezTo>
                <a:cubicBezTo>
                  <a:pt x="232730" y="88017"/>
                  <a:pt x="231550" y="88231"/>
                  <a:pt x="230291" y="88389"/>
                </a:cubicBezTo>
                <a:cubicBezTo>
                  <a:pt x="229032" y="88547"/>
                  <a:pt x="227773" y="88627"/>
                  <a:pt x="226514" y="88627"/>
                </a:cubicBezTo>
                <a:cubicBezTo>
                  <a:pt x="223816" y="88627"/>
                  <a:pt x="221444" y="88346"/>
                  <a:pt x="219398" y="87784"/>
                </a:cubicBezTo>
                <a:cubicBezTo>
                  <a:pt x="217352" y="87222"/>
                  <a:pt x="215632" y="86334"/>
                  <a:pt x="214238" y="85120"/>
                </a:cubicBezTo>
                <a:cubicBezTo>
                  <a:pt x="212844" y="83906"/>
                  <a:pt x="211799" y="82354"/>
                  <a:pt x="211102" y="80466"/>
                </a:cubicBezTo>
                <a:cubicBezTo>
                  <a:pt x="210405" y="78577"/>
                  <a:pt x="210056" y="76284"/>
                  <a:pt x="210056" y="73586"/>
                </a:cubicBezTo>
                <a:cubicBezTo>
                  <a:pt x="210056" y="73091"/>
                  <a:pt x="210079" y="72518"/>
                  <a:pt x="210124" y="71866"/>
                </a:cubicBezTo>
                <a:cubicBezTo>
                  <a:pt x="210169" y="71214"/>
                  <a:pt x="210247" y="70528"/>
                  <a:pt x="210360" y="69809"/>
                </a:cubicBezTo>
                <a:cubicBezTo>
                  <a:pt x="210472" y="69089"/>
                  <a:pt x="210585" y="68359"/>
                  <a:pt x="210697" y="67617"/>
                </a:cubicBezTo>
                <a:cubicBezTo>
                  <a:pt x="210809" y="66875"/>
                  <a:pt x="210933" y="66212"/>
                  <a:pt x="211068" y="65627"/>
                </a:cubicBezTo>
                <a:lnTo>
                  <a:pt x="216936" y="36287"/>
                </a:lnTo>
                <a:lnTo>
                  <a:pt x="209652" y="36287"/>
                </a:lnTo>
                <a:cubicBezTo>
                  <a:pt x="209067" y="36287"/>
                  <a:pt x="208640" y="36096"/>
                  <a:pt x="208370" y="35714"/>
                </a:cubicBezTo>
                <a:cubicBezTo>
                  <a:pt x="208100" y="35332"/>
                  <a:pt x="207965" y="34601"/>
                  <a:pt x="207965" y="33522"/>
                </a:cubicBezTo>
                <a:cubicBezTo>
                  <a:pt x="207965" y="32757"/>
                  <a:pt x="208044" y="31757"/>
                  <a:pt x="208201" y="30520"/>
                </a:cubicBezTo>
                <a:cubicBezTo>
                  <a:pt x="208359" y="29284"/>
                  <a:pt x="208617" y="28070"/>
                  <a:pt x="208977" y="26878"/>
                </a:cubicBezTo>
                <a:cubicBezTo>
                  <a:pt x="209337" y="25687"/>
                  <a:pt x="209809" y="24664"/>
                  <a:pt x="210393" y="23809"/>
                </a:cubicBezTo>
                <a:cubicBezTo>
                  <a:pt x="210978" y="22955"/>
                  <a:pt x="211675" y="22528"/>
                  <a:pt x="212484" y="22528"/>
                </a:cubicBezTo>
                <a:lnTo>
                  <a:pt x="219701" y="22528"/>
                </a:lnTo>
                <a:lnTo>
                  <a:pt x="222399" y="9051"/>
                </a:lnTo>
                <a:cubicBezTo>
                  <a:pt x="222489" y="8600"/>
                  <a:pt x="222703" y="8194"/>
                  <a:pt x="223040" y="7832"/>
                </a:cubicBezTo>
                <a:cubicBezTo>
                  <a:pt x="223377" y="7470"/>
                  <a:pt x="223894" y="7165"/>
                  <a:pt x="224591" y="6918"/>
                </a:cubicBezTo>
                <a:cubicBezTo>
                  <a:pt x="225288" y="6669"/>
                  <a:pt x="226188" y="6488"/>
                  <a:pt x="227289" y="6376"/>
                </a:cubicBezTo>
                <a:cubicBezTo>
                  <a:pt x="228391" y="6262"/>
                  <a:pt x="229774" y="6205"/>
                  <a:pt x="231437" y="6205"/>
                </a:cubicBezTo>
                <a:cubicBezTo>
                  <a:pt x="233056" y="6205"/>
                  <a:pt x="234405" y="6262"/>
                  <a:pt x="235484" y="6376"/>
                </a:cubicBezTo>
                <a:cubicBezTo>
                  <a:pt x="236563" y="6488"/>
                  <a:pt x="237395" y="6669"/>
                  <a:pt x="237980" y="6918"/>
                </a:cubicBezTo>
                <a:cubicBezTo>
                  <a:pt x="238564" y="7165"/>
                  <a:pt x="238958" y="7470"/>
                  <a:pt x="239160" y="7832"/>
                </a:cubicBezTo>
                <a:cubicBezTo>
                  <a:pt x="239362" y="8194"/>
                  <a:pt x="239419" y="8600"/>
                  <a:pt x="239329" y="9051"/>
                </a:cubicBezTo>
                <a:lnTo>
                  <a:pt x="236631" y="22528"/>
                </a:lnTo>
                <a:lnTo>
                  <a:pt x="249648" y="22528"/>
                </a:lnTo>
                <a:cubicBezTo>
                  <a:pt x="250413" y="22528"/>
                  <a:pt x="250930" y="22775"/>
                  <a:pt x="251200" y="23270"/>
                </a:cubicBezTo>
                <a:cubicBezTo>
                  <a:pt x="251469" y="23764"/>
                  <a:pt x="251604" y="24484"/>
                  <a:pt x="251604" y="254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Size">
            <a:extLst xmlns:a="http://schemas.openxmlformats.org/drawingml/2006/main">
              <a:ext uri="{FF2B5EF4-FFF2-40B4-BE49-F238E27FC236}">
                <a16:creationId xmlns:a16="http://schemas.microsoft.com/office/drawing/2014/main" id="{9EA1CD6B-C449-48A3-94A7-73CF8A5E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2736" y="482365"/>
            <a:ext cx="217372" cy="93213"/>
          </a:xfrm>
          <a:custGeom xmlns:a="http://schemas.openxmlformats.org/drawingml/2006/main">
            <a:pathLst>
              <a:path w="217372" h="93213">
                <a:moveTo>
                  <a:pt x="64750" y="10984"/>
                </a:moveTo>
                <a:cubicBezTo>
                  <a:pt x="64750" y="11346"/>
                  <a:pt x="64717" y="11867"/>
                  <a:pt x="64649" y="12547"/>
                </a:cubicBezTo>
                <a:cubicBezTo>
                  <a:pt x="64582" y="13226"/>
                  <a:pt x="64480" y="13973"/>
                  <a:pt x="64346" y="14788"/>
                </a:cubicBezTo>
                <a:cubicBezTo>
                  <a:pt x="64211" y="15603"/>
                  <a:pt x="64042" y="16430"/>
                  <a:pt x="63840" y="17269"/>
                </a:cubicBezTo>
                <a:cubicBezTo>
                  <a:pt x="63637" y="18106"/>
                  <a:pt x="63390" y="18876"/>
                  <a:pt x="63098" y="19577"/>
                </a:cubicBezTo>
                <a:cubicBezTo>
                  <a:pt x="62805" y="20278"/>
                  <a:pt x="62479" y="20856"/>
                  <a:pt x="62120" y="21309"/>
                </a:cubicBezTo>
                <a:cubicBezTo>
                  <a:pt x="61760" y="21762"/>
                  <a:pt x="61378" y="21988"/>
                  <a:pt x="60973" y="21988"/>
                </a:cubicBezTo>
                <a:cubicBezTo>
                  <a:pt x="60344" y="21988"/>
                  <a:pt x="59557" y="21704"/>
                  <a:pt x="58612" y="21134"/>
                </a:cubicBezTo>
                <a:cubicBezTo>
                  <a:pt x="57668" y="20565"/>
                  <a:pt x="56510" y="19951"/>
                  <a:pt x="55139" y="19290"/>
                </a:cubicBezTo>
                <a:cubicBezTo>
                  <a:pt x="53767" y="18630"/>
                  <a:pt x="52160" y="18015"/>
                  <a:pt x="50316" y="17446"/>
                </a:cubicBezTo>
                <a:cubicBezTo>
                  <a:pt x="48473" y="16877"/>
                  <a:pt x="46382" y="16592"/>
                  <a:pt x="44044" y="16592"/>
                </a:cubicBezTo>
                <a:cubicBezTo>
                  <a:pt x="41616" y="16592"/>
                  <a:pt x="39558" y="16929"/>
                  <a:pt x="37872" y="17602"/>
                </a:cubicBezTo>
                <a:cubicBezTo>
                  <a:pt x="36186" y="18275"/>
                  <a:pt x="34803" y="19161"/>
                  <a:pt x="33724" y="20260"/>
                </a:cubicBezTo>
                <a:cubicBezTo>
                  <a:pt x="32645" y="21359"/>
                  <a:pt x="31847" y="22592"/>
                  <a:pt x="31330" y="23961"/>
                </a:cubicBezTo>
                <a:cubicBezTo>
                  <a:pt x="30813" y="25328"/>
                  <a:pt x="30554" y="26707"/>
                  <a:pt x="30554" y="28096"/>
                </a:cubicBezTo>
                <a:cubicBezTo>
                  <a:pt x="30554" y="29718"/>
                  <a:pt x="30959" y="31148"/>
                  <a:pt x="31768" y="32386"/>
                </a:cubicBezTo>
                <a:cubicBezTo>
                  <a:pt x="32577" y="33624"/>
                  <a:pt x="33657" y="34772"/>
                  <a:pt x="35006" y="35832"/>
                </a:cubicBezTo>
                <a:cubicBezTo>
                  <a:pt x="36355" y="36890"/>
                  <a:pt x="37895" y="37914"/>
                  <a:pt x="39626" y="38905"/>
                </a:cubicBezTo>
                <a:cubicBezTo>
                  <a:pt x="41357" y="39896"/>
                  <a:pt x="43111" y="40931"/>
                  <a:pt x="44887" y="42012"/>
                </a:cubicBezTo>
                <a:cubicBezTo>
                  <a:pt x="46663" y="43092"/>
                  <a:pt x="48417" y="44275"/>
                  <a:pt x="50148" y="45559"/>
                </a:cubicBezTo>
                <a:cubicBezTo>
                  <a:pt x="51879" y="46842"/>
                  <a:pt x="53419" y="48328"/>
                  <a:pt x="54768" y="50017"/>
                </a:cubicBezTo>
                <a:cubicBezTo>
                  <a:pt x="56117" y="51705"/>
                  <a:pt x="57196" y="53641"/>
                  <a:pt x="58005" y="55826"/>
                </a:cubicBezTo>
                <a:cubicBezTo>
                  <a:pt x="58815" y="58010"/>
                  <a:pt x="59219" y="60520"/>
                  <a:pt x="59219" y="63357"/>
                </a:cubicBezTo>
                <a:cubicBezTo>
                  <a:pt x="59219" y="67589"/>
                  <a:pt x="58365" y="71518"/>
                  <a:pt x="56656" y="75144"/>
                </a:cubicBezTo>
                <a:cubicBezTo>
                  <a:pt x="54948" y="78769"/>
                  <a:pt x="52531" y="81921"/>
                  <a:pt x="49406" y="84601"/>
                </a:cubicBezTo>
                <a:cubicBezTo>
                  <a:pt x="46281" y="87281"/>
                  <a:pt x="42504" y="89386"/>
                  <a:pt x="38074" y="90918"/>
                </a:cubicBezTo>
                <a:cubicBezTo>
                  <a:pt x="33645" y="92448"/>
                  <a:pt x="28733" y="93213"/>
                  <a:pt x="23337" y="93213"/>
                </a:cubicBezTo>
                <a:cubicBezTo>
                  <a:pt x="20414" y="93213"/>
                  <a:pt x="17716" y="92977"/>
                  <a:pt x="15243" y="92505"/>
                </a:cubicBezTo>
                <a:cubicBezTo>
                  <a:pt x="12770" y="92033"/>
                  <a:pt x="10578" y="91460"/>
                  <a:pt x="8667" y="90785"/>
                </a:cubicBezTo>
                <a:cubicBezTo>
                  <a:pt x="6756" y="90111"/>
                  <a:pt x="5149" y="89403"/>
                  <a:pt x="3845" y="88661"/>
                </a:cubicBezTo>
                <a:cubicBezTo>
                  <a:pt x="2541" y="87919"/>
                  <a:pt x="1574" y="87210"/>
                  <a:pt x="944" y="86536"/>
                </a:cubicBezTo>
                <a:cubicBezTo>
                  <a:pt x="315" y="85862"/>
                  <a:pt x="0" y="84850"/>
                  <a:pt x="0" y="83501"/>
                </a:cubicBezTo>
                <a:cubicBezTo>
                  <a:pt x="0" y="83141"/>
                  <a:pt x="45" y="82602"/>
                  <a:pt x="135" y="81882"/>
                </a:cubicBezTo>
                <a:cubicBezTo>
                  <a:pt x="225" y="81163"/>
                  <a:pt x="348" y="80387"/>
                  <a:pt x="506" y="79555"/>
                </a:cubicBezTo>
                <a:cubicBezTo>
                  <a:pt x="663" y="78723"/>
                  <a:pt x="854" y="77869"/>
                  <a:pt x="1079" y="76992"/>
                </a:cubicBezTo>
                <a:cubicBezTo>
                  <a:pt x="1304" y="76115"/>
                  <a:pt x="1574" y="75317"/>
                  <a:pt x="1889" y="74598"/>
                </a:cubicBezTo>
                <a:cubicBezTo>
                  <a:pt x="2203" y="73878"/>
                  <a:pt x="2552" y="73294"/>
                  <a:pt x="2934" y="72844"/>
                </a:cubicBezTo>
                <a:cubicBezTo>
                  <a:pt x="3316" y="72394"/>
                  <a:pt x="3732" y="72170"/>
                  <a:pt x="4182" y="72170"/>
                </a:cubicBezTo>
                <a:cubicBezTo>
                  <a:pt x="4946" y="72170"/>
                  <a:pt x="5857" y="72518"/>
                  <a:pt x="6913" y="73215"/>
                </a:cubicBezTo>
                <a:cubicBezTo>
                  <a:pt x="7970" y="73912"/>
                  <a:pt x="9285" y="74676"/>
                  <a:pt x="10859" y="75508"/>
                </a:cubicBezTo>
                <a:cubicBezTo>
                  <a:pt x="12433" y="76340"/>
                  <a:pt x="14299" y="77116"/>
                  <a:pt x="16457" y="77835"/>
                </a:cubicBezTo>
                <a:cubicBezTo>
                  <a:pt x="18616" y="78555"/>
                  <a:pt x="21201" y="78914"/>
                  <a:pt x="24214" y="78914"/>
                </a:cubicBezTo>
                <a:cubicBezTo>
                  <a:pt x="26867" y="78914"/>
                  <a:pt x="29194" y="78576"/>
                  <a:pt x="31195" y="77901"/>
                </a:cubicBezTo>
                <a:cubicBezTo>
                  <a:pt x="33196" y="77223"/>
                  <a:pt x="34871" y="76299"/>
                  <a:pt x="36220" y="75127"/>
                </a:cubicBezTo>
                <a:cubicBezTo>
                  <a:pt x="37569" y="73953"/>
                  <a:pt x="38592" y="72589"/>
                  <a:pt x="39289" y="71033"/>
                </a:cubicBezTo>
                <a:cubicBezTo>
                  <a:pt x="39986" y="69477"/>
                  <a:pt x="40334" y="67773"/>
                  <a:pt x="40334" y="65924"/>
                </a:cubicBezTo>
                <a:cubicBezTo>
                  <a:pt x="40334" y="64258"/>
                  <a:pt x="39929" y="62794"/>
                  <a:pt x="39120" y="61534"/>
                </a:cubicBezTo>
                <a:cubicBezTo>
                  <a:pt x="38311" y="60273"/>
                  <a:pt x="37243" y="59114"/>
                  <a:pt x="35916" y="58056"/>
                </a:cubicBezTo>
                <a:cubicBezTo>
                  <a:pt x="34590" y="56997"/>
                  <a:pt x="33083" y="55994"/>
                  <a:pt x="31397" y="55048"/>
                </a:cubicBezTo>
                <a:cubicBezTo>
                  <a:pt x="29711" y="54103"/>
                  <a:pt x="27991" y="53089"/>
                  <a:pt x="26237" y="52009"/>
                </a:cubicBezTo>
                <a:cubicBezTo>
                  <a:pt x="24484" y="50928"/>
                  <a:pt x="22764" y="49758"/>
                  <a:pt x="21078" y="48497"/>
                </a:cubicBezTo>
                <a:cubicBezTo>
                  <a:pt x="19391" y="47235"/>
                  <a:pt x="17885" y="45761"/>
                  <a:pt x="16559" y="44073"/>
                </a:cubicBezTo>
                <a:cubicBezTo>
                  <a:pt x="15232" y="42384"/>
                  <a:pt x="14164" y="40437"/>
                  <a:pt x="13355" y="38230"/>
                </a:cubicBezTo>
                <a:cubicBezTo>
                  <a:pt x="12545" y="36023"/>
                  <a:pt x="12141" y="33456"/>
                  <a:pt x="12141" y="30529"/>
                </a:cubicBezTo>
                <a:cubicBezTo>
                  <a:pt x="12141" y="26475"/>
                  <a:pt x="12950" y="22737"/>
                  <a:pt x="14569" y="19315"/>
                </a:cubicBezTo>
                <a:cubicBezTo>
                  <a:pt x="16188" y="15892"/>
                  <a:pt x="18436" y="12954"/>
                  <a:pt x="21314" y="10501"/>
                </a:cubicBezTo>
                <a:cubicBezTo>
                  <a:pt x="24191" y="8046"/>
                  <a:pt x="27631" y="6132"/>
                  <a:pt x="31633" y="4759"/>
                </a:cubicBezTo>
                <a:cubicBezTo>
                  <a:pt x="35635" y="3385"/>
                  <a:pt x="40042" y="2698"/>
                  <a:pt x="44853" y="2698"/>
                </a:cubicBezTo>
                <a:cubicBezTo>
                  <a:pt x="47101" y="2698"/>
                  <a:pt x="49237" y="2868"/>
                  <a:pt x="51261" y="3208"/>
                </a:cubicBezTo>
                <a:cubicBezTo>
                  <a:pt x="53284" y="3547"/>
                  <a:pt x="55128" y="3977"/>
                  <a:pt x="56791" y="4498"/>
                </a:cubicBezTo>
                <a:cubicBezTo>
                  <a:pt x="58455" y="5019"/>
                  <a:pt x="59871" y="5597"/>
                  <a:pt x="61041" y="6231"/>
                </a:cubicBezTo>
                <a:cubicBezTo>
                  <a:pt x="62210" y="6864"/>
                  <a:pt x="63019" y="7396"/>
                  <a:pt x="63469" y="7826"/>
                </a:cubicBezTo>
                <a:cubicBezTo>
                  <a:pt x="63918" y="8256"/>
                  <a:pt x="64244" y="8709"/>
                  <a:pt x="64447" y="9186"/>
                </a:cubicBezTo>
                <a:cubicBezTo>
                  <a:pt x="64649" y="9661"/>
                  <a:pt x="64750" y="10260"/>
                  <a:pt x="64750" y="10984"/>
                </a:cubicBezTo>
                <a:close/>
                <a:moveTo>
                  <a:pt x="101329" y="8903"/>
                </a:moveTo>
                <a:cubicBezTo>
                  <a:pt x="101014" y="10567"/>
                  <a:pt x="100587" y="11972"/>
                  <a:pt x="100048" y="13119"/>
                </a:cubicBezTo>
                <a:cubicBezTo>
                  <a:pt x="99508" y="14265"/>
                  <a:pt x="98789" y="15187"/>
                  <a:pt x="97889" y="15884"/>
                </a:cubicBezTo>
                <a:cubicBezTo>
                  <a:pt x="96990" y="16581"/>
                  <a:pt x="95888" y="17076"/>
                  <a:pt x="94584" y="17368"/>
                </a:cubicBezTo>
                <a:cubicBezTo>
                  <a:pt x="93280" y="17660"/>
                  <a:pt x="91662" y="17806"/>
                  <a:pt x="89728" y="17806"/>
                </a:cubicBezTo>
                <a:cubicBezTo>
                  <a:pt x="87839" y="17806"/>
                  <a:pt x="86299" y="17660"/>
                  <a:pt x="85108" y="17368"/>
                </a:cubicBezTo>
                <a:cubicBezTo>
                  <a:pt x="83916" y="17076"/>
                  <a:pt x="83017" y="16581"/>
                  <a:pt x="82410" y="15884"/>
                </a:cubicBezTo>
                <a:cubicBezTo>
                  <a:pt x="81803" y="15187"/>
                  <a:pt x="81454" y="14265"/>
                  <a:pt x="81364" y="13119"/>
                </a:cubicBezTo>
                <a:cubicBezTo>
                  <a:pt x="81275" y="11972"/>
                  <a:pt x="81409" y="10567"/>
                  <a:pt x="81769" y="8903"/>
                </a:cubicBezTo>
                <a:cubicBezTo>
                  <a:pt x="82084" y="7284"/>
                  <a:pt x="82511" y="5913"/>
                  <a:pt x="83051" y="4789"/>
                </a:cubicBezTo>
                <a:cubicBezTo>
                  <a:pt x="83590" y="3665"/>
                  <a:pt x="84310" y="2743"/>
                  <a:pt x="85209" y="2023"/>
                </a:cubicBezTo>
                <a:cubicBezTo>
                  <a:pt x="86108" y="1304"/>
                  <a:pt x="87210" y="787"/>
                  <a:pt x="88514" y="472"/>
                </a:cubicBezTo>
                <a:cubicBezTo>
                  <a:pt x="89818" y="157"/>
                  <a:pt x="91437" y="0"/>
                  <a:pt x="93370" y="0"/>
                </a:cubicBezTo>
                <a:cubicBezTo>
                  <a:pt x="95259" y="0"/>
                  <a:pt x="96799" y="157"/>
                  <a:pt x="97990" y="472"/>
                </a:cubicBezTo>
                <a:cubicBezTo>
                  <a:pt x="99182" y="787"/>
                  <a:pt x="100081" y="1304"/>
                  <a:pt x="100688" y="2023"/>
                </a:cubicBezTo>
                <a:cubicBezTo>
                  <a:pt x="101295" y="2743"/>
                  <a:pt x="101633" y="3665"/>
                  <a:pt x="101700" y="4789"/>
                </a:cubicBezTo>
                <a:cubicBezTo>
                  <a:pt x="101768" y="5913"/>
                  <a:pt x="101644" y="7284"/>
                  <a:pt x="101329" y="8903"/>
                </a:cubicBezTo>
                <a:moveTo>
                  <a:pt x="83927" y="89301"/>
                </a:moveTo>
                <a:cubicBezTo>
                  <a:pt x="83838" y="89751"/>
                  <a:pt x="83624" y="90144"/>
                  <a:pt x="83287" y="90482"/>
                </a:cubicBezTo>
                <a:cubicBezTo>
                  <a:pt x="82949" y="90819"/>
                  <a:pt x="82432" y="91100"/>
                  <a:pt x="81735" y="91325"/>
                </a:cubicBezTo>
                <a:cubicBezTo>
                  <a:pt x="81038" y="91550"/>
                  <a:pt x="80128" y="91718"/>
                  <a:pt x="79004" y="91831"/>
                </a:cubicBezTo>
                <a:cubicBezTo>
                  <a:pt x="77880" y="91943"/>
                  <a:pt x="76508" y="91999"/>
                  <a:pt x="74889" y="91999"/>
                </a:cubicBezTo>
                <a:cubicBezTo>
                  <a:pt x="73226" y="91999"/>
                  <a:pt x="71865" y="91943"/>
                  <a:pt x="70809" y="91831"/>
                </a:cubicBezTo>
                <a:cubicBezTo>
                  <a:pt x="69752" y="91718"/>
                  <a:pt x="68920" y="91550"/>
                  <a:pt x="68313" y="91325"/>
                </a:cubicBezTo>
                <a:cubicBezTo>
                  <a:pt x="67706" y="91100"/>
                  <a:pt x="67313" y="90819"/>
                  <a:pt x="67133" y="90482"/>
                </a:cubicBezTo>
                <a:cubicBezTo>
                  <a:pt x="66953" y="90144"/>
                  <a:pt x="66908" y="89751"/>
                  <a:pt x="66998" y="89301"/>
                </a:cubicBezTo>
                <a:lnTo>
                  <a:pt x="78936" y="29273"/>
                </a:lnTo>
                <a:cubicBezTo>
                  <a:pt x="79026" y="28823"/>
                  <a:pt x="79240" y="28429"/>
                  <a:pt x="79577" y="28092"/>
                </a:cubicBezTo>
                <a:cubicBezTo>
                  <a:pt x="79914" y="27755"/>
                  <a:pt x="80431" y="27463"/>
                  <a:pt x="81128" y="27215"/>
                </a:cubicBezTo>
                <a:cubicBezTo>
                  <a:pt x="81825" y="26968"/>
                  <a:pt x="82725" y="26777"/>
                  <a:pt x="83826" y="26642"/>
                </a:cubicBezTo>
                <a:cubicBezTo>
                  <a:pt x="84928" y="26507"/>
                  <a:pt x="86311" y="26440"/>
                  <a:pt x="87974" y="26440"/>
                </a:cubicBezTo>
                <a:cubicBezTo>
                  <a:pt x="89638" y="26440"/>
                  <a:pt x="90998" y="26507"/>
                  <a:pt x="92055" y="26642"/>
                </a:cubicBezTo>
                <a:cubicBezTo>
                  <a:pt x="93112" y="26777"/>
                  <a:pt x="93944" y="26968"/>
                  <a:pt x="94551" y="27215"/>
                </a:cubicBezTo>
                <a:cubicBezTo>
                  <a:pt x="95158" y="27463"/>
                  <a:pt x="95551" y="27755"/>
                  <a:pt x="95731" y="28092"/>
                </a:cubicBezTo>
                <a:cubicBezTo>
                  <a:pt x="95911" y="28429"/>
                  <a:pt x="95956" y="28823"/>
                  <a:pt x="95866" y="29273"/>
                </a:cubicBezTo>
                <a:lnTo>
                  <a:pt x="83927" y="89301"/>
                </a:lnTo>
                <a:close/>
                <a:moveTo>
                  <a:pt x="153048" y="29273"/>
                </a:moveTo>
                <a:cubicBezTo>
                  <a:pt x="153048" y="29587"/>
                  <a:pt x="153004" y="30082"/>
                  <a:pt x="152914" y="30756"/>
                </a:cubicBezTo>
                <a:cubicBezTo>
                  <a:pt x="152824" y="31431"/>
                  <a:pt x="152711" y="32150"/>
                  <a:pt x="152576" y="32915"/>
                </a:cubicBezTo>
                <a:cubicBezTo>
                  <a:pt x="152441" y="33679"/>
                  <a:pt x="152295" y="34421"/>
                  <a:pt x="152138" y="35140"/>
                </a:cubicBezTo>
                <a:cubicBezTo>
                  <a:pt x="151981" y="35860"/>
                  <a:pt x="151857" y="36422"/>
                  <a:pt x="151767" y="36827"/>
                </a:cubicBezTo>
                <a:cubicBezTo>
                  <a:pt x="151452" y="37996"/>
                  <a:pt x="151003" y="39052"/>
                  <a:pt x="150418" y="39997"/>
                </a:cubicBezTo>
                <a:cubicBezTo>
                  <a:pt x="149833" y="40941"/>
                  <a:pt x="149024" y="42020"/>
                  <a:pt x="147990" y="43234"/>
                </a:cubicBezTo>
                <a:lnTo>
                  <a:pt x="119527" y="77970"/>
                </a:lnTo>
                <a:lnTo>
                  <a:pt x="142459" y="77970"/>
                </a:lnTo>
                <a:cubicBezTo>
                  <a:pt x="143134" y="77970"/>
                  <a:pt x="143617" y="78195"/>
                  <a:pt x="143909" y="78645"/>
                </a:cubicBezTo>
                <a:cubicBezTo>
                  <a:pt x="144202" y="79094"/>
                  <a:pt x="144348" y="79814"/>
                  <a:pt x="144348" y="80803"/>
                </a:cubicBezTo>
                <a:cubicBezTo>
                  <a:pt x="144348" y="81163"/>
                  <a:pt x="144314" y="81691"/>
                  <a:pt x="144247" y="82388"/>
                </a:cubicBezTo>
                <a:cubicBezTo>
                  <a:pt x="144179" y="83085"/>
                  <a:pt x="144067" y="83838"/>
                  <a:pt x="143909" y="84647"/>
                </a:cubicBezTo>
                <a:cubicBezTo>
                  <a:pt x="143752" y="85457"/>
                  <a:pt x="143550" y="86266"/>
                  <a:pt x="143302" y="87076"/>
                </a:cubicBezTo>
                <a:cubicBezTo>
                  <a:pt x="143055" y="87885"/>
                  <a:pt x="142763" y="88627"/>
                  <a:pt x="142425" y="89301"/>
                </a:cubicBezTo>
                <a:cubicBezTo>
                  <a:pt x="142088" y="89976"/>
                  <a:pt x="141695" y="90527"/>
                  <a:pt x="141245" y="90954"/>
                </a:cubicBezTo>
                <a:cubicBezTo>
                  <a:pt x="140795" y="91381"/>
                  <a:pt x="140301" y="91595"/>
                  <a:pt x="139761" y="91595"/>
                </a:cubicBezTo>
                <a:lnTo>
                  <a:pt x="100034" y="91595"/>
                </a:lnTo>
                <a:cubicBezTo>
                  <a:pt x="99180" y="91595"/>
                  <a:pt x="98528" y="91336"/>
                  <a:pt x="98078" y="90819"/>
                </a:cubicBezTo>
                <a:cubicBezTo>
                  <a:pt x="97629" y="90302"/>
                  <a:pt x="97404" y="89504"/>
                  <a:pt x="97404" y="88425"/>
                </a:cubicBezTo>
                <a:cubicBezTo>
                  <a:pt x="97404" y="88065"/>
                  <a:pt x="97449" y="87581"/>
                  <a:pt x="97539" y="86974"/>
                </a:cubicBezTo>
                <a:cubicBezTo>
                  <a:pt x="97629" y="86367"/>
                  <a:pt x="97741" y="85738"/>
                  <a:pt x="97876" y="85086"/>
                </a:cubicBezTo>
                <a:cubicBezTo>
                  <a:pt x="98011" y="84434"/>
                  <a:pt x="98146" y="83804"/>
                  <a:pt x="98281" y="83197"/>
                </a:cubicBezTo>
                <a:cubicBezTo>
                  <a:pt x="98415" y="82590"/>
                  <a:pt x="98550" y="82107"/>
                  <a:pt x="98685" y="81747"/>
                </a:cubicBezTo>
                <a:cubicBezTo>
                  <a:pt x="98820" y="81253"/>
                  <a:pt x="98966" y="80780"/>
                  <a:pt x="99124" y="80331"/>
                </a:cubicBezTo>
                <a:cubicBezTo>
                  <a:pt x="99281" y="79881"/>
                  <a:pt x="99506" y="79409"/>
                  <a:pt x="99798" y="78914"/>
                </a:cubicBezTo>
                <a:cubicBezTo>
                  <a:pt x="100090" y="78420"/>
                  <a:pt x="100450" y="77880"/>
                  <a:pt x="100877" y="77296"/>
                </a:cubicBezTo>
                <a:cubicBezTo>
                  <a:pt x="101305" y="76711"/>
                  <a:pt x="101855" y="76037"/>
                  <a:pt x="102530" y="75272"/>
                </a:cubicBezTo>
                <a:lnTo>
                  <a:pt x="131263" y="40469"/>
                </a:lnTo>
                <a:lnTo>
                  <a:pt x="110758" y="40469"/>
                </a:lnTo>
                <a:cubicBezTo>
                  <a:pt x="110129" y="40469"/>
                  <a:pt x="109646" y="40244"/>
                  <a:pt x="109308" y="39794"/>
                </a:cubicBezTo>
                <a:cubicBezTo>
                  <a:pt x="108971" y="39345"/>
                  <a:pt x="108802" y="38558"/>
                  <a:pt x="108802" y="37434"/>
                </a:cubicBezTo>
                <a:cubicBezTo>
                  <a:pt x="108802" y="36984"/>
                  <a:pt x="108836" y="36411"/>
                  <a:pt x="108904" y="35714"/>
                </a:cubicBezTo>
                <a:cubicBezTo>
                  <a:pt x="108971" y="35017"/>
                  <a:pt x="109084" y="34286"/>
                  <a:pt x="109241" y="33522"/>
                </a:cubicBezTo>
                <a:cubicBezTo>
                  <a:pt x="109398" y="32757"/>
                  <a:pt x="109601" y="31970"/>
                  <a:pt x="109848" y="31161"/>
                </a:cubicBezTo>
                <a:cubicBezTo>
                  <a:pt x="110095" y="30352"/>
                  <a:pt x="110399" y="29632"/>
                  <a:pt x="110758" y="29003"/>
                </a:cubicBezTo>
                <a:cubicBezTo>
                  <a:pt x="111118" y="28373"/>
                  <a:pt x="111523" y="27856"/>
                  <a:pt x="111973" y="27451"/>
                </a:cubicBezTo>
                <a:cubicBezTo>
                  <a:pt x="112422" y="27047"/>
                  <a:pt x="112917" y="26844"/>
                  <a:pt x="113456" y="26844"/>
                </a:cubicBezTo>
                <a:lnTo>
                  <a:pt x="150620" y="26844"/>
                </a:lnTo>
                <a:cubicBezTo>
                  <a:pt x="151565" y="26844"/>
                  <a:pt x="152205" y="27058"/>
                  <a:pt x="152543" y="27485"/>
                </a:cubicBezTo>
                <a:cubicBezTo>
                  <a:pt x="152880" y="27912"/>
                  <a:pt x="153048" y="28508"/>
                  <a:pt x="153048" y="29273"/>
                </a:cubicBezTo>
                <a:close/>
                <a:moveTo>
                  <a:pt x="217372" y="42320"/>
                </a:moveTo>
                <a:cubicBezTo>
                  <a:pt x="217372" y="45563"/>
                  <a:pt x="216642" y="48480"/>
                  <a:pt x="215180" y="51071"/>
                </a:cubicBezTo>
                <a:cubicBezTo>
                  <a:pt x="213719" y="53661"/>
                  <a:pt x="211448" y="55891"/>
                  <a:pt x="208368" y="57761"/>
                </a:cubicBezTo>
                <a:cubicBezTo>
                  <a:pt x="205288" y="59630"/>
                  <a:pt x="201376" y="61060"/>
                  <a:pt x="196632" y="62050"/>
                </a:cubicBezTo>
                <a:cubicBezTo>
                  <a:pt x="191888" y="63041"/>
                  <a:pt x="186234" y="63536"/>
                  <a:pt x="179669" y="63536"/>
                </a:cubicBezTo>
                <a:lnTo>
                  <a:pt x="173464" y="63536"/>
                </a:lnTo>
                <a:cubicBezTo>
                  <a:pt x="173284" y="64570"/>
                  <a:pt x="173149" y="65593"/>
                  <a:pt x="173059" y="66605"/>
                </a:cubicBezTo>
                <a:cubicBezTo>
                  <a:pt x="172969" y="67617"/>
                  <a:pt x="172924" y="68550"/>
                  <a:pt x="172924" y="69404"/>
                </a:cubicBezTo>
                <a:cubicBezTo>
                  <a:pt x="172924" y="73046"/>
                  <a:pt x="173868" y="75789"/>
                  <a:pt x="175757" y="77633"/>
                </a:cubicBezTo>
                <a:cubicBezTo>
                  <a:pt x="177645" y="79476"/>
                  <a:pt x="180680" y="80398"/>
                  <a:pt x="184862" y="80398"/>
                </a:cubicBezTo>
                <a:cubicBezTo>
                  <a:pt x="187830" y="80398"/>
                  <a:pt x="190494" y="80181"/>
                  <a:pt x="192855" y="79747"/>
                </a:cubicBezTo>
                <a:cubicBezTo>
                  <a:pt x="195216" y="79313"/>
                  <a:pt x="197284" y="78833"/>
                  <a:pt x="199060" y="78307"/>
                </a:cubicBezTo>
                <a:cubicBezTo>
                  <a:pt x="200836" y="77782"/>
                  <a:pt x="202309" y="77302"/>
                  <a:pt x="203478" y="76868"/>
                </a:cubicBezTo>
                <a:cubicBezTo>
                  <a:pt x="204647" y="76434"/>
                  <a:pt x="205501" y="76216"/>
                  <a:pt x="206041" y="76216"/>
                </a:cubicBezTo>
                <a:cubicBezTo>
                  <a:pt x="206581" y="76216"/>
                  <a:pt x="206963" y="76375"/>
                  <a:pt x="207188" y="76693"/>
                </a:cubicBezTo>
                <a:cubicBezTo>
                  <a:pt x="207412" y="77010"/>
                  <a:pt x="207525" y="77508"/>
                  <a:pt x="207525" y="78187"/>
                </a:cubicBezTo>
                <a:cubicBezTo>
                  <a:pt x="207525" y="78959"/>
                  <a:pt x="207457" y="79843"/>
                  <a:pt x="207323" y="80841"/>
                </a:cubicBezTo>
                <a:cubicBezTo>
                  <a:pt x="207188" y="81837"/>
                  <a:pt x="206997" y="82823"/>
                  <a:pt x="206749" y="83798"/>
                </a:cubicBezTo>
                <a:cubicBezTo>
                  <a:pt x="206502" y="84772"/>
                  <a:pt x="206187" y="85689"/>
                  <a:pt x="205805" y="86551"/>
                </a:cubicBezTo>
                <a:cubicBezTo>
                  <a:pt x="205423" y="87412"/>
                  <a:pt x="204984" y="88069"/>
                  <a:pt x="204490" y="88521"/>
                </a:cubicBezTo>
                <a:cubicBezTo>
                  <a:pt x="203950" y="89065"/>
                  <a:pt x="202961" y="89610"/>
                  <a:pt x="201522" y="90155"/>
                </a:cubicBezTo>
                <a:cubicBezTo>
                  <a:pt x="200083" y="90699"/>
                  <a:pt x="198352" y="91197"/>
                  <a:pt x="196328" y="91649"/>
                </a:cubicBezTo>
                <a:cubicBezTo>
                  <a:pt x="194305" y="92103"/>
                  <a:pt x="192034" y="92477"/>
                  <a:pt x="189516" y="92771"/>
                </a:cubicBezTo>
                <a:cubicBezTo>
                  <a:pt x="186998" y="93066"/>
                  <a:pt x="184435" y="93213"/>
                  <a:pt x="181827" y="93213"/>
                </a:cubicBezTo>
                <a:cubicBezTo>
                  <a:pt x="177510" y="93213"/>
                  <a:pt x="173745" y="92762"/>
                  <a:pt x="170530" y="91860"/>
                </a:cubicBezTo>
                <a:cubicBezTo>
                  <a:pt x="167315" y="90959"/>
                  <a:pt x="164628" y="89586"/>
                  <a:pt x="162469" y="87740"/>
                </a:cubicBezTo>
                <a:cubicBezTo>
                  <a:pt x="160311" y="85892"/>
                  <a:pt x="158692" y="83537"/>
                  <a:pt x="157613" y="80676"/>
                </a:cubicBezTo>
                <a:cubicBezTo>
                  <a:pt x="156534" y="77816"/>
                  <a:pt x="155994" y="74426"/>
                  <a:pt x="155994" y="70507"/>
                </a:cubicBezTo>
                <a:cubicBezTo>
                  <a:pt x="155994" y="67487"/>
                  <a:pt x="156275" y="64254"/>
                  <a:pt x="156838" y="60809"/>
                </a:cubicBezTo>
                <a:cubicBezTo>
                  <a:pt x="157400" y="57362"/>
                  <a:pt x="158310" y="53960"/>
                  <a:pt x="159569" y="50603"/>
                </a:cubicBezTo>
                <a:cubicBezTo>
                  <a:pt x="160828" y="47246"/>
                  <a:pt x="162447" y="44036"/>
                  <a:pt x="164425" y="40973"/>
                </a:cubicBezTo>
                <a:cubicBezTo>
                  <a:pt x="166404" y="37909"/>
                  <a:pt x="168798" y="35218"/>
                  <a:pt x="171609" y="32898"/>
                </a:cubicBezTo>
                <a:cubicBezTo>
                  <a:pt x="174419" y="30576"/>
                  <a:pt x="177668" y="28717"/>
                  <a:pt x="181355" y="27321"/>
                </a:cubicBezTo>
                <a:cubicBezTo>
                  <a:pt x="185042" y="25924"/>
                  <a:pt x="189246" y="25226"/>
                  <a:pt x="193968" y="25226"/>
                </a:cubicBezTo>
                <a:cubicBezTo>
                  <a:pt x="198060" y="25226"/>
                  <a:pt x="201578" y="25710"/>
                  <a:pt x="204523" y="26678"/>
                </a:cubicBezTo>
                <a:cubicBezTo>
                  <a:pt x="207469" y="27646"/>
                  <a:pt x="209886" y="28930"/>
                  <a:pt x="211774" y="30529"/>
                </a:cubicBezTo>
                <a:cubicBezTo>
                  <a:pt x="213663" y="32128"/>
                  <a:pt x="215068" y="33952"/>
                  <a:pt x="215990" y="36003"/>
                </a:cubicBezTo>
                <a:cubicBezTo>
                  <a:pt x="216911" y="38053"/>
                  <a:pt x="217372" y="40158"/>
                  <a:pt x="217372" y="42320"/>
                </a:cubicBezTo>
                <a:moveTo>
                  <a:pt x="200713" y="43612"/>
                </a:moveTo>
                <a:cubicBezTo>
                  <a:pt x="200713" y="41821"/>
                  <a:pt x="200004" y="40333"/>
                  <a:pt x="198588" y="39147"/>
                </a:cubicBezTo>
                <a:cubicBezTo>
                  <a:pt x="197172" y="37960"/>
                  <a:pt x="195114" y="37366"/>
                  <a:pt x="192416" y="37366"/>
                </a:cubicBezTo>
                <a:cubicBezTo>
                  <a:pt x="190168" y="37366"/>
                  <a:pt x="188156" y="37770"/>
                  <a:pt x="186380" y="38576"/>
                </a:cubicBezTo>
                <a:cubicBezTo>
                  <a:pt x="184604" y="39381"/>
                  <a:pt x="183041" y="40467"/>
                  <a:pt x="181692" y="41833"/>
                </a:cubicBezTo>
                <a:cubicBezTo>
                  <a:pt x="180343" y="43197"/>
                  <a:pt x="179185" y="44809"/>
                  <a:pt x="178219" y="46668"/>
                </a:cubicBezTo>
                <a:cubicBezTo>
                  <a:pt x="177252" y="48525"/>
                  <a:pt x="176476" y="50506"/>
                  <a:pt x="175892" y="52610"/>
                </a:cubicBezTo>
                <a:lnTo>
                  <a:pt x="181557" y="52610"/>
                </a:lnTo>
                <a:cubicBezTo>
                  <a:pt x="185155" y="52610"/>
                  <a:pt x="188167" y="52375"/>
                  <a:pt x="190595" y="51906"/>
                </a:cubicBezTo>
                <a:cubicBezTo>
                  <a:pt x="193023" y="51435"/>
                  <a:pt x="194979" y="50797"/>
                  <a:pt x="196463" y="49992"/>
                </a:cubicBezTo>
                <a:cubicBezTo>
                  <a:pt x="197947" y="49185"/>
                  <a:pt x="199026" y="48234"/>
                  <a:pt x="199701" y="47138"/>
                </a:cubicBezTo>
                <a:cubicBezTo>
                  <a:pt x="200375" y="46040"/>
                  <a:pt x="200713" y="44865"/>
                  <a:pt x="200713" y="4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BackgroundColor">
            <a:extLst xmlns:a="http://schemas.openxmlformats.org/drawingml/2006/main">
              <a:ext uri="{FF2B5EF4-FFF2-40B4-BE49-F238E27FC236}">
                <a16:creationId xmlns:a16="http://schemas.microsoft.com/office/drawing/2014/main" id="{C2861168-91BD-4609-93AB-2964BD15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382" y="397191"/>
            <a:ext cx="1013978" cy="118574"/>
          </a:xfrm>
          <a:custGeom xmlns:a="http://schemas.openxmlformats.org/drawingml/2006/main">
            <a:pathLst>
              <a:path w="1013978" h="118574">
                <a:moveTo>
                  <a:pt x="70753" y="24387"/>
                </a:moveTo>
                <a:cubicBezTo>
                  <a:pt x="70753" y="27035"/>
                  <a:pt x="70382" y="29538"/>
                  <a:pt x="69640" y="31895"/>
                </a:cubicBezTo>
                <a:cubicBezTo>
                  <a:pt x="68898" y="34251"/>
                  <a:pt x="67819" y="36406"/>
                  <a:pt x="66403" y="38359"/>
                </a:cubicBezTo>
                <a:cubicBezTo>
                  <a:pt x="64986" y="40312"/>
                  <a:pt x="63278" y="42041"/>
                  <a:pt x="61277" y="43544"/>
                </a:cubicBezTo>
                <a:cubicBezTo>
                  <a:pt x="59276" y="45048"/>
                  <a:pt x="57039" y="46248"/>
                  <a:pt x="54566" y="47146"/>
                </a:cubicBezTo>
                <a:cubicBezTo>
                  <a:pt x="56544" y="47506"/>
                  <a:pt x="58365" y="48136"/>
                  <a:pt x="60029" y="49037"/>
                </a:cubicBezTo>
                <a:cubicBezTo>
                  <a:pt x="61693" y="49938"/>
                  <a:pt x="63120" y="51086"/>
                  <a:pt x="64312" y="52483"/>
                </a:cubicBezTo>
                <a:cubicBezTo>
                  <a:pt x="65503" y="53878"/>
                  <a:pt x="66425" y="55533"/>
                  <a:pt x="67077" y="57447"/>
                </a:cubicBezTo>
                <a:cubicBezTo>
                  <a:pt x="67729" y="59361"/>
                  <a:pt x="68055" y="61511"/>
                  <a:pt x="68055" y="63897"/>
                </a:cubicBezTo>
                <a:cubicBezTo>
                  <a:pt x="68055" y="66059"/>
                  <a:pt x="67763" y="68300"/>
                  <a:pt x="67178" y="70618"/>
                </a:cubicBezTo>
                <a:cubicBezTo>
                  <a:pt x="66594" y="72937"/>
                  <a:pt x="65672" y="75200"/>
                  <a:pt x="64413" y="77407"/>
                </a:cubicBezTo>
                <a:cubicBezTo>
                  <a:pt x="63154" y="79613"/>
                  <a:pt x="61513" y="81718"/>
                  <a:pt x="59489" y="83722"/>
                </a:cubicBezTo>
                <a:cubicBezTo>
                  <a:pt x="57466" y="85726"/>
                  <a:pt x="55026" y="87482"/>
                  <a:pt x="52171" y="88992"/>
                </a:cubicBezTo>
                <a:cubicBezTo>
                  <a:pt x="49316" y="90499"/>
                  <a:pt x="46022" y="91692"/>
                  <a:pt x="42290" y="92570"/>
                </a:cubicBezTo>
                <a:cubicBezTo>
                  <a:pt x="38558" y="93449"/>
                  <a:pt x="34219" y="93888"/>
                  <a:pt x="29273" y="93888"/>
                </a:cubicBezTo>
                <a:lnTo>
                  <a:pt x="5059" y="93888"/>
                </a:lnTo>
                <a:cubicBezTo>
                  <a:pt x="3215" y="93888"/>
                  <a:pt x="1877" y="93437"/>
                  <a:pt x="1045" y="92537"/>
                </a:cubicBezTo>
                <a:cubicBezTo>
                  <a:pt x="214" y="91636"/>
                  <a:pt x="0" y="90217"/>
                  <a:pt x="405" y="88279"/>
                </a:cubicBezTo>
                <a:lnTo>
                  <a:pt x="15648" y="12200"/>
                </a:lnTo>
                <a:cubicBezTo>
                  <a:pt x="16008" y="10224"/>
                  <a:pt x="16806" y="8798"/>
                  <a:pt x="18042" y="7923"/>
                </a:cubicBezTo>
                <a:cubicBezTo>
                  <a:pt x="19279" y="7048"/>
                  <a:pt x="20707" y="6610"/>
                  <a:pt x="22325" y="6610"/>
                </a:cubicBezTo>
                <a:lnTo>
                  <a:pt x="43302" y="6610"/>
                </a:lnTo>
                <a:cubicBezTo>
                  <a:pt x="47933" y="6610"/>
                  <a:pt x="51935" y="6969"/>
                  <a:pt x="55307" y="7687"/>
                </a:cubicBezTo>
                <a:cubicBezTo>
                  <a:pt x="58680" y="8405"/>
                  <a:pt x="61513" y="9494"/>
                  <a:pt x="63806" y="10954"/>
                </a:cubicBezTo>
                <a:cubicBezTo>
                  <a:pt x="66099" y="12413"/>
                  <a:pt x="67830" y="14253"/>
                  <a:pt x="68999" y="16476"/>
                </a:cubicBezTo>
                <a:cubicBezTo>
                  <a:pt x="70169" y="18698"/>
                  <a:pt x="70753" y="21335"/>
                  <a:pt x="70753" y="24387"/>
                </a:cubicBezTo>
                <a:moveTo>
                  <a:pt x="52475" y="27692"/>
                </a:moveTo>
                <a:cubicBezTo>
                  <a:pt x="52475" y="26448"/>
                  <a:pt x="52250" y="25361"/>
                  <a:pt x="51800" y="24429"/>
                </a:cubicBezTo>
                <a:cubicBezTo>
                  <a:pt x="51351" y="23496"/>
                  <a:pt x="50676" y="22696"/>
                  <a:pt x="49777" y="22030"/>
                </a:cubicBezTo>
                <a:cubicBezTo>
                  <a:pt x="48877" y="21364"/>
                  <a:pt x="47742" y="20853"/>
                  <a:pt x="46371" y="20498"/>
                </a:cubicBezTo>
                <a:cubicBezTo>
                  <a:pt x="44999" y="20142"/>
                  <a:pt x="43257" y="19965"/>
                  <a:pt x="41143" y="19965"/>
                </a:cubicBezTo>
                <a:lnTo>
                  <a:pt x="31498" y="19965"/>
                </a:lnTo>
                <a:lnTo>
                  <a:pt x="26912" y="42492"/>
                </a:lnTo>
                <a:lnTo>
                  <a:pt x="36894" y="42492"/>
                </a:lnTo>
                <a:cubicBezTo>
                  <a:pt x="39817" y="42492"/>
                  <a:pt x="42245" y="42033"/>
                  <a:pt x="44179" y="41114"/>
                </a:cubicBezTo>
                <a:cubicBezTo>
                  <a:pt x="46112" y="40193"/>
                  <a:pt x="47697" y="39005"/>
                  <a:pt x="48934" y="37548"/>
                </a:cubicBezTo>
                <a:cubicBezTo>
                  <a:pt x="50170" y="36090"/>
                  <a:pt x="51069" y="34487"/>
                  <a:pt x="51632" y="32738"/>
                </a:cubicBezTo>
                <a:cubicBezTo>
                  <a:pt x="52194" y="30988"/>
                  <a:pt x="52475" y="29306"/>
                  <a:pt x="52475" y="27692"/>
                </a:cubicBezTo>
                <a:moveTo>
                  <a:pt x="49507" y="64750"/>
                </a:moveTo>
                <a:cubicBezTo>
                  <a:pt x="49507" y="61872"/>
                  <a:pt x="48439" y="59602"/>
                  <a:pt x="46303" y="57938"/>
                </a:cubicBezTo>
                <a:cubicBezTo>
                  <a:pt x="44167" y="56274"/>
                  <a:pt x="40761" y="55442"/>
                  <a:pt x="36085" y="55442"/>
                </a:cubicBezTo>
                <a:lnTo>
                  <a:pt x="24281" y="55442"/>
                </a:lnTo>
                <a:lnTo>
                  <a:pt x="19358" y="80263"/>
                </a:lnTo>
                <a:lnTo>
                  <a:pt x="31903" y="80263"/>
                </a:lnTo>
                <a:cubicBezTo>
                  <a:pt x="35096" y="80263"/>
                  <a:pt x="37782" y="79814"/>
                  <a:pt x="39963" y="78914"/>
                </a:cubicBezTo>
                <a:cubicBezTo>
                  <a:pt x="42144" y="78015"/>
                  <a:pt x="43942" y="76846"/>
                  <a:pt x="45359" y="75407"/>
                </a:cubicBezTo>
                <a:cubicBezTo>
                  <a:pt x="46775" y="73968"/>
                  <a:pt x="47821" y="72316"/>
                  <a:pt x="48495" y="70450"/>
                </a:cubicBezTo>
                <a:cubicBezTo>
                  <a:pt x="49170" y="68584"/>
                  <a:pt x="49507" y="66684"/>
                  <a:pt x="49507" y="64750"/>
                </a:cubicBezTo>
                <a:close/>
                <a:moveTo>
                  <a:pt x="132126" y="91662"/>
                </a:moveTo>
                <a:cubicBezTo>
                  <a:pt x="131947" y="92606"/>
                  <a:pt x="131238" y="93281"/>
                  <a:pt x="130002" y="93685"/>
                </a:cubicBezTo>
                <a:cubicBezTo>
                  <a:pt x="128765" y="94090"/>
                  <a:pt x="126776" y="94293"/>
                  <a:pt x="124033" y="94293"/>
                </a:cubicBezTo>
                <a:cubicBezTo>
                  <a:pt x="122639" y="94293"/>
                  <a:pt x="121503" y="94248"/>
                  <a:pt x="120626" y="94158"/>
                </a:cubicBezTo>
                <a:cubicBezTo>
                  <a:pt x="119750" y="94068"/>
                  <a:pt x="119041" y="93922"/>
                  <a:pt x="118502" y="93719"/>
                </a:cubicBezTo>
                <a:cubicBezTo>
                  <a:pt x="117962" y="93517"/>
                  <a:pt x="117614" y="93247"/>
                  <a:pt x="117456" y="92910"/>
                </a:cubicBezTo>
                <a:cubicBezTo>
                  <a:pt x="117299" y="92573"/>
                  <a:pt x="117265" y="92157"/>
                  <a:pt x="117355" y="91662"/>
                </a:cubicBezTo>
                <a:lnTo>
                  <a:pt x="119244" y="82017"/>
                </a:lnTo>
                <a:cubicBezTo>
                  <a:pt x="118569" y="83463"/>
                  <a:pt x="117490" y="84988"/>
                  <a:pt x="116006" y="86593"/>
                </a:cubicBezTo>
                <a:cubicBezTo>
                  <a:pt x="114522" y="88198"/>
                  <a:pt x="112769" y="89655"/>
                  <a:pt x="110745" y="90966"/>
                </a:cubicBezTo>
                <a:cubicBezTo>
                  <a:pt x="108722" y="92276"/>
                  <a:pt x="106485" y="93360"/>
                  <a:pt x="104034" y="94219"/>
                </a:cubicBezTo>
                <a:cubicBezTo>
                  <a:pt x="101584" y="95077"/>
                  <a:pt x="99054" y="95507"/>
                  <a:pt x="96446" y="95507"/>
                </a:cubicBezTo>
                <a:cubicBezTo>
                  <a:pt x="92849" y="95507"/>
                  <a:pt x="89859" y="94876"/>
                  <a:pt x="87476" y="93614"/>
                </a:cubicBezTo>
                <a:cubicBezTo>
                  <a:pt x="85093" y="92352"/>
                  <a:pt x="83182" y="90651"/>
                  <a:pt x="81743" y="88511"/>
                </a:cubicBezTo>
                <a:cubicBezTo>
                  <a:pt x="80304" y="86371"/>
                  <a:pt x="79281" y="83927"/>
                  <a:pt x="78674" y="81180"/>
                </a:cubicBezTo>
                <a:cubicBezTo>
                  <a:pt x="78067" y="78432"/>
                  <a:pt x="77763" y="75548"/>
                  <a:pt x="77763" y="72528"/>
                </a:cubicBezTo>
                <a:cubicBezTo>
                  <a:pt x="77763" y="69689"/>
                  <a:pt x="78033" y="66592"/>
                  <a:pt x="78573" y="63237"/>
                </a:cubicBezTo>
                <a:cubicBezTo>
                  <a:pt x="79112" y="59880"/>
                  <a:pt x="79944" y="56534"/>
                  <a:pt x="81068" y="53200"/>
                </a:cubicBezTo>
                <a:cubicBezTo>
                  <a:pt x="82192" y="49865"/>
                  <a:pt x="83631" y="46655"/>
                  <a:pt x="85385" y="43569"/>
                </a:cubicBezTo>
                <a:cubicBezTo>
                  <a:pt x="87138" y="40484"/>
                  <a:pt x="89241" y="37747"/>
                  <a:pt x="91691" y="35360"/>
                </a:cubicBezTo>
                <a:cubicBezTo>
                  <a:pt x="94142" y="32971"/>
                  <a:pt x="96952" y="31067"/>
                  <a:pt x="100122" y="29648"/>
                </a:cubicBezTo>
                <a:cubicBezTo>
                  <a:pt x="103292" y="28228"/>
                  <a:pt x="106878" y="27519"/>
                  <a:pt x="110880" y="27519"/>
                </a:cubicBezTo>
                <a:cubicBezTo>
                  <a:pt x="114612" y="27519"/>
                  <a:pt x="117917" y="28300"/>
                  <a:pt x="120795" y="29863"/>
                </a:cubicBezTo>
                <a:cubicBezTo>
                  <a:pt x="123673" y="31425"/>
                  <a:pt x="126191" y="33702"/>
                  <a:pt x="128349" y="36692"/>
                </a:cubicBezTo>
                <a:lnTo>
                  <a:pt x="129428" y="31363"/>
                </a:lnTo>
                <a:cubicBezTo>
                  <a:pt x="129608" y="30419"/>
                  <a:pt x="130317" y="29745"/>
                  <a:pt x="131553" y="29340"/>
                </a:cubicBezTo>
                <a:cubicBezTo>
                  <a:pt x="132790" y="28935"/>
                  <a:pt x="134779" y="28733"/>
                  <a:pt x="137522" y="28733"/>
                </a:cubicBezTo>
                <a:cubicBezTo>
                  <a:pt x="138871" y="28733"/>
                  <a:pt x="139995" y="28789"/>
                  <a:pt x="140895" y="28902"/>
                </a:cubicBezTo>
                <a:cubicBezTo>
                  <a:pt x="141794" y="29014"/>
                  <a:pt x="142502" y="29171"/>
                  <a:pt x="143019" y="29374"/>
                </a:cubicBezTo>
                <a:cubicBezTo>
                  <a:pt x="143536" y="29576"/>
                  <a:pt x="143885" y="29846"/>
                  <a:pt x="144065" y="30183"/>
                </a:cubicBezTo>
                <a:cubicBezTo>
                  <a:pt x="144245" y="30520"/>
                  <a:pt x="144290" y="30914"/>
                  <a:pt x="144200" y="31363"/>
                </a:cubicBezTo>
                <a:lnTo>
                  <a:pt x="132126" y="91662"/>
                </a:lnTo>
                <a:moveTo>
                  <a:pt x="123763" y="49440"/>
                </a:moveTo>
                <a:cubicBezTo>
                  <a:pt x="122189" y="46944"/>
                  <a:pt x="120447" y="45072"/>
                  <a:pt x="118536" y="43824"/>
                </a:cubicBezTo>
                <a:cubicBezTo>
                  <a:pt x="116625" y="42577"/>
                  <a:pt x="114410" y="41953"/>
                  <a:pt x="111892" y="41953"/>
                </a:cubicBezTo>
                <a:cubicBezTo>
                  <a:pt x="110003" y="41953"/>
                  <a:pt x="108272" y="42403"/>
                  <a:pt x="106698" y="43304"/>
                </a:cubicBezTo>
                <a:cubicBezTo>
                  <a:pt x="105125" y="44205"/>
                  <a:pt x="103731" y="45409"/>
                  <a:pt x="102517" y="46919"/>
                </a:cubicBezTo>
                <a:cubicBezTo>
                  <a:pt x="101303" y="48428"/>
                  <a:pt x="100235" y="50174"/>
                  <a:pt x="99313" y="52156"/>
                </a:cubicBezTo>
                <a:cubicBezTo>
                  <a:pt x="98391" y="54138"/>
                  <a:pt x="97627" y="56198"/>
                  <a:pt x="97020" y="58338"/>
                </a:cubicBezTo>
                <a:cubicBezTo>
                  <a:pt x="96413" y="60477"/>
                  <a:pt x="95963" y="62639"/>
                  <a:pt x="95671" y="64824"/>
                </a:cubicBezTo>
                <a:cubicBezTo>
                  <a:pt x="95378" y="67008"/>
                  <a:pt x="95232" y="69023"/>
                  <a:pt x="95232" y="70871"/>
                </a:cubicBezTo>
                <a:cubicBezTo>
                  <a:pt x="95232" y="72222"/>
                  <a:pt x="95333" y="73505"/>
                  <a:pt x="95536" y="74722"/>
                </a:cubicBezTo>
                <a:cubicBezTo>
                  <a:pt x="95738" y="75937"/>
                  <a:pt x="96109" y="77019"/>
                  <a:pt x="96649" y="77966"/>
                </a:cubicBezTo>
                <a:cubicBezTo>
                  <a:pt x="97188" y="78912"/>
                  <a:pt x="97908" y="79666"/>
                  <a:pt x="98807" y="80230"/>
                </a:cubicBezTo>
                <a:cubicBezTo>
                  <a:pt x="99706" y="80792"/>
                  <a:pt x="100853" y="81073"/>
                  <a:pt x="102247" y="81073"/>
                </a:cubicBezTo>
                <a:cubicBezTo>
                  <a:pt x="104225" y="81073"/>
                  <a:pt x="106249" y="80477"/>
                  <a:pt x="108317" y="79285"/>
                </a:cubicBezTo>
                <a:cubicBezTo>
                  <a:pt x="110386" y="78094"/>
                  <a:pt x="112319" y="76475"/>
                  <a:pt x="114118" y="74429"/>
                </a:cubicBezTo>
                <a:cubicBezTo>
                  <a:pt x="115916" y="72383"/>
                  <a:pt x="117501" y="70000"/>
                  <a:pt x="118873" y="67280"/>
                </a:cubicBezTo>
                <a:cubicBezTo>
                  <a:pt x="120244" y="64559"/>
                  <a:pt x="121245" y="61648"/>
                  <a:pt x="121874" y="58545"/>
                </a:cubicBezTo>
                <a:lnTo>
                  <a:pt x="123763" y="49440"/>
                </a:lnTo>
                <a:close/>
                <a:moveTo>
                  <a:pt x="204387" y="35421"/>
                </a:moveTo>
                <a:cubicBezTo>
                  <a:pt x="204387" y="36461"/>
                  <a:pt x="204263" y="37636"/>
                  <a:pt x="204016" y="38947"/>
                </a:cubicBezTo>
                <a:cubicBezTo>
                  <a:pt x="203768" y="40257"/>
                  <a:pt x="203442" y="41499"/>
                  <a:pt x="203038" y="42674"/>
                </a:cubicBezTo>
                <a:cubicBezTo>
                  <a:pt x="202633" y="43848"/>
                  <a:pt x="202127" y="44831"/>
                  <a:pt x="201520" y="45622"/>
                </a:cubicBezTo>
                <a:cubicBezTo>
                  <a:pt x="200913" y="46413"/>
                  <a:pt x="200250" y="46809"/>
                  <a:pt x="199530" y="46809"/>
                </a:cubicBezTo>
                <a:cubicBezTo>
                  <a:pt x="198856" y="46809"/>
                  <a:pt x="198204" y="46536"/>
                  <a:pt x="197574" y="45989"/>
                </a:cubicBezTo>
                <a:cubicBezTo>
                  <a:pt x="196945" y="45442"/>
                  <a:pt x="196169" y="44828"/>
                  <a:pt x="195248" y="44145"/>
                </a:cubicBezTo>
                <a:cubicBezTo>
                  <a:pt x="194326" y="43462"/>
                  <a:pt x="193168" y="42836"/>
                  <a:pt x="191774" y="42267"/>
                </a:cubicBezTo>
                <a:cubicBezTo>
                  <a:pt x="190380" y="41698"/>
                  <a:pt x="188581" y="41413"/>
                  <a:pt x="186378" y="41413"/>
                </a:cubicBezTo>
                <a:cubicBezTo>
                  <a:pt x="184040" y="41413"/>
                  <a:pt x="181949" y="41930"/>
                  <a:pt x="180105" y="42962"/>
                </a:cubicBezTo>
                <a:cubicBezTo>
                  <a:pt x="178262" y="43995"/>
                  <a:pt x="176654" y="45331"/>
                  <a:pt x="175283" y="46969"/>
                </a:cubicBezTo>
                <a:cubicBezTo>
                  <a:pt x="173911" y="48608"/>
                  <a:pt x="172776" y="50471"/>
                  <a:pt x="171877" y="52559"/>
                </a:cubicBezTo>
                <a:cubicBezTo>
                  <a:pt x="170977" y="54646"/>
                  <a:pt x="170236" y="56755"/>
                  <a:pt x="169651" y="58886"/>
                </a:cubicBezTo>
                <a:cubicBezTo>
                  <a:pt x="169066" y="61018"/>
                  <a:pt x="168650" y="63061"/>
                  <a:pt x="168403" y="65014"/>
                </a:cubicBezTo>
                <a:cubicBezTo>
                  <a:pt x="168156" y="66967"/>
                  <a:pt x="168032" y="68662"/>
                  <a:pt x="168032" y="70098"/>
                </a:cubicBezTo>
                <a:cubicBezTo>
                  <a:pt x="168032" y="73734"/>
                  <a:pt x="168830" y="76495"/>
                  <a:pt x="170427" y="78381"/>
                </a:cubicBezTo>
                <a:cubicBezTo>
                  <a:pt x="172023" y="80265"/>
                  <a:pt x="174530" y="81208"/>
                  <a:pt x="177947" y="81208"/>
                </a:cubicBezTo>
                <a:cubicBezTo>
                  <a:pt x="180465" y="81208"/>
                  <a:pt x="182623" y="80882"/>
                  <a:pt x="184422" y="80230"/>
                </a:cubicBezTo>
                <a:cubicBezTo>
                  <a:pt x="186221" y="79578"/>
                  <a:pt x="187761" y="78858"/>
                  <a:pt x="189042" y="78071"/>
                </a:cubicBezTo>
                <a:cubicBezTo>
                  <a:pt x="190324" y="77284"/>
                  <a:pt x="191425" y="76576"/>
                  <a:pt x="192347" y="75947"/>
                </a:cubicBezTo>
                <a:cubicBezTo>
                  <a:pt x="193269" y="75317"/>
                  <a:pt x="194112" y="75002"/>
                  <a:pt x="194877" y="75002"/>
                </a:cubicBezTo>
                <a:cubicBezTo>
                  <a:pt x="195326" y="75002"/>
                  <a:pt x="195652" y="75205"/>
                  <a:pt x="195855" y="75609"/>
                </a:cubicBezTo>
                <a:cubicBezTo>
                  <a:pt x="196057" y="76014"/>
                  <a:pt x="196158" y="76599"/>
                  <a:pt x="196158" y="77363"/>
                </a:cubicBezTo>
                <a:cubicBezTo>
                  <a:pt x="196158" y="78127"/>
                  <a:pt x="196068" y="79083"/>
                  <a:pt x="195888" y="80230"/>
                </a:cubicBezTo>
                <a:cubicBezTo>
                  <a:pt x="195708" y="81376"/>
                  <a:pt x="195472" y="82534"/>
                  <a:pt x="195180" y="83703"/>
                </a:cubicBezTo>
                <a:cubicBezTo>
                  <a:pt x="194888" y="84872"/>
                  <a:pt x="194551" y="85963"/>
                  <a:pt x="194168" y="86974"/>
                </a:cubicBezTo>
                <a:cubicBezTo>
                  <a:pt x="193786" y="87986"/>
                  <a:pt x="193292" y="88787"/>
                  <a:pt x="192685" y="89377"/>
                </a:cubicBezTo>
                <a:cubicBezTo>
                  <a:pt x="192077" y="89967"/>
                  <a:pt x="191122" y="90638"/>
                  <a:pt x="189818" y="91388"/>
                </a:cubicBezTo>
                <a:cubicBezTo>
                  <a:pt x="188514" y="92137"/>
                  <a:pt x="187008" y="92807"/>
                  <a:pt x="185299" y="93397"/>
                </a:cubicBezTo>
                <a:cubicBezTo>
                  <a:pt x="183590" y="93987"/>
                  <a:pt x="181735" y="94463"/>
                  <a:pt x="179734" y="94826"/>
                </a:cubicBezTo>
                <a:cubicBezTo>
                  <a:pt x="177733" y="95190"/>
                  <a:pt x="175654" y="95372"/>
                  <a:pt x="173496" y="95372"/>
                </a:cubicBezTo>
                <a:cubicBezTo>
                  <a:pt x="165806" y="95372"/>
                  <a:pt x="160051" y="93427"/>
                  <a:pt x="156229" y="89537"/>
                </a:cubicBezTo>
                <a:cubicBezTo>
                  <a:pt x="152407" y="85648"/>
                  <a:pt x="150496" y="79904"/>
                  <a:pt x="150496" y="72304"/>
                </a:cubicBezTo>
                <a:cubicBezTo>
                  <a:pt x="150496" y="69562"/>
                  <a:pt x="150754" y="66549"/>
                  <a:pt x="151271" y="63266"/>
                </a:cubicBezTo>
                <a:cubicBezTo>
                  <a:pt x="151788" y="59984"/>
                  <a:pt x="152632" y="56690"/>
                  <a:pt x="153801" y="53385"/>
                </a:cubicBezTo>
                <a:cubicBezTo>
                  <a:pt x="154970" y="50080"/>
                  <a:pt x="156487" y="46876"/>
                  <a:pt x="158353" y="43774"/>
                </a:cubicBezTo>
                <a:cubicBezTo>
                  <a:pt x="160219" y="40671"/>
                  <a:pt x="162501" y="37928"/>
                  <a:pt x="165199" y="35545"/>
                </a:cubicBezTo>
                <a:cubicBezTo>
                  <a:pt x="167897" y="33162"/>
                  <a:pt x="171022" y="31251"/>
                  <a:pt x="174575" y="29812"/>
                </a:cubicBezTo>
                <a:cubicBezTo>
                  <a:pt x="178127" y="28373"/>
                  <a:pt x="182219" y="27654"/>
                  <a:pt x="186850" y="27654"/>
                </a:cubicBezTo>
                <a:cubicBezTo>
                  <a:pt x="188649" y="27654"/>
                  <a:pt x="190403" y="27789"/>
                  <a:pt x="192111" y="28058"/>
                </a:cubicBezTo>
                <a:cubicBezTo>
                  <a:pt x="193820" y="28328"/>
                  <a:pt x="195394" y="28699"/>
                  <a:pt x="196833" y="29171"/>
                </a:cubicBezTo>
                <a:cubicBezTo>
                  <a:pt x="198271" y="29643"/>
                  <a:pt x="199542" y="30194"/>
                  <a:pt x="200643" y="30824"/>
                </a:cubicBezTo>
                <a:cubicBezTo>
                  <a:pt x="201745" y="31453"/>
                  <a:pt x="202566" y="32027"/>
                  <a:pt x="203105" y="32544"/>
                </a:cubicBezTo>
                <a:cubicBezTo>
                  <a:pt x="203645" y="33061"/>
                  <a:pt x="203993" y="33523"/>
                  <a:pt x="204151" y="33931"/>
                </a:cubicBezTo>
                <a:cubicBezTo>
                  <a:pt x="204308" y="34337"/>
                  <a:pt x="204387" y="34833"/>
                  <a:pt x="204387" y="35421"/>
                </a:cubicBezTo>
                <a:close/>
                <a:moveTo>
                  <a:pt x="271335" y="31161"/>
                </a:moveTo>
                <a:cubicBezTo>
                  <a:pt x="271335" y="31880"/>
                  <a:pt x="271031" y="32724"/>
                  <a:pt x="270424" y="33690"/>
                </a:cubicBezTo>
                <a:cubicBezTo>
                  <a:pt x="269817" y="34657"/>
                  <a:pt x="268817" y="35882"/>
                  <a:pt x="267423" y="37366"/>
                </a:cubicBezTo>
                <a:lnTo>
                  <a:pt x="246176" y="57398"/>
                </a:lnTo>
                <a:lnTo>
                  <a:pt x="260003" y="86401"/>
                </a:lnTo>
                <a:cubicBezTo>
                  <a:pt x="260453" y="87480"/>
                  <a:pt x="260768" y="88425"/>
                  <a:pt x="260948" y="89234"/>
                </a:cubicBezTo>
                <a:cubicBezTo>
                  <a:pt x="261127" y="90043"/>
                  <a:pt x="261217" y="90673"/>
                  <a:pt x="261217" y="91122"/>
                </a:cubicBezTo>
                <a:cubicBezTo>
                  <a:pt x="261217" y="91662"/>
                  <a:pt x="261071" y="92134"/>
                  <a:pt x="260779" y="92539"/>
                </a:cubicBezTo>
                <a:cubicBezTo>
                  <a:pt x="260487" y="92944"/>
                  <a:pt x="259992" y="93281"/>
                  <a:pt x="259295" y="93551"/>
                </a:cubicBezTo>
                <a:cubicBezTo>
                  <a:pt x="258598" y="93820"/>
                  <a:pt x="257654" y="94011"/>
                  <a:pt x="256462" y="94124"/>
                </a:cubicBezTo>
                <a:cubicBezTo>
                  <a:pt x="255271" y="94236"/>
                  <a:pt x="253776" y="94293"/>
                  <a:pt x="251977" y="94293"/>
                </a:cubicBezTo>
                <a:cubicBezTo>
                  <a:pt x="250178" y="94293"/>
                  <a:pt x="248728" y="94248"/>
                  <a:pt x="247627" y="94158"/>
                </a:cubicBezTo>
                <a:cubicBezTo>
                  <a:pt x="246525" y="94068"/>
                  <a:pt x="245671" y="93910"/>
                  <a:pt x="245064" y="93685"/>
                </a:cubicBezTo>
                <a:cubicBezTo>
                  <a:pt x="244457" y="93461"/>
                  <a:pt x="244007" y="93168"/>
                  <a:pt x="243715" y="92809"/>
                </a:cubicBezTo>
                <a:cubicBezTo>
                  <a:pt x="243422" y="92449"/>
                  <a:pt x="243209" y="91999"/>
                  <a:pt x="243074" y="91460"/>
                </a:cubicBezTo>
                <a:lnTo>
                  <a:pt x="228842" y="59759"/>
                </a:lnTo>
                <a:lnTo>
                  <a:pt x="222502" y="91595"/>
                </a:lnTo>
                <a:cubicBezTo>
                  <a:pt x="222367" y="92044"/>
                  <a:pt x="222131" y="92438"/>
                  <a:pt x="221794" y="92775"/>
                </a:cubicBezTo>
                <a:cubicBezTo>
                  <a:pt x="221457" y="93112"/>
                  <a:pt x="220940" y="93393"/>
                  <a:pt x="220243" y="93618"/>
                </a:cubicBezTo>
                <a:cubicBezTo>
                  <a:pt x="219546" y="93843"/>
                  <a:pt x="218635" y="94011"/>
                  <a:pt x="217511" y="94124"/>
                </a:cubicBezTo>
                <a:cubicBezTo>
                  <a:pt x="216387" y="94236"/>
                  <a:pt x="215015" y="94293"/>
                  <a:pt x="213397" y="94293"/>
                </a:cubicBezTo>
                <a:cubicBezTo>
                  <a:pt x="211733" y="94293"/>
                  <a:pt x="210373" y="94236"/>
                  <a:pt x="209316" y="94124"/>
                </a:cubicBezTo>
                <a:cubicBezTo>
                  <a:pt x="208259" y="94011"/>
                  <a:pt x="207439" y="93854"/>
                  <a:pt x="206854" y="93652"/>
                </a:cubicBezTo>
                <a:cubicBezTo>
                  <a:pt x="206270" y="93449"/>
                  <a:pt x="205876" y="93180"/>
                  <a:pt x="205674" y="92842"/>
                </a:cubicBezTo>
                <a:cubicBezTo>
                  <a:pt x="205471" y="92505"/>
                  <a:pt x="205415" y="92112"/>
                  <a:pt x="205505" y="91662"/>
                </a:cubicBezTo>
                <a:lnTo>
                  <a:pt x="223312" y="2900"/>
                </a:lnTo>
                <a:cubicBezTo>
                  <a:pt x="223401" y="2451"/>
                  <a:pt x="223604" y="2046"/>
                  <a:pt x="223919" y="1686"/>
                </a:cubicBezTo>
                <a:cubicBezTo>
                  <a:pt x="224233" y="1326"/>
                  <a:pt x="224750" y="1023"/>
                  <a:pt x="225470" y="776"/>
                </a:cubicBezTo>
                <a:cubicBezTo>
                  <a:pt x="226189" y="528"/>
                  <a:pt x="227100" y="337"/>
                  <a:pt x="228201" y="202"/>
                </a:cubicBezTo>
                <a:cubicBezTo>
                  <a:pt x="229303" y="67"/>
                  <a:pt x="230686" y="0"/>
                  <a:pt x="232350" y="0"/>
                </a:cubicBezTo>
                <a:cubicBezTo>
                  <a:pt x="234013" y="0"/>
                  <a:pt x="235373" y="67"/>
                  <a:pt x="236430" y="202"/>
                </a:cubicBezTo>
                <a:cubicBezTo>
                  <a:pt x="237487" y="337"/>
                  <a:pt x="238307" y="528"/>
                  <a:pt x="238892" y="776"/>
                </a:cubicBezTo>
                <a:cubicBezTo>
                  <a:pt x="239477" y="1023"/>
                  <a:pt x="239859" y="1326"/>
                  <a:pt x="240039" y="1686"/>
                </a:cubicBezTo>
                <a:cubicBezTo>
                  <a:pt x="240219" y="2046"/>
                  <a:pt x="240263" y="2451"/>
                  <a:pt x="240174" y="2900"/>
                </a:cubicBezTo>
                <a:lnTo>
                  <a:pt x="229652" y="55712"/>
                </a:lnTo>
                <a:lnTo>
                  <a:pt x="252179" y="31633"/>
                </a:lnTo>
                <a:cubicBezTo>
                  <a:pt x="252629" y="31094"/>
                  <a:pt x="253112" y="30633"/>
                  <a:pt x="253629" y="30250"/>
                </a:cubicBezTo>
                <a:cubicBezTo>
                  <a:pt x="254147" y="29868"/>
                  <a:pt x="254810" y="29565"/>
                  <a:pt x="255619" y="29340"/>
                </a:cubicBezTo>
                <a:cubicBezTo>
                  <a:pt x="256429" y="29115"/>
                  <a:pt x="257407" y="28958"/>
                  <a:pt x="258553" y="28868"/>
                </a:cubicBezTo>
                <a:cubicBezTo>
                  <a:pt x="259700" y="28778"/>
                  <a:pt x="261127" y="28733"/>
                  <a:pt x="262836" y="28733"/>
                </a:cubicBezTo>
                <a:cubicBezTo>
                  <a:pt x="264500" y="28733"/>
                  <a:pt x="265894" y="28778"/>
                  <a:pt x="267018" y="28868"/>
                </a:cubicBezTo>
                <a:cubicBezTo>
                  <a:pt x="268142" y="28958"/>
                  <a:pt x="269019" y="29104"/>
                  <a:pt x="269648" y="29306"/>
                </a:cubicBezTo>
                <a:cubicBezTo>
                  <a:pt x="270278" y="29509"/>
                  <a:pt x="270716" y="29767"/>
                  <a:pt x="270964" y="30082"/>
                </a:cubicBezTo>
                <a:cubicBezTo>
                  <a:pt x="271211" y="30397"/>
                  <a:pt x="271335" y="30756"/>
                  <a:pt x="271335" y="31161"/>
                </a:cubicBezTo>
                <a:close/>
                <a:moveTo>
                  <a:pt x="323455" y="94071"/>
                </a:moveTo>
                <a:cubicBezTo>
                  <a:pt x="322645" y="98166"/>
                  <a:pt x="321386" y="101732"/>
                  <a:pt x="319678" y="104770"/>
                </a:cubicBezTo>
                <a:cubicBezTo>
                  <a:pt x="317969" y="107808"/>
                  <a:pt x="315721" y="110351"/>
                  <a:pt x="312933" y="112398"/>
                </a:cubicBezTo>
                <a:cubicBezTo>
                  <a:pt x="310145" y="114445"/>
                  <a:pt x="306761" y="115986"/>
                  <a:pt x="302782" y="117020"/>
                </a:cubicBezTo>
                <a:cubicBezTo>
                  <a:pt x="298803" y="118056"/>
                  <a:pt x="294160" y="118574"/>
                  <a:pt x="288854" y="118574"/>
                </a:cubicBezTo>
                <a:cubicBezTo>
                  <a:pt x="285032" y="118574"/>
                  <a:pt x="281603" y="118269"/>
                  <a:pt x="278568" y="117659"/>
                </a:cubicBezTo>
                <a:cubicBezTo>
                  <a:pt x="275533" y="117051"/>
                  <a:pt x="273004" y="116272"/>
                  <a:pt x="270980" y="115324"/>
                </a:cubicBezTo>
                <a:cubicBezTo>
                  <a:pt x="270261" y="114963"/>
                  <a:pt x="269766" y="114556"/>
                  <a:pt x="269496" y="114103"/>
                </a:cubicBezTo>
                <a:cubicBezTo>
                  <a:pt x="269226" y="113652"/>
                  <a:pt x="269092" y="113021"/>
                  <a:pt x="269092" y="112208"/>
                </a:cubicBezTo>
                <a:cubicBezTo>
                  <a:pt x="269092" y="111937"/>
                  <a:pt x="269114" y="111485"/>
                  <a:pt x="269159" y="110853"/>
                </a:cubicBezTo>
                <a:cubicBezTo>
                  <a:pt x="269204" y="110221"/>
                  <a:pt x="269305" y="109521"/>
                  <a:pt x="269463" y="108754"/>
                </a:cubicBezTo>
                <a:cubicBezTo>
                  <a:pt x="269620" y="107987"/>
                  <a:pt x="269811" y="107185"/>
                  <a:pt x="270036" y="106349"/>
                </a:cubicBezTo>
                <a:cubicBezTo>
                  <a:pt x="270261" y="105514"/>
                  <a:pt x="270542" y="104769"/>
                  <a:pt x="270879" y="104115"/>
                </a:cubicBezTo>
                <a:cubicBezTo>
                  <a:pt x="271216" y="103460"/>
                  <a:pt x="271587" y="102918"/>
                  <a:pt x="271992" y="102490"/>
                </a:cubicBezTo>
                <a:cubicBezTo>
                  <a:pt x="272397" y="102061"/>
                  <a:pt x="272869" y="101847"/>
                  <a:pt x="273408" y="101847"/>
                </a:cubicBezTo>
                <a:cubicBezTo>
                  <a:pt x="273948" y="101847"/>
                  <a:pt x="274611" y="102038"/>
                  <a:pt x="275398" y="102420"/>
                </a:cubicBezTo>
                <a:cubicBezTo>
                  <a:pt x="276185" y="102802"/>
                  <a:pt x="277230" y="103218"/>
                  <a:pt x="278534" y="103668"/>
                </a:cubicBezTo>
                <a:cubicBezTo>
                  <a:pt x="279838" y="104117"/>
                  <a:pt x="281457" y="104533"/>
                  <a:pt x="283391" y="104916"/>
                </a:cubicBezTo>
                <a:cubicBezTo>
                  <a:pt x="285324" y="105298"/>
                  <a:pt x="287707" y="105489"/>
                  <a:pt x="290540" y="105489"/>
                </a:cubicBezTo>
                <a:cubicBezTo>
                  <a:pt x="292833" y="105489"/>
                  <a:pt x="294891" y="105310"/>
                  <a:pt x="296712" y="104951"/>
                </a:cubicBezTo>
                <a:cubicBezTo>
                  <a:pt x="298533" y="104595"/>
                  <a:pt x="300118" y="104013"/>
                  <a:pt x="301467" y="103206"/>
                </a:cubicBezTo>
                <a:cubicBezTo>
                  <a:pt x="302816" y="102401"/>
                  <a:pt x="303906" y="101372"/>
                  <a:pt x="304738" y="100118"/>
                </a:cubicBezTo>
                <a:cubicBezTo>
                  <a:pt x="305570" y="98866"/>
                  <a:pt x="306166" y="97323"/>
                  <a:pt x="306525" y="95490"/>
                </a:cubicBezTo>
                <a:cubicBezTo>
                  <a:pt x="307110" y="92533"/>
                  <a:pt x="307694" y="90071"/>
                  <a:pt x="308279" y="88104"/>
                </a:cubicBezTo>
                <a:cubicBezTo>
                  <a:pt x="308864" y="86136"/>
                  <a:pt x="309403" y="84525"/>
                  <a:pt x="309898" y="83273"/>
                </a:cubicBezTo>
                <a:cubicBezTo>
                  <a:pt x="309088" y="84760"/>
                  <a:pt x="307930" y="86235"/>
                  <a:pt x="306424" y="87699"/>
                </a:cubicBezTo>
                <a:cubicBezTo>
                  <a:pt x="304918" y="89164"/>
                  <a:pt x="303198" y="90482"/>
                  <a:pt x="301264" y="91654"/>
                </a:cubicBezTo>
                <a:cubicBezTo>
                  <a:pt x="299331" y="92826"/>
                  <a:pt x="297251" y="93761"/>
                  <a:pt x="295025" y="94459"/>
                </a:cubicBezTo>
                <a:cubicBezTo>
                  <a:pt x="292800" y="95157"/>
                  <a:pt x="290563" y="95507"/>
                  <a:pt x="288314" y="95507"/>
                </a:cubicBezTo>
                <a:cubicBezTo>
                  <a:pt x="284852" y="95507"/>
                  <a:pt x="281940" y="94921"/>
                  <a:pt x="279580" y="93751"/>
                </a:cubicBezTo>
                <a:cubicBezTo>
                  <a:pt x="277219" y="92579"/>
                  <a:pt x="275297" y="90957"/>
                  <a:pt x="273813" y="88884"/>
                </a:cubicBezTo>
                <a:cubicBezTo>
                  <a:pt x="272329" y="86811"/>
                  <a:pt x="271261" y="84378"/>
                  <a:pt x="270609" y="81585"/>
                </a:cubicBezTo>
                <a:cubicBezTo>
                  <a:pt x="269957" y="78791"/>
                  <a:pt x="269631" y="75772"/>
                  <a:pt x="269631" y="72528"/>
                </a:cubicBezTo>
                <a:cubicBezTo>
                  <a:pt x="269631" y="69599"/>
                  <a:pt x="269901" y="66446"/>
                  <a:pt x="270441" y="63068"/>
                </a:cubicBezTo>
                <a:cubicBezTo>
                  <a:pt x="270980" y="59689"/>
                  <a:pt x="271823" y="56332"/>
                  <a:pt x="272970" y="52997"/>
                </a:cubicBezTo>
                <a:cubicBezTo>
                  <a:pt x="274116" y="49663"/>
                  <a:pt x="275567" y="46464"/>
                  <a:pt x="277320" y="43401"/>
                </a:cubicBezTo>
                <a:cubicBezTo>
                  <a:pt x="279074" y="40338"/>
                  <a:pt x="281176" y="37623"/>
                  <a:pt x="283627" y="35259"/>
                </a:cubicBezTo>
                <a:cubicBezTo>
                  <a:pt x="286077" y="32892"/>
                  <a:pt x="288888" y="31011"/>
                  <a:pt x="292058" y="29614"/>
                </a:cubicBezTo>
                <a:cubicBezTo>
                  <a:pt x="295228" y="28217"/>
                  <a:pt x="298791" y="27519"/>
                  <a:pt x="302748" y="27519"/>
                </a:cubicBezTo>
                <a:cubicBezTo>
                  <a:pt x="306480" y="27519"/>
                  <a:pt x="309785" y="28297"/>
                  <a:pt x="312663" y="29852"/>
                </a:cubicBezTo>
                <a:cubicBezTo>
                  <a:pt x="315541" y="31406"/>
                  <a:pt x="318059" y="33670"/>
                  <a:pt x="320217" y="36643"/>
                </a:cubicBezTo>
                <a:lnTo>
                  <a:pt x="321296" y="31366"/>
                </a:lnTo>
                <a:cubicBezTo>
                  <a:pt x="321476" y="30420"/>
                  <a:pt x="322185" y="29745"/>
                  <a:pt x="323421" y="29340"/>
                </a:cubicBezTo>
                <a:cubicBezTo>
                  <a:pt x="324658" y="28935"/>
                  <a:pt x="326647" y="28733"/>
                  <a:pt x="329390" y="28733"/>
                </a:cubicBezTo>
                <a:cubicBezTo>
                  <a:pt x="330739" y="28733"/>
                  <a:pt x="331863" y="28789"/>
                  <a:pt x="332763" y="28902"/>
                </a:cubicBezTo>
                <a:cubicBezTo>
                  <a:pt x="333662" y="29014"/>
                  <a:pt x="334370" y="29171"/>
                  <a:pt x="334887" y="29374"/>
                </a:cubicBezTo>
                <a:cubicBezTo>
                  <a:pt x="335404" y="29576"/>
                  <a:pt x="335753" y="29847"/>
                  <a:pt x="335933" y="30185"/>
                </a:cubicBezTo>
                <a:cubicBezTo>
                  <a:pt x="336113" y="30522"/>
                  <a:pt x="336158" y="30916"/>
                  <a:pt x="336068" y="31366"/>
                </a:cubicBezTo>
                <a:lnTo>
                  <a:pt x="323455" y="94071"/>
                </a:lnTo>
                <a:moveTo>
                  <a:pt x="315631" y="49349"/>
                </a:moveTo>
                <a:cubicBezTo>
                  <a:pt x="314057" y="46884"/>
                  <a:pt x="312315" y="45036"/>
                  <a:pt x="310404" y="43803"/>
                </a:cubicBezTo>
                <a:cubicBezTo>
                  <a:pt x="308493" y="42570"/>
                  <a:pt x="306278" y="41953"/>
                  <a:pt x="303760" y="41953"/>
                </a:cubicBezTo>
                <a:cubicBezTo>
                  <a:pt x="301871" y="41953"/>
                  <a:pt x="300151" y="42402"/>
                  <a:pt x="298600" y="43302"/>
                </a:cubicBezTo>
                <a:cubicBezTo>
                  <a:pt x="297049" y="44201"/>
                  <a:pt x="295655" y="45404"/>
                  <a:pt x="294418" y="46910"/>
                </a:cubicBezTo>
                <a:cubicBezTo>
                  <a:pt x="293182" y="48417"/>
                  <a:pt x="292103" y="50159"/>
                  <a:pt x="291181" y="52137"/>
                </a:cubicBezTo>
                <a:cubicBezTo>
                  <a:pt x="290259" y="54116"/>
                  <a:pt x="289495" y="56184"/>
                  <a:pt x="288888" y="58343"/>
                </a:cubicBezTo>
                <a:cubicBezTo>
                  <a:pt x="288281" y="60501"/>
                  <a:pt x="287831" y="62659"/>
                  <a:pt x="287539" y="64818"/>
                </a:cubicBezTo>
                <a:cubicBezTo>
                  <a:pt x="287246" y="66976"/>
                  <a:pt x="287100" y="69022"/>
                  <a:pt x="287100" y="70955"/>
                </a:cubicBezTo>
                <a:cubicBezTo>
                  <a:pt x="287100" y="72484"/>
                  <a:pt x="287235" y="73878"/>
                  <a:pt x="287505" y="75137"/>
                </a:cubicBezTo>
                <a:cubicBezTo>
                  <a:pt x="287775" y="76396"/>
                  <a:pt x="288191" y="77464"/>
                  <a:pt x="288753" y="78341"/>
                </a:cubicBezTo>
                <a:cubicBezTo>
                  <a:pt x="289315" y="79218"/>
                  <a:pt x="290034" y="79892"/>
                  <a:pt x="290911" y="80364"/>
                </a:cubicBezTo>
                <a:cubicBezTo>
                  <a:pt x="291788" y="80837"/>
                  <a:pt x="292856" y="81073"/>
                  <a:pt x="294115" y="81073"/>
                </a:cubicBezTo>
                <a:cubicBezTo>
                  <a:pt x="296093" y="81073"/>
                  <a:pt x="298117" y="80477"/>
                  <a:pt x="300185" y="79285"/>
                </a:cubicBezTo>
                <a:cubicBezTo>
                  <a:pt x="302254" y="78094"/>
                  <a:pt x="304187" y="76475"/>
                  <a:pt x="305986" y="74429"/>
                </a:cubicBezTo>
                <a:cubicBezTo>
                  <a:pt x="307784" y="72382"/>
                  <a:pt x="309369" y="69987"/>
                  <a:pt x="310741" y="67244"/>
                </a:cubicBezTo>
                <a:cubicBezTo>
                  <a:pt x="312112" y="64499"/>
                  <a:pt x="313113" y="61581"/>
                  <a:pt x="313742" y="58488"/>
                </a:cubicBezTo>
                <a:lnTo>
                  <a:pt x="315631" y="49349"/>
                </a:lnTo>
                <a:close/>
                <a:moveTo>
                  <a:pt x="390994" y="30419"/>
                </a:moveTo>
                <a:cubicBezTo>
                  <a:pt x="390994" y="30734"/>
                  <a:pt x="390949" y="31296"/>
                  <a:pt x="390859" y="32105"/>
                </a:cubicBezTo>
                <a:cubicBezTo>
                  <a:pt x="390769" y="32915"/>
                  <a:pt x="390634" y="33859"/>
                  <a:pt x="390454" y="34938"/>
                </a:cubicBezTo>
                <a:cubicBezTo>
                  <a:pt x="390274" y="36017"/>
                  <a:pt x="390050" y="37130"/>
                  <a:pt x="389780" y="38277"/>
                </a:cubicBezTo>
                <a:cubicBezTo>
                  <a:pt x="389510" y="39423"/>
                  <a:pt x="389206" y="40491"/>
                  <a:pt x="388869" y="41481"/>
                </a:cubicBezTo>
                <a:cubicBezTo>
                  <a:pt x="388532" y="42470"/>
                  <a:pt x="388150" y="43279"/>
                  <a:pt x="387723" y="43909"/>
                </a:cubicBezTo>
                <a:cubicBezTo>
                  <a:pt x="387295" y="44538"/>
                  <a:pt x="386834" y="44853"/>
                  <a:pt x="386340" y="44853"/>
                </a:cubicBezTo>
                <a:cubicBezTo>
                  <a:pt x="385935" y="44853"/>
                  <a:pt x="385530" y="44774"/>
                  <a:pt x="385126" y="44617"/>
                </a:cubicBezTo>
                <a:cubicBezTo>
                  <a:pt x="384721" y="44460"/>
                  <a:pt x="384271" y="44302"/>
                  <a:pt x="383777" y="44145"/>
                </a:cubicBezTo>
                <a:cubicBezTo>
                  <a:pt x="383282" y="43987"/>
                  <a:pt x="382743" y="43830"/>
                  <a:pt x="382158" y="43673"/>
                </a:cubicBezTo>
                <a:cubicBezTo>
                  <a:pt x="381574" y="43515"/>
                  <a:pt x="380899" y="43437"/>
                  <a:pt x="380135" y="43437"/>
                </a:cubicBezTo>
                <a:cubicBezTo>
                  <a:pt x="378606" y="43437"/>
                  <a:pt x="376976" y="44023"/>
                  <a:pt x="375245" y="45197"/>
                </a:cubicBezTo>
                <a:cubicBezTo>
                  <a:pt x="373513" y="46369"/>
                  <a:pt x="371861" y="47913"/>
                  <a:pt x="370287" y="49832"/>
                </a:cubicBezTo>
                <a:cubicBezTo>
                  <a:pt x="368713" y="51748"/>
                  <a:pt x="367308" y="53981"/>
                  <a:pt x="366072" y="56530"/>
                </a:cubicBezTo>
                <a:cubicBezTo>
                  <a:pt x="364835" y="59079"/>
                  <a:pt x="363947" y="61752"/>
                  <a:pt x="363407" y="64548"/>
                </a:cubicBezTo>
                <a:lnTo>
                  <a:pt x="358012" y="91595"/>
                </a:lnTo>
                <a:cubicBezTo>
                  <a:pt x="357922" y="92044"/>
                  <a:pt x="357708" y="92438"/>
                  <a:pt x="357371" y="92775"/>
                </a:cubicBezTo>
                <a:cubicBezTo>
                  <a:pt x="357034" y="93112"/>
                  <a:pt x="356517" y="93393"/>
                  <a:pt x="355820" y="93618"/>
                </a:cubicBezTo>
                <a:cubicBezTo>
                  <a:pt x="355123" y="93843"/>
                  <a:pt x="354212" y="94011"/>
                  <a:pt x="353088" y="94124"/>
                </a:cubicBezTo>
                <a:cubicBezTo>
                  <a:pt x="351964" y="94236"/>
                  <a:pt x="350592" y="94293"/>
                  <a:pt x="348974" y="94293"/>
                </a:cubicBezTo>
                <a:cubicBezTo>
                  <a:pt x="347310" y="94293"/>
                  <a:pt x="345950" y="94236"/>
                  <a:pt x="344893" y="94124"/>
                </a:cubicBezTo>
                <a:cubicBezTo>
                  <a:pt x="343836" y="94011"/>
                  <a:pt x="343004" y="93843"/>
                  <a:pt x="342397" y="93618"/>
                </a:cubicBezTo>
                <a:cubicBezTo>
                  <a:pt x="341790" y="93393"/>
                  <a:pt x="341397" y="93112"/>
                  <a:pt x="341217" y="92775"/>
                </a:cubicBezTo>
                <a:cubicBezTo>
                  <a:pt x="341037" y="92438"/>
                  <a:pt x="340992" y="92044"/>
                  <a:pt x="341082" y="91595"/>
                </a:cubicBezTo>
                <a:lnTo>
                  <a:pt x="353088" y="31363"/>
                </a:lnTo>
                <a:cubicBezTo>
                  <a:pt x="353178" y="30914"/>
                  <a:pt x="353380" y="30520"/>
                  <a:pt x="353695" y="30183"/>
                </a:cubicBezTo>
                <a:cubicBezTo>
                  <a:pt x="354010" y="29846"/>
                  <a:pt x="354471" y="29576"/>
                  <a:pt x="355078" y="29374"/>
                </a:cubicBezTo>
                <a:cubicBezTo>
                  <a:pt x="355685" y="29171"/>
                  <a:pt x="356472" y="29014"/>
                  <a:pt x="357438" y="28902"/>
                </a:cubicBezTo>
                <a:cubicBezTo>
                  <a:pt x="358405" y="28789"/>
                  <a:pt x="359563" y="28733"/>
                  <a:pt x="360912" y="28733"/>
                </a:cubicBezTo>
                <a:cubicBezTo>
                  <a:pt x="362306" y="28733"/>
                  <a:pt x="363441" y="28789"/>
                  <a:pt x="364318" y="28902"/>
                </a:cubicBezTo>
                <a:cubicBezTo>
                  <a:pt x="365195" y="29014"/>
                  <a:pt x="365881" y="29171"/>
                  <a:pt x="366375" y="29374"/>
                </a:cubicBezTo>
                <a:cubicBezTo>
                  <a:pt x="366870" y="29576"/>
                  <a:pt x="367196" y="29846"/>
                  <a:pt x="367353" y="30183"/>
                </a:cubicBezTo>
                <a:cubicBezTo>
                  <a:pt x="367511" y="30520"/>
                  <a:pt x="367544" y="30914"/>
                  <a:pt x="367454" y="31363"/>
                </a:cubicBezTo>
                <a:lnTo>
                  <a:pt x="365566" y="40941"/>
                </a:lnTo>
                <a:cubicBezTo>
                  <a:pt x="366645" y="38998"/>
                  <a:pt x="367893" y="37212"/>
                  <a:pt x="369309" y="35585"/>
                </a:cubicBezTo>
                <a:cubicBezTo>
                  <a:pt x="370726" y="33958"/>
                  <a:pt x="372232" y="32546"/>
                  <a:pt x="373828" y="31349"/>
                </a:cubicBezTo>
                <a:cubicBezTo>
                  <a:pt x="375425" y="30151"/>
                  <a:pt x="377077" y="29214"/>
                  <a:pt x="378786" y="28537"/>
                </a:cubicBezTo>
                <a:cubicBezTo>
                  <a:pt x="380494" y="27858"/>
                  <a:pt x="382181" y="27519"/>
                  <a:pt x="383844" y="27519"/>
                </a:cubicBezTo>
                <a:cubicBezTo>
                  <a:pt x="384519" y="27519"/>
                  <a:pt x="385204" y="27564"/>
                  <a:pt x="385901" y="27654"/>
                </a:cubicBezTo>
                <a:cubicBezTo>
                  <a:pt x="386598" y="27744"/>
                  <a:pt x="387250" y="27856"/>
                  <a:pt x="387857" y="27991"/>
                </a:cubicBezTo>
                <a:cubicBezTo>
                  <a:pt x="388464" y="28126"/>
                  <a:pt x="389004" y="28295"/>
                  <a:pt x="389476" y="28497"/>
                </a:cubicBezTo>
                <a:cubicBezTo>
                  <a:pt x="389948" y="28699"/>
                  <a:pt x="390319" y="28913"/>
                  <a:pt x="390589" y="29138"/>
                </a:cubicBezTo>
                <a:cubicBezTo>
                  <a:pt x="390859" y="29407"/>
                  <a:pt x="390994" y="29835"/>
                  <a:pt x="390994" y="30419"/>
                </a:cubicBezTo>
                <a:close/>
                <a:moveTo>
                  <a:pt x="456074" y="51646"/>
                </a:moveTo>
                <a:cubicBezTo>
                  <a:pt x="456074" y="54889"/>
                  <a:pt x="455771" y="58223"/>
                  <a:pt x="455164" y="61648"/>
                </a:cubicBezTo>
                <a:cubicBezTo>
                  <a:pt x="454557" y="65072"/>
                  <a:pt x="453601" y="68418"/>
                  <a:pt x="452297" y="71685"/>
                </a:cubicBezTo>
                <a:cubicBezTo>
                  <a:pt x="450993" y="74950"/>
                  <a:pt x="449318" y="78014"/>
                  <a:pt x="447272" y="80875"/>
                </a:cubicBezTo>
                <a:cubicBezTo>
                  <a:pt x="445226" y="83735"/>
                  <a:pt x="442776" y="86258"/>
                  <a:pt x="439921" y="88444"/>
                </a:cubicBezTo>
                <a:cubicBezTo>
                  <a:pt x="437065" y="90629"/>
                  <a:pt x="433794" y="92352"/>
                  <a:pt x="430107" y="93614"/>
                </a:cubicBezTo>
                <a:cubicBezTo>
                  <a:pt x="426420" y="94876"/>
                  <a:pt x="422260" y="95507"/>
                  <a:pt x="417629" y="95507"/>
                </a:cubicBezTo>
                <a:cubicBezTo>
                  <a:pt x="413087" y="95507"/>
                  <a:pt x="409164" y="94977"/>
                  <a:pt x="405859" y="93917"/>
                </a:cubicBezTo>
                <a:cubicBezTo>
                  <a:pt x="402554" y="92859"/>
                  <a:pt x="399800" y="91305"/>
                  <a:pt x="397597" y="89255"/>
                </a:cubicBezTo>
                <a:cubicBezTo>
                  <a:pt x="395393" y="87205"/>
                  <a:pt x="393752" y="84682"/>
                  <a:pt x="392673" y="81686"/>
                </a:cubicBezTo>
                <a:cubicBezTo>
                  <a:pt x="391594" y="78690"/>
                  <a:pt x="391054" y="75255"/>
                  <a:pt x="391054" y="71379"/>
                </a:cubicBezTo>
                <a:cubicBezTo>
                  <a:pt x="391054" y="68136"/>
                  <a:pt x="391358" y="64802"/>
                  <a:pt x="391965" y="61378"/>
                </a:cubicBezTo>
                <a:cubicBezTo>
                  <a:pt x="392572" y="57953"/>
                  <a:pt x="393527" y="54620"/>
                  <a:pt x="394831" y="51377"/>
                </a:cubicBezTo>
                <a:cubicBezTo>
                  <a:pt x="396135" y="48132"/>
                  <a:pt x="397810" y="45057"/>
                  <a:pt x="399856" y="42151"/>
                </a:cubicBezTo>
                <a:cubicBezTo>
                  <a:pt x="401902" y="39245"/>
                  <a:pt x="404353" y="36711"/>
                  <a:pt x="407208" y="34548"/>
                </a:cubicBezTo>
                <a:cubicBezTo>
                  <a:pt x="410063" y="32386"/>
                  <a:pt x="413335" y="30673"/>
                  <a:pt x="417022" y="29412"/>
                </a:cubicBezTo>
                <a:cubicBezTo>
                  <a:pt x="420709" y="28150"/>
                  <a:pt x="424868" y="27519"/>
                  <a:pt x="429500" y="27519"/>
                </a:cubicBezTo>
                <a:cubicBezTo>
                  <a:pt x="434041" y="27519"/>
                  <a:pt x="437965" y="28049"/>
                  <a:pt x="441269" y="29108"/>
                </a:cubicBezTo>
                <a:cubicBezTo>
                  <a:pt x="444574" y="30166"/>
                  <a:pt x="447329" y="31720"/>
                  <a:pt x="449532" y="33770"/>
                </a:cubicBezTo>
                <a:cubicBezTo>
                  <a:pt x="451735" y="35821"/>
                  <a:pt x="453376" y="38344"/>
                  <a:pt x="454456" y="41339"/>
                </a:cubicBezTo>
                <a:cubicBezTo>
                  <a:pt x="455535" y="44335"/>
                  <a:pt x="456074" y="47771"/>
                  <a:pt x="456074" y="51646"/>
                </a:cubicBezTo>
                <a:moveTo>
                  <a:pt x="438538" y="52763"/>
                </a:moveTo>
                <a:cubicBezTo>
                  <a:pt x="438538" y="50872"/>
                  <a:pt x="438347" y="49195"/>
                  <a:pt x="437965" y="47732"/>
                </a:cubicBezTo>
                <a:cubicBezTo>
                  <a:pt x="437582" y="46268"/>
                  <a:pt x="436953" y="45029"/>
                  <a:pt x="436076" y="44016"/>
                </a:cubicBezTo>
                <a:cubicBezTo>
                  <a:pt x="435199" y="43002"/>
                  <a:pt x="434075" y="42225"/>
                  <a:pt x="432704" y="41685"/>
                </a:cubicBezTo>
                <a:cubicBezTo>
                  <a:pt x="431332" y="41144"/>
                  <a:pt x="429657" y="40874"/>
                  <a:pt x="427679" y="40874"/>
                </a:cubicBezTo>
                <a:cubicBezTo>
                  <a:pt x="425430" y="40874"/>
                  <a:pt x="423407" y="41313"/>
                  <a:pt x="421608" y="42191"/>
                </a:cubicBezTo>
                <a:cubicBezTo>
                  <a:pt x="419810" y="43069"/>
                  <a:pt x="418202" y="44252"/>
                  <a:pt x="416786" y="45738"/>
                </a:cubicBezTo>
                <a:cubicBezTo>
                  <a:pt x="415369" y="47225"/>
                  <a:pt x="414144" y="48948"/>
                  <a:pt x="413110" y="50906"/>
                </a:cubicBezTo>
                <a:cubicBezTo>
                  <a:pt x="412076" y="52865"/>
                  <a:pt x="411221" y="54926"/>
                  <a:pt x="410547" y="57089"/>
                </a:cubicBezTo>
                <a:cubicBezTo>
                  <a:pt x="409872" y="59250"/>
                  <a:pt x="409378" y="61445"/>
                  <a:pt x="409063" y="63675"/>
                </a:cubicBezTo>
                <a:cubicBezTo>
                  <a:pt x="408748" y="65904"/>
                  <a:pt x="408591" y="68032"/>
                  <a:pt x="408591" y="70060"/>
                </a:cubicBezTo>
                <a:cubicBezTo>
                  <a:pt x="408591" y="71951"/>
                  <a:pt x="408782" y="73640"/>
                  <a:pt x="409164" y="75127"/>
                </a:cubicBezTo>
                <a:cubicBezTo>
                  <a:pt x="409546" y="76612"/>
                  <a:pt x="410176" y="77862"/>
                  <a:pt x="411053" y="78876"/>
                </a:cubicBezTo>
                <a:cubicBezTo>
                  <a:pt x="411930" y="79890"/>
                  <a:pt x="413054" y="80667"/>
                  <a:pt x="414425" y="81208"/>
                </a:cubicBezTo>
                <a:cubicBezTo>
                  <a:pt x="415797" y="81747"/>
                  <a:pt x="417472" y="82017"/>
                  <a:pt x="419450" y="82017"/>
                </a:cubicBezTo>
                <a:cubicBezTo>
                  <a:pt x="421698" y="82017"/>
                  <a:pt x="423722" y="81578"/>
                  <a:pt x="425520" y="80700"/>
                </a:cubicBezTo>
                <a:cubicBezTo>
                  <a:pt x="427319" y="79821"/>
                  <a:pt x="428926" y="78628"/>
                  <a:pt x="430343" y="77119"/>
                </a:cubicBezTo>
                <a:cubicBezTo>
                  <a:pt x="431759" y="75609"/>
                  <a:pt x="432985" y="73875"/>
                  <a:pt x="434019" y="71917"/>
                </a:cubicBezTo>
                <a:cubicBezTo>
                  <a:pt x="435053" y="69958"/>
                  <a:pt x="435907" y="67887"/>
                  <a:pt x="436582" y="65703"/>
                </a:cubicBezTo>
                <a:cubicBezTo>
                  <a:pt x="437256" y="63518"/>
                  <a:pt x="437751" y="61322"/>
                  <a:pt x="438066" y="59116"/>
                </a:cubicBezTo>
                <a:cubicBezTo>
                  <a:pt x="438380" y="56909"/>
                  <a:pt x="438538" y="54791"/>
                  <a:pt x="438538" y="52763"/>
                </a:cubicBezTo>
                <a:close/>
                <a:moveTo>
                  <a:pt x="518282" y="91662"/>
                </a:moveTo>
                <a:cubicBezTo>
                  <a:pt x="518192" y="92112"/>
                  <a:pt x="518000" y="92505"/>
                  <a:pt x="517708" y="92842"/>
                </a:cubicBezTo>
                <a:cubicBezTo>
                  <a:pt x="517416" y="93180"/>
                  <a:pt x="516966" y="93449"/>
                  <a:pt x="516359" y="93652"/>
                </a:cubicBezTo>
                <a:cubicBezTo>
                  <a:pt x="515752" y="93854"/>
                  <a:pt x="514977" y="94011"/>
                  <a:pt x="514032" y="94124"/>
                </a:cubicBezTo>
                <a:cubicBezTo>
                  <a:pt x="513088" y="94236"/>
                  <a:pt x="511919" y="94293"/>
                  <a:pt x="510525" y="94293"/>
                </a:cubicBezTo>
                <a:cubicBezTo>
                  <a:pt x="509131" y="94293"/>
                  <a:pt x="507996" y="94236"/>
                  <a:pt x="507119" y="94124"/>
                </a:cubicBezTo>
                <a:cubicBezTo>
                  <a:pt x="506242" y="94011"/>
                  <a:pt x="505556" y="93854"/>
                  <a:pt x="505062" y="93652"/>
                </a:cubicBezTo>
                <a:cubicBezTo>
                  <a:pt x="504567" y="93449"/>
                  <a:pt x="504241" y="93180"/>
                  <a:pt x="504084" y="92842"/>
                </a:cubicBezTo>
                <a:cubicBezTo>
                  <a:pt x="503926" y="92505"/>
                  <a:pt x="503915" y="92112"/>
                  <a:pt x="504050" y="91662"/>
                </a:cubicBezTo>
                <a:lnTo>
                  <a:pt x="505871" y="81882"/>
                </a:lnTo>
                <a:cubicBezTo>
                  <a:pt x="504972" y="83464"/>
                  <a:pt x="503735" y="85058"/>
                  <a:pt x="502161" y="86662"/>
                </a:cubicBezTo>
                <a:cubicBezTo>
                  <a:pt x="500588" y="88266"/>
                  <a:pt x="498778" y="89734"/>
                  <a:pt x="496732" y="91068"/>
                </a:cubicBezTo>
                <a:cubicBezTo>
                  <a:pt x="494686" y="92400"/>
                  <a:pt x="492471" y="93473"/>
                  <a:pt x="490088" y="94286"/>
                </a:cubicBezTo>
                <a:cubicBezTo>
                  <a:pt x="487705" y="95100"/>
                  <a:pt x="485254" y="95507"/>
                  <a:pt x="482736" y="95507"/>
                </a:cubicBezTo>
                <a:cubicBezTo>
                  <a:pt x="479589" y="95507"/>
                  <a:pt x="476925" y="95067"/>
                  <a:pt x="474744" y="94187"/>
                </a:cubicBezTo>
                <a:cubicBezTo>
                  <a:pt x="472563" y="93309"/>
                  <a:pt x="470809" y="92115"/>
                  <a:pt x="469483" y="90604"/>
                </a:cubicBezTo>
                <a:cubicBezTo>
                  <a:pt x="468156" y="89093"/>
                  <a:pt x="467190" y="87279"/>
                  <a:pt x="466583" y="85162"/>
                </a:cubicBezTo>
                <a:cubicBezTo>
                  <a:pt x="465975" y="83043"/>
                  <a:pt x="465672" y="80743"/>
                  <a:pt x="465672" y="78263"/>
                </a:cubicBezTo>
                <a:cubicBezTo>
                  <a:pt x="465672" y="76731"/>
                  <a:pt x="465773" y="75165"/>
                  <a:pt x="465975" y="73565"/>
                </a:cubicBezTo>
                <a:cubicBezTo>
                  <a:pt x="466178" y="71964"/>
                  <a:pt x="466436" y="70330"/>
                  <a:pt x="466751" y="68662"/>
                </a:cubicBezTo>
                <a:lnTo>
                  <a:pt x="474170" y="31363"/>
                </a:lnTo>
                <a:cubicBezTo>
                  <a:pt x="474260" y="30914"/>
                  <a:pt x="474474" y="30520"/>
                  <a:pt x="474811" y="30183"/>
                </a:cubicBezTo>
                <a:cubicBezTo>
                  <a:pt x="475148" y="29846"/>
                  <a:pt x="475666" y="29576"/>
                  <a:pt x="476362" y="29374"/>
                </a:cubicBezTo>
                <a:cubicBezTo>
                  <a:pt x="477059" y="29171"/>
                  <a:pt x="477970" y="29014"/>
                  <a:pt x="479094" y="28902"/>
                </a:cubicBezTo>
                <a:cubicBezTo>
                  <a:pt x="480218" y="28789"/>
                  <a:pt x="481590" y="28733"/>
                  <a:pt x="483208" y="28733"/>
                </a:cubicBezTo>
                <a:cubicBezTo>
                  <a:pt x="484872" y="28733"/>
                  <a:pt x="486232" y="28789"/>
                  <a:pt x="487289" y="28902"/>
                </a:cubicBezTo>
                <a:cubicBezTo>
                  <a:pt x="488346" y="29014"/>
                  <a:pt x="489166" y="29171"/>
                  <a:pt x="489751" y="29374"/>
                </a:cubicBezTo>
                <a:cubicBezTo>
                  <a:pt x="490335" y="29576"/>
                  <a:pt x="490729" y="29846"/>
                  <a:pt x="490931" y="30183"/>
                </a:cubicBezTo>
                <a:cubicBezTo>
                  <a:pt x="491134" y="30520"/>
                  <a:pt x="491190" y="30914"/>
                  <a:pt x="491100" y="31363"/>
                </a:cubicBezTo>
                <a:lnTo>
                  <a:pt x="483950" y="67516"/>
                </a:lnTo>
                <a:cubicBezTo>
                  <a:pt x="483726" y="68505"/>
                  <a:pt x="483557" y="69539"/>
                  <a:pt x="483445" y="70618"/>
                </a:cubicBezTo>
                <a:cubicBezTo>
                  <a:pt x="483332" y="71697"/>
                  <a:pt x="483276" y="72732"/>
                  <a:pt x="483276" y="73721"/>
                </a:cubicBezTo>
                <a:cubicBezTo>
                  <a:pt x="483276" y="74800"/>
                  <a:pt x="483377" y="75778"/>
                  <a:pt x="483579" y="76655"/>
                </a:cubicBezTo>
                <a:cubicBezTo>
                  <a:pt x="483782" y="77532"/>
                  <a:pt x="484108" y="78285"/>
                  <a:pt x="484557" y="78914"/>
                </a:cubicBezTo>
                <a:cubicBezTo>
                  <a:pt x="485007" y="79544"/>
                  <a:pt x="485580" y="80016"/>
                  <a:pt x="486277" y="80331"/>
                </a:cubicBezTo>
                <a:cubicBezTo>
                  <a:pt x="486974" y="80646"/>
                  <a:pt x="487817" y="80803"/>
                  <a:pt x="488807" y="80803"/>
                </a:cubicBezTo>
                <a:cubicBezTo>
                  <a:pt x="490650" y="80803"/>
                  <a:pt x="492573" y="80207"/>
                  <a:pt x="494573" y="79016"/>
                </a:cubicBezTo>
                <a:cubicBezTo>
                  <a:pt x="496574" y="77824"/>
                  <a:pt x="498474" y="76183"/>
                  <a:pt x="500273" y="74092"/>
                </a:cubicBezTo>
                <a:cubicBezTo>
                  <a:pt x="502071" y="72001"/>
                  <a:pt x="503679" y="69528"/>
                  <a:pt x="505095" y="66673"/>
                </a:cubicBezTo>
                <a:cubicBezTo>
                  <a:pt x="506512" y="63817"/>
                  <a:pt x="507580" y="60726"/>
                  <a:pt x="508299" y="57398"/>
                </a:cubicBezTo>
                <a:lnTo>
                  <a:pt x="513425" y="31363"/>
                </a:lnTo>
                <a:cubicBezTo>
                  <a:pt x="513470" y="30914"/>
                  <a:pt x="513673" y="30520"/>
                  <a:pt x="514032" y="30183"/>
                </a:cubicBezTo>
                <a:cubicBezTo>
                  <a:pt x="514392" y="29846"/>
                  <a:pt x="514920" y="29576"/>
                  <a:pt x="515617" y="29374"/>
                </a:cubicBezTo>
                <a:cubicBezTo>
                  <a:pt x="516314" y="29171"/>
                  <a:pt x="517225" y="29014"/>
                  <a:pt x="518349" y="28902"/>
                </a:cubicBezTo>
                <a:cubicBezTo>
                  <a:pt x="519473" y="28789"/>
                  <a:pt x="520845" y="28733"/>
                  <a:pt x="522463" y="28733"/>
                </a:cubicBezTo>
                <a:cubicBezTo>
                  <a:pt x="524127" y="28733"/>
                  <a:pt x="525487" y="28789"/>
                  <a:pt x="526544" y="28902"/>
                </a:cubicBezTo>
                <a:cubicBezTo>
                  <a:pt x="527601" y="29014"/>
                  <a:pt x="528432" y="29171"/>
                  <a:pt x="529040" y="29374"/>
                </a:cubicBezTo>
                <a:cubicBezTo>
                  <a:pt x="529647" y="29576"/>
                  <a:pt x="530040" y="29846"/>
                  <a:pt x="530220" y="30183"/>
                </a:cubicBezTo>
                <a:cubicBezTo>
                  <a:pt x="530400" y="30520"/>
                  <a:pt x="530445" y="30914"/>
                  <a:pt x="530355" y="31363"/>
                </a:cubicBezTo>
                <a:lnTo>
                  <a:pt x="518282" y="91662"/>
                </a:lnTo>
                <a:close/>
                <a:moveTo>
                  <a:pt x="599981" y="44805"/>
                </a:moveTo>
                <a:cubicBezTo>
                  <a:pt x="599981" y="46380"/>
                  <a:pt x="599880" y="47955"/>
                  <a:pt x="599678" y="49530"/>
                </a:cubicBezTo>
                <a:cubicBezTo>
                  <a:pt x="599476" y="51105"/>
                  <a:pt x="599217" y="52725"/>
                  <a:pt x="598902" y="54391"/>
                </a:cubicBezTo>
                <a:lnTo>
                  <a:pt x="591416" y="91595"/>
                </a:lnTo>
                <a:cubicBezTo>
                  <a:pt x="591326" y="92044"/>
                  <a:pt x="591112" y="92438"/>
                  <a:pt x="590775" y="92775"/>
                </a:cubicBezTo>
                <a:cubicBezTo>
                  <a:pt x="590438" y="93112"/>
                  <a:pt x="589920" y="93393"/>
                  <a:pt x="589224" y="93618"/>
                </a:cubicBezTo>
                <a:cubicBezTo>
                  <a:pt x="588527" y="93843"/>
                  <a:pt x="587627" y="94011"/>
                  <a:pt x="586526" y="94124"/>
                </a:cubicBezTo>
                <a:cubicBezTo>
                  <a:pt x="585424" y="94236"/>
                  <a:pt x="584041" y="94293"/>
                  <a:pt x="582378" y="94293"/>
                </a:cubicBezTo>
                <a:cubicBezTo>
                  <a:pt x="580714" y="94293"/>
                  <a:pt x="579354" y="94236"/>
                  <a:pt x="578297" y="94124"/>
                </a:cubicBezTo>
                <a:cubicBezTo>
                  <a:pt x="577240" y="94011"/>
                  <a:pt x="576420" y="93843"/>
                  <a:pt x="575835" y="93618"/>
                </a:cubicBezTo>
                <a:cubicBezTo>
                  <a:pt x="575250" y="93393"/>
                  <a:pt x="574857" y="93112"/>
                  <a:pt x="574655" y="92775"/>
                </a:cubicBezTo>
                <a:cubicBezTo>
                  <a:pt x="574452" y="92438"/>
                  <a:pt x="574396" y="92044"/>
                  <a:pt x="574486" y="91595"/>
                </a:cubicBezTo>
                <a:lnTo>
                  <a:pt x="581770" y="55510"/>
                </a:lnTo>
                <a:cubicBezTo>
                  <a:pt x="581995" y="54425"/>
                  <a:pt x="582164" y="53318"/>
                  <a:pt x="582276" y="52188"/>
                </a:cubicBezTo>
                <a:cubicBezTo>
                  <a:pt x="582389" y="51058"/>
                  <a:pt x="582445" y="50064"/>
                  <a:pt x="582445" y="49206"/>
                </a:cubicBezTo>
                <a:cubicBezTo>
                  <a:pt x="582445" y="47171"/>
                  <a:pt x="582018" y="45499"/>
                  <a:pt x="581163" y="44189"/>
                </a:cubicBezTo>
                <a:cubicBezTo>
                  <a:pt x="580309" y="42878"/>
                  <a:pt x="578870" y="42223"/>
                  <a:pt x="576847" y="42223"/>
                </a:cubicBezTo>
                <a:cubicBezTo>
                  <a:pt x="575003" y="42223"/>
                  <a:pt x="573081" y="42809"/>
                  <a:pt x="571080" y="43983"/>
                </a:cubicBezTo>
                <a:cubicBezTo>
                  <a:pt x="569079" y="45154"/>
                  <a:pt x="567190" y="46744"/>
                  <a:pt x="565414" y="48752"/>
                </a:cubicBezTo>
                <a:cubicBezTo>
                  <a:pt x="563638" y="50759"/>
                  <a:pt x="562053" y="53104"/>
                  <a:pt x="560659" y="55788"/>
                </a:cubicBezTo>
                <a:cubicBezTo>
                  <a:pt x="559265" y="58471"/>
                  <a:pt x="558276" y="61323"/>
                  <a:pt x="557691" y="64346"/>
                </a:cubicBezTo>
                <a:lnTo>
                  <a:pt x="552228" y="91595"/>
                </a:lnTo>
                <a:cubicBezTo>
                  <a:pt x="552138" y="92044"/>
                  <a:pt x="551925" y="92438"/>
                  <a:pt x="551587" y="92775"/>
                </a:cubicBezTo>
                <a:cubicBezTo>
                  <a:pt x="551250" y="93112"/>
                  <a:pt x="550733" y="93393"/>
                  <a:pt x="550036" y="93618"/>
                </a:cubicBezTo>
                <a:cubicBezTo>
                  <a:pt x="549339" y="93843"/>
                  <a:pt x="548429" y="94011"/>
                  <a:pt x="547304" y="94124"/>
                </a:cubicBezTo>
                <a:cubicBezTo>
                  <a:pt x="546180" y="94236"/>
                  <a:pt x="544809" y="94293"/>
                  <a:pt x="543190" y="94293"/>
                </a:cubicBezTo>
                <a:cubicBezTo>
                  <a:pt x="541526" y="94293"/>
                  <a:pt x="540166" y="94236"/>
                  <a:pt x="539110" y="94124"/>
                </a:cubicBezTo>
                <a:cubicBezTo>
                  <a:pt x="538053" y="94011"/>
                  <a:pt x="537221" y="93843"/>
                  <a:pt x="536614" y="93618"/>
                </a:cubicBezTo>
                <a:cubicBezTo>
                  <a:pt x="536007" y="93393"/>
                  <a:pt x="535613" y="93112"/>
                  <a:pt x="535434" y="92775"/>
                </a:cubicBezTo>
                <a:cubicBezTo>
                  <a:pt x="535254" y="92438"/>
                  <a:pt x="535209" y="92044"/>
                  <a:pt x="535299" y="91595"/>
                </a:cubicBezTo>
                <a:lnTo>
                  <a:pt x="547372" y="31363"/>
                </a:lnTo>
                <a:cubicBezTo>
                  <a:pt x="547462" y="30914"/>
                  <a:pt x="547653" y="30520"/>
                  <a:pt x="547945" y="30183"/>
                </a:cubicBezTo>
                <a:cubicBezTo>
                  <a:pt x="548238" y="29846"/>
                  <a:pt x="548687" y="29576"/>
                  <a:pt x="549294" y="29374"/>
                </a:cubicBezTo>
                <a:cubicBezTo>
                  <a:pt x="549901" y="29171"/>
                  <a:pt x="550688" y="29014"/>
                  <a:pt x="551655" y="28902"/>
                </a:cubicBezTo>
                <a:cubicBezTo>
                  <a:pt x="552622" y="28789"/>
                  <a:pt x="553779" y="28733"/>
                  <a:pt x="555128" y="28733"/>
                </a:cubicBezTo>
                <a:cubicBezTo>
                  <a:pt x="556522" y="28733"/>
                  <a:pt x="557658" y="28789"/>
                  <a:pt x="558535" y="28902"/>
                </a:cubicBezTo>
                <a:cubicBezTo>
                  <a:pt x="559411" y="29014"/>
                  <a:pt x="560097" y="29171"/>
                  <a:pt x="560592" y="29374"/>
                </a:cubicBezTo>
                <a:cubicBezTo>
                  <a:pt x="561086" y="29576"/>
                  <a:pt x="561412" y="29846"/>
                  <a:pt x="561570" y="30183"/>
                </a:cubicBezTo>
                <a:cubicBezTo>
                  <a:pt x="561727" y="30520"/>
                  <a:pt x="561761" y="30914"/>
                  <a:pt x="561671" y="31363"/>
                </a:cubicBezTo>
                <a:lnTo>
                  <a:pt x="559715" y="41278"/>
                </a:lnTo>
                <a:cubicBezTo>
                  <a:pt x="560659" y="39696"/>
                  <a:pt x="561918" y="38081"/>
                  <a:pt x="563492" y="36433"/>
                </a:cubicBezTo>
                <a:cubicBezTo>
                  <a:pt x="565066" y="34783"/>
                  <a:pt x="566876" y="33303"/>
                  <a:pt x="568922" y="31994"/>
                </a:cubicBezTo>
                <a:cubicBezTo>
                  <a:pt x="570968" y="30683"/>
                  <a:pt x="573193" y="29609"/>
                  <a:pt x="575599" y="28773"/>
                </a:cubicBezTo>
                <a:cubicBezTo>
                  <a:pt x="578005" y="27937"/>
                  <a:pt x="580511" y="27519"/>
                  <a:pt x="583119" y="27519"/>
                </a:cubicBezTo>
                <a:cubicBezTo>
                  <a:pt x="586267" y="27519"/>
                  <a:pt x="588909" y="27980"/>
                  <a:pt x="591045" y="28904"/>
                </a:cubicBezTo>
                <a:cubicBezTo>
                  <a:pt x="593180" y="29825"/>
                  <a:pt x="594912" y="31075"/>
                  <a:pt x="596238" y="32651"/>
                </a:cubicBezTo>
                <a:cubicBezTo>
                  <a:pt x="597565" y="34226"/>
                  <a:pt x="598520" y="36061"/>
                  <a:pt x="599105" y="38155"/>
                </a:cubicBezTo>
                <a:cubicBezTo>
                  <a:pt x="599689" y="40247"/>
                  <a:pt x="599981" y="42464"/>
                  <a:pt x="599981" y="44805"/>
                </a:cubicBezTo>
                <a:close/>
                <a:moveTo>
                  <a:pt x="664010" y="91721"/>
                </a:moveTo>
                <a:cubicBezTo>
                  <a:pt x="663830" y="92644"/>
                  <a:pt x="663122" y="93304"/>
                  <a:pt x="661885" y="93700"/>
                </a:cubicBezTo>
                <a:cubicBezTo>
                  <a:pt x="660649" y="94095"/>
                  <a:pt x="658659" y="94293"/>
                  <a:pt x="655916" y="94293"/>
                </a:cubicBezTo>
                <a:cubicBezTo>
                  <a:pt x="654522" y="94293"/>
                  <a:pt x="653387" y="94248"/>
                  <a:pt x="652510" y="94160"/>
                </a:cubicBezTo>
                <a:cubicBezTo>
                  <a:pt x="651633" y="94073"/>
                  <a:pt x="650925" y="93930"/>
                  <a:pt x="650386" y="93732"/>
                </a:cubicBezTo>
                <a:cubicBezTo>
                  <a:pt x="649846" y="93534"/>
                  <a:pt x="649497" y="93270"/>
                  <a:pt x="649340" y="92941"/>
                </a:cubicBezTo>
                <a:cubicBezTo>
                  <a:pt x="649183" y="92611"/>
                  <a:pt x="649149" y="92204"/>
                  <a:pt x="649239" y="91721"/>
                </a:cubicBezTo>
                <a:lnTo>
                  <a:pt x="651060" y="82057"/>
                </a:lnTo>
                <a:cubicBezTo>
                  <a:pt x="650386" y="83499"/>
                  <a:pt x="649306" y="85020"/>
                  <a:pt x="647822" y="86620"/>
                </a:cubicBezTo>
                <a:cubicBezTo>
                  <a:pt x="646339" y="88219"/>
                  <a:pt x="644585" y="89684"/>
                  <a:pt x="642562" y="91013"/>
                </a:cubicBezTo>
                <a:cubicBezTo>
                  <a:pt x="640538" y="92342"/>
                  <a:pt x="638301" y="93423"/>
                  <a:pt x="635850" y="94257"/>
                </a:cubicBezTo>
                <a:cubicBezTo>
                  <a:pt x="633400" y="95090"/>
                  <a:pt x="630871" y="95507"/>
                  <a:pt x="628263" y="95507"/>
                </a:cubicBezTo>
                <a:cubicBezTo>
                  <a:pt x="625699" y="95507"/>
                  <a:pt x="623462" y="95180"/>
                  <a:pt x="621551" y="94526"/>
                </a:cubicBezTo>
                <a:cubicBezTo>
                  <a:pt x="619640" y="93873"/>
                  <a:pt x="617999" y="92984"/>
                  <a:pt x="616628" y="91858"/>
                </a:cubicBezTo>
                <a:cubicBezTo>
                  <a:pt x="615256" y="90731"/>
                  <a:pt x="614121" y="89402"/>
                  <a:pt x="613222" y="87870"/>
                </a:cubicBezTo>
                <a:cubicBezTo>
                  <a:pt x="612322" y="86339"/>
                  <a:pt x="611603" y="84717"/>
                  <a:pt x="611063" y="83006"/>
                </a:cubicBezTo>
                <a:cubicBezTo>
                  <a:pt x="610524" y="81293"/>
                  <a:pt x="610141" y="79524"/>
                  <a:pt x="609917" y="77700"/>
                </a:cubicBezTo>
                <a:cubicBezTo>
                  <a:pt x="609692" y="75875"/>
                  <a:pt x="609579" y="74083"/>
                  <a:pt x="609579" y="72326"/>
                </a:cubicBezTo>
                <a:cubicBezTo>
                  <a:pt x="609579" y="69397"/>
                  <a:pt x="609849" y="66255"/>
                  <a:pt x="610389" y="62900"/>
                </a:cubicBezTo>
                <a:cubicBezTo>
                  <a:pt x="610928" y="59543"/>
                  <a:pt x="611771" y="56208"/>
                  <a:pt x="612918" y="52896"/>
                </a:cubicBezTo>
                <a:cubicBezTo>
                  <a:pt x="614065" y="49584"/>
                  <a:pt x="615515" y="46397"/>
                  <a:pt x="617268" y="43333"/>
                </a:cubicBezTo>
                <a:cubicBezTo>
                  <a:pt x="619022" y="40270"/>
                  <a:pt x="621124" y="37567"/>
                  <a:pt x="623575" y="35225"/>
                </a:cubicBezTo>
                <a:cubicBezTo>
                  <a:pt x="626025" y="32881"/>
                  <a:pt x="628836" y="31011"/>
                  <a:pt x="632006" y="29614"/>
                </a:cubicBezTo>
                <a:cubicBezTo>
                  <a:pt x="635176" y="28217"/>
                  <a:pt x="638739" y="27519"/>
                  <a:pt x="642696" y="27519"/>
                </a:cubicBezTo>
                <a:cubicBezTo>
                  <a:pt x="644450" y="27519"/>
                  <a:pt x="646125" y="27711"/>
                  <a:pt x="647721" y="28094"/>
                </a:cubicBezTo>
                <a:cubicBezTo>
                  <a:pt x="649318" y="28476"/>
                  <a:pt x="650779" y="28994"/>
                  <a:pt x="652105" y="29648"/>
                </a:cubicBezTo>
                <a:cubicBezTo>
                  <a:pt x="653432" y="30301"/>
                  <a:pt x="654635" y="31079"/>
                  <a:pt x="655714" y="31981"/>
                </a:cubicBezTo>
                <a:cubicBezTo>
                  <a:pt x="656793" y="32882"/>
                  <a:pt x="657715" y="33828"/>
                  <a:pt x="658479" y="34820"/>
                </a:cubicBezTo>
                <a:lnTo>
                  <a:pt x="664887" y="3037"/>
                </a:lnTo>
                <a:cubicBezTo>
                  <a:pt x="664977" y="2588"/>
                  <a:pt x="665179" y="2183"/>
                  <a:pt x="665494" y="1823"/>
                </a:cubicBezTo>
                <a:cubicBezTo>
                  <a:pt x="665809" y="1462"/>
                  <a:pt x="666315" y="1158"/>
                  <a:pt x="667011" y="911"/>
                </a:cubicBezTo>
                <a:cubicBezTo>
                  <a:pt x="667708" y="663"/>
                  <a:pt x="668608" y="472"/>
                  <a:pt x="669709" y="337"/>
                </a:cubicBezTo>
                <a:cubicBezTo>
                  <a:pt x="670811" y="202"/>
                  <a:pt x="672194" y="135"/>
                  <a:pt x="673857" y="135"/>
                </a:cubicBezTo>
                <a:cubicBezTo>
                  <a:pt x="675521" y="135"/>
                  <a:pt x="676881" y="202"/>
                  <a:pt x="677938" y="337"/>
                </a:cubicBezTo>
                <a:cubicBezTo>
                  <a:pt x="678995" y="472"/>
                  <a:pt x="679815" y="663"/>
                  <a:pt x="680400" y="911"/>
                </a:cubicBezTo>
                <a:cubicBezTo>
                  <a:pt x="680984" y="1158"/>
                  <a:pt x="681367" y="1462"/>
                  <a:pt x="681547" y="1823"/>
                </a:cubicBezTo>
                <a:cubicBezTo>
                  <a:pt x="681726" y="2183"/>
                  <a:pt x="681771" y="2588"/>
                  <a:pt x="681681" y="3037"/>
                </a:cubicBezTo>
                <a:lnTo>
                  <a:pt x="664010" y="91721"/>
                </a:lnTo>
                <a:moveTo>
                  <a:pt x="655579" y="49475"/>
                </a:moveTo>
                <a:cubicBezTo>
                  <a:pt x="654005" y="46991"/>
                  <a:pt x="652263" y="45116"/>
                  <a:pt x="650352" y="43852"/>
                </a:cubicBezTo>
                <a:cubicBezTo>
                  <a:pt x="648441" y="42586"/>
                  <a:pt x="646226" y="41953"/>
                  <a:pt x="643708" y="41953"/>
                </a:cubicBezTo>
                <a:cubicBezTo>
                  <a:pt x="641865" y="41953"/>
                  <a:pt x="640167" y="42392"/>
                  <a:pt x="638616" y="43270"/>
                </a:cubicBezTo>
                <a:cubicBezTo>
                  <a:pt x="637065" y="44148"/>
                  <a:pt x="635671" y="45320"/>
                  <a:pt x="634434" y="46784"/>
                </a:cubicBezTo>
                <a:cubicBezTo>
                  <a:pt x="633197" y="48248"/>
                  <a:pt x="632118" y="49960"/>
                  <a:pt x="631197" y="51920"/>
                </a:cubicBezTo>
                <a:cubicBezTo>
                  <a:pt x="630275" y="53879"/>
                  <a:pt x="629510" y="55940"/>
                  <a:pt x="628903" y="58102"/>
                </a:cubicBezTo>
                <a:cubicBezTo>
                  <a:pt x="628296" y="60264"/>
                  <a:pt x="627835" y="62425"/>
                  <a:pt x="627521" y="64588"/>
                </a:cubicBezTo>
                <a:cubicBezTo>
                  <a:pt x="627206" y="66749"/>
                  <a:pt x="627048" y="68799"/>
                  <a:pt x="627048" y="70736"/>
                </a:cubicBezTo>
                <a:cubicBezTo>
                  <a:pt x="627048" y="74159"/>
                  <a:pt x="627611" y="76738"/>
                  <a:pt x="628735" y="78472"/>
                </a:cubicBezTo>
                <a:cubicBezTo>
                  <a:pt x="629859" y="80206"/>
                  <a:pt x="631635" y="81073"/>
                  <a:pt x="634063" y="81073"/>
                </a:cubicBezTo>
                <a:cubicBezTo>
                  <a:pt x="636042" y="81073"/>
                  <a:pt x="638065" y="80477"/>
                  <a:pt x="640133" y="79285"/>
                </a:cubicBezTo>
                <a:cubicBezTo>
                  <a:pt x="642202" y="78094"/>
                  <a:pt x="644135" y="76497"/>
                  <a:pt x="645934" y="74496"/>
                </a:cubicBezTo>
                <a:cubicBezTo>
                  <a:pt x="647733" y="72494"/>
                  <a:pt x="649318" y="70133"/>
                  <a:pt x="650689" y="67412"/>
                </a:cubicBezTo>
                <a:cubicBezTo>
                  <a:pt x="652060" y="64691"/>
                  <a:pt x="653061" y="61778"/>
                  <a:pt x="653690" y="58674"/>
                </a:cubicBezTo>
                <a:lnTo>
                  <a:pt x="655579" y="49475"/>
                </a:lnTo>
                <a:close/>
                <a:moveTo>
                  <a:pt x="787331" y="15003"/>
                </a:moveTo>
                <a:cubicBezTo>
                  <a:pt x="787331" y="16266"/>
                  <a:pt x="787118" y="17958"/>
                  <a:pt x="786691" y="20078"/>
                </a:cubicBezTo>
                <a:cubicBezTo>
                  <a:pt x="786263" y="22197"/>
                  <a:pt x="785724" y="23900"/>
                  <a:pt x="785072" y="25186"/>
                </a:cubicBezTo>
                <a:cubicBezTo>
                  <a:pt x="784420" y="26471"/>
                  <a:pt x="783689" y="27114"/>
                  <a:pt x="782880" y="27114"/>
                </a:cubicBezTo>
                <a:cubicBezTo>
                  <a:pt x="782295" y="27114"/>
                  <a:pt x="781598" y="26743"/>
                  <a:pt x="780789" y="26001"/>
                </a:cubicBezTo>
                <a:cubicBezTo>
                  <a:pt x="779980" y="25259"/>
                  <a:pt x="778923" y="24461"/>
                  <a:pt x="777619" y="23607"/>
                </a:cubicBezTo>
                <a:cubicBezTo>
                  <a:pt x="776315" y="22753"/>
                  <a:pt x="774651" y="21954"/>
                  <a:pt x="772628" y="21212"/>
                </a:cubicBezTo>
                <a:cubicBezTo>
                  <a:pt x="770604" y="20471"/>
                  <a:pt x="768086" y="20100"/>
                  <a:pt x="765073" y="20100"/>
                </a:cubicBezTo>
                <a:cubicBezTo>
                  <a:pt x="761746" y="20100"/>
                  <a:pt x="758711" y="20763"/>
                  <a:pt x="755968" y="22089"/>
                </a:cubicBezTo>
                <a:cubicBezTo>
                  <a:pt x="753225" y="23416"/>
                  <a:pt x="750774" y="25169"/>
                  <a:pt x="748616" y="27350"/>
                </a:cubicBezTo>
                <a:cubicBezTo>
                  <a:pt x="746458" y="29531"/>
                  <a:pt x="744569" y="32038"/>
                  <a:pt x="742951" y="34871"/>
                </a:cubicBezTo>
                <a:cubicBezTo>
                  <a:pt x="741332" y="37704"/>
                  <a:pt x="739994" y="40649"/>
                  <a:pt x="738937" y="43706"/>
                </a:cubicBezTo>
                <a:cubicBezTo>
                  <a:pt x="737881" y="46764"/>
                  <a:pt x="737094" y="49810"/>
                  <a:pt x="736577" y="52846"/>
                </a:cubicBezTo>
                <a:cubicBezTo>
                  <a:pt x="736060" y="55881"/>
                  <a:pt x="735801" y="58702"/>
                  <a:pt x="735801" y="61310"/>
                </a:cubicBezTo>
                <a:cubicBezTo>
                  <a:pt x="735801" y="64458"/>
                  <a:pt x="736194" y="67223"/>
                  <a:pt x="736981" y="69607"/>
                </a:cubicBezTo>
                <a:cubicBezTo>
                  <a:pt x="737768" y="71990"/>
                  <a:pt x="738904" y="73968"/>
                  <a:pt x="740387" y="75542"/>
                </a:cubicBezTo>
                <a:cubicBezTo>
                  <a:pt x="741871" y="77116"/>
                  <a:pt x="743692" y="78296"/>
                  <a:pt x="745851" y="79083"/>
                </a:cubicBezTo>
                <a:cubicBezTo>
                  <a:pt x="748009" y="79870"/>
                  <a:pt x="750437" y="80263"/>
                  <a:pt x="753135" y="80263"/>
                </a:cubicBezTo>
                <a:cubicBezTo>
                  <a:pt x="756328" y="80263"/>
                  <a:pt x="759059" y="79926"/>
                  <a:pt x="761330" y="79252"/>
                </a:cubicBezTo>
                <a:cubicBezTo>
                  <a:pt x="763601" y="78577"/>
                  <a:pt x="765534" y="77835"/>
                  <a:pt x="767131" y="77026"/>
                </a:cubicBezTo>
                <a:cubicBezTo>
                  <a:pt x="768727" y="76216"/>
                  <a:pt x="770053" y="75474"/>
                  <a:pt x="771110" y="74800"/>
                </a:cubicBezTo>
                <a:cubicBezTo>
                  <a:pt x="772167" y="74126"/>
                  <a:pt x="773122" y="73788"/>
                  <a:pt x="773977" y="73788"/>
                </a:cubicBezTo>
                <a:cubicBezTo>
                  <a:pt x="774561" y="73788"/>
                  <a:pt x="774955" y="74003"/>
                  <a:pt x="775157" y="74431"/>
                </a:cubicBezTo>
                <a:cubicBezTo>
                  <a:pt x="775359" y="74860"/>
                  <a:pt x="775461" y="75458"/>
                  <a:pt x="775461" y="76225"/>
                </a:cubicBezTo>
                <a:cubicBezTo>
                  <a:pt x="775461" y="76540"/>
                  <a:pt x="775416" y="77013"/>
                  <a:pt x="775326" y="77645"/>
                </a:cubicBezTo>
                <a:cubicBezTo>
                  <a:pt x="775236" y="78276"/>
                  <a:pt x="775123" y="78987"/>
                  <a:pt x="774988" y="79776"/>
                </a:cubicBezTo>
                <a:cubicBezTo>
                  <a:pt x="774853" y="80566"/>
                  <a:pt x="774696" y="81423"/>
                  <a:pt x="774516" y="82348"/>
                </a:cubicBezTo>
                <a:cubicBezTo>
                  <a:pt x="774336" y="83272"/>
                  <a:pt x="774134" y="84130"/>
                  <a:pt x="773909" y="84919"/>
                </a:cubicBezTo>
                <a:cubicBezTo>
                  <a:pt x="773684" y="85708"/>
                  <a:pt x="773426" y="86429"/>
                  <a:pt x="773134" y="87084"/>
                </a:cubicBezTo>
                <a:cubicBezTo>
                  <a:pt x="772841" y="87737"/>
                  <a:pt x="772448" y="88312"/>
                  <a:pt x="771953" y="88808"/>
                </a:cubicBezTo>
                <a:cubicBezTo>
                  <a:pt x="771459" y="89304"/>
                  <a:pt x="770492" y="89947"/>
                  <a:pt x="769053" y="90737"/>
                </a:cubicBezTo>
                <a:cubicBezTo>
                  <a:pt x="767614" y="91526"/>
                  <a:pt x="765860" y="92260"/>
                  <a:pt x="763792" y="92937"/>
                </a:cubicBezTo>
                <a:cubicBezTo>
                  <a:pt x="761724" y="93613"/>
                  <a:pt x="759385" y="94188"/>
                  <a:pt x="756777" y="94661"/>
                </a:cubicBezTo>
                <a:cubicBezTo>
                  <a:pt x="754169" y="95135"/>
                  <a:pt x="751382" y="95372"/>
                  <a:pt x="748414" y="95372"/>
                </a:cubicBezTo>
                <a:cubicBezTo>
                  <a:pt x="743513" y="95372"/>
                  <a:pt x="739095" y="94719"/>
                  <a:pt x="735160" y="93414"/>
                </a:cubicBezTo>
                <a:cubicBezTo>
                  <a:pt x="731226" y="92107"/>
                  <a:pt x="727887" y="90125"/>
                  <a:pt x="725144" y="87470"/>
                </a:cubicBezTo>
                <a:cubicBezTo>
                  <a:pt x="722401" y="84813"/>
                  <a:pt x="720288" y="81480"/>
                  <a:pt x="718804" y="77473"/>
                </a:cubicBezTo>
                <a:cubicBezTo>
                  <a:pt x="717320" y="73464"/>
                  <a:pt x="716578" y="68780"/>
                  <a:pt x="716578" y="63420"/>
                </a:cubicBezTo>
                <a:cubicBezTo>
                  <a:pt x="716578" y="59233"/>
                  <a:pt x="717005" y="54876"/>
                  <a:pt x="717860" y="50350"/>
                </a:cubicBezTo>
                <a:cubicBezTo>
                  <a:pt x="718714" y="45824"/>
                  <a:pt x="720007" y="41400"/>
                  <a:pt x="721738" y="37078"/>
                </a:cubicBezTo>
                <a:cubicBezTo>
                  <a:pt x="723469" y="32754"/>
                  <a:pt x="725661" y="28656"/>
                  <a:pt x="728314" y="24783"/>
                </a:cubicBezTo>
                <a:cubicBezTo>
                  <a:pt x="730967" y="20910"/>
                  <a:pt x="734104" y="17522"/>
                  <a:pt x="737723" y="14617"/>
                </a:cubicBezTo>
                <a:cubicBezTo>
                  <a:pt x="741343" y="11713"/>
                  <a:pt x="745457" y="9405"/>
                  <a:pt x="750066" y="7693"/>
                </a:cubicBezTo>
                <a:cubicBezTo>
                  <a:pt x="754675" y="5982"/>
                  <a:pt x="759790" y="5126"/>
                  <a:pt x="765411" y="5126"/>
                </a:cubicBezTo>
                <a:cubicBezTo>
                  <a:pt x="768558" y="5126"/>
                  <a:pt x="771537" y="5453"/>
                  <a:pt x="774348" y="6108"/>
                </a:cubicBezTo>
                <a:cubicBezTo>
                  <a:pt x="777158" y="6762"/>
                  <a:pt x="779609" y="7630"/>
                  <a:pt x="781699" y="8713"/>
                </a:cubicBezTo>
                <a:cubicBezTo>
                  <a:pt x="783790" y="9795"/>
                  <a:pt x="785252" y="10776"/>
                  <a:pt x="786084" y="11656"/>
                </a:cubicBezTo>
                <a:cubicBezTo>
                  <a:pt x="786915" y="12534"/>
                  <a:pt x="787331" y="13650"/>
                  <a:pt x="787331" y="15003"/>
                </a:cubicBezTo>
                <a:close/>
                <a:moveTo>
                  <a:pt x="850861" y="51646"/>
                </a:moveTo>
                <a:cubicBezTo>
                  <a:pt x="850861" y="54889"/>
                  <a:pt x="850558" y="58223"/>
                  <a:pt x="849951" y="61648"/>
                </a:cubicBezTo>
                <a:cubicBezTo>
                  <a:pt x="849344" y="65072"/>
                  <a:pt x="848388" y="68418"/>
                  <a:pt x="847084" y="71685"/>
                </a:cubicBezTo>
                <a:cubicBezTo>
                  <a:pt x="845780" y="74950"/>
                  <a:pt x="844105" y="78014"/>
                  <a:pt x="842059" y="80875"/>
                </a:cubicBezTo>
                <a:cubicBezTo>
                  <a:pt x="840013" y="83735"/>
                  <a:pt x="837563" y="86258"/>
                  <a:pt x="834708" y="88444"/>
                </a:cubicBezTo>
                <a:cubicBezTo>
                  <a:pt x="831852" y="90629"/>
                  <a:pt x="828581" y="92352"/>
                  <a:pt x="824894" y="93614"/>
                </a:cubicBezTo>
                <a:cubicBezTo>
                  <a:pt x="821207" y="94876"/>
                  <a:pt x="817047" y="95507"/>
                  <a:pt x="812416" y="95507"/>
                </a:cubicBezTo>
                <a:cubicBezTo>
                  <a:pt x="807874" y="95507"/>
                  <a:pt x="803951" y="94977"/>
                  <a:pt x="800646" y="93917"/>
                </a:cubicBezTo>
                <a:cubicBezTo>
                  <a:pt x="797341" y="92859"/>
                  <a:pt x="794587" y="91305"/>
                  <a:pt x="792384" y="89255"/>
                </a:cubicBezTo>
                <a:cubicBezTo>
                  <a:pt x="790181" y="87205"/>
                  <a:pt x="788539" y="84682"/>
                  <a:pt x="787460" y="81686"/>
                </a:cubicBezTo>
                <a:cubicBezTo>
                  <a:pt x="786381" y="78690"/>
                  <a:pt x="785841" y="75255"/>
                  <a:pt x="785841" y="71379"/>
                </a:cubicBezTo>
                <a:cubicBezTo>
                  <a:pt x="785841" y="68136"/>
                  <a:pt x="786145" y="64802"/>
                  <a:pt x="786752" y="61378"/>
                </a:cubicBezTo>
                <a:cubicBezTo>
                  <a:pt x="787359" y="57953"/>
                  <a:pt x="788314" y="54620"/>
                  <a:pt x="789618" y="51377"/>
                </a:cubicBezTo>
                <a:cubicBezTo>
                  <a:pt x="790922" y="48132"/>
                  <a:pt x="792597" y="45057"/>
                  <a:pt x="794643" y="42151"/>
                </a:cubicBezTo>
                <a:cubicBezTo>
                  <a:pt x="796689" y="39245"/>
                  <a:pt x="799140" y="36711"/>
                  <a:pt x="801995" y="34548"/>
                </a:cubicBezTo>
                <a:cubicBezTo>
                  <a:pt x="804851" y="32386"/>
                  <a:pt x="808122" y="30673"/>
                  <a:pt x="811809" y="29412"/>
                </a:cubicBezTo>
                <a:cubicBezTo>
                  <a:pt x="815496" y="28150"/>
                  <a:pt x="819655" y="27519"/>
                  <a:pt x="824287" y="27519"/>
                </a:cubicBezTo>
                <a:cubicBezTo>
                  <a:pt x="828828" y="27519"/>
                  <a:pt x="832752" y="28049"/>
                  <a:pt x="836057" y="29108"/>
                </a:cubicBezTo>
                <a:cubicBezTo>
                  <a:pt x="839362" y="30166"/>
                  <a:pt x="842116" y="31720"/>
                  <a:pt x="844319" y="33770"/>
                </a:cubicBezTo>
                <a:cubicBezTo>
                  <a:pt x="846522" y="35821"/>
                  <a:pt x="848163" y="38344"/>
                  <a:pt x="849243" y="41339"/>
                </a:cubicBezTo>
                <a:cubicBezTo>
                  <a:pt x="850322" y="44335"/>
                  <a:pt x="850861" y="47771"/>
                  <a:pt x="850861" y="51646"/>
                </a:cubicBezTo>
                <a:moveTo>
                  <a:pt x="833325" y="52763"/>
                </a:moveTo>
                <a:cubicBezTo>
                  <a:pt x="833325" y="50872"/>
                  <a:pt x="833134" y="49195"/>
                  <a:pt x="832752" y="47732"/>
                </a:cubicBezTo>
                <a:cubicBezTo>
                  <a:pt x="832369" y="46268"/>
                  <a:pt x="831740" y="45029"/>
                  <a:pt x="830863" y="44016"/>
                </a:cubicBezTo>
                <a:cubicBezTo>
                  <a:pt x="829986" y="43002"/>
                  <a:pt x="828862" y="42225"/>
                  <a:pt x="827491" y="41685"/>
                </a:cubicBezTo>
                <a:cubicBezTo>
                  <a:pt x="826119" y="41144"/>
                  <a:pt x="824444" y="40874"/>
                  <a:pt x="822466" y="40874"/>
                </a:cubicBezTo>
                <a:cubicBezTo>
                  <a:pt x="820217" y="40874"/>
                  <a:pt x="818194" y="41313"/>
                  <a:pt x="816395" y="42191"/>
                </a:cubicBezTo>
                <a:cubicBezTo>
                  <a:pt x="814597" y="43069"/>
                  <a:pt x="812989" y="44252"/>
                  <a:pt x="811573" y="45738"/>
                </a:cubicBezTo>
                <a:cubicBezTo>
                  <a:pt x="810156" y="47225"/>
                  <a:pt x="808931" y="48948"/>
                  <a:pt x="807897" y="50906"/>
                </a:cubicBezTo>
                <a:cubicBezTo>
                  <a:pt x="806863" y="52865"/>
                  <a:pt x="806008" y="54926"/>
                  <a:pt x="805334" y="57089"/>
                </a:cubicBezTo>
                <a:cubicBezTo>
                  <a:pt x="804659" y="59250"/>
                  <a:pt x="804165" y="61445"/>
                  <a:pt x="803850" y="63675"/>
                </a:cubicBezTo>
                <a:cubicBezTo>
                  <a:pt x="803535" y="65904"/>
                  <a:pt x="803378" y="68032"/>
                  <a:pt x="803378" y="70060"/>
                </a:cubicBezTo>
                <a:cubicBezTo>
                  <a:pt x="803378" y="71951"/>
                  <a:pt x="803569" y="73640"/>
                  <a:pt x="803951" y="75127"/>
                </a:cubicBezTo>
                <a:cubicBezTo>
                  <a:pt x="804333" y="76612"/>
                  <a:pt x="804963" y="77862"/>
                  <a:pt x="805840" y="78876"/>
                </a:cubicBezTo>
                <a:cubicBezTo>
                  <a:pt x="806717" y="79890"/>
                  <a:pt x="807841" y="80667"/>
                  <a:pt x="809212" y="81208"/>
                </a:cubicBezTo>
                <a:cubicBezTo>
                  <a:pt x="810584" y="81747"/>
                  <a:pt x="812259" y="82017"/>
                  <a:pt x="814237" y="82017"/>
                </a:cubicBezTo>
                <a:cubicBezTo>
                  <a:pt x="816485" y="82017"/>
                  <a:pt x="818509" y="81578"/>
                  <a:pt x="820307" y="80700"/>
                </a:cubicBezTo>
                <a:cubicBezTo>
                  <a:pt x="822106" y="79821"/>
                  <a:pt x="823714" y="78628"/>
                  <a:pt x="825130" y="77119"/>
                </a:cubicBezTo>
                <a:cubicBezTo>
                  <a:pt x="826546" y="75609"/>
                  <a:pt x="827772" y="73875"/>
                  <a:pt x="828806" y="71917"/>
                </a:cubicBezTo>
                <a:cubicBezTo>
                  <a:pt x="829840" y="69958"/>
                  <a:pt x="830694" y="67887"/>
                  <a:pt x="831369" y="65703"/>
                </a:cubicBezTo>
                <a:cubicBezTo>
                  <a:pt x="832043" y="63518"/>
                  <a:pt x="832538" y="61322"/>
                  <a:pt x="832853" y="59116"/>
                </a:cubicBezTo>
                <a:cubicBezTo>
                  <a:pt x="833168" y="56909"/>
                  <a:pt x="833325" y="54791"/>
                  <a:pt x="833325" y="52763"/>
                </a:cubicBezTo>
                <a:close/>
                <a:moveTo>
                  <a:pt x="874218" y="91595"/>
                </a:moveTo>
                <a:cubicBezTo>
                  <a:pt x="874129" y="92044"/>
                  <a:pt x="873915" y="92438"/>
                  <a:pt x="873578" y="92775"/>
                </a:cubicBezTo>
                <a:cubicBezTo>
                  <a:pt x="873240" y="93112"/>
                  <a:pt x="872735" y="93393"/>
                  <a:pt x="872060" y="93618"/>
                </a:cubicBezTo>
                <a:cubicBezTo>
                  <a:pt x="871386" y="93843"/>
                  <a:pt x="870486" y="94011"/>
                  <a:pt x="869362" y="94124"/>
                </a:cubicBezTo>
                <a:cubicBezTo>
                  <a:pt x="868238" y="94236"/>
                  <a:pt x="866867" y="94293"/>
                  <a:pt x="865248" y="94293"/>
                </a:cubicBezTo>
                <a:cubicBezTo>
                  <a:pt x="863539" y="94293"/>
                  <a:pt x="862156" y="94236"/>
                  <a:pt x="861100" y="94124"/>
                </a:cubicBezTo>
                <a:cubicBezTo>
                  <a:pt x="860043" y="94011"/>
                  <a:pt x="859222" y="93843"/>
                  <a:pt x="858638" y="93618"/>
                </a:cubicBezTo>
                <a:cubicBezTo>
                  <a:pt x="858053" y="93393"/>
                  <a:pt x="857660" y="93112"/>
                  <a:pt x="857458" y="92775"/>
                </a:cubicBezTo>
                <a:cubicBezTo>
                  <a:pt x="857255" y="92438"/>
                  <a:pt x="857199" y="92044"/>
                  <a:pt x="857289" y="91595"/>
                </a:cubicBezTo>
                <a:lnTo>
                  <a:pt x="875028" y="2900"/>
                </a:lnTo>
                <a:cubicBezTo>
                  <a:pt x="875118" y="2451"/>
                  <a:pt x="875320" y="2046"/>
                  <a:pt x="875635" y="1686"/>
                </a:cubicBezTo>
                <a:cubicBezTo>
                  <a:pt x="875950" y="1326"/>
                  <a:pt x="876467" y="1023"/>
                  <a:pt x="877186" y="776"/>
                </a:cubicBezTo>
                <a:cubicBezTo>
                  <a:pt x="877906" y="528"/>
                  <a:pt x="878816" y="337"/>
                  <a:pt x="879918" y="202"/>
                </a:cubicBezTo>
                <a:cubicBezTo>
                  <a:pt x="881019" y="67"/>
                  <a:pt x="882402" y="0"/>
                  <a:pt x="884066" y="0"/>
                </a:cubicBezTo>
                <a:cubicBezTo>
                  <a:pt x="885730" y="0"/>
                  <a:pt x="887090" y="67"/>
                  <a:pt x="888146" y="202"/>
                </a:cubicBezTo>
                <a:cubicBezTo>
                  <a:pt x="889203" y="337"/>
                  <a:pt x="890024" y="528"/>
                  <a:pt x="890608" y="776"/>
                </a:cubicBezTo>
                <a:cubicBezTo>
                  <a:pt x="891193" y="1023"/>
                  <a:pt x="891575" y="1326"/>
                  <a:pt x="891755" y="1686"/>
                </a:cubicBezTo>
                <a:cubicBezTo>
                  <a:pt x="891935" y="2046"/>
                  <a:pt x="891980" y="2451"/>
                  <a:pt x="891890" y="2900"/>
                </a:cubicBezTo>
                <a:lnTo>
                  <a:pt x="874218" y="91595"/>
                </a:lnTo>
                <a:close/>
                <a:moveTo>
                  <a:pt x="957639" y="51646"/>
                </a:moveTo>
                <a:cubicBezTo>
                  <a:pt x="957639" y="54889"/>
                  <a:pt x="957335" y="58223"/>
                  <a:pt x="956728" y="61648"/>
                </a:cubicBezTo>
                <a:cubicBezTo>
                  <a:pt x="956121" y="65072"/>
                  <a:pt x="955166" y="68418"/>
                  <a:pt x="953862" y="71685"/>
                </a:cubicBezTo>
                <a:cubicBezTo>
                  <a:pt x="952558" y="74950"/>
                  <a:pt x="950883" y="78014"/>
                  <a:pt x="948837" y="80875"/>
                </a:cubicBezTo>
                <a:cubicBezTo>
                  <a:pt x="946791" y="83735"/>
                  <a:pt x="944340" y="86258"/>
                  <a:pt x="941485" y="88444"/>
                </a:cubicBezTo>
                <a:cubicBezTo>
                  <a:pt x="938630" y="90629"/>
                  <a:pt x="935358" y="92352"/>
                  <a:pt x="931671" y="93614"/>
                </a:cubicBezTo>
                <a:cubicBezTo>
                  <a:pt x="927984" y="94876"/>
                  <a:pt x="923825" y="95507"/>
                  <a:pt x="919193" y="95507"/>
                </a:cubicBezTo>
                <a:cubicBezTo>
                  <a:pt x="914652" y="95507"/>
                  <a:pt x="910729" y="94977"/>
                  <a:pt x="907424" y="93917"/>
                </a:cubicBezTo>
                <a:cubicBezTo>
                  <a:pt x="904119" y="92859"/>
                  <a:pt x="901365" y="91305"/>
                  <a:pt x="899161" y="89255"/>
                </a:cubicBezTo>
                <a:cubicBezTo>
                  <a:pt x="896958" y="87205"/>
                  <a:pt x="895317" y="84682"/>
                  <a:pt x="894237" y="81686"/>
                </a:cubicBezTo>
                <a:cubicBezTo>
                  <a:pt x="893158" y="78690"/>
                  <a:pt x="892619" y="75255"/>
                  <a:pt x="892619" y="71379"/>
                </a:cubicBezTo>
                <a:cubicBezTo>
                  <a:pt x="892619" y="68136"/>
                  <a:pt x="892922" y="64802"/>
                  <a:pt x="893529" y="61378"/>
                </a:cubicBezTo>
                <a:cubicBezTo>
                  <a:pt x="894136" y="57953"/>
                  <a:pt x="895092" y="54620"/>
                  <a:pt x="896396" y="51377"/>
                </a:cubicBezTo>
                <a:cubicBezTo>
                  <a:pt x="897700" y="48132"/>
                  <a:pt x="899375" y="45057"/>
                  <a:pt x="901421" y="42151"/>
                </a:cubicBezTo>
                <a:cubicBezTo>
                  <a:pt x="903467" y="39245"/>
                  <a:pt x="905917" y="36711"/>
                  <a:pt x="908773" y="34548"/>
                </a:cubicBezTo>
                <a:cubicBezTo>
                  <a:pt x="911628" y="32386"/>
                  <a:pt x="914899" y="30673"/>
                  <a:pt x="918586" y="29412"/>
                </a:cubicBezTo>
                <a:cubicBezTo>
                  <a:pt x="922273" y="28150"/>
                  <a:pt x="926433" y="27519"/>
                  <a:pt x="931064" y="27519"/>
                </a:cubicBezTo>
                <a:cubicBezTo>
                  <a:pt x="935606" y="27519"/>
                  <a:pt x="939529" y="28049"/>
                  <a:pt x="942834" y="29108"/>
                </a:cubicBezTo>
                <a:cubicBezTo>
                  <a:pt x="946139" y="30166"/>
                  <a:pt x="948893" y="31720"/>
                  <a:pt x="951096" y="33770"/>
                </a:cubicBezTo>
                <a:cubicBezTo>
                  <a:pt x="953300" y="35821"/>
                  <a:pt x="954941" y="38344"/>
                  <a:pt x="956020" y="41339"/>
                </a:cubicBezTo>
                <a:cubicBezTo>
                  <a:pt x="957099" y="44335"/>
                  <a:pt x="957639" y="47771"/>
                  <a:pt x="957639" y="51646"/>
                </a:cubicBezTo>
                <a:moveTo>
                  <a:pt x="940102" y="52763"/>
                </a:moveTo>
                <a:cubicBezTo>
                  <a:pt x="940102" y="50872"/>
                  <a:pt x="939911" y="49195"/>
                  <a:pt x="939529" y="47732"/>
                </a:cubicBezTo>
                <a:cubicBezTo>
                  <a:pt x="939147" y="46268"/>
                  <a:pt x="938517" y="45029"/>
                  <a:pt x="937640" y="44016"/>
                </a:cubicBezTo>
                <a:cubicBezTo>
                  <a:pt x="936764" y="43002"/>
                  <a:pt x="935639" y="42225"/>
                  <a:pt x="934268" y="41685"/>
                </a:cubicBezTo>
                <a:cubicBezTo>
                  <a:pt x="932897" y="41144"/>
                  <a:pt x="931222" y="40874"/>
                  <a:pt x="929243" y="40874"/>
                </a:cubicBezTo>
                <a:cubicBezTo>
                  <a:pt x="926995" y="40874"/>
                  <a:pt x="924971" y="41313"/>
                  <a:pt x="923173" y="42191"/>
                </a:cubicBezTo>
                <a:cubicBezTo>
                  <a:pt x="921374" y="43069"/>
                  <a:pt x="919767" y="44252"/>
                  <a:pt x="918350" y="45738"/>
                </a:cubicBezTo>
                <a:cubicBezTo>
                  <a:pt x="916934" y="47225"/>
                  <a:pt x="915708" y="48948"/>
                  <a:pt x="914674" y="50906"/>
                </a:cubicBezTo>
                <a:cubicBezTo>
                  <a:pt x="913640" y="52865"/>
                  <a:pt x="912786" y="54926"/>
                  <a:pt x="912111" y="57089"/>
                </a:cubicBezTo>
                <a:cubicBezTo>
                  <a:pt x="911437" y="59250"/>
                  <a:pt x="910942" y="61445"/>
                  <a:pt x="910627" y="63675"/>
                </a:cubicBezTo>
                <a:cubicBezTo>
                  <a:pt x="910313" y="65904"/>
                  <a:pt x="910155" y="68032"/>
                  <a:pt x="910155" y="70060"/>
                </a:cubicBezTo>
                <a:cubicBezTo>
                  <a:pt x="910155" y="71951"/>
                  <a:pt x="910346" y="73640"/>
                  <a:pt x="910729" y="75127"/>
                </a:cubicBezTo>
                <a:cubicBezTo>
                  <a:pt x="911111" y="76612"/>
                  <a:pt x="911740" y="77862"/>
                  <a:pt x="912617" y="78876"/>
                </a:cubicBezTo>
                <a:cubicBezTo>
                  <a:pt x="913494" y="79890"/>
                  <a:pt x="914618" y="80667"/>
                  <a:pt x="915990" y="81208"/>
                </a:cubicBezTo>
                <a:cubicBezTo>
                  <a:pt x="917361" y="81747"/>
                  <a:pt x="919036" y="82017"/>
                  <a:pt x="921014" y="82017"/>
                </a:cubicBezTo>
                <a:cubicBezTo>
                  <a:pt x="923263" y="82017"/>
                  <a:pt x="925286" y="81578"/>
                  <a:pt x="927085" y="80700"/>
                </a:cubicBezTo>
                <a:cubicBezTo>
                  <a:pt x="928883" y="79821"/>
                  <a:pt x="930491" y="78628"/>
                  <a:pt x="931907" y="77119"/>
                </a:cubicBezTo>
                <a:cubicBezTo>
                  <a:pt x="933324" y="75609"/>
                  <a:pt x="934549" y="73875"/>
                  <a:pt x="935583" y="71917"/>
                </a:cubicBezTo>
                <a:cubicBezTo>
                  <a:pt x="936617" y="69958"/>
                  <a:pt x="937472" y="67887"/>
                  <a:pt x="938146" y="65703"/>
                </a:cubicBezTo>
                <a:cubicBezTo>
                  <a:pt x="938821" y="63518"/>
                  <a:pt x="939315" y="61322"/>
                  <a:pt x="939630" y="59116"/>
                </a:cubicBezTo>
                <a:cubicBezTo>
                  <a:pt x="939945" y="56909"/>
                  <a:pt x="940102" y="54791"/>
                  <a:pt x="940102" y="52763"/>
                </a:cubicBezTo>
                <a:close/>
                <a:moveTo>
                  <a:pt x="1013978" y="30419"/>
                </a:moveTo>
                <a:cubicBezTo>
                  <a:pt x="1013978" y="30734"/>
                  <a:pt x="1013933" y="31296"/>
                  <a:pt x="1013843" y="32105"/>
                </a:cubicBezTo>
                <a:cubicBezTo>
                  <a:pt x="1013753" y="32915"/>
                  <a:pt x="1013618" y="33859"/>
                  <a:pt x="1013438" y="34938"/>
                </a:cubicBezTo>
                <a:cubicBezTo>
                  <a:pt x="1013258" y="36017"/>
                  <a:pt x="1013034" y="37130"/>
                  <a:pt x="1012764" y="38277"/>
                </a:cubicBezTo>
                <a:cubicBezTo>
                  <a:pt x="1012494" y="39423"/>
                  <a:pt x="1012191" y="40491"/>
                  <a:pt x="1011853" y="41481"/>
                </a:cubicBezTo>
                <a:cubicBezTo>
                  <a:pt x="1011516" y="42470"/>
                  <a:pt x="1011134" y="43279"/>
                  <a:pt x="1010707" y="43909"/>
                </a:cubicBezTo>
                <a:cubicBezTo>
                  <a:pt x="1010280" y="44538"/>
                  <a:pt x="1009819" y="44853"/>
                  <a:pt x="1009324" y="44853"/>
                </a:cubicBezTo>
                <a:cubicBezTo>
                  <a:pt x="1008919" y="44853"/>
                  <a:pt x="1008515" y="44774"/>
                  <a:pt x="1008110" y="44617"/>
                </a:cubicBezTo>
                <a:cubicBezTo>
                  <a:pt x="1007705" y="44460"/>
                  <a:pt x="1007256" y="44302"/>
                  <a:pt x="1006761" y="44145"/>
                </a:cubicBezTo>
                <a:cubicBezTo>
                  <a:pt x="1006266" y="43987"/>
                  <a:pt x="1005727" y="43830"/>
                  <a:pt x="1005142" y="43673"/>
                </a:cubicBezTo>
                <a:cubicBezTo>
                  <a:pt x="1004558" y="43515"/>
                  <a:pt x="1003883" y="43437"/>
                  <a:pt x="1003119" y="43437"/>
                </a:cubicBezTo>
                <a:cubicBezTo>
                  <a:pt x="1001590" y="43437"/>
                  <a:pt x="999960" y="44023"/>
                  <a:pt x="998229" y="45197"/>
                </a:cubicBezTo>
                <a:cubicBezTo>
                  <a:pt x="996498" y="46369"/>
                  <a:pt x="994845" y="47913"/>
                  <a:pt x="993271" y="49832"/>
                </a:cubicBezTo>
                <a:cubicBezTo>
                  <a:pt x="991698" y="51748"/>
                  <a:pt x="990292" y="53981"/>
                  <a:pt x="989056" y="56530"/>
                </a:cubicBezTo>
                <a:cubicBezTo>
                  <a:pt x="987819" y="59079"/>
                  <a:pt x="986931" y="61752"/>
                  <a:pt x="986392" y="64548"/>
                </a:cubicBezTo>
                <a:lnTo>
                  <a:pt x="980996" y="91595"/>
                </a:lnTo>
                <a:cubicBezTo>
                  <a:pt x="980906" y="92044"/>
                  <a:pt x="980692" y="92438"/>
                  <a:pt x="980355" y="92775"/>
                </a:cubicBezTo>
                <a:cubicBezTo>
                  <a:pt x="980018" y="93112"/>
                  <a:pt x="979501" y="93393"/>
                  <a:pt x="978804" y="93618"/>
                </a:cubicBezTo>
                <a:cubicBezTo>
                  <a:pt x="978107" y="93843"/>
                  <a:pt x="977196" y="94011"/>
                  <a:pt x="976072" y="94124"/>
                </a:cubicBezTo>
                <a:cubicBezTo>
                  <a:pt x="974948" y="94236"/>
                  <a:pt x="973576" y="94293"/>
                  <a:pt x="971958" y="94293"/>
                </a:cubicBezTo>
                <a:cubicBezTo>
                  <a:pt x="970294" y="94293"/>
                  <a:pt x="968934" y="94236"/>
                  <a:pt x="967877" y="94124"/>
                </a:cubicBezTo>
                <a:cubicBezTo>
                  <a:pt x="966820" y="94011"/>
                  <a:pt x="965989" y="93843"/>
                  <a:pt x="965382" y="93618"/>
                </a:cubicBezTo>
                <a:cubicBezTo>
                  <a:pt x="964774" y="93393"/>
                  <a:pt x="964381" y="93112"/>
                  <a:pt x="964201" y="92775"/>
                </a:cubicBezTo>
                <a:cubicBezTo>
                  <a:pt x="964021" y="92438"/>
                  <a:pt x="963976" y="92044"/>
                  <a:pt x="964066" y="91595"/>
                </a:cubicBezTo>
                <a:lnTo>
                  <a:pt x="976072" y="31363"/>
                </a:lnTo>
                <a:cubicBezTo>
                  <a:pt x="976162" y="30914"/>
                  <a:pt x="976364" y="30520"/>
                  <a:pt x="976679" y="30183"/>
                </a:cubicBezTo>
                <a:cubicBezTo>
                  <a:pt x="976994" y="29846"/>
                  <a:pt x="977455" y="29576"/>
                  <a:pt x="978062" y="29374"/>
                </a:cubicBezTo>
                <a:cubicBezTo>
                  <a:pt x="978669" y="29171"/>
                  <a:pt x="979456" y="29014"/>
                  <a:pt x="980422" y="28902"/>
                </a:cubicBezTo>
                <a:cubicBezTo>
                  <a:pt x="981389" y="28789"/>
                  <a:pt x="982547" y="28733"/>
                  <a:pt x="983896" y="28733"/>
                </a:cubicBezTo>
                <a:cubicBezTo>
                  <a:pt x="985290" y="28733"/>
                  <a:pt x="986425" y="28789"/>
                  <a:pt x="987302" y="28902"/>
                </a:cubicBezTo>
                <a:cubicBezTo>
                  <a:pt x="988179" y="29014"/>
                  <a:pt x="988865" y="29171"/>
                  <a:pt x="989359" y="29374"/>
                </a:cubicBezTo>
                <a:cubicBezTo>
                  <a:pt x="989854" y="29576"/>
                  <a:pt x="990180" y="29846"/>
                  <a:pt x="990337" y="30183"/>
                </a:cubicBezTo>
                <a:cubicBezTo>
                  <a:pt x="990495" y="30520"/>
                  <a:pt x="990528" y="30914"/>
                  <a:pt x="990439" y="31363"/>
                </a:cubicBezTo>
                <a:lnTo>
                  <a:pt x="988550" y="40941"/>
                </a:lnTo>
                <a:cubicBezTo>
                  <a:pt x="989629" y="38998"/>
                  <a:pt x="990877" y="37212"/>
                  <a:pt x="992293" y="35585"/>
                </a:cubicBezTo>
                <a:cubicBezTo>
                  <a:pt x="993710" y="33958"/>
                  <a:pt x="995216" y="32546"/>
                  <a:pt x="996812" y="31349"/>
                </a:cubicBezTo>
                <a:cubicBezTo>
                  <a:pt x="998409" y="30151"/>
                  <a:pt x="1000061" y="29214"/>
                  <a:pt x="1001770" y="28537"/>
                </a:cubicBezTo>
                <a:cubicBezTo>
                  <a:pt x="1003479" y="27858"/>
                  <a:pt x="1005165" y="27519"/>
                  <a:pt x="1006828" y="27519"/>
                </a:cubicBezTo>
                <a:cubicBezTo>
                  <a:pt x="1007503" y="27519"/>
                  <a:pt x="1008189" y="27564"/>
                  <a:pt x="1008886" y="27654"/>
                </a:cubicBezTo>
                <a:cubicBezTo>
                  <a:pt x="1009583" y="27744"/>
                  <a:pt x="1010235" y="27856"/>
                  <a:pt x="1010842" y="27991"/>
                </a:cubicBezTo>
                <a:cubicBezTo>
                  <a:pt x="1011449" y="28126"/>
                  <a:pt x="1011988" y="28295"/>
                  <a:pt x="1012460" y="28497"/>
                </a:cubicBezTo>
                <a:cubicBezTo>
                  <a:pt x="1012932" y="28699"/>
                  <a:pt x="1013303" y="28913"/>
                  <a:pt x="1013573" y="29138"/>
                </a:cubicBezTo>
                <a:cubicBezTo>
                  <a:pt x="1013843" y="29407"/>
                  <a:pt x="1013978" y="29835"/>
                  <a:pt x="1013978" y="304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FontColor">
            <a:extLst xmlns:a="http://schemas.openxmlformats.org/drawingml/2006/main">
              <a:ext uri="{FF2B5EF4-FFF2-40B4-BE49-F238E27FC236}">
                <a16:creationId xmlns:a16="http://schemas.microsoft.com/office/drawing/2014/main" id="{D48221D2-0682-4BF6-A3D7-78563401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334" y="397191"/>
            <a:ext cx="585065" cy="95507"/>
          </a:xfrm>
          <a:custGeom xmlns:a="http://schemas.openxmlformats.org/drawingml/2006/main">
            <a:pathLst>
              <a:path w="585065" h="95507">
                <a:moveTo>
                  <a:pt x="65020" y="9455"/>
                </a:moveTo>
                <a:cubicBezTo>
                  <a:pt x="65020" y="9727"/>
                  <a:pt x="64986" y="10213"/>
                  <a:pt x="64919" y="10914"/>
                </a:cubicBezTo>
                <a:cubicBezTo>
                  <a:pt x="64851" y="11614"/>
                  <a:pt x="64739" y="12393"/>
                  <a:pt x="64582" y="13251"/>
                </a:cubicBezTo>
                <a:cubicBezTo>
                  <a:pt x="64424" y="14109"/>
                  <a:pt x="64233" y="15001"/>
                  <a:pt x="64008" y="15928"/>
                </a:cubicBezTo>
                <a:cubicBezTo>
                  <a:pt x="63783" y="16854"/>
                  <a:pt x="63502" y="17713"/>
                  <a:pt x="63165" y="18504"/>
                </a:cubicBezTo>
                <a:cubicBezTo>
                  <a:pt x="62828" y="19294"/>
                  <a:pt x="62435" y="19937"/>
                  <a:pt x="61985" y="20435"/>
                </a:cubicBezTo>
                <a:cubicBezTo>
                  <a:pt x="61535" y="20931"/>
                  <a:pt x="61018" y="21179"/>
                  <a:pt x="60434" y="21179"/>
                </a:cubicBezTo>
                <a:lnTo>
                  <a:pt x="31903" y="21179"/>
                </a:lnTo>
                <a:lnTo>
                  <a:pt x="27182" y="44516"/>
                </a:lnTo>
                <a:lnTo>
                  <a:pt x="54026" y="44516"/>
                </a:lnTo>
                <a:cubicBezTo>
                  <a:pt x="54655" y="44516"/>
                  <a:pt x="55105" y="44764"/>
                  <a:pt x="55375" y="45262"/>
                </a:cubicBezTo>
                <a:cubicBezTo>
                  <a:pt x="55645" y="45758"/>
                  <a:pt x="55780" y="46413"/>
                  <a:pt x="55780" y="47226"/>
                </a:cubicBezTo>
                <a:cubicBezTo>
                  <a:pt x="55780" y="47543"/>
                  <a:pt x="55735" y="48051"/>
                  <a:pt x="55645" y="48752"/>
                </a:cubicBezTo>
                <a:cubicBezTo>
                  <a:pt x="55555" y="49452"/>
                  <a:pt x="55431" y="50220"/>
                  <a:pt x="55274" y="51056"/>
                </a:cubicBezTo>
                <a:cubicBezTo>
                  <a:pt x="55116" y="51891"/>
                  <a:pt x="54914" y="52772"/>
                  <a:pt x="54667" y="53699"/>
                </a:cubicBezTo>
                <a:cubicBezTo>
                  <a:pt x="54419" y="54625"/>
                  <a:pt x="54127" y="55461"/>
                  <a:pt x="53790" y="56208"/>
                </a:cubicBezTo>
                <a:cubicBezTo>
                  <a:pt x="53453" y="56952"/>
                  <a:pt x="53059" y="57573"/>
                  <a:pt x="52610" y="58071"/>
                </a:cubicBezTo>
                <a:cubicBezTo>
                  <a:pt x="52160" y="58567"/>
                  <a:pt x="51643" y="58815"/>
                  <a:pt x="51058" y="58815"/>
                </a:cubicBezTo>
                <a:lnTo>
                  <a:pt x="24416" y="58815"/>
                </a:lnTo>
                <a:lnTo>
                  <a:pt x="17941" y="91392"/>
                </a:lnTo>
                <a:cubicBezTo>
                  <a:pt x="17851" y="91887"/>
                  <a:pt x="17626" y="92314"/>
                  <a:pt x="17267" y="92674"/>
                </a:cubicBezTo>
                <a:cubicBezTo>
                  <a:pt x="16907" y="93033"/>
                  <a:pt x="16356" y="93326"/>
                  <a:pt x="15614" y="93551"/>
                </a:cubicBezTo>
                <a:cubicBezTo>
                  <a:pt x="14872" y="93775"/>
                  <a:pt x="13917" y="93955"/>
                  <a:pt x="12748" y="94090"/>
                </a:cubicBezTo>
                <a:cubicBezTo>
                  <a:pt x="11579" y="94225"/>
                  <a:pt x="10140" y="94293"/>
                  <a:pt x="8431" y="94293"/>
                </a:cubicBezTo>
                <a:cubicBezTo>
                  <a:pt x="6677" y="94293"/>
                  <a:pt x="5250" y="94225"/>
                  <a:pt x="4148" y="94090"/>
                </a:cubicBezTo>
                <a:cubicBezTo>
                  <a:pt x="3046" y="93955"/>
                  <a:pt x="2181" y="93775"/>
                  <a:pt x="1551" y="93551"/>
                </a:cubicBezTo>
                <a:cubicBezTo>
                  <a:pt x="922" y="93326"/>
                  <a:pt x="495" y="93033"/>
                  <a:pt x="270" y="92674"/>
                </a:cubicBezTo>
                <a:cubicBezTo>
                  <a:pt x="45" y="92314"/>
                  <a:pt x="0" y="91887"/>
                  <a:pt x="135" y="91392"/>
                </a:cubicBezTo>
                <a:lnTo>
                  <a:pt x="15918" y="12208"/>
                </a:lnTo>
                <a:cubicBezTo>
                  <a:pt x="16322" y="10230"/>
                  <a:pt x="17132" y="8802"/>
                  <a:pt x="18346" y="7925"/>
                </a:cubicBezTo>
                <a:cubicBezTo>
                  <a:pt x="19560" y="7048"/>
                  <a:pt x="20909" y="6610"/>
                  <a:pt x="22393" y="6610"/>
                </a:cubicBezTo>
                <a:lnTo>
                  <a:pt x="63266" y="6610"/>
                </a:lnTo>
                <a:cubicBezTo>
                  <a:pt x="64031" y="6610"/>
                  <a:pt x="64514" y="6859"/>
                  <a:pt x="64717" y="7356"/>
                </a:cubicBezTo>
                <a:cubicBezTo>
                  <a:pt x="64919" y="7852"/>
                  <a:pt x="65020" y="8552"/>
                  <a:pt x="65020" y="9455"/>
                </a:cubicBezTo>
                <a:close/>
                <a:moveTo>
                  <a:pt x="126618" y="51646"/>
                </a:moveTo>
                <a:cubicBezTo>
                  <a:pt x="126618" y="54889"/>
                  <a:pt x="126315" y="58223"/>
                  <a:pt x="125708" y="61648"/>
                </a:cubicBezTo>
                <a:cubicBezTo>
                  <a:pt x="125100" y="65072"/>
                  <a:pt x="124145" y="68418"/>
                  <a:pt x="122841" y="71685"/>
                </a:cubicBezTo>
                <a:cubicBezTo>
                  <a:pt x="121537" y="74950"/>
                  <a:pt x="119862" y="78014"/>
                  <a:pt x="117816" y="80875"/>
                </a:cubicBezTo>
                <a:cubicBezTo>
                  <a:pt x="115770" y="83735"/>
                  <a:pt x="113320" y="86258"/>
                  <a:pt x="110464" y="88444"/>
                </a:cubicBezTo>
                <a:cubicBezTo>
                  <a:pt x="107609" y="90629"/>
                  <a:pt x="104338" y="92352"/>
                  <a:pt x="100651" y="93614"/>
                </a:cubicBezTo>
                <a:cubicBezTo>
                  <a:pt x="96963" y="94876"/>
                  <a:pt x="92804" y="95507"/>
                  <a:pt x="88173" y="95507"/>
                </a:cubicBezTo>
                <a:cubicBezTo>
                  <a:pt x="83631" y="95507"/>
                  <a:pt x="79708" y="94977"/>
                  <a:pt x="76403" y="93917"/>
                </a:cubicBezTo>
                <a:cubicBezTo>
                  <a:pt x="73098" y="92859"/>
                  <a:pt x="70344" y="91305"/>
                  <a:pt x="68141" y="89255"/>
                </a:cubicBezTo>
                <a:cubicBezTo>
                  <a:pt x="65937" y="87205"/>
                  <a:pt x="64296" y="84682"/>
                  <a:pt x="63217" y="81686"/>
                </a:cubicBezTo>
                <a:cubicBezTo>
                  <a:pt x="62138" y="78690"/>
                  <a:pt x="61598" y="75255"/>
                  <a:pt x="61598" y="71379"/>
                </a:cubicBezTo>
                <a:cubicBezTo>
                  <a:pt x="61598" y="68136"/>
                  <a:pt x="61902" y="64802"/>
                  <a:pt x="62509" y="61378"/>
                </a:cubicBezTo>
                <a:cubicBezTo>
                  <a:pt x="63116" y="57953"/>
                  <a:pt x="64071" y="54620"/>
                  <a:pt x="65375" y="51377"/>
                </a:cubicBezTo>
                <a:cubicBezTo>
                  <a:pt x="66679" y="48132"/>
                  <a:pt x="68354" y="45057"/>
                  <a:pt x="70400" y="42151"/>
                </a:cubicBezTo>
                <a:cubicBezTo>
                  <a:pt x="72446" y="39245"/>
                  <a:pt x="74897" y="36711"/>
                  <a:pt x="77752" y="34548"/>
                </a:cubicBezTo>
                <a:cubicBezTo>
                  <a:pt x="80607" y="32386"/>
                  <a:pt x="83878" y="30673"/>
                  <a:pt x="87566" y="29412"/>
                </a:cubicBezTo>
                <a:cubicBezTo>
                  <a:pt x="91253" y="28150"/>
                  <a:pt x="95412" y="27519"/>
                  <a:pt x="100044" y="27519"/>
                </a:cubicBezTo>
                <a:cubicBezTo>
                  <a:pt x="104585" y="27519"/>
                  <a:pt x="108508" y="28049"/>
                  <a:pt x="111813" y="29108"/>
                </a:cubicBezTo>
                <a:cubicBezTo>
                  <a:pt x="115118" y="30166"/>
                  <a:pt x="117872" y="31720"/>
                  <a:pt x="120076" y="33770"/>
                </a:cubicBezTo>
                <a:cubicBezTo>
                  <a:pt x="122279" y="35821"/>
                  <a:pt x="123920" y="38344"/>
                  <a:pt x="124999" y="41339"/>
                </a:cubicBezTo>
                <a:cubicBezTo>
                  <a:pt x="126078" y="44335"/>
                  <a:pt x="126618" y="47771"/>
                  <a:pt x="126618" y="51646"/>
                </a:cubicBezTo>
                <a:moveTo>
                  <a:pt x="109082" y="52763"/>
                </a:moveTo>
                <a:cubicBezTo>
                  <a:pt x="109082" y="50872"/>
                  <a:pt x="108890" y="49195"/>
                  <a:pt x="108508" y="47732"/>
                </a:cubicBezTo>
                <a:cubicBezTo>
                  <a:pt x="108126" y="46268"/>
                  <a:pt x="107497" y="45029"/>
                  <a:pt x="106620" y="44016"/>
                </a:cubicBezTo>
                <a:cubicBezTo>
                  <a:pt x="105743" y="43002"/>
                  <a:pt x="104619" y="42225"/>
                  <a:pt x="103247" y="41685"/>
                </a:cubicBezTo>
                <a:cubicBezTo>
                  <a:pt x="101876" y="41144"/>
                  <a:pt x="100201" y="40874"/>
                  <a:pt x="98222" y="40874"/>
                </a:cubicBezTo>
                <a:cubicBezTo>
                  <a:pt x="95974" y="40874"/>
                  <a:pt x="93951" y="41313"/>
                  <a:pt x="92152" y="42191"/>
                </a:cubicBezTo>
                <a:cubicBezTo>
                  <a:pt x="90353" y="43069"/>
                  <a:pt x="88746" y="44252"/>
                  <a:pt x="87330" y="45738"/>
                </a:cubicBezTo>
                <a:cubicBezTo>
                  <a:pt x="85913" y="47225"/>
                  <a:pt x="84688" y="48948"/>
                  <a:pt x="83654" y="50906"/>
                </a:cubicBezTo>
                <a:cubicBezTo>
                  <a:pt x="82619" y="52865"/>
                  <a:pt x="81765" y="54926"/>
                  <a:pt x="81091" y="57089"/>
                </a:cubicBezTo>
                <a:cubicBezTo>
                  <a:pt x="80416" y="59250"/>
                  <a:pt x="79921" y="61445"/>
                  <a:pt x="79607" y="63675"/>
                </a:cubicBezTo>
                <a:cubicBezTo>
                  <a:pt x="79292" y="65904"/>
                  <a:pt x="79135" y="68032"/>
                  <a:pt x="79135" y="70060"/>
                </a:cubicBezTo>
                <a:cubicBezTo>
                  <a:pt x="79135" y="71951"/>
                  <a:pt x="79326" y="73640"/>
                  <a:pt x="79708" y="75127"/>
                </a:cubicBezTo>
                <a:cubicBezTo>
                  <a:pt x="80090" y="76612"/>
                  <a:pt x="80720" y="77862"/>
                  <a:pt x="81596" y="78876"/>
                </a:cubicBezTo>
                <a:cubicBezTo>
                  <a:pt x="82473" y="79890"/>
                  <a:pt x="83597" y="80667"/>
                  <a:pt x="84969" y="81208"/>
                </a:cubicBezTo>
                <a:cubicBezTo>
                  <a:pt x="86340" y="81747"/>
                  <a:pt x="88015" y="82017"/>
                  <a:pt x="89994" y="82017"/>
                </a:cubicBezTo>
                <a:cubicBezTo>
                  <a:pt x="92242" y="82017"/>
                  <a:pt x="94265" y="81578"/>
                  <a:pt x="96064" y="80700"/>
                </a:cubicBezTo>
                <a:cubicBezTo>
                  <a:pt x="97863" y="79821"/>
                  <a:pt x="99470" y="78628"/>
                  <a:pt x="100887" y="77119"/>
                </a:cubicBezTo>
                <a:cubicBezTo>
                  <a:pt x="102303" y="75609"/>
                  <a:pt x="103528" y="73875"/>
                  <a:pt x="104563" y="71917"/>
                </a:cubicBezTo>
                <a:cubicBezTo>
                  <a:pt x="105597" y="69958"/>
                  <a:pt x="106451" y="67887"/>
                  <a:pt x="107126" y="65703"/>
                </a:cubicBezTo>
                <a:cubicBezTo>
                  <a:pt x="107800" y="63518"/>
                  <a:pt x="108295" y="61322"/>
                  <a:pt x="108609" y="59116"/>
                </a:cubicBezTo>
                <a:cubicBezTo>
                  <a:pt x="108924" y="56909"/>
                  <a:pt x="109082" y="54791"/>
                  <a:pt x="109082" y="52763"/>
                </a:cubicBezTo>
                <a:close/>
                <a:moveTo>
                  <a:pt x="197729" y="44805"/>
                </a:moveTo>
                <a:cubicBezTo>
                  <a:pt x="197729" y="46380"/>
                  <a:pt x="197628" y="47955"/>
                  <a:pt x="197425" y="49530"/>
                </a:cubicBezTo>
                <a:cubicBezTo>
                  <a:pt x="197223" y="51105"/>
                  <a:pt x="196964" y="52725"/>
                  <a:pt x="196650" y="54391"/>
                </a:cubicBezTo>
                <a:lnTo>
                  <a:pt x="189163" y="91595"/>
                </a:lnTo>
                <a:cubicBezTo>
                  <a:pt x="189073" y="92044"/>
                  <a:pt x="188859" y="92438"/>
                  <a:pt x="188522" y="92775"/>
                </a:cubicBezTo>
                <a:cubicBezTo>
                  <a:pt x="188185" y="93112"/>
                  <a:pt x="187668" y="93393"/>
                  <a:pt x="186971" y="93618"/>
                </a:cubicBezTo>
                <a:cubicBezTo>
                  <a:pt x="186274" y="93843"/>
                  <a:pt x="185374" y="94011"/>
                  <a:pt x="184273" y="94124"/>
                </a:cubicBezTo>
                <a:cubicBezTo>
                  <a:pt x="183171" y="94236"/>
                  <a:pt x="181788" y="94293"/>
                  <a:pt x="180125" y="94293"/>
                </a:cubicBezTo>
                <a:cubicBezTo>
                  <a:pt x="178461" y="94293"/>
                  <a:pt x="177101" y="94236"/>
                  <a:pt x="176044" y="94124"/>
                </a:cubicBezTo>
                <a:cubicBezTo>
                  <a:pt x="174987" y="94011"/>
                  <a:pt x="174167" y="93843"/>
                  <a:pt x="173582" y="93618"/>
                </a:cubicBezTo>
                <a:cubicBezTo>
                  <a:pt x="172998" y="93393"/>
                  <a:pt x="172604" y="93112"/>
                  <a:pt x="172402" y="92775"/>
                </a:cubicBezTo>
                <a:cubicBezTo>
                  <a:pt x="172200" y="92438"/>
                  <a:pt x="172143" y="92044"/>
                  <a:pt x="172233" y="91595"/>
                </a:cubicBezTo>
                <a:lnTo>
                  <a:pt x="179518" y="55510"/>
                </a:lnTo>
                <a:cubicBezTo>
                  <a:pt x="179743" y="54425"/>
                  <a:pt x="179911" y="53318"/>
                  <a:pt x="180024" y="52188"/>
                </a:cubicBezTo>
                <a:cubicBezTo>
                  <a:pt x="180136" y="51058"/>
                  <a:pt x="180192" y="50064"/>
                  <a:pt x="180192" y="49206"/>
                </a:cubicBezTo>
                <a:cubicBezTo>
                  <a:pt x="180192" y="47171"/>
                  <a:pt x="179765" y="45499"/>
                  <a:pt x="178911" y="44189"/>
                </a:cubicBezTo>
                <a:cubicBezTo>
                  <a:pt x="178056" y="42878"/>
                  <a:pt x="176617" y="42223"/>
                  <a:pt x="174594" y="42223"/>
                </a:cubicBezTo>
                <a:cubicBezTo>
                  <a:pt x="172750" y="42223"/>
                  <a:pt x="170828" y="42809"/>
                  <a:pt x="168827" y="43983"/>
                </a:cubicBezTo>
                <a:cubicBezTo>
                  <a:pt x="166826" y="45154"/>
                  <a:pt x="164938" y="46744"/>
                  <a:pt x="163162" y="48752"/>
                </a:cubicBezTo>
                <a:cubicBezTo>
                  <a:pt x="161385" y="50759"/>
                  <a:pt x="159800" y="53104"/>
                  <a:pt x="158406" y="55788"/>
                </a:cubicBezTo>
                <a:cubicBezTo>
                  <a:pt x="157012" y="58471"/>
                  <a:pt x="156023" y="61323"/>
                  <a:pt x="155439" y="64346"/>
                </a:cubicBezTo>
                <a:lnTo>
                  <a:pt x="149975" y="91595"/>
                </a:lnTo>
                <a:cubicBezTo>
                  <a:pt x="149885" y="92044"/>
                  <a:pt x="149672" y="92438"/>
                  <a:pt x="149335" y="92775"/>
                </a:cubicBezTo>
                <a:cubicBezTo>
                  <a:pt x="148997" y="93112"/>
                  <a:pt x="148480" y="93393"/>
                  <a:pt x="147783" y="93618"/>
                </a:cubicBezTo>
                <a:cubicBezTo>
                  <a:pt x="147086" y="93843"/>
                  <a:pt x="146176" y="94011"/>
                  <a:pt x="145052" y="94124"/>
                </a:cubicBezTo>
                <a:cubicBezTo>
                  <a:pt x="143928" y="94236"/>
                  <a:pt x="142556" y="94293"/>
                  <a:pt x="140937" y="94293"/>
                </a:cubicBezTo>
                <a:cubicBezTo>
                  <a:pt x="139274" y="94293"/>
                  <a:pt x="137913" y="94236"/>
                  <a:pt x="136857" y="94124"/>
                </a:cubicBezTo>
                <a:cubicBezTo>
                  <a:pt x="135800" y="94011"/>
                  <a:pt x="134968" y="93843"/>
                  <a:pt x="134361" y="93618"/>
                </a:cubicBezTo>
                <a:cubicBezTo>
                  <a:pt x="133754" y="93393"/>
                  <a:pt x="133361" y="93112"/>
                  <a:pt x="133181" y="92775"/>
                </a:cubicBezTo>
                <a:cubicBezTo>
                  <a:pt x="133001" y="92438"/>
                  <a:pt x="132956" y="92044"/>
                  <a:pt x="133046" y="91595"/>
                </a:cubicBezTo>
                <a:lnTo>
                  <a:pt x="145119" y="31363"/>
                </a:lnTo>
                <a:cubicBezTo>
                  <a:pt x="145209" y="30914"/>
                  <a:pt x="145400" y="30520"/>
                  <a:pt x="145692" y="30183"/>
                </a:cubicBezTo>
                <a:cubicBezTo>
                  <a:pt x="145985" y="29846"/>
                  <a:pt x="146434" y="29576"/>
                  <a:pt x="147041" y="29374"/>
                </a:cubicBezTo>
                <a:cubicBezTo>
                  <a:pt x="147648" y="29171"/>
                  <a:pt x="148435" y="29014"/>
                  <a:pt x="149402" y="28902"/>
                </a:cubicBezTo>
                <a:cubicBezTo>
                  <a:pt x="150369" y="28789"/>
                  <a:pt x="151527" y="28733"/>
                  <a:pt x="152876" y="28733"/>
                </a:cubicBezTo>
                <a:cubicBezTo>
                  <a:pt x="154270" y="28733"/>
                  <a:pt x="155405" y="28789"/>
                  <a:pt x="156282" y="28902"/>
                </a:cubicBezTo>
                <a:cubicBezTo>
                  <a:pt x="157159" y="29014"/>
                  <a:pt x="157844" y="29171"/>
                  <a:pt x="158339" y="29374"/>
                </a:cubicBezTo>
                <a:cubicBezTo>
                  <a:pt x="158834" y="29576"/>
                  <a:pt x="159160" y="29846"/>
                  <a:pt x="159317" y="30183"/>
                </a:cubicBezTo>
                <a:cubicBezTo>
                  <a:pt x="159474" y="30520"/>
                  <a:pt x="159508" y="30914"/>
                  <a:pt x="159418" y="31363"/>
                </a:cubicBezTo>
                <a:lnTo>
                  <a:pt x="157462" y="41278"/>
                </a:lnTo>
                <a:cubicBezTo>
                  <a:pt x="158406" y="39696"/>
                  <a:pt x="159665" y="38081"/>
                  <a:pt x="161239" y="36433"/>
                </a:cubicBezTo>
                <a:cubicBezTo>
                  <a:pt x="162813" y="34783"/>
                  <a:pt x="164623" y="33303"/>
                  <a:pt x="166669" y="31994"/>
                </a:cubicBezTo>
                <a:cubicBezTo>
                  <a:pt x="168715" y="30683"/>
                  <a:pt x="170941" y="29609"/>
                  <a:pt x="173346" y="28773"/>
                </a:cubicBezTo>
                <a:cubicBezTo>
                  <a:pt x="175752" y="27937"/>
                  <a:pt x="178259" y="27519"/>
                  <a:pt x="180867" y="27519"/>
                </a:cubicBezTo>
                <a:cubicBezTo>
                  <a:pt x="184014" y="27519"/>
                  <a:pt x="186656" y="27980"/>
                  <a:pt x="188792" y="28904"/>
                </a:cubicBezTo>
                <a:cubicBezTo>
                  <a:pt x="190928" y="29825"/>
                  <a:pt x="192659" y="31075"/>
                  <a:pt x="193985" y="32651"/>
                </a:cubicBezTo>
                <a:cubicBezTo>
                  <a:pt x="195312" y="34226"/>
                  <a:pt x="196267" y="36061"/>
                  <a:pt x="196852" y="38155"/>
                </a:cubicBezTo>
                <a:cubicBezTo>
                  <a:pt x="197436" y="40247"/>
                  <a:pt x="197729" y="42464"/>
                  <a:pt x="197729" y="44805"/>
                </a:cubicBezTo>
                <a:close/>
                <a:moveTo>
                  <a:pt x="251604" y="32038"/>
                </a:moveTo>
                <a:cubicBezTo>
                  <a:pt x="251604" y="32488"/>
                  <a:pt x="251559" y="33061"/>
                  <a:pt x="251469" y="33758"/>
                </a:cubicBezTo>
                <a:cubicBezTo>
                  <a:pt x="251379" y="34455"/>
                  <a:pt x="251256" y="35208"/>
                  <a:pt x="251098" y="36017"/>
                </a:cubicBezTo>
                <a:cubicBezTo>
                  <a:pt x="250941" y="36827"/>
                  <a:pt x="250727" y="37636"/>
                  <a:pt x="250458" y="38445"/>
                </a:cubicBezTo>
                <a:cubicBezTo>
                  <a:pt x="250188" y="39255"/>
                  <a:pt x="249884" y="39986"/>
                  <a:pt x="249547" y="40638"/>
                </a:cubicBezTo>
                <a:cubicBezTo>
                  <a:pt x="249210" y="41290"/>
                  <a:pt x="248828" y="41829"/>
                  <a:pt x="248400" y="42256"/>
                </a:cubicBezTo>
                <a:cubicBezTo>
                  <a:pt x="247973" y="42683"/>
                  <a:pt x="247512" y="42897"/>
                  <a:pt x="247018" y="42897"/>
                </a:cubicBezTo>
                <a:lnTo>
                  <a:pt x="233865" y="42897"/>
                </a:lnTo>
                <a:lnTo>
                  <a:pt x="228200" y="71158"/>
                </a:lnTo>
                <a:cubicBezTo>
                  <a:pt x="228065" y="71828"/>
                  <a:pt x="227941" y="72621"/>
                  <a:pt x="227829" y="73537"/>
                </a:cubicBezTo>
                <a:cubicBezTo>
                  <a:pt x="227716" y="74452"/>
                  <a:pt x="227660" y="75200"/>
                  <a:pt x="227660" y="75780"/>
                </a:cubicBezTo>
                <a:cubicBezTo>
                  <a:pt x="227660" y="77566"/>
                  <a:pt x="228087" y="78872"/>
                  <a:pt x="228942" y="79698"/>
                </a:cubicBezTo>
                <a:cubicBezTo>
                  <a:pt x="229796" y="80525"/>
                  <a:pt x="231145" y="80938"/>
                  <a:pt x="232989" y="80938"/>
                </a:cubicBezTo>
                <a:cubicBezTo>
                  <a:pt x="234068" y="80938"/>
                  <a:pt x="234990" y="80859"/>
                  <a:pt x="235754" y="80702"/>
                </a:cubicBezTo>
                <a:cubicBezTo>
                  <a:pt x="236518" y="80544"/>
                  <a:pt x="237182" y="80364"/>
                  <a:pt x="237744" y="80162"/>
                </a:cubicBezTo>
                <a:cubicBezTo>
                  <a:pt x="238306" y="79960"/>
                  <a:pt x="238789" y="79780"/>
                  <a:pt x="239194" y="79623"/>
                </a:cubicBezTo>
                <a:cubicBezTo>
                  <a:pt x="239598" y="79465"/>
                  <a:pt x="239981" y="79386"/>
                  <a:pt x="240340" y="79386"/>
                </a:cubicBezTo>
                <a:cubicBezTo>
                  <a:pt x="240700" y="79386"/>
                  <a:pt x="241004" y="79555"/>
                  <a:pt x="241251" y="79892"/>
                </a:cubicBezTo>
                <a:cubicBezTo>
                  <a:pt x="241498" y="80230"/>
                  <a:pt x="241622" y="80781"/>
                  <a:pt x="241622" y="81547"/>
                </a:cubicBezTo>
                <a:cubicBezTo>
                  <a:pt x="241622" y="82405"/>
                  <a:pt x="241532" y="83377"/>
                  <a:pt x="241352" y="84462"/>
                </a:cubicBezTo>
                <a:cubicBezTo>
                  <a:pt x="241172" y="85547"/>
                  <a:pt x="240936" y="86597"/>
                  <a:pt x="240644" y="87613"/>
                </a:cubicBezTo>
                <a:cubicBezTo>
                  <a:pt x="240352" y="88629"/>
                  <a:pt x="240026" y="89555"/>
                  <a:pt x="239666" y="90391"/>
                </a:cubicBezTo>
                <a:cubicBezTo>
                  <a:pt x="239306" y="91227"/>
                  <a:pt x="238924" y="91848"/>
                  <a:pt x="238519" y="92254"/>
                </a:cubicBezTo>
                <a:cubicBezTo>
                  <a:pt x="238115" y="92662"/>
                  <a:pt x="237508" y="93046"/>
                  <a:pt x="236698" y="93407"/>
                </a:cubicBezTo>
                <a:cubicBezTo>
                  <a:pt x="235889" y="93768"/>
                  <a:pt x="234933" y="94085"/>
                  <a:pt x="233832" y="94356"/>
                </a:cubicBezTo>
                <a:cubicBezTo>
                  <a:pt x="232730" y="94627"/>
                  <a:pt x="231550" y="94841"/>
                  <a:pt x="230291" y="94999"/>
                </a:cubicBezTo>
                <a:cubicBezTo>
                  <a:pt x="229032" y="95157"/>
                  <a:pt x="227773" y="95237"/>
                  <a:pt x="226514" y="95237"/>
                </a:cubicBezTo>
                <a:cubicBezTo>
                  <a:pt x="223816" y="95237"/>
                  <a:pt x="221444" y="94956"/>
                  <a:pt x="219398" y="94394"/>
                </a:cubicBezTo>
                <a:cubicBezTo>
                  <a:pt x="217352" y="93832"/>
                  <a:pt x="215632" y="92944"/>
                  <a:pt x="214238" y="91729"/>
                </a:cubicBezTo>
                <a:cubicBezTo>
                  <a:pt x="212844" y="90515"/>
                  <a:pt x="211799" y="88964"/>
                  <a:pt x="211102" y="87076"/>
                </a:cubicBezTo>
                <a:cubicBezTo>
                  <a:pt x="210405" y="85187"/>
                  <a:pt x="210056" y="82894"/>
                  <a:pt x="210056" y="80196"/>
                </a:cubicBezTo>
                <a:cubicBezTo>
                  <a:pt x="210056" y="79701"/>
                  <a:pt x="210079" y="79128"/>
                  <a:pt x="210124" y="78476"/>
                </a:cubicBezTo>
                <a:cubicBezTo>
                  <a:pt x="210169" y="77824"/>
                  <a:pt x="210247" y="77138"/>
                  <a:pt x="210360" y="76419"/>
                </a:cubicBezTo>
                <a:cubicBezTo>
                  <a:pt x="210472" y="75699"/>
                  <a:pt x="210585" y="74969"/>
                  <a:pt x="210697" y="74227"/>
                </a:cubicBezTo>
                <a:cubicBezTo>
                  <a:pt x="210809" y="73485"/>
                  <a:pt x="210933" y="72822"/>
                  <a:pt x="211068" y="72237"/>
                </a:cubicBezTo>
                <a:lnTo>
                  <a:pt x="216936" y="42897"/>
                </a:lnTo>
                <a:lnTo>
                  <a:pt x="209652" y="42897"/>
                </a:lnTo>
                <a:cubicBezTo>
                  <a:pt x="209067" y="42897"/>
                  <a:pt x="208640" y="42706"/>
                  <a:pt x="208370" y="42324"/>
                </a:cubicBezTo>
                <a:cubicBezTo>
                  <a:pt x="208100" y="41942"/>
                  <a:pt x="207965" y="41211"/>
                  <a:pt x="207965" y="40132"/>
                </a:cubicBezTo>
                <a:cubicBezTo>
                  <a:pt x="207965" y="39367"/>
                  <a:pt x="208044" y="38367"/>
                  <a:pt x="208201" y="37130"/>
                </a:cubicBezTo>
                <a:cubicBezTo>
                  <a:pt x="208359" y="35894"/>
                  <a:pt x="208617" y="34680"/>
                  <a:pt x="208977" y="33488"/>
                </a:cubicBezTo>
                <a:cubicBezTo>
                  <a:pt x="209337" y="32296"/>
                  <a:pt x="209809" y="31273"/>
                  <a:pt x="210393" y="30419"/>
                </a:cubicBezTo>
                <a:cubicBezTo>
                  <a:pt x="210978" y="29565"/>
                  <a:pt x="211675" y="29138"/>
                  <a:pt x="212484" y="29138"/>
                </a:cubicBezTo>
                <a:lnTo>
                  <a:pt x="219701" y="29138"/>
                </a:lnTo>
                <a:lnTo>
                  <a:pt x="222399" y="15661"/>
                </a:lnTo>
                <a:cubicBezTo>
                  <a:pt x="222489" y="15210"/>
                  <a:pt x="222703" y="14803"/>
                  <a:pt x="223040" y="14442"/>
                </a:cubicBezTo>
                <a:cubicBezTo>
                  <a:pt x="223377" y="14080"/>
                  <a:pt x="223894" y="13775"/>
                  <a:pt x="224591" y="13528"/>
                </a:cubicBezTo>
                <a:cubicBezTo>
                  <a:pt x="225288" y="13279"/>
                  <a:pt x="226188" y="13098"/>
                  <a:pt x="227289" y="12986"/>
                </a:cubicBezTo>
                <a:cubicBezTo>
                  <a:pt x="228391" y="12872"/>
                  <a:pt x="229774" y="12815"/>
                  <a:pt x="231437" y="12815"/>
                </a:cubicBezTo>
                <a:cubicBezTo>
                  <a:pt x="233056" y="12815"/>
                  <a:pt x="234405" y="12872"/>
                  <a:pt x="235484" y="12986"/>
                </a:cubicBezTo>
                <a:cubicBezTo>
                  <a:pt x="236563" y="13098"/>
                  <a:pt x="237395" y="13279"/>
                  <a:pt x="237980" y="13528"/>
                </a:cubicBezTo>
                <a:cubicBezTo>
                  <a:pt x="238564" y="13775"/>
                  <a:pt x="238958" y="14080"/>
                  <a:pt x="239160" y="14442"/>
                </a:cubicBezTo>
                <a:cubicBezTo>
                  <a:pt x="239362" y="14803"/>
                  <a:pt x="239419" y="15210"/>
                  <a:pt x="239329" y="15661"/>
                </a:cubicBezTo>
                <a:lnTo>
                  <a:pt x="236631" y="29138"/>
                </a:lnTo>
                <a:lnTo>
                  <a:pt x="249648" y="29138"/>
                </a:lnTo>
                <a:cubicBezTo>
                  <a:pt x="250413" y="29138"/>
                  <a:pt x="250930" y="29385"/>
                  <a:pt x="251200" y="29880"/>
                </a:cubicBezTo>
                <a:cubicBezTo>
                  <a:pt x="251469" y="30374"/>
                  <a:pt x="251604" y="31094"/>
                  <a:pt x="251604" y="32038"/>
                </a:cubicBezTo>
                <a:close/>
                <a:moveTo>
                  <a:pt x="358418" y="15003"/>
                </a:moveTo>
                <a:cubicBezTo>
                  <a:pt x="358418" y="16266"/>
                  <a:pt x="358205" y="17958"/>
                  <a:pt x="357777" y="20078"/>
                </a:cubicBezTo>
                <a:cubicBezTo>
                  <a:pt x="357350" y="22197"/>
                  <a:pt x="356811" y="23900"/>
                  <a:pt x="356159" y="25186"/>
                </a:cubicBezTo>
                <a:cubicBezTo>
                  <a:pt x="355507" y="26471"/>
                  <a:pt x="354776" y="27114"/>
                  <a:pt x="353967" y="27114"/>
                </a:cubicBezTo>
                <a:cubicBezTo>
                  <a:pt x="353382" y="27114"/>
                  <a:pt x="352685" y="26743"/>
                  <a:pt x="351876" y="26001"/>
                </a:cubicBezTo>
                <a:cubicBezTo>
                  <a:pt x="351066" y="25259"/>
                  <a:pt x="350010" y="24461"/>
                  <a:pt x="348706" y="23607"/>
                </a:cubicBezTo>
                <a:cubicBezTo>
                  <a:pt x="347402" y="22753"/>
                  <a:pt x="345738" y="21954"/>
                  <a:pt x="343714" y="21212"/>
                </a:cubicBezTo>
                <a:cubicBezTo>
                  <a:pt x="341691" y="20471"/>
                  <a:pt x="339173" y="20100"/>
                  <a:pt x="336160" y="20100"/>
                </a:cubicBezTo>
                <a:cubicBezTo>
                  <a:pt x="332833" y="20100"/>
                  <a:pt x="329798" y="20763"/>
                  <a:pt x="327055" y="22089"/>
                </a:cubicBezTo>
                <a:cubicBezTo>
                  <a:pt x="324312" y="23416"/>
                  <a:pt x="321861" y="25169"/>
                  <a:pt x="319703" y="27350"/>
                </a:cubicBezTo>
                <a:cubicBezTo>
                  <a:pt x="317545" y="29531"/>
                  <a:pt x="315656" y="32038"/>
                  <a:pt x="314037" y="34871"/>
                </a:cubicBezTo>
                <a:cubicBezTo>
                  <a:pt x="312418" y="37704"/>
                  <a:pt x="311081" y="40649"/>
                  <a:pt x="310024" y="43706"/>
                </a:cubicBezTo>
                <a:cubicBezTo>
                  <a:pt x="308967" y="46764"/>
                  <a:pt x="308180" y="49810"/>
                  <a:pt x="307663" y="52846"/>
                </a:cubicBezTo>
                <a:cubicBezTo>
                  <a:pt x="307146" y="55881"/>
                  <a:pt x="306888" y="58702"/>
                  <a:pt x="306888" y="61310"/>
                </a:cubicBezTo>
                <a:cubicBezTo>
                  <a:pt x="306888" y="64458"/>
                  <a:pt x="307281" y="67223"/>
                  <a:pt x="308068" y="69607"/>
                </a:cubicBezTo>
                <a:cubicBezTo>
                  <a:pt x="308855" y="71990"/>
                  <a:pt x="309990" y="73968"/>
                  <a:pt x="311474" y="75542"/>
                </a:cubicBezTo>
                <a:cubicBezTo>
                  <a:pt x="312958" y="77116"/>
                  <a:pt x="314779" y="78296"/>
                  <a:pt x="316937" y="79083"/>
                </a:cubicBezTo>
                <a:cubicBezTo>
                  <a:pt x="319096" y="79870"/>
                  <a:pt x="321524" y="80263"/>
                  <a:pt x="324222" y="80263"/>
                </a:cubicBezTo>
                <a:cubicBezTo>
                  <a:pt x="327414" y="80263"/>
                  <a:pt x="330146" y="79926"/>
                  <a:pt x="332417" y="79252"/>
                </a:cubicBezTo>
                <a:cubicBezTo>
                  <a:pt x="334688" y="78577"/>
                  <a:pt x="336621" y="77835"/>
                  <a:pt x="338217" y="77026"/>
                </a:cubicBezTo>
                <a:cubicBezTo>
                  <a:pt x="339814" y="76216"/>
                  <a:pt x="341140" y="75474"/>
                  <a:pt x="342197" y="74800"/>
                </a:cubicBezTo>
                <a:cubicBezTo>
                  <a:pt x="343254" y="74126"/>
                  <a:pt x="344209" y="73788"/>
                  <a:pt x="345063" y="73788"/>
                </a:cubicBezTo>
                <a:cubicBezTo>
                  <a:pt x="345648" y="73788"/>
                  <a:pt x="346041" y="74003"/>
                  <a:pt x="346244" y="74431"/>
                </a:cubicBezTo>
                <a:cubicBezTo>
                  <a:pt x="346446" y="74860"/>
                  <a:pt x="346547" y="75458"/>
                  <a:pt x="346547" y="76225"/>
                </a:cubicBezTo>
                <a:cubicBezTo>
                  <a:pt x="346547" y="76540"/>
                  <a:pt x="346502" y="77013"/>
                  <a:pt x="346412" y="77645"/>
                </a:cubicBezTo>
                <a:cubicBezTo>
                  <a:pt x="346322" y="78276"/>
                  <a:pt x="346210" y="78987"/>
                  <a:pt x="346075" y="79776"/>
                </a:cubicBezTo>
                <a:cubicBezTo>
                  <a:pt x="345940" y="80566"/>
                  <a:pt x="345783" y="81423"/>
                  <a:pt x="345603" y="82348"/>
                </a:cubicBezTo>
                <a:cubicBezTo>
                  <a:pt x="345423" y="83272"/>
                  <a:pt x="345221" y="84130"/>
                  <a:pt x="344996" y="84919"/>
                </a:cubicBezTo>
                <a:cubicBezTo>
                  <a:pt x="344771" y="85708"/>
                  <a:pt x="344513" y="86429"/>
                  <a:pt x="344220" y="87084"/>
                </a:cubicBezTo>
                <a:cubicBezTo>
                  <a:pt x="343928" y="87737"/>
                  <a:pt x="343535" y="88312"/>
                  <a:pt x="343040" y="88808"/>
                </a:cubicBezTo>
                <a:cubicBezTo>
                  <a:pt x="342545" y="89304"/>
                  <a:pt x="341579" y="89947"/>
                  <a:pt x="340140" y="90737"/>
                </a:cubicBezTo>
                <a:cubicBezTo>
                  <a:pt x="338701" y="91526"/>
                  <a:pt x="336947" y="92260"/>
                  <a:pt x="334879" y="92937"/>
                </a:cubicBezTo>
                <a:cubicBezTo>
                  <a:pt x="332810" y="93613"/>
                  <a:pt x="330472" y="94188"/>
                  <a:pt x="327864" y="94661"/>
                </a:cubicBezTo>
                <a:cubicBezTo>
                  <a:pt x="325256" y="95135"/>
                  <a:pt x="322468" y="95372"/>
                  <a:pt x="319501" y="95372"/>
                </a:cubicBezTo>
                <a:cubicBezTo>
                  <a:pt x="314599" y="95372"/>
                  <a:pt x="310181" y="94719"/>
                  <a:pt x="306247" y="93414"/>
                </a:cubicBezTo>
                <a:cubicBezTo>
                  <a:pt x="302312" y="92107"/>
                  <a:pt x="298974" y="90125"/>
                  <a:pt x="296231" y="87470"/>
                </a:cubicBezTo>
                <a:cubicBezTo>
                  <a:pt x="293488" y="84813"/>
                  <a:pt x="291375" y="81480"/>
                  <a:pt x="289891" y="77473"/>
                </a:cubicBezTo>
                <a:cubicBezTo>
                  <a:pt x="288407" y="73464"/>
                  <a:pt x="287665" y="68780"/>
                  <a:pt x="287665" y="63420"/>
                </a:cubicBezTo>
                <a:cubicBezTo>
                  <a:pt x="287665" y="59233"/>
                  <a:pt x="288092" y="54876"/>
                  <a:pt x="288947" y="50350"/>
                </a:cubicBezTo>
                <a:cubicBezTo>
                  <a:pt x="289801" y="45824"/>
                  <a:pt x="291094" y="41400"/>
                  <a:pt x="292825" y="37078"/>
                </a:cubicBezTo>
                <a:cubicBezTo>
                  <a:pt x="294556" y="32754"/>
                  <a:pt x="296748" y="28656"/>
                  <a:pt x="299401" y="24783"/>
                </a:cubicBezTo>
                <a:cubicBezTo>
                  <a:pt x="302054" y="20910"/>
                  <a:pt x="305190" y="17522"/>
                  <a:pt x="308810" y="14617"/>
                </a:cubicBezTo>
                <a:cubicBezTo>
                  <a:pt x="312430" y="11713"/>
                  <a:pt x="316544" y="9405"/>
                  <a:pt x="321153" y="7693"/>
                </a:cubicBezTo>
                <a:cubicBezTo>
                  <a:pt x="325762" y="5982"/>
                  <a:pt x="330877" y="5126"/>
                  <a:pt x="336497" y="5126"/>
                </a:cubicBezTo>
                <a:cubicBezTo>
                  <a:pt x="339645" y="5126"/>
                  <a:pt x="342624" y="5453"/>
                  <a:pt x="345434" y="6108"/>
                </a:cubicBezTo>
                <a:cubicBezTo>
                  <a:pt x="348245" y="6762"/>
                  <a:pt x="350695" y="7630"/>
                  <a:pt x="352786" y="8713"/>
                </a:cubicBezTo>
                <a:cubicBezTo>
                  <a:pt x="354877" y="9795"/>
                  <a:pt x="356338" y="10776"/>
                  <a:pt x="357170" y="11656"/>
                </a:cubicBezTo>
                <a:cubicBezTo>
                  <a:pt x="358002" y="12534"/>
                  <a:pt x="358418" y="13650"/>
                  <a:pt x="358418" y="15003"/>
                </a:cubicBezTo>
                <a:close/>
                <a:moveTo>
                  <a:pt x="421948" y="51646"/>
                </a:moveTo>
                <a:cubicBezTo>
                  <a:pt x="421948" y="54889"/>
                  <a:pt x="421645" y="58223"/>
                  <a:pt x="421038" y="61648"/>
                </a:cubicBezTo>
                <a:cubicBezTo>
                  <a:pt x="420431" y="65072"/>
                  <a:pt x="419475" y="68418"/>
                  <a:pt x="418171" y="71685"/>
                </a:cubicBezTo>
                <a:cubicBezTo>
                  <a:pt x="416867" y="74950"/>
                  <a:pt x="415192" y="78014"/>
                  <a:pt x="413146" y="80875"/>
                </a:cubicBezTo>
                <a:cubicBezTo>
                  <a:pt x="411100" y="83735"/>
                  <a:pt x="408650" y="86258"/>
                  <a:pt x="405794" y="88444"/>
                </a:cubicBezTo>
                <a:cubicBezTo>
                  <a:pt x="402939" y="90629"/>
                  <a:pt x="399668" y="92352"/>
                  <a:pt x="395981" y="93614"/>
                </a:cubicBezTo>
                <a:cubicBezTo>
                  <a:pt x="392293" y="94876"/>
                  <a:pt x="388134" y="95507"/>
                  <a:pt x="383503" y="95507"/>
                </a:cubicBezTo>
                <a:cubicBezTo>
                  <a:pt x="378961" y="95507"/>
                  <a:pt x="375038" y="94977"/>
                  <a:pt x="371733" y="93917"/>
                </a:cubicBezTo>
                <a:cubicBezTo>
                  <a:pt x="368428" y="92859"/>
                  <a:pt x="365674" y="91305"/>
                  <a:pt x="363471" y="89255"/>
                </a:cubicBezTo>
                <a:cubicBezTo>
                  <a:pt x="361267" y="87205"/>
                  <a:pt x="359626" y="84682"/>
                  <a:pt x="358547" y="81686"/>
                </a:cubicBezTo>
                <a:cubicBezTo>
                  <a:pt x="357468" y="78690"/>
                  <a:pt x="356928" y="75255"/>
                  <a:pt x="356928" y="71379"/>
                </a:cubicBezTo>
                <a:cubicBezTo>
                  <a:pt x="356928" y="68136"/>
                  <a:pt x="357232" y="64802"/>
                  <a:pt x="357839" y="61378"/>
                </a:cubicBezTo>
                <a:cubicBezTo>
                  <a:pt x="358446" y="57953"/>
                  <a:pt x="359401" y="54620"/>
                  <a:pt x="360705" y="51377"/>
                </a:cubicBezTo>
                <a:cubicBezTo>
                  <a:pt x="362009" y="48132"/>
                  <a:pt x="363684" y="45057"/>
                  <a:pt x="365730" y="42151"/>
                </a:cubicBezTo>
                <a:cubicBezTo>
                  <a:pt x="367776" y="39245"/>
                  <a:pt x="370227" y="36711"/>
                  <a:pt x="373082" y="34548"/>
                </a:cubicBezTo>
                <a:cubicBezTo>
                  <a:pt x="375937" y="32386"/>
                  <a:pt x="379208" y="30673"/>
                  <a:pt x="382896" y="29412"/>
                </a:cubicBezTo>
                <a:cubicBezTo>
                  <a:pt x="386583" y="28150"/>
                  <a:pt x="390742" y="27519"/>
                  <a:pt x="395374" y="27519"/>
                </a:cubicBezTo>
                <a:cubicBezTo>
                  <a:pt x="399915" y="27519"/>
                  <a:pt x="403838" y="28049"/>
                  <a:pt x="407143" y="29108"/>
                </a:cubicBezTo>
                <a:cubicBezTo>
                  <a:pt x="410448" y="30166"/>
                  <a:pt x="413202" y="31720"/>
                  <a:pt x="415406" y="33770"/>
                </a:cubicBezTo>
                <a:cubicBezTo>
                  <a:pt x="417609" y="35821"/>
                  <a:pt x="419250" y="38344"/>
                  <a:pt x="420329" y="41339"/>
                </a:cubicBezTo>
                <a:cubicBezTo>
                  <a:pt x="421409" y="44335"/>
                  <a:pt x="421948" y="47771"/>
                  <a:pt x="421948" y="51646"/>
                </a:cubicBezTo>
                <a:moveTo>
                  <a:pt x="404412" y="52763"/>
                </a:moveTo>
                <a:cubicBezTo>
                  <a:pt x="404412" y="50872"/>
                  <a:pt x="404221" y="49195"/>
                  <a:pt x="403838" y="47732"/>
                </a:cubicBezTo>
                <a:cubicBezTo>
                  <a:pt x="403456" y="46268"/>
                  <a:pt x="402827" y="45029"/>
                  <a:pt x="401950" y="44016"/>
                </a:cubicBezTo>
                <a:cubicBezTo>
                  <a:pt x="401073" y="43002"/>
                  <a:pt x="399949" y="42225"/>
                  <a:pt x="398577" y="41685"/>
                </a:cubicBezTo>
                <a:cubicBezTo>
                  <a:pt x="397206" y="41144"/>
                  <a:pt x="395531" y="40874"/>
                  <a:pt x="393552" y="40874"/>
                </a:cubicBezTo>
                <a:cubicBezTo>
                  <a:pt x="391304" y="40874"/>
                  <a:pt x="389281" y="41313"/>
                  <a:pt x="387482" y="42191"/>
                </a:cubicBezTo>
                <a:cubicBezTo>
                  <a:pt x="385684" y="43069"/>
                  <a:pt x="384076" y="44252"/>
                  <a:pt x="382660" y="45738"/>
                </a:cubicBezTo>
                <a:cubicBezTo>
                  <a:pt x="381243" y="47225"/>
                  <a:pt x="380018" y="48948"/>
                  <a:pt x="378984" y="50906"/>
                </a:cubicBezTo>
                <a:cubicBezTo>
                  <a:pt x="377949" y="52865"/>
                  <a:pt x="377095" y="54926"/>
                  <a:pt x="376421" y="57089"/>
                </a:cubicBezTo>
                <a:cubicBezTo>
                  <a:pt x="375746" y="59250"/>
                  <a:pt x="375252" y="61445"/>
                  <a:pt x="374937" y="63675"/>
                </a:cubicBezTo>
                <a:cubicBezTo>
                  <a:pt x="374622" y="65904"/>
                  <a:pt x="374465" y="68032"/>
                  <a:pt x="374465" y="70060"/>
                </a:cubicBezTo>
                <a:cubicBezTo>
                  <a:pt x="374465" y="71951"/>
                  <a:pt x="374656" y="73640"/>
                  <a:pt x="375038" y="75127"/>
                </a:cubicBezTo>
                <a:cubicBezTo>
                  <a:pt x="375420" y="76612"/>
                  <a:pt x="376050" y="77862"/>
                  <a:pt x="376926" y="78876"/>
                </a:cubicBezTo>
                <a:cubicBezTo>
                  <a:pt x="377803" y="79890"/>
                  <a:pt x="378927" y="80667"/>
                  <a:pt x="380299" y="81208"/>
                </a:cubicBezTo>
                <a:cubicBezTo>
                  <a:pt x="381670" y="81747"/>
                  <a:pt x="383345" y="82017"/>
                  <a:pt x="385324" y="82017"/>
                </a:cubicBezTo>
                <a:cubicBezTo>
                  <a:pt x="387572" y="82017"/>
                  <a:pt x="389595" y="81578"/>
                  <a:pt x="391394" y="80700"/>
                </a:cubicBezTo>
                <a:cubicBezTo>
                  <a:pt x="393193" y="79821"/>
                  <a:pt x="394800" y="78628"/>
                  <a:pt x="396217" y="77119"/>
                </a:cubicBezTo>
                <a:cubicBezTo>
                  <a:pt x="397633" y="75609"/>
                  <a:pt x="398858" y="73875"/>
                  <a:pt x="399893" y="71917"/>
                </a:cubicBezTo>
                <a:cubicBezTo>
                  <a:pt x="400927" y="69958"/>
                  <a:pt x="401781" y="67887"/>
                  <a:pt x="402456" y="65703"/>
                </a:cubicBezTo>
                <a:cubicBezTo>
                  <a:pt x="403130" y="63518"/>
                  <a:pt x="403625" y="61322"/>
                  <a:pt x="403939" y="59116"/>
                </a:cubicBezTo>
                <a:cubicBezTo>
                  <a:pt x="404254" y="56909"/>
                  <a:pt x="404412" y="54791"/>
                  <a:pt x="404412" y="52763"/>
                </a:cubicBezTo>
                <a:close/>
                <a:moveTo>
                  <a:pt x="445305" y="91595"/>
                </a:moveTo>
                <a:cubicBezTo>
                  <a:pt x="445216" y="92044"/>
                  <a:pt x="445002" y="92438"/>
                  <a:pt x="444665" y="92775"/>
                </a:cubicBezTo>
                <a:cubicBezTo>
                  <a:pt x="444327" y="93112"/>
                  <a:pt x="443822" y="93393"/>
                  <a:pt x="443147" y="93618"/>
                </a:cubicBezTo>
                <a:cubicBezTo>
                  <a:pt x="442473" y="93843"/>
                  <a:pt x="441573" y="94011"/>
                  <a:pt x="440449" y="94124"/>
                </a:cubicBezTo>
                <a:cubicBezTo>
                  <a:pt x="439325" y="94236"/>
                  <a:pt x="437954" y="94293"/>
                  <a:pt x="436335" y="94293"/>
                </a:cubicBezTo>
                <a:cubicBezTo>
                  <a:pt x="434626" y="94293"/>
                  <a:pt x="433243" y="94236"/>
                  <a:pt x="432187" y="94124"/>
                </a:cubicBezTo>
                <a:cubicBezTo>
                  <a:pt x="431130" y="94011"/>
                  <a:pt x="430309" y="93843"/>
                  <a:pt x="429725" y="93618"/>
                </a:cubicBezTo>
                <a:cubicBezTo>
                  <a:pt x="429140" y="93393"/>
                  <a:pt x="428747" y="93112"/>
                  <a:pt x="428545" y="92775"/>
                </a:cubicBezTo>
                <a:cubicBezTo>
                  <a:pt x="428342" y="92438"/>
                  <a:pt x="428286" y="92044"/>
                  <a:pt x="428376" y="91595"/>
                </a:cubicBezTo>
                <a:lnTo>
                  <a:pt x="446115" y="2900"/>
                </a:lnTo>
                <a:cubicBezTo>
                  <a:pt x="446205" y="2451"/>
                  <a:pt x="446407" y="2046"/>
                  <a:pt x="446722" y="1686"/>
                </a:cubicBezTo>
                <a:cubicBezTo>
                  <a:pt x="447037" y="1326"/>
                  <a:pt x="447554" y="1023"/>
                  <a:pt x="448273" y="776"/>
                </a:cubicBezTo>
                <a:cubicBezTo>
                  <a:pt x="448993" y="528"/>
                  <a:pt x="449903" y="337"/>
                  <a:pt x="451005" y="202"/>
                </a:cubicBezTo>
                <a:cubicBezTo>
                  <a:pt x="452106" y="67"/>
                  <a:pt x="453489" y="0"/>
                  <a:pt x="455153" y="0"/>
                </a:cubicBezTo>
                <a:cubicBezTo>
                  <a:pt x="456817" y="0"/>
                  <a:pt x="458177" y="67"/>
                  <a:pt x="459233" y="202"/>
                </a:cubicBezTo>
                <a:cubicBezTo>
                  <a:pt x="460290" y="337"/>
                  <a:pt x="461111" y="528"/>
                  <a:pt x="461695" y="776"/>
                </a:cubicBezTo>
                <a:cubicBezTo>
                  <a:pt x="462280" y="1023"/>
                  <a:pt x="462662" y="1326"/>
                  <a:pt x="462842" y="1686"/>
                </a:cubicBezTo>
                <a:cubicBezTo>
                  <a:pt x="463022" y="2046"/>
                  <a:pt x="463067" y="2451"/>
                  <a:pt x="462977" y="2900"/>
                </a:cubicBezTo>
                <a:lnTo>
                  <a:pt x="445305" y="91595"/>
                </a:lnTo>
                <a:close/>
                <a:moveTo>
                  <a:pt x="528726" y="51646"/>
                </a:moveTo>
                <a:cubicBezTo>
                  <a:pt x="528726" y="54889"/>
                  <a:pt x="528422" y="58223"/>
                  <a:pt x="527815" y="61648"/>
                </a:cubicBezTo>
                <a:cubicBezTo>
                  <a:pt x="527208" y="65072"/>
                  <a:pt x="526253" y="68418"/>
                  <a:pt x="524949" y="71685"/>
                </a:cubicBezTo>
                <a:cubicBezTo>
                  <a:pt x="523645" y="74950"/>
                  <a:pt x="521970" y="78014"/>
                  <a:pt x="519924" y="80875"/>
                </a:cubicBezTo>
                <a:cubicBezTo>
                  <a:pt x="517878" y="83735"/>
                  <a:pt x="515427" y="86258"/>
                  <a:pt x="512572" y="88444"/>
                </a:cubicBezTo>
                <a:cubicBezTo>
                  <a:pt x="509717" y="90629"/>
                  <a:pt x="506445" y="92352"/>
                  <a:pt x="502758" y="93614"/>
                </a:cubicBezTo>
                <a:cubicBezTo>
                  <a:pt x="499071" y="94876"/>
                  <a:pt x="494912" y="95507"/>
                  <a:pt x="490280" y="95507"/>
                </a:cubicBezTo>
                <a:cubicBezTo>
                  <a:pt x="485739" y="95507"/>
                  <a:pt x="481816" y="94977"/>
                  <a:pt x="478511" y="93917"/>
                </a:cubicBezTo>
                <a:cubicBezTo>
                  <a:pt x="475206" y="92859"/>
                  <a:pt x="472452" y="91305"/>
                  <a:pt x="470248" y="89255"/>
                </a:cubicBezTo>
                <a:cubicBezTo>
                  <a:pt x="468045" y="87205"/>
                  <a:pt x="466404" y="84682"/>
                  <a:pt x="465324" y="81686"/>
                </a:cubicBezTo>
                <a:cubicBezTo>
                  <a:pt x="464245" y="78690"/>
                  <a:pt x="463706" y="75255"/>
                  <a:pt x="463706" y="71379"/>
                </a:cubicBezTo>
                <a:cubicBezTo>
                  <a:pt x="463706" y="68136"/>
                  <a:pt x="464009" y="64802"/>
                  <a:pt x="464616" y="61378"/>
                </a:cubicBezTo>
                <a:cubicBezTo>
                  <a:pt x="465223" y="57953"/>
                  <a:pt x="466179" y="54620"/>
                  <a:pt x="467483" y="51377"/>
                </a:cubicBezTo>
                <a:cubicBezTo>
                  <a:pt x="468787" y="48132"/>
                  <a:pt x="470462" y="45057"/>
                  <a:pt x="472508" y="42151"/>
                </a:cubicBezTo>
                <a:cubicBezTo>
                  <a:pt x="474554" y="39245"/>
                  <a:pt x="477004" y="36711"/>
                  <a:pt x="479860" y="34548"/>
                </a:cubicBezTo>
                <a:cubicBezTo>
                  <a:pt x="482715" y="32386"/>
                  <a:pt x="485986" y="30673"/>
                  <a:pt x="489673" y="29412"/>
                </a:cubicBezTo>
                <a:cubicBezTo>
                  <a:pt x="493360" y="28150"/>
                  <a:pt x="497520" y="27519"/>
                  <a:pt x="502151" y="27519"/>
                </a:cubicBezTo>
                <a:cubicBezTo>
                  <a:pt x="506693" y="27519"/>
                  <a:pt x="510616" y="28049"/>
                  <a:pt x="513921" y="29108"/>
                </a:cubicBezTo>
                <a:cubicBezTo>
                  <a:pt x="517226" y="30166"/>
                  <a:pt x="519980" y="31720"/>
                  <a:pt x="522183" y="33770"/>
                </a:cubicBezTo>
                <a:cubicBezTo>
                  <a:pt x="524387" y="35821"/>
                  <a:pt x="526028" y="38344"/>
                  <a:pt x="527107" y="41339"/>
                </a:cubicBezTo>
                <a:cubicBezTo>
                  <a:pt x="528186" y="44335"/>
                  <a:pt x="528726" y="47771"/>
                  <a:pt x="528726" y="51646"/>
                </a:cubicBezTo>
                <a:moveTo>
                  <a:pt x="511189" y="52763"/>
                </a:moveTo>
                <a:cubicBezTo>
                  <a:pt x="511189" y="50872"/>
                  <a:pt x="510998" y="49195"/>
                  <a:pt x="510616" y="47732"/>
                </a:cubicBezTo>
                <a:cubicBezTo>
                  <a:pt x="510234" y="46268"/>
                  <a:pt x="509604" y="45029"/>
                  <a:pt x="508727" y="44016"/>
                </a:cubicBezTo>
                <a:cubicBezTo>
                  <a:pt x="507851" y="43002"/>
                  <a:pt x="506726" y="42225"/>
                  <a:pt x="505355" y="41685"/>
                </a:cubicBezTo>
                <a:cubicBezTo>
                  <a:pt x="503984" y="41144"/>
                  <a:pt x="502309" y="40874"/>
                  <a:pt x="500330" y="40874"/>
                </a:cubicBezTo>
                <a:cubicBezTo>
                  <a:pt x="498082" y="40874"/>
                  <a:pt x="496058" y="41313"/>
                  <a:pt x="494260" y="42191"/>
                </a:cubicBezTo>
                <a:cubicBezTo>
                  <a:pt x="492461" y="43069"/>
                  <a:pt x="490854" y="44252"/>
                  <a:pt x="489437" y="45738"/>
                </a:cubicBezTo>
                <a:cubicBezTo>
                  <a:pt x="488021" y="47225"/>
                  <a:pt x="486795" y="48948"/>
                  <a:pt x="485761" y="50906"/>
                </a:cubicBezTo>
                <a:cubicBezTo>
                  <a:pt x="484727" y="52865"/>
                  <a:pt x="483873" y="54926"/>
                  <a:pt x="483198" y="57089"/>
                </a:cubicBezTo>
                <a:cubicBezTo>
                  <a:pt x="482524" y="59250"/>
                  <a:pt x="482029" y="61445"/>
                  <a:pt x="481714" y="63675"/>
                </a:cubicBezTo>
                <a:cubicBezTo>
                  <a:pt x="481400" y="65904"/>
                  <a:pt x="481242" y="68032"/>
                  <a:pt x="481242" y="70060"/>
                </a:cubicBezTo>
                <a:cubicBezTo>
                  <a:pt x="481242" y="71951"/>
                  <a:pt x="481433" y="73640"/>
                  <a:pt x="481816" y="75127"/>
                </a:cubicBezTo>
                <a:cubicBezTo>
                  <a:pt x="482198" y="76612"/>
                  <a:pt x="482827" y="77862"/>
                  <a:pt x="483704" y="78876"/>
                </a:cubicBezTo>
                <a:cubicBezTo>
                  <a:pt x="484581" y="79890"/>
                  <a:pt x="485705" y="80667"/>
                  <a:pt x="487077" y="81208"/>
                </a:cubicBezTo>
                <a:cubicBezTo>
                  <a:pt x="488448" y="81747"/>
                  <a:pt x="490123" y="82017"/>
                  <a:pt x="492101" y="82017"/>
                </a:cubicBezTo>
                <a:cubicBezTo>
                  <a:pt x="494350" y="82017"/>
                  <a:pt x="496373" y="81578"/>
                  <a:pt x="498172" y="80700"/>
                </a:cubicBezTo>
                <a:cubicBezTo>
                  <a:pt x="499970" y="79821"/>
                  <a:pt x="501578" y="78628"/>
                  <a:pt x="502994" y="77119"/>
                </a:cubicBezTo>
                <a:cubicBezTo>
                  <a:pt x="504411" y="75609"/>
                  <a:pt x="505636" y="73875"/>
                  <a:pt x="506670" y="71917"/>
                </a:cubicBezTo>
                <a:cubicBezTo>
                  <a:pt x="507704" y="69958"/>
                  <a:pt x="508559" y="67887"/>
                  <a:pt x="509233" y="65703"/>
                </a:cubicBezTo>
                <a:cubicBezTo>
                  <a:pt x="509908" y="63518"/>
                  <a:pt x="510402" y="61322"/>
                  <a:pt x="510717" y="59116"/>
                </a:cubicBezTo>
                <a:cubicBezTo>
                  <a:pt x="511032" y="56909"/>
                  <a:pt x="511189" y="54791"/>
                  <a:pt x="511189" y="52763"/>
                </a:cubicBezTo>
                <a:close/>
                <a:moveTo>
                  <a:pt x="585065" y="30419"/>
                </a:moveTo>
                <a:cubicBezTo>
                  <a:pt x="585065" y="30734"/>
                  <a:pt x="585020" y="31296"/>
                  <a:pt x="584930" y="32105"/>
                </a:cubicBezTo>
                <a:cubicBezTo>
                  <a:pt x="584840" y="32915"/>
                  <a:pt x="584705" y="33859"/>
                  <a:pt x="584525" y="34938"/>
                </a:cubicBezTo>
                <a:cubicBezTo>
                  <a:pt x="584345" y="36017"/>
                  <a:pt x="584120" y="37130"/>
                  <a:pt x="583851" y="38277"/>
                </a:cubicBezTo>
                <a:cubicBezTo>
                  <a:pt x="583581" y="39423"/>
                  <a:pt x="583277" y="40491"/>
                  <a:pt x="582940" y="41481"/>
                </a:cubicBezTo>
                <a:cubicBezTo>
                  <a:pt x="582603" y="42470"/>
                  <a:pt x="582221" y="43279"/>
                  <a:pt x="581793" y="43909"/>
                </a:cubicBezTo>
                <a:cubicBezTo>
                  <a:pt x="581366" y="44538"/>
                  <a:pt x="580905" y="44853"/>
                  <a:pt x="580411" y="44853"/>
                </a:cubicBezTo>
                <a:cubicBezTo>
                  <a:pt x="580006" y="44853"/>
                  <a:pt x="579601" y="44774"/>
                  <a:pt x="579197" y="44617"/>
                </a:cubicBezTo>
                <a:cubicBezTo>
                  <a:pt x="578792" y="44460"/>
                  <a:pt x="578342" y="44302"/>
                  <a:pt x="577848" y="44145"/>
                </a:cubicBezTo>
                <a:cubicBezTo>
                  <a:pt x="577353" y="43987"/>
                  <a:pt x="576813" y="43830"/>
                  <a:pt x="576229" y="43673"/>
                </a:cubicBezTo>
                <a:cubicBezTo>
                  <a:pt x="575644" y="43515"/>
                  <a:pt x="574970" y="43437"/>
                  <a:pt x="574206" y="43437"/>
                </a:cubicBezTo>
                <a:cubicBezTo>
                  <a:pt x="572677" y="43437"/>
                  <a:pt x="571047" y="44023"/>
                  <a:pt x="569316" y="45197"/>
                </a:cubicBezTo>
                <a:cubicBezTo>
                  <a:pt x="567584" y="46369"/>
                  <a:pt x="565932" y="47913"/>
                  <a:pt x="564358" y="49832"/>
                </a:cubicBezTo>
                <a:cubicBezTo>
                  <a:pt x="562784" y="51748"/>
                  <a:pt x="561379" y="53981"/>
                  <a:pt x="560143" y="56530"/>
                </a:cubicBezTo>
                <a:cubicBezTo>
                  <a:pt x="558906" y="59079"/>
                  <a:pt x="558018" y="61752"/>
                  <a:pt x="557478" y="64548"/>
                </a:cubicBezTo>
                <a:lnTo>
                  <a:pt x="552083" y="91595"/>
                </a:lnTo>
                <a:cubicBezTo>
                  <a:pt x="551993" y="92044"/>
                  <a:pt x="551779" y="92438"/>
                  <a:pt x="551442" y="92775"/>
                </a:cubicBezTo>
                <a:cubicBezTo>
                  <a:pt x="551105" y="93112"/>
                  <a:pt x="550587" y="93393"/>
                  <a:pt x="549890" y="93618"/>
                </a:cubicBezTo>
                <a:cubicBezTo>
                  <a:pt x="549193" y="93843"/>
                  <a:pt x="548283" y="94011"/>
                  <a:pt x="547159" y="94124"/>
                </a:cubicBezTo>
                <a:cubicBezTo>
                  <a:pt x="546035" y="94236"/>
                  <a:pt x="544663" y="94293"/>
                  <a:pt x="543044" y="94293"/>
                </a:cubicBezTo>
                <a:cubicBezTo>
                  <a:pt x="541381" y="94293"/>
                  <a:pt x="540021" y="94236"/>
                  <a:pt x="538964" y="94124"/>
                </a:cubicBezTo>
                <a:cubicBezTo>
                  <a:pt x="537907" y="94011"/>
                  <a:pt x="537075" y="93843"/>
                  <a:pt x="536468" y="93618"/>
                </a:cubicBezTo>
                <a:cubicBezTo>
                  <a:pt x="535861" y="93393"/>
                  <a:pt x="535468" y="93112"/>
                  <a:pt x="535288" y="92775"/>
                </a:cubicBezTo>
                <a:cubicBezTo>
                  <a:pt x="535108" y="92438"/>
                  <a:pt x="535063" y="92044"/>
                  <a:pt x="535153" y="91595"/>
                </a:cubicBezTo>
                <a:lnTo>
                  <a:pt x="547159" y="31363"/>
                </a:lnTo>
                <a:cubicBezTo>
                  <a:pt x="547249" y="30914"/>
                  <a:pt x="547451" y="30520"/>
                  <a:pt x="547766" y="30183"/>
                </a:cubicBezTo>
                <a:cubicBezTo>
                  <a:pt x="548081" y="29846"/>
                  <a:pt x="548541" y="29576"/>
                  <a:pt x="549149" y="29374"/>
                </a:cubicBezTo>
                <a:cubicBezTo>
                  <a:pt x="549756" y="29171"/>
                  <a:pt x="550542" y="29014"/>
                  <a:pt x="551509" y="28902"/>
                </a:cubicBezTo>
                <a:cubicBezTo>
                  <a:pt x="552476" y="28789"/>
                  <a:pt x="553634" y="28733"/>
                  <a:pt x="554983" y="28733"/>
                </a:cubicBezTo>
                <a:cubicBezTo>
                  <a:pt x="556377" y="28733"/>
                  <a:pt x="557512" y="28789"/>
                  <a:pt x="558389" y="28902"/>
                </a:cubicBezTo>
                <a:cubicBezTo>
                  <a:pt x="559266" y="29014"/>
                  <a:pt x="559951" y="29171"/>
                  <a:pt x="560446" y="29374"/>
                </a:cubicBezTo>
                <a:cubicBezTo>
                  <a:pt x="560941" y="29576"/>
                  <a:pt x="561267" y="29846"/>
                  <a:pt x="561424" y="30183"/>
                </a:cubicBezTo>
                <a:cubicBezTo>
                  <a:pt x="561581" y="30520"/>
                  <a:pt x="561615" y="30914"/>
                  <a:pt x="561525" y="31363"/>
                </a:cubicBezTo>
                <a:lnTo>
                  <a:pt x="559637" y="40941"/>
                </a:lnTo>
                <a:cubicBezTo>
                  <a:pt x="560716" y="38998"/>
                  <a:pt x="561964" y="37212"/>
                  <a:pt x="563380" y="35585"/>
                </a:cubicBezTo>
                <a:cubicBezTo>
                  <a:pt x="564796" y="33958"/>
                  <a:pt x="566303" y="32546"/>
                  <a:pt x="567899" y="31349"/>
                </a:cubicBezTo>
                <a:cubicBezTo>
                  <a:pt x="569495" y="30151"/>
                  <a:pt x="571148" y="29214"/>
                  <a:pt x="572857" y="28537"/>
                </a:cubicBezTo>
                <a:cubicBezTo>
                  <a:pt x="574565" y="27858"/>
                  <a:pt x="576251" y="27519"/>
                  <a:pt x="577915" y="27519"/>
                </a:cubicBezTo>
                <a:cubicBezTo>
                  <a:pt x="578590" y="27519"/>
                  <a:pt x="579275" y="27564"/>
                  <a:pt x="579972" y="27654"/>
                </a:cubicBezTo>
                <a:cubicBezTo>
                  <a:pt x="580669" y="27744"/>
                  <a:pt x="581321" y="27856"/>
                  <a:pt x="581928" y="27991"/>
                </a:cubicBezTo>
                <a:cubicBezTo>
                  <a:pt x="582535" y="28126"/>
                  <a:pt x="583075" y="28295"/>
                  <a:pt x="583547" y="28497"/>
                </a:cubicBezTo>
                <a:cubicBezTo>
                  <a:pt x="584019" y="28699"/>
                  <a:pt x="584390" y="28913"/>
                  <a:pt x="584660" y="29138"/>
                </a:cubicBezTo>
                <a:cubicBezTo>
                  <a:pt x="584930" y="29407"/>
                  <a:pt x="585065" y="29835"/>
                  <a:pt x="585065" y="304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Stack">
            <a:extLst xmlns:a="http://schemas.openxmlformats.org/drawingml/2006/main">
              <a:ext uri="{FF2B5EF4-FFF2-40B4-BE49-F238E27FC236}">
                <a16:creationId xmlns:a16="http://schemas.microsoft.com/office/drawing/2014/main" id="{88828C4B-7C40-4B16-82A9-1FF064D0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336" y="707129"/>
            <a:ext cx="287716" cy="95372"/>
          </a:xfrm>
          <a:custGeom xmlns:a="http://schemas.openxmlformats.org/drawingml/2006/main">
            <a:pathLst>
              <a:path w="287716" h="95372">
                <a:moveTo>
                  <a:pt x="53689" y="69569"/>
                </a:moveTo>
                <a:cubicBezTo>
                  <a:pt x="53689" y="73666"/>
                  <a:pt x="52936" y="77314"/>
                  <a:pt x="51429" y="80512"/>
                </a:cubicBezTo>
                <a:cubicBezTo>
                  <a:pt x="49923" y="83709"/>
                  <a:pt x="47832" y="86422"/>
                  <a:pt x="45157" y="88652"/>
                </a:cubicBezTo>
                <a:cubicBezTo>
                  <a:pt x="42481" y="90881"/>
                  <a:pt x="39334" y="92558"/>
                  <a:pt x="35714" y="93683"/>
                </a:cubicBezTo>
                <a:cubicBezTo>
                  <a:pt x="32094" y="94809"/>
                  <a:pt x="28193" y="95372"/>
                  <a:pt x="24012" y="95372"/>
                </a:cubicBezTo>
                <a:cubicBezTo>
                  <a:pt x="21089" y="95372"/>
                  <a:pt x="18380" y="95124"/>
                  <a:pt x="15884" y="94630"/>
                </a:cubicBezTo>
                <a:cubicBezTo>
                  <a:pt x="13388" y="94135"/>
                  <a:pt x="11163" y="93528"/>
                  <a:pt x="9207" y="92809"/>
                </a:cubicBezTo>
                <a:cubicBezTo>
                  <a:pt x="7251" y="92089"/>
                  <a:pt x="5609" y="91347"/>
                  <a:pt x="4283" y="90583"/>
                </a:cubicBezTo>
                <a:cubicBezTo>
                  <a:pt x="2956" y="89818"/>
                  <a:pt x="2035" y="89166"/>
                  <a:pt x="1518" y="88627"/>
                </a:cubicBezTo>
                <a:cubicBezTo>
                  <a:pt x="1000" y="88087"/>
                  <a:pt x="618" y="87402"/>
                  <a:pt x="371" y="86570"/>
                </a:cubicBezTo>
                <a:cubicBezTo>
                  <a:pt x="124" y="85738"/>
                  <a:pt x="0" y="84625"/>
                  <a:pt x="0" y="83231"/>
                </a:cubicBezTo>
                <a:cubicBezTo>
                  <a:pt x="0" y="82242"/>
                  <a:pt x="45" y="81421"/>
                  <a:pt x="135" y="80769"/>
                </a:cubicBezTo>
                <a:cubicBezTo>
                  <a:pt x="225" y="80117"/>
                  <a:pt x="360" y="79589"/>
                  <a:pt x="540" y="79184"/>
                </a:cubicBezTo>
                <a:cubicBezTo>
                  <a:pt x="719" y="78779"/>
                  <a:pt x="944" y="78498"/>
                  <a:pt x="1214" y="78341"/>
                </a:cubicBezTo>
                <a:cubicBezTo>
                  <a:pt x="1484" y="78184"/>
                  <a:pt x="1799" y="78105"/>
                  <a:pt x="2158" y="78105"/>
                </a:cubicBezTo>
                <a:cubicBezTo>
                  <a:pt x="2788" y="78105"/>
                  <a:pt x="3676" y="78487"/>
                  <a:pt x="4823" y="79252"/>
                </a:cubicBezTo>
                <a:cubicBezTo>
                  <a:pt x="5969" y="80016"/>
                  <a:pt x="7442" y="80848"/>
                  <a:pt x="9240" y="81747"/>
                </a:cubicBezTo>
                <a:cubicBezTo>
                  <a:pt x="11039" y="82646"/>
                  <a:pt x="13209" y="83490"/>
                  <a:pt x="15749" y="84276"/>
                </a:cubicBezTo>
                <a:cubicBezTo>
                  <a:pt x="18290" y="85063"/>
                  <a:pt x="21224" y="85457"/>
                  <a:pt x="24551" y="85457"/>
                </a:cubicBezTo>
                <a:cubicBezTo>
                  <a:pt x="27069" y="85457"/>
                  <a:pt x="29374" y="85119"/>
                  <a:pt x="31465" y="84443"/>
                </a:cubicBezTo>
                <a:cubicBezTo>
                  <a:pt x="33555" y="83767"/>
                  <a:pt x="35354" y="82809"/>
                  <a:pt x="36860" y="81570"/>
                </a:cubicBezTo>
                <a:cubicBezTo>
                  <a:pt x="38367" y="80329"/>
                  <a:pt x="39525" y="78808"/>
                  <a:pt x="40334" y="77005"/>
                </a:cubicBezTo>
                <a:cubicBezTo>
                  <a:pt x="41143" y="75202"/>
                  <a:pt x="41548" y="73151"/>
                  <a:pt x="41548" y="70852"/>
                </a:cubicBezTo>
                <a:cubicBezTo>
                  <a:pt x="41548" y="68375"/>
                  <a:pt x="40986" y="66259"/>
                  <a:pt x="39862" y="64504"/>
                </a:cubicBezTo>
                <a:cubicBezTo>
                  <a:pt x="38738" y="62747"/>
                  <a:pt x="37254" y="61205"/>
                  <a:pt x="35410" y="59877"/>
                </a:cubicBezTo>
                <a:cubicBezTo>
                  <a:pt x="33567" y="58548"/>
                  <a:pt x="31465" y="57332"/>
                  <a:pt x="29104" y="56229"/>
                </a:cubicBezTo>
                <a:cubicBezTo>
                  <a:pt x="26743" y="55124"/>
                  <a:pt x="24326" y="53998"/>
                  <a:pt x="21853" y="52850"/>
                </a:cubicBezTo>
                <a:cubicBezTo>
                  <a:pt x="19380" y="51702"/>
                  <a:pt x="16974" y="50430"/>
                  <a:pt x="14636" y="49035"/>
                </a:cubicBezTo>
                <a:cubicBezTo>
                  <a:pt x="12298" y="47638"/>
                  <a:pt x="10207" y="45994"/>
                  <a:pt x="8364" y="44103"/>
                </a:cubicBezTo>
                <a:cubicBezTo>
                  <a:pt x="6520" y="42211"/>
                  <a:pt x="5025" y="39993"/>
                  <a:pt x="3878" y="37448"/>
                </a:cubicBezTo>
                <a:cubicBezTo>
                  <a:pt x="2732" y="34904"/>
                  <a:pt x="2158" y="31852"/>
                  <a:pt x="2158" y="28295"/>
                </a:cubicBezTo>
                <a:cubicBezTo>
                  <a:pt x="2158" y="24648"/>
                  <a:pt x="2822" y="21395"/>
                  <a:pt x="4148" y="18536"/>
                </a:cubicBezTo>
                <a:cubicBezTo>
                  <a:pt x="5475" y="15675"/>
                  <a:pt x="7318" y="13276"/>
                  <a:pt x="9679" y="11340"/>
                </a:cubicBezTo>
                <a:cubicBezTo>
                  <a:pt x="12039" y="9403"/>
                  <a:pt x="14850" y="7929"/>
                  <a:pt x="18110" y="6916"/>
                </a:cubicBezTo>
                <a:cubicBezTo>
                  <a:pt x="21370" y="5902"/>
                  <a:pt x="24888" y="5396"/>
                  <a:pt x="28665" y="5396"/>
                </a:cubicBezTo>
                <a:cubicBezTo>
                  <a:pt x="30599" y="5396"/>
                  <a:pt x="32544" y="5567"/>
                  <a:pt x="34500" y="5908"/>
                </a:cubicBezTo>
                <a:cubicBezTo>
                  <a:pt x="36456" y="6248"/>
                  <a:pt x="38299" y="6703"/>
                  <a:pt x="40030" y="7272"/>
                </a:cubicBezTo>
                <a:cubicBezTo>
                  <a:pt x="41762" y="7839"/>
                  <a:pt x="43302" y="8476"/>
                  <a:pt x="44651" y="9181"/>
                </a:cubicBezTo>
                <a:cubicBezTo>
                  <a:pt x="46000" y="9885"/>
                  <a:pt x="46888" y="10454"/>
                  <a:pt x="47315" y="10887"/>
                </a:cubicBezTo>
                <a:cubicBezTo>
                  <a:pt x="47742" y="11318"/>
                  <a:pt x="48023" y="11657"/>
                  <a:pt x="48158" y="11905"/>
                </a:cubicBezTo>
                <a:cubicBezTo>
                  <a:pt x="48293" y="12152"/>
                  <a:pt x="48405" y="12467"/>
                  <a:pt x="48495" y="12849"/>
                </a:cubicBezTo>
                <a:cubicBezTo>
                  <a:pt x="48585" y="13231"/>
                  <a:pt x="48653" y="13692"/>
                  <a:pt x="48698" y="14232"/>
                </a:cubicBezTo>
                <a:cubicBezTo>
                  <a:pt x="48743" y="14771"/>
                  <a:pt x="48765" y="15468"/>
                  <a:pt x="48765" y="16322"/>
                </a:cubicBezTo>
                <a:cubicBezTo>
                  <a:pt x="48765" y="17132"/>
                  <a:pt x="48731" y="17851"/>
                  <a:pt x="48664" y="18481"/>
                </a:cubicBezTo>
                <a:cubicBezTo>
                  <a:pt x="48596" y="19110"/>
                  <a:pt x="48495" y="19639"/>
                  <a:pt x="48360" y="20066"/>
                </a:cubicBezTo>
                <a:cubicBezTo>
                  <a:pt x="48225" y="20493"/>
                  <a:pt x="48034" y="20808"/>
                  <a:pt x="47787" y="21010"/>
                </a:cubicBezTo>
                <a:cubicBezTo>
                  <a:pt x="47540" y="21212"/>
                  <a:pt x="47259" y="21314"/>
                  <a:pt x="46944" y="21314"/>
                </a:cubicBezTo>
                <a:cubicBezTo>
                  <a:pt x="46449" y="21314"/>
                  <a:pt x="45674" y="20995"/>
                  <a:pt x="44617" y="20359"/>
                </a:cubicBezTo>
                <a:cubicBezTo>
                  <a:pt x="43560" y="19722"/>
                  <a:pt x="42268" y="19006"/>
                  <a:pt x="40739" y="18211"/>
                </a:cubicBezTo>
                <a:cubicBezTo>
                  <a:pt x="39210" y="17416"/>
                  <a:pt x="37400" y="16689"/>
                  <a:pt x="35309" y="16029"/>
                </a:cubicBezTo>
                <a:cubicBezTo>
                  <a:pt x="33218" y="15370"/>
                  <a:pt x="30869" y="15041"/>
                  <a:pt x="28261" y="15041"/>
                </a:cubicBezTo>
                <a:cubicBezTo>
                  <a:pt x="25833" y="15041"/>
                  <a:pt x="23719" y="15368"/>
                  <a:pt x="21921" y="16023"/>
                </a:cubicBezTo>
                <a:cubicBezTo>
                  <a:pt x="20122" y="16677"/>
                  <a:pt x="18638" y="17544"/>
                  <a:pt x="17469" y="18626"/>
                </a:cubicBezTo>
                <a:cubicBezTo>
                  <a:pt x="16300" y="19708"/>
                  <a:pt x="15423" y="20993"/>
                  <a:pt x="14839" y="22481"/>
                </a:cubicBezTo>
                <a:cubicBezTo>
                  <a:pt x="14254" y="23969"/>
                  <a:pt x="13962" y="25547"/>
                  <a:pt x="13962" y="27215"/>
                </a:cubicBezTo>
                <a:cubicBezTo>
                  <a:pt x="13962" y="29648"/>
                  <a:pt x="14524" y="31742"/>
                  <a:pt x="15648" y="33499"/>
                </a:cubicBezTo>
                <a:cubicBezTo>
                  <a:pt x="16772" y="35254"/>
                  <a:pt x="18267" y="36807"/>
                  <a:pt x="20133" y="38159"/>
                </a:cubicBezTo>
                <a:cubicBezTo>
                  <a:pt x="21999" y="39509"/>
                  <a:pt x="24124" y="40748"/>
                  <a:pt x="26507" y="41875"/>
                </a:cubicBezTo>
                <a:cubicBezTo>
                  <a:pt x="28890" y="43000"/>
                  <a:pt x="31318" y="44137"/>
                  <a:pt x="33792" y="45285"/>
                </a:cubicBezTo>
                <a:cubicBezTo>
                  <a:pt x="36265" y="46433"/>
                  <a:pt x="38693" y="47694"/>
                  <a:pt x="41076" y="49069"/>
                </a:cubicBezTo>
                <a:cubicBezTo>
                  <a:pt x="43459" y="50441"/>
                  <a:pt x="45584" y="52062"/>
                  <a:pt x="47450" y="53931"/>
                </a:cubicBezTo>
                <a:cubicBezTo>
                  <a:pt x="49316" y="55800"/>
                  <a:pt x="50822" y="58007"/>
                  <a:pt x="51969" y="60552"/>
                </a:cubicBezTo>
                <a:cubicBezTo>
                  <a:pt x="53115" y="63095"/>
                  <a:pt x="53689" y="66101"/>
                  <a:pt x="53689" y="69569"/>
                </a:cubicBezTo>
                <a:close/>
                <a:moveTo>
                  <a:pt x="100500" y="87952"/>
                </a:moveTo>
                <a:cubicBezTo>
                  <a:pt x="100500" y="89256"/>
                  <a:pt x="100410" y="90291"/>
                  <a:pt x="100230" y="91055"/>
                </a:cubicBezTo>
                <a:cubicBezTo>
                  <a:pt x="100050" y="91819"/>
                  <a:pt x="99780" y="92382"/>
                  <a:pt x="99421" y="92741"/>
                </a:cubicBezTo>
                <a:cubicBezTo>
                  <a:pt x="99061" y="93101"/>
                  <a:pt x="98521" y="93438"/>
                  <a:pt x="97802" y="93753"/>
                </a:cubicBezTo>
                <a:cubicBezTo>
                  <a:pt x="97082" y="94068"/>
                  <a:pt x="96262" y="94326"/>
                  <a:pt x="95340" y="94529"/>
                </a:cubicBezTo>
                <a:cubicBezTo>
                  <a:pt x="94418" y="94731"/>
                  <a:pt x="93440" y="94900"/>
                  <a:pt x="92406" y="95034"/>
                </a:cubicBezTo>
                <a:cubicBezTo>
                  <a:pt x="91372" y="95169"/>
                  <a:pt x="90338" y="95237"/>
                  <a:pt x="89303" y="95237"/>
                </a:cubicBezTo>
                <a:cubicBezTo>
                  <a:pt x="86156" y="95237"/>
                  <a:pt x="83458" y="94820"/>
                  <a:pt x="81210" y="93987"/>
                </a:cubicBezTo>
                <a:cubicBezTo>
                  <a:pt x="78961" y="93152"/>
                  <a:pt x="77118" y="91890"/>
                  <a:pt x="75679" y="90199"/>
                </a:cubicBezTo>
                <a:cubicBezTo>
                  <a:pt x="74240" y="88509"/>
                  <a:pt x="73195" y="86368"/>
                  <a:pt x="72543" y="83777"/>
                </a:cubicBezTo>
                <a:cubicBezTo>
                  <a:pt x="71891" y="81186"/>
                  <a:pt x="71565" y="78132"/>
                  <a:pt x="71565" y="74617"/>
                </a:cubicBezTo>
                <a:lnTo>
                  <a:pt x="71565" y="39052"/>
                </a:lnTo>
                <a:lnTo>
                  <a:pt x="63066" y="39052"/>
                </a:lnTo>
                <a:cubicBezTo>
                  <a:pt x="62392" y="39052"/>
                  <a:pt x="61852" y="38693"/>
                  <a:pt x="61447" y="37973"/>
                </a:cubicBezTo>
                <a:cubicBezTo>
                  <a:pt x="61043" y="37254"/>
                  <a:pt x="60840" y="36085"/>
                  <a:pt x="60840" y="34466"/>
                </a:cubicBezTo>
                <a:cubicBezTo>
                  <a:pt x="60840" y="33612"/>
                  <a:pt x="60897" y="32892"/>
                  <a:pt x="61009" y="32308"/>
                </a:cubicBezTo>
                <a:cubicBezTo>
                  <a:pt x="61121" y="31723"/>
                  <a:pt x="61267" y="31240"/>
                  <a:pt x="61447" y="30858"/>
                </a:cubicBezTo>
                <a:cubicBezTo>
                  <a:pt x="61627" y="30475"/>
                  <a:pt x="61863" y="30206"/>
                  <a:pt x="62156" y="30048"/>
                </a:cubicBezTo>
                <a:cubicBezTo>
                  <a:pt x="62448" y="29891"/>
                  <a:pt x="62774" y="29812"/>
                  <a:pt x="63134" y="29812"/>
                </a:cubicBezTo>
                <a:lnTo>
                  <a:pt x="71565" y="29812"/>
                </a:lnTo>
                <a:lnTo>
                  <a:pt x="71565" y="15378"/>
                </a:lnTo>
                <a:cubicBezTo>
                  <a:pt x="71565" y="15063"/>
                  <a:pt x="71643" y="14771"/>
                  <a:pt x="71801" y="14501"/>
                </a:cubicBezTo>
                <a:cubicBezTo>
                  <a:pt x="71958" y="14232"/>
                  <a:pt x="72250" y="13995"/>
                  <a:pt x="72677" y="13793"/>
                </a:cubicBezTo>
                <a:cubicBezTo>
                  <a:pt x="73105" y="13591"/>
                  <a:pt x="73678" y="13445"/>
                  <a:pt x="74397" y="13355"/>
                </a:cubicBezTo>
                <a:cubicBezTo>
                  <a:pt x="75117" y="13265"/>
                  <a:pt x="76016" y="13220"/>
                  <a:pt x="77095" y="13220"/>
                </a:cubicBezTo>
                <a:cubicBezTo>
                  <a:pt x="78219" y="13220"/>
                  <a:pt x="79141" y="13265"/>
                  <a:pt x="79861" y="13355"/>
                </a:cubicBezTo>
                <a:cubicBezTo>
                  <a:pt x="80580" y="13445"/>
                  <a:pt x="81142" y="13591"/>
                  <a:pt x="81547" y="13793"/>
                </a:cubicBezTo>
                <a:cubicBezTo>
                  <a:pt x="81952" y="13995"/>
                  <a:pt x="82244" y="14232"/>
                  <a:pt x="82424" y="14501"/>
                </a:cubicBezTo>
                <a:cubicBezTo>
                  <a:pt x="82604" y="14771"/>
                  <a:pt x="82694" y="15063"/>
                  <a:pt x="82694" y="15378"/>
                </a:cubicBezTo>
                <a:lnTo>
                  <a:pt x="82694" y="29812"/>
                </a:lnTo>
                <a:lnTo>
                  <a:pt x="98274" y="29812"/>
                </a:lnTo>
                <a:cubicBezTo>
                  <a:pt x="98634" y="29812"/>
                  <a:pt x="98949" y="29891"/>
                  <a:pt x="99218" y="30048"/>
                </a:cubicBezTo>
                <a:cubicBezTo>
                  <a:pt x="99488" y="30206"/>
                  <a:pt x="99724" y="30475"/>
                  <a:pt x="99927" y="30858"/>
                </a:cubicBezTo>
                <a:cubicBezTo>
                  <a:pt x="100129" y="31240"/>
                  <a:pt x="100275" y="31723"/>
                  <a:pt x="100365" y="32308"/>
                </a:cubicBezTo>
                <a:cubicBezTo>
                  <a:pt x="100455" y="32892"/>
                  <a:pt x="100500" y="33612"/>
                  <a:pt x="100500" y="34466"/>
                </a:cubicBezTo>
                <a:cubicBezTo>
                  <a:pt x="100500" y="36085"/>
                  <a:pt x="100297" y="37254"/>
                  <a:pt x="99893" y="37973"/>
                </a:cubicBezTo>
                <a:cubicBezTo>
                  <a:pt x="99488" y="38693"/>
                  <a:pt x="98949" y="39052"/>
                  <a:pt x="98274" y="39052"/>
                </a:cubicBezTo>
                <a:lnTo>
                  <a:pt x="82694" y="39052"/>
                </a:lnTo>
                <a:lnTo>
                  <a:pt x="82694" y="73011"/>
                </a:lnTo>
                <a:cubicBezTo>
                  <a:pt x="82694" y="77204"/>
                  <a:pt x="83312" y="80372"/>
                  <a:pt x="84548" y="82514"/>
                </a:cubicBezTo>
                <a:cubicBezTo>
                  <a:pt x="85785" y="84656"/>
                  <a:pt x="87999" y="85727"/>
                  <a:pt x="91192" y="85727"/>
                </a:cubicBezTo>
                <a:cubicBezTo>
                  <a:pt x="92226" y="85727"/>
                  <a:pt x="93148" y="85625"/>
                  <a:pt x="93957" y="85423"/>
                </a:cubicBezTo>
                <a:cubicBezTo>
                  <a:pt x="94767" y="85221"/>
                  <a:pt x="95486" y="85007"/>
                  <a:pt x="96116" y="84782"/>
                </a:cubicBezTo>
                <a:cubicBezTo>
                  <a:pt x="96745" y="84558"/>
                  <a:pt x="97285" y="84344"/>
                  <a:pt x="97734" y="84142"/>
                </a:cubicBezTo>
                <a:cubicBezTo>
                  <a:pt x="98184" y="83939"/>
                  <a:pt x="98589" y="83838"/>
                  <a:pt x="98949" y="83838"/>
                </a:cubicBezTo>
                <a:cubicBezTo>
                  <a:pt x="99173" y="83838"/>
                  <a:pt x="99387" y="83894"/>
                  <a:pt x="99589" y="84007"/>
                </a:cubicBezTo>
                <a:cubicBezTo>
                  <a:pt x="99792" y="84119"/>
                  <a:pt x="99949" y="84333"/>
                  <a:pt x="100061" y="84647"/>
                </a:cubicBezTo>
                <a:cubicBezTo>
                  <a:pt x="100174" y="84962"/>
                  <a:pt x="100275" y="85389"/>
                  <a:pt x="100365" y="85929"/>
                </a:cubicBezTo>
                <a:cubicBezTo>
                  <a:pt x="100455" y="86469"/>
                  <a:pt x="100500" y="87143"/>
                  <a:pt x="100500" y="87952"/>
                </a:cubicBezTo>
                <a:close/>
                <a:moveTo>
                  <a:pt x="159005" y="92404"/>
                </a:moveTo>
                <a:cubicBezTo>
                  <a:pt x="159005" y="92944"/>
                  <a:pt x="158825" y="93348"/>
                  <a:pt x="158465" y="93618"/>
                </a:cubicBezTo>
                <a:cubicBezTo>
                  <a:pt x="158106" y="93888"/>
                  <a:pt x="157611" y="94090"/>
                  <a:pt x="156981" y="94225"/>
                </a:cubicBezTo>
                <a:cubicBezTo>
                  <a:pt x="156352" y="94360"/>
                  <a:pt x="155430" y="94427"/>
                  <a:pt x="154216" y="94427"/>
                </a:cubicBezTo>
                <a:cubicBezTo>
                  <a:pt x="153047" y="94427"/>
                  <a:pt x="152114" y="94360"/>
                  <a:pt x="151417" y="94225"/>
                </a:cubicBezTo>
                <a:cubicBezTo>
                  <a:pt x="150720" y="94090"/>
                  <a:pt x="150214" y="93888"/>
                  <a:pt x="149899" y="93618"/>
                </a:cubicBezTo>
                <a:cubicBezTo>
                  <a:pt x="149585" y="93348"/>
                  <a:pt x="149427" y="92944"/>
                  <a:pt x="149427" y="92404"/>
                </a:cubicBezTo>
                <a:lnTo>
                  <a:pt x="149427" y="86334"/>
                </a:lnTo>
                <a:cubicBezTo>
                  <a:pt x="146774" y="89166"/>
                  <a:pt x="143818" y="91381"/>
                  <a:pt x="140558" y="92977"/>
                </a:cubicBezTo>
                <a:cubicBezTo>
                  <a:pt x="137298" y="94574"/>
                  <a:pt x="133847" y="95372"/>
                  <a:pt x="130205" y="95372"/>
                </a:cubicBezTo>
                <a:cubicBezTo>
                  <a:pt x="127012" y="95372"/>
                  <a:pt x="124123" y="94954"/>
                  <a:pt x="121537" y="94120"/>
                </a:cubicBezTo>
                <a:cubicBezTo>
                  <a:pt x="118952" y="93285"/>
                  <a:pt x="116749" y="92078"/>
                  <a:pt x="114928" y="90499"/>
                </a:cubicBezTo>
                <a:cubicBezTo>
                  <a:pt x="113106" y="88919"/>
                  <a:pt x="111690" y="86979"/>
                  <a:pt x="110678" y="84679"/>
                </a:cubicBezTo>
                <a:cubicBezTo>
                  <a:pt x="109667" y="82377"/>
                  <a:pt x="109161" y="79760"/>
                  <a:pt x="109161" y="76826"/>
                </a:cubicBezTo>
                <a:cubicBezTo>
                  <a:pt x="109161" y="73397"/>
                  <a:pt x="109858" y="70419"/>
                  <a:pt x="111252" y="67893"/>
                </a:cubicBezTo>
                <a:cubicBezTo>
                  <a:pt x="112646" y="65365"/>
                  <a:pt x="114647" y="63266"/>
                  <a:pt x="117255" y="61597"/>
                </a:cubicBezTo>
                <a:cubicBezTo>
                  <a:pt x="119863" y="59928"/>
                  <a:pt x="123055" y="58676"/>
                  <a:pt x="126832" y="57841"/>
                </a:cubicBezTo>
                <a:cubicBezTo>
                  <a:pt x="130609" y="57006"/>
                  <a:pt x="134858" y="56589"/>
                  <a:pt x="139580" y="56589"/>
                </a:cubicBezTo>
                <a:lnTo>
                  <a:pt x="147943" y="56589"/>
                </a:lnTo>
                <a:lnTo>
                  <a:pt x="147943" y="51885"/>
                </a:lnTo>
                <a:cubicBezTo>
                  <a:pt x="147943" y="49555"/>
                  <a:pt x="147696" y="47494"/>
                  <a:pt x="147201" y="45702"/>
                </a:cubicBezTo>
                <a:cubicBezTo>
                  <a:pt x="146707" y="43909"/>
                  <a:pt x="145909" y="42419"/>
                  <a:pt x="144807" y="41232"/>
                </a:cubicBezTo>
                <a:cubicBezTo>
                  <a:pt x="143705" y="40045"/>
                  <a:pt x="142278" y="39149"/>
                  <a:pt x="140524" y="38545"/>
                </a:cubicBezTo>
                <a:cubicBezTo>
                  <a:pt x="138770" y="37939"/>
                  <a:pt x="136612" y="37636"/>
                  <a:pt x="134049" y="37636"/>
                </a:cubicBezTo>
                <a:cubicBezTo>
                  <a:pt x="131306" y="37636"/>
                  <a:pt x="128844" y="37959"/>
                  <a:pt x="126664" y="38604"/>
                </a:cubicBezTo>
                <a:cubicBezTo>
                  <a:pt x="124483" y="39249"/>
                  <a:pt x="122572" y="39960"/>
                  <a:pt x="120930" y="40739"/>
                </a:cubicBezTo>
                <a:cubicBezTo>
                  <a:pt x="119289" y="41517"/>
                  <a:pt x="117918" y="42229"/>
                  <a:pt x="116816" y="42874"/>
                </a:cubicBezTo>
                <a:cubicBezTo>
                  <a:pt x="115714" y="43519"/>
                  <a:pt x="114894" y="43841"/>
                  <a:pt x="114354" y="43841"/>
                </a:cubicBezTo>
                <a:cubicBezTo>
                  <a:pt x="113995" y="43841"/>
                  <a:pt x="113680" y="43751"/>
                  <a:pt x="113410" y="43572"/>
                </a:cubicBezTo>
                <a:cubicBezTo>
                  <a:pt x="113140" y="43392"/>
                  <a:pt x="112904" y="43122"/>
                  <a:pt x="112702" y="42762"/>
                </a:cubicBezTo>
                <a:cubicBezTo>
                  <a:pt x="112499" y="42402"/>
                  <a:pt x="112353" y="41942"/>
                  <a:pt x="112263" y="41379"/>
                </a:cubicBezTo>
                <a:cubicBezTo>
                  <a:pt x="112173" y="40817"/>
                  <a:pt x="112128" y="40199"/>
                  <a:pt x="112128" y="39525"/>
                </a:cubicBezTo>
                <a:cubicBezTo>
                  <a:pt x="112128" y="38400"/>
                  <a:pt x="112207" y="37512"/>
                  <a:pt x="112365" y="36860"/>
                </a:cubicBezTo>
                <a:cubicBezTo>
                  <a:pt x="112522" y="36208"/>
                  <a:pt x="112904" y="35590"/>
                  <a:pt x="113511" y="35006"/>
                </a:cubicBezTo>
                <a:cubicBezTo>
                  <a:pt x="114118" y="34421"/>
                  <a:pt x="115164" y="33740"/>
                  <a:pt x="116647" y="32963"/>
                </a:cubicBezTo>
                <a:cubicBezTo>
                  <a:pt x="118131" y="32185"/>
                  <a:pt x="119840" y="31474"/>
                  <a:pt x="121774" y="30830"/>
                </a:cubicBezTo>
                <a:cubicBezTo>
                  <a:pt x="123707" y="30187"/>
                  <a:pt x="125820" y="29654"/>
                  <a:pt x="128114" y="29232"/>
                </a:cubicBezTo>
                <a:cubicBezTo>
                  <a:pt x="130407" y="28810"/>
                  <a:pt x="132723" y="28598"/>
                  <a:pt x="135061" y="28598"/>
                </a:cubicBezTo>
                <a:cubicBezTo>
                  <a:pt x="139422" y="28598"/>
                  <a:pt x="143132" y="29093"/>
                  <a:pt x="146190" y="30082"/>
                </a:cubicBezTo>
                <a:cubicBezTo>
                  <a:pt x="149247" y="31071"/>
                  <a:pt x="151721" y="32521"/>
                  <a:pt x="153609" y="34432"/>
                </a:cubicBezTo>
                <a:cubicBezTo>
                  <a:pt x="155498" y="36343"/>
                  <a:pt x="156869" y="38715"/>
                  <a:pt x="157723" y="41548"/>
                </a:cubicBezTo>
                <a:cubicBezTo>
                  <a:pt x="158578" y="44381"/>
                  <a:pt x="159005" y="47686"/>
                  <a:pt x="159005" y="51463"/>
                </a:cubicBezTo>
                <a:lnTo>
                  <a:pt x="159005" y="92404"/>
                </a:lnTo>
                <a:moveTo>
                  <a:pt x="147943" y="64615"/>
                </a:moveTo>
                <a:lnTo>
                  <a:pt x="138433" y="64615"/>
                </a:lnTo>
                <a:cubicBezTo>
                  <a:pt x="135376" y="64615"/>
                  <a:pt x="132723" y="64876"/>
                  <a:pt x="130474" y="65397"/>
                </a:cubicBezTo>
                <a:cubicBezTo>
                  <a:pt x="128226" y="65917"/>
                  <a:pt x="126360" y="66686"/>
                  <a:pt x="124876" y="67703"/>
                </a:cubicBezTo>
                <a:cubicBezTo>
                  <a:pt x="123392" y="68721"/>
                  <a:pt x="122302" y="69942"/>
                  <a:pt x="121605" y="71369"/>
                </a:cubicBezTo>
                <a:cubicBezTo>
                  <a:pt x="120908" y="72793"/>
                  <a:pt x="120559" y="74433"/>
                  <a:pt x="120559" y="76288"/>
                </a:cubicBezTo>
                <a:cubicBezTo>
                  <a:pt x="120559" y="79455"/>
                  <a:pt x="121560" y="81978"/>
                  <a:pt x="123561" y="83855"/>
                </a:cubicBezTo>
                <a:cubicBezTo>
                  <a:pt x="125562" y="85732"/>
                  <a:pt x="128361" y="86671"/>
                  <a:pt x="131958" y="86671"/>
                </a:cubicBezTo>
                <a:cubicBezTo>
                  <a:pt x="134881" y="86671"/>
                  <a:pt x="137590" y="85925"/>
                  <a:pt x="140086" y="84432"/>
                </a:cubicBezTo>
                <a:cubicBezTo>
                  <a:pt x="142581" y="82939"/>
                  <a:pt x="145201" y="80654"/>
                  <a:pt x="147943" y="77578"/>
                </a:cubicBezTo>
                <a:lnTo>
                  <a:pt x="147943" y="64615"/>
                </a:lnTo>
                <a:close/>
                <a:moveTo>
                  <a:pt x="223080" y="83164"/>
                </a:moveTo>
                <a:cubicBezTo>
                  <a:pt x="223080" y="83928"/>
                  <a:pt x="223058" y="84591"/>
                  <a:pt x="223013" y="85153"/>
                </a:cubicBezTo>
                <a:cubicBezTo>
                  <a:pt x="222968" y="85715"/>
                  <a:pt x="222889" y="86188"/>
                  <a:pt x="222777" y="86570"/>
                </a:cubicBezTo>
                <a:cubicBezTo>
                  <a:pt x="222664" y="86952"/>
                  <a:pt x="222529" y="87289"/>
                  <a:pt x="222372" y="87581"/>
                </a:cubicBezTo>
                <a:cubicBezTo>
                  <a:pt x="222215" y="87874"/>
                  <a:pt x="221855" y="88301"/>
                  <a:pt x="221293" y="88863"/>
                </a:cubicBezTo>
                <a:cubicBezTo>
                  <a:pt x="220731" y="89425"/>
                  <a:pt x="219775" y="90122"/>
                  <a:pt x="218426" y="90954"/>
                </a:cubicBezTo>
                <a:cubicBezTo>
                  <a:pt x="217077" y="91786"/>
                  <a:pt x="215560" y="92528"/>
                  <a:pt x="213874" y="93180"/>
                </a:cubicBezTo>
                <a:cubicBezTo>
                  <a:pt x="212187" y="93832"/>
                  <a:pt x="210355" y="94360"/>
                  <a:pt x="208377" y="94765"/>
                </a:cubicBezTo>
                <a:cubicBezTo>
                  <a:pt x="206398" y="95169"/>
                  <a:pt x="204352" y="95372"/>
                  <a:pt x="202239" y="95372"/>
                </a:cubicBezTo>
                <a:cubicBezTo>
                  <a:pt x="197877" y="95372"/>
                  <a:pt x="194010" y="94651"/>
                  <a:pt x="190638" y="93209"/>
                </a:cubicBezTo>
                <a:cubicBezTo>
                  <a:pt x="187265" y="91767"/>
                  <a:pt x="184444" y="89661"/>
                  <a:pt x="182173" y="86890"/>
                </a:cubicBezTo>
                <a:cubicBezTo>
                  <a:pt x="179902" y="84119"/>
                  <a:pt x="178171" y="80717"/>
                  <a:pt x="176979" y="76684"/>
                </a:cubicBezTo>
                <a:cubicBezTo>
                  <a:pt x="175788" y="72652"/>
                  <a:pt x="175192" y="68000"/>
                  <a:pt x="175192" y="62729"/>
                </a:cubicBezTo>
                <a:cubicBezTo>
                  <a:pt x="175192" y="56736"/>
                  <a:pt x="175923" y="51588"/>
                  <a:pt x="177384" y="47285"/>
                </a:cubicBezTo>
                <a:cubicBezTo>
                  <a:pt x="178846" y="42983"/>
                  <a:pt x="180846" y="39457"/>
                  <a:pt x="183387" y="36709"/>
                </a:cubicBezTo>
                <a:cubicBezTo>
                  <a:pt x="185928" y="33960"/>
                  <a:pt x="188918" y="31921"/>
                  <a:pt x="192358" y="30592"/>
                </a:cubicBezTo>
                <a:cubicBezTo>
                  <a:pt x="195797" y="29263"/>
                  <a:pt x="199518" y="28598"/>
                  <a:pt x="203520" y="28598"/>
                </a:cubicBezTo>
                <a:cubicBezTo>
                  <a:pt x="205454" y="28598"/>
                  <a:pt x="207331" y="28778"/>
                  <a:pt x="209152" y="29138"/>
                </a:cubicBezTo>
                <a:cubicBezTo>
                  <a:pt x="210973" y="29497"/>
                  <a:pt x="212648" y="29969"/>
                  <a:pt x="214177" y="30554"/>
                </a:cubicBezTo>
                <a:cubicBezTo>
                  <a:pt x="215706" y="31139"/>
                  <a:pt x="217066" y="31813"/>
                  <a:pt x="218258" y="32577"/>
                </a:cubicBezTo>
                <a:cubicBezTo>
                  <a:pt x="219449" y="33342"/>
                  <a:pt x="220315" y="33994"/>
                  <a:pt x="220854" y="34533"/>
                </a:cubicBezTo>
                <a:cubicBezTo>
                  <a:pt x="221394" y="35073"/>
                  <a:pt x="221765" y="35500"/>
                  <a:pt x="221967" y="35815"/>
                </a:cubicBezTo>
                <a:cubicBezTo>
                  <a:pt x="222170" y="36130"/>
                  <a:pt x="222338" y="36501"/>
                  <a:pt x="222473" y="36928"/>
                </a:cubicBezTo>
                <a:cubicBezTo>
                  <a:pt x="222608" y="37355"/>
                  <a:pt x="222698" y="37838"/>
                  <a:pt x="222743" y="38378"/>
                </a:cubicBezTo>
                <a:cubicBezTo>
                  <a:pt x="222788" y="38918"/>
                  <a:pt x="222810" y="39592"/>
                  <a:pt x="222810" y="40401"/>
                </a:cubicBezTo>
                <a:cubicBezTo>
                  <a:pt x="222810" y="42155"/>
                  <a:pt x="222608" y="43380"/>
                  <a:pt x="222203" y="44077"/>
                </a:cubicBezTo>
                <a:cubicBezTo>
                  <a:pt x="221799" y="44774"/>
                  <a:pt x="221304" y="45123"/>
                  <a:pt x="220720" y="45123"/>
                </a:cubicBezTo>
                <a:cubicBezTo>
                  <a:pt x="220045" y="45123"/>
                  <a:pt x="219269" y="44752"/>
                  <a:pt x="218393" y="44010"/>
                </a:cubicBezTo>
                <a:cubicBezTo>
                  <a:pt x="217516" y="43268"/>
                  <a:pt x="216403" y="42447"/>
                  <a:pt x="215054" y="41548"/>
                </a:cubicBezTo>
                <a:cubicBezTo>
                  <a:pt x="213705" y="40649"/>
                  <a:pt x="212075" y="39828"/>
                  <a:pt x="210164" y="39086"/>
                </a:cubicBezTo>
                <a:cubicBezTo>
                  <a:pt x="208253" y="38344"/>
                  <a:pt x="205993" y="37973"/>
                  <a:pt x="203385" y="37973"/>
                </a:cubicBezTo>
                <a:cubicBezTo>
                  <a:pt x="198035" y="37973"/>
                  <a:pt x="193931" y="40037"/>
                  <a:pt x="191076" y="44164"/>
                </a:cubicBezTo>
                <a:cubicBezTo>
                  <a:pt x="188221" y="48289"/>
                  <a:pt x="186793" y="54275"/>
                  <a:pt x="186793" y="62120"/>
                </a:cubicBezTo>
                <a:cubicBezTo>
                  <a:pt x="186793" y="66043"/>
                  <a:pt x="187164" y="69481"/>
                  <a:pt x="187906" y="72435"/>
                </a:cubicBezTo>
                <a:cubicBezTo>
                  <a:pt x="188648" y="75389"/>
                  <a:pt x="189738" y="77858"/>
                  <a:pt x="191177" y="79842"/>
                </a:cubicBezTo>
                <a:cubicBezTo>
                  <a:pt x="192616" y="81826"/>
                  <a:pt x="194381" y="83303"/>
                  <a:pt x="196472" y="84272"/>
                </a:cubicBezTo>
                <a:cubicBezTo>
                  <a:pt x="198563" y="85242"/>
                  <a:pt x="200957" y="85727"/>
                  <a:pt x="203655" y="85727"/>
                </a:cubicBezTo>
                <a:cubicBezTo>
                  <a:pt x="206218" y="85727"/>
                  <a:pt x="208467" y="85322"/>
                  <a:pt x="210400" y="84513"/>
                </a:cubicBezTo>
                <a:cubicBezTo>
                  <a:pt x="212334" y="83703"/>
                  <a:pt x="214008" y="82815"/>
                  <a:pt x="215425" y="81848"/>
                </a:cubicBezTo>
                <a:cubicBezTo>
                  <a:pt x="216841" y="80882"/>
                  <a:pt x="218033" y="80005"/>
                  <a:pt x="219000" y="79218"/>
                </a:cubicBezTo>
                <a:cubicBezTo>
                  <a:pt x="219966" y="78431"/>
                  <a:pt x="220720" y="78038"/>
                  <a:pt x="221259" y="78038"/>
                </a:cubicBezTo>
                <a:cubicBezTo>
                  <a:pt x="221574" y="78038"/>
                  <a:pt x="221844" y="78127"/>
                  <a:pt x="222069" y="78307"/>
                </a:cubicBezTo>
                <a:cubicBezTo>
                  <a:pt x="222293" y="78487"/>
                  <a:pt x="222484" y="78791"/>
                  <a:pt x="222642" y="79218"/>
                </a:cubicBezTo>
                <a:cubicBezTo>
                  <a:pt x="222799" y="79645"/>
                  <a:pt x="222912" y="80185"/>
                  <a:pt x="222979" y="80837"/>
                </a:cubicBezTo>
                <a:cubicBezTo>
                  <a:pt x="223047" y="81489"/>
                  <a:pt x="223080" y="82264"/>
                  <a:pt x="223080" y="83164"/>
                </a:cubicBezTo>
                <a:close/>
                <a:moveTo>
                  <a:pt x="287716" y="92269"/>
                </a:moveTo>
                <a:cubicBezTo>
                  <a:pt x="287716" y="92629"/>
                  <a:pt x="287626" y="92944"/>
                  <a:pt x="287446" y="93213"/>
                </a:cubicBezTo>
                <a:cubicBezTo>
                  <a:pt x="287266" y="93483"/>
                  <a:pt x="286963" y="93708"/>
                  <a:pt x="286536" y="93888"/>
                </a:cubicBezTo>
                <a:cubicBezTo>
                  <a:pt x="286108" y="94068"/>
                  <a:pt x="285513" y="94203"/>
                  <a:pt x="284748" y="94293"/>
                </a:cubicBezTo>
                <a:cubicBezTo>
                  <a:pt x="283984" y="94382"/>
                  <a:pt x="283017" y="94427"/>
                  <a:pt x="281848" y="94427"/>
                </a:cubicBezTo>
                <a:cubicBezTo>
                  <a:pt x="280634" y="94427"/>
                  <a:pt x="279633" y="94394"/>
                  <a:pt x="278847" y="94326"/>
                </a:cubicBezTo>
                <a:cubicBezTo>
                  <a:pt x="278060" y="94259"/>
                  <a:pt x="277396" y="94146"/>
                  <a:pt x="276857" y="93989"/>
                </a:cubicBezTo>
                <a:cubicBezTo>
                  <a:pt x="276317" y="93832"/>
                  <a:pt x="275879" y="93607"/>
                  <a:pt x="275542" y="93315"/>
                </a:cubicBezTo>
                <a:cubicBezTo>
                  <a:pt x="275204" y="93022"/>
                  <a:pt x="274901" y="92674"/>
                  <a:pt x="274631" y="92269"/>
                </a:cubicBezTo>
                <a:lnTo>
                  <a:pt x="249001" y="58680"/>
                </a:lnTo>
                <a:lnTo>
                  <a:pt x="249001" y="92337"/>
                </a:lnTo>
                <a:cubicBezTo>
                  <a:pt x="249001" y="92696"/>
                  <a:pt x="248911" y="93000"/>
                  <a:pt x="248731" y="93247"/>
                </a:cubicBezTo>
                <a:cubicBezTo>
                  <a:pt x="248551" y="93494"/>
                  <a:pt x="248259" y="93708"/>
                  <a:pt x="247854" y="93888"/>
                </a:cubicBezTo>
                <a:cubicBezTo>
                  <a:pt x="247449" y="94068"/>
                  <a:pt x="246887" y="94203"/>
                  <a:pt x="246168" y="94293"/>
                </a:cubicBezTo>
                <a:cubicBezTo>
                  <a:pt x="245448" y="94382"/>
                  <a:pt x="244527" y="94427"/>
                  <a:pt x="243403" y="94427"/>
                </a:cubicBezTo>
                <a:cubicBezTo>
                  <a:pt x="242323" y="94427"/>
                  <a:pt x="241424" y="94382"/>
                  <a:pt x="240705" y="94293"/>
                </a:cubicBezTo>
                <a:cubicBezTo>
                  <a:pt x="239985" y="94203"/>
                  <a:pt x="239412" y="94068"/>
                  <a:pt x="238985" y="93888"/>
                </a:cubicBezTo>
                <a:cubicBezTo>
                  <a:pt x="238558" y="93708"/>
                  <a:pt x="238265" y="93494"/>
                  <a:pt x="238108" y="93247"/>
                </a:cubicBezTo>
                <a:cubicBezTo>
                  <a:pt x="237950" y="92998"/>
                  <a:pt x="237872" y="92694"/>
                  <a:pt x="237872" y="92334"/>
                </a:cubicBezTo>
                <a:lnTo>
                  <a:pt x="237872" y="2160"/>
                </a:lnTo>
                <a:cubicBezTo>
                  <a:pt x="237872" y="1801"/>
                  <a:pt x="237950" y="1486"/>
                  <a:pt x="238108" y="1216"/>
                </a:cubicBezTo>
                <a:cubicBezTo>
                  <a:pt x="238265" y="945"/>
                  <a:pt x="238558" y="719"/>
                  <a:pt x="238985" y="540"/>
                </a:cubicBezTo>
                <a:cubicBezTo>
                  <a:pt x="239412" y="360"/>
                  <a:pt x="239985" y="225"/>
                  <a:pt x="240705" y="135"/>
                </a:cubicBezTo>
                <a:cubicBezTo>
                  <a:pt x="241424" y="45"/>
                  <a:pt x="242323" y="0"/>
                  <a:pt x="243403" y="0"/>
                </a:cubicBezTo>
                <a:cubicBezTo>
                  <a:pt x="244527" y="0"/>
                  <a:pt x="245448" y="45"/>
                  <a:pt x="246168" y="135"/>
                </a:cubicBezTo>
                <a:cubicBezTo>
                  <a:pt x="246887" y="225"/>
                  <a:pt x="247449" y="360"/>
                  <a:pt x="247854" y="540"/>
                </a:cubicBezTo>
                <a:cubicBezTo>
                  <a:pt x="248259" y="719"/>
                  <a:pt x="248551" y="945"/>
                  <a:pt x="248731" y="1216"/>
                </a:cubicBezTo>
                <a:cubicBezTo>
                  <a:pt x="248911" y="1486"/>
                  <a:pt x="249001" y="1801"/>
                  <a:pt x="249001" y="2160"/>
                </a:cubicBezTo>
                <a:lnTo>
                  <a:pt x="249001" y="57129"/>
                </a:lnTo>
                <a:lnTo>
                  <a:pt x="271933" y="31903"/>
                </a:lnTo>
                <a:cubicBezTo>
                  <a:pt x="272293" y="31453"/>
                  <a:pt x="272675" y="31082"/>
                  <a:pt x="273080" y="30790"/>
                </a:cubicBezTo>
                <a:cubicBezTo>
                  <a:pt x="273484" y="30498"/>
                  <a:pt x="273968" y="30251"/>
                  <a:pt x="274530" y="30048"/>
                </a:cubicBezTo>
                <a:cubicBezTo>
                  <a:pt x="275092" y="29846"/>
                  <a:pt x="275755" y="29711"/>
                  <a:pt x="276520" y="29643"/>
                </a:cubicBezTo>
                <a:cubicBezTo>
                  <a:pt x="277284" y="29576"/>
                  <a:pt x="278206" y="29542"/>
                  <a:pt x="279285" y="29542"/>
                </a:cubicBezTo>
                <a:cubicBezTo>
                  <a:pt x="280409" y="29542"/>
                  <a:pt x="281353" y="29576"/>
                  <a:pt x="282118" y="29643"/>
                </a:cubicBezTo>
                <a:cubicBezTo>
                  <a:pt x="282882" y="29711"/>
                  <a:pt x="283500" y="29823"/>
                  <a:pt x="283973" y="29981"/>
                </a:cubicBezTo>
                <a:cubicBezTo>
                  <a:pt x="284445" y="30138"/>
                  <a:pt x="284782" y="30340"/>
                  <a:pt x="284984" y="30588"/>
                </a:cubicBezTo>
                <a:cubicBezTo>
                  <a:pt x="285187" y="30835"/>
                  <a:pt x="285288" y="31161"/>
                  <a:pt x="285288" y="31566"/>
                </a:cubicBezTo>
                <a:cubicBezTo>
                  <a:pt x="285288" y="32105"/>
                  <a:pt x="285142" y="32645"/>
                  <a:pt x="284849" y="33184"/>
                </a:cubicBezTo>
                <a:cubicBezTo>
                  <a:pt x="284557" y="33724"/>
                  <a:pt x="284074" y="34354"/>
                  <a:pt x="283399" y="35073"/>
                </a:cubicBezTo>
                <a:lnTo>
                  <a:pt x="261411" y="57061"/>
                </a:lnTo>
                <a:lnTo>
                  <a:pt x="286097" y="89099"/>
                </a:lnTo>
                <a:cubicBezTo>
                  <a:pt x="286682" y="89863"/>
                  <a:pt x="287098" y="90482"/>
                  <a:pt x="287345" y="90954"/>
                </a:cubicBezTo>
                <a:cubicBezTo>
                  <a:pt x="287592" y="91426"/>
                  <a:pt x="287716" y="91864"/>
                  <a:pt x="287716" y="92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Exchange">
            <a:extLst xmlns:a="http://schemas.openxmlformats.org/drawingml/2006/main">
              <a:ext uri="{FF2B5EF4-FFF2-40B4-BE49-F238E27FC236}">
                <a16:creationId xmlns:a16="http://schemas.microsoft.com/office/drawing/2014/main" id="{EF55C2F0-6B15-4C87-BF32-D3397A05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149" y="872889"/>
            <a:ext cx="508571" cy="118709"/>
          </a:xfrm>
          <a:custGeom xmlns:a="http://schemas.openxmlformats.org/drawingml/2006/main">
            <a:pathLst>
              <a:path w="508571" h="118709">
                <a:moveTo>
                  <a:pt x="48563" y="89234"/>
                </a:moveTo>
                <a:cubicBezTo>
                  <a:pt x="48563" y="90043"/>
                  <a:pt x="48518" y="90752"/>
                  <a:pt x="48428" y="91359"/>
                </a:cubicBezTo>
                <a:cubicBezTo>
                  <a:pt x="48338" y="91966"/>
                  <a:pt x="48180" y="92471"/>
                  <a:pt x="47956" y="92876"/>
                </a:cubicBezTo>
                <a:cubicBezTo>
                  <a:pt x="47731" y="93281"/>
                  <a:pt x="47472" y="93573"/>
                  <a:pt x="47180" y="93753"/>
                </a:cubicBezTo>
                <a:cubicBezTo>
                  <a:pt x="46888" y="93933"/>
                  <a:pt x="46562" y="94023"/>
                  <a:pt x="46202" y="94023"/>
                </a:cubicBezTo>
                <a:lnTo>
                  <a:pt x="4317" y="94023"/>
                </a:lnTo>
                <a:cubicBezTo>
                  <a:pt x="3282" y="94023"/>
                  <a:pt x="2304" y="93674"/>
                  <a:pt x="1383" y="92977"/>
                </a:cubicBezTo>
                <a:cubicBezTo>
                  <a:pt x="461" y="92280"/>
                  <a:pt x="0" y="91055"/>
                  <a:pt x="0" y="89301"/>
                </a:cubicBezTo>
                <a:lnTo>
                  <a:pt x="0" y="11466"/>
                </a:lnTo>
                <a:cubicBezTo>
                  <a:pt x="0" y="9713"/>
                  <a:pt x="461" y="8487"/>
                  <a:pt x="1383" y="7790"/>
                </a:cubicBezTo>
                <a:cubicBezTo>
                  <a:pt x="2304" y="7093"/>
                  <a:pt x="3282" y="6745"/>
                  <a:pt x="4317" y="6745"/>
                </a:cubicBezTo>
                <a:lnTo>
                  <a:pt x="45730" y="6745"/>
                </a:lnTo>
                <a:cubicBezTo>
                  <a:pt x="46090" y="6745"/>
                  <a:pt x="46416" y="6835"/>
                  <a:pt x="46708" y="7015"/>
                </a:cubicBezTo>
                <a:cubicBezTo>
                  <a:pt x="47000" y="7194"/>
                  <a:pt x="47236" y="7487"/>
                  <a:pt x="47416" y="7891"/>
                </a:cubicBezTo>
                <a:cubicBezTo>
                  <a:pt x="47596" y="8296"/>
                  <a:pt x="47742" y="8802"/>
                  <a:pt x="47854" y="9409"/>
                </a:cubicBezTo>
                <a:cubicBezTo>
                  <a:pt x="47967" y="10016"/>
                  <a:pt x="48023" y="10769"/>
                  <a:pt x="48023" y="11669"/>
                </a:cubicBezTo>
                <a:cubicBezTo>
                  <a:pt x="48023" y="12478"/>
                  <a:pt x="47967" y="13186"/>
                  <a:pt x="47854" y="13793"/>
                </a:cubicBezTo>
                <a:cubicBezTo>
                  <a:pt x="47742" y="14400"/>
                  <a:pt x="47596" y="14895"/>
                  <a:pt x="47416" y="15277"/>
                </a:cubicBezTo>
                <a:cubicBezTo>
                  <a:pt x="47236" y="15659"/>
                  <a:pt x="47000" y="15940"/>
                  <a:pt x="46708" y="16120"/>
                </a:cubicBezTo>
                <a:cubicBezTo>
                  <a:pt x="46416" y="16300"/>
                  <a:pt x="46090" y="16390"/>
                  <a:pt x="45730" y="16390"/>
                </a:cubicBezTo>
                <a:lnTo>
                  <a:pt x="11601" y="16390"/>
                </a:lnTo>
                <a:lnTo>
                  <a:pt x="11601" y="43774"/>
                </a:lnTo>
                <a:lnTo>
                  <a:pt x="40874" y="43774"/>
                </a:lnTo>
                <a:cubicBezTo>
                  <a:pt x="41233" y="43774"/>
                  <a:pt x="41559" y="43875"/>
                  <a:pt x="41852" y="44077"/>
                </a:cubicBezTo>
                <a:cubicBezTo>
                  <a:pt x="42144" y="44280"/>
                  <a:pt x="42391" y="44561"/>
                  <a:pt x="42594" y="44920"/>
                </a:cubicBezTo>
                <a:cubicBezTo>
                  <a:pt x="42796" y="45280"/>
                  <a:pt x="42942" y="45775"/>
                  <a:pt x="43032" y="46404"/>
                </a:cubicBezTo>
                <a:cubicBezTo>
                  <a:pt x="43122" y="47034"/>
                  <a:pt x="43167" y="47776"/>
                  <a:pt x="43167" y="48630"/>
                </a:cubicBezTo>
                <a:cubicBezTo>
                  <a:pt x="43167" y="49440"/>
                  <a:pt x="43122" y="50136"/>
                  <a:pt x="43032" y="50721"/>
                </a:cubicBezTo>
                <a:cubicBezTo>
                  <a:pt x="42942" y="51306"/>
                  <a:pt x="42796" y="51778"/>
                  <a:pt x="42594" y="52137"/>
                </a:cubicBezTo>
                <a:cubicBezTo>
                  <a:pt x="42391" y="52497"/>
                  <a:pt x="42144" y="52756"/>
                  <a:pt x="41852" y="52913"/>
                </a:cubicBezTo>
                <a:cubicBezTo>
                  <a:pt x="41559" y="53070"/>
                  <a:pt x="41233" y="53149"/>
                  <a:pt x="40874" y="53149"/>
                </a:cubicBezTo>
                <a:lnTo>
                  <a:pt x="11601" y="53149"/>
                </a:lnTo>
                <a:lnTo>
                  <a:pt x="11601" y="84378"/>
                </a:lnTo>
                <a:lnTo>
                  <a:pt x="46202" y="84378"/>
                </a:lnTo>
                <a:cubicBezTo>
                  <a:pt x="46562" y="84378"/>
                  <a:pt x="46888" y="84468"/>
                  <a:pt x="47180" y="84647"/>
                </a:cubicBezTo>
                <a:cubicBezTo>
                  <a:pt x="47472" y="84827"/>
                  <a:pt x="47731" y="85108"/>
                  <a:pt x="47956" y="85491"/>
                </a:cubicBezTo>
                <a:cubicBezTo>
                  <a:pt x="48180" y="85873"/>
                  <a:pt x="48338" y="86367"/>
                  <a:pt x="48428" y="86974"/>
                </a:cubicBezTo>
                <a:cubicBezTo>
                  <a:pt x="48518" y="87581"/>
                  <a:pt x="48563" y="88335"/>
                  <a:pt x="48563" y="89234"/>
                </a:cubicBezTo>
                <a:close/>
                <a:moveTo>
                  <a:pt x="112127" y="91055"/>
                </a:moveTo>
                <a:cubicBezTo>
                  <a:pt x="112487" y="91685"/>
                  <a:pt x="112667" y="92213"/>
                  <a:pt x="112667" y="92640"/>
                </a:cubicBezTo>
                <a:cubicBezTo>
                  <a:pt x="112667" y="93067"/>
                  <a:pt x="112453" y="93416"/>
                  <a:pt x="112026" y="93685"/>
                </a:cubicBezTo>
                <a:cubicBezTo>
                  <a:pt x="111599" y="93955"/>
                  <a:pt x="110947" y="94146"/>
                  <a:pt x="110070" y="94259"/>
                </a:cubicBezTo>
                <a:cubicBezTo>
                  <a:pt x="109193" y="94371"/>
                  <a:pt x="108058" y="94427"/>
                  <a:pt x="106664" y="94427"/>
                </a:cubicBezTo>
                <a:cubicBezTo>
                  <a:pt x="105315" y="94427"/>
                  <a:pt x="104247" y="94394"/>
                  <a:pt x="103460" y="94326"/>
                </a:cubicBezTo>
                <a:cubicBezTo>
                  <a:pt x="102673" y="94259"/>
                  <a:pt x="102044" y="94146"/>
                  <a:pt x="101572" y="93989"/>
                </a:cubicBezTo>
                <a:cubicBezTo>
                  <a:pt x="101100" y="93832"/>
                  <a:pt x="100740" y="93629"/>
                  <a:pt x="100493" y="93382"/>
                </a:cubicBezTo>
                <a:cubicBezTo>
                  <a:pt x="100245" y="93135"/>
                  <a:pt x="100032" y="92854"/>
                  <a:pt x="99852" y="92539"/>
                </a:cubicBezTo>
                <a:lnTo>
                  <a:pt x="85283" y="68460"/>
                </a:lnTo>
                <a:lnTo>
                  <a:pt x="70782" y="92539"/>
                </a:lnTo>
                <a:cubicBezTo>
                  <a:pt x="70602" y="92854"/>
                  <a:pt x="70388" y="93135"/>
                  <a:pt x="70141" y="93382"/>
                </a:cubicBezTo>
                <a:cubicBezTo>
                  <a:pt x="69894" y="93629"/>
                  <a:pt x="69534" y="93832"/>
                  <a:pt x="69062" y="93989"/>
                </a:cubicBezTo>
                <a:cubicBezTo>
                  <a:pt x="68590" y="94146"/>
                  <a:pt x="67971" y="94259"/>
                  <a:pt x="67207" y="94326"/>
                </a:cubicBezTo>
                <a:cubicBezTo>
                  <a:pt x="66443" y="94394"/>
                  <a:pt x="65431" y="94427"/>
                  <a:pt x="64172" y="94427"/>
                </a:cubicBezTo>
                <a:cubicBezTo>
                  <a:pt x="62868" y="94427"/>
                  <a:pt x="61800" y="94371"/>
                  <a:pt x="60968" y="94259"/>
                </a:cubicBezTo>
                <a:cubicBezTo>
                  <a:pt x="60136" y="94146"/>
                  <a:pt x="59529" y="93955"/>
                  <a:pt x="59147" y="93685"/>
                </a:cubicBezTo>
                <a:cubicBezTo>
                  <a:pt x="58765" y="93416"/>
                  <a:pt x="58585" y="93067"/>
                  <a:pt x="58607" y="92640"/>
                </a:cubicBezTo>
                <a:cubicBezTo>
                  <a:pt x="58630" y="92213"/>
                  <a:pt x="58843" y="91685"/>
                  <a:pt x="59248" y="91055"/>
                </a:cubicBezTo>
                <a:lnTo>
                  <a:pt x="78134" y="61445"/>
                </a:lnTo>
                <a:lnTo>
                  <a:pt x="60260" y="32915"/>
                </a:lnTo>
                <a:cubicBezTo>
                  <a:pt x="59900" y="32285"/>
                  <a:pt x="59709" y="31757"/>
                  <a:pt x="59686" y="31330"/>
                </a:cubicBezTo>
                <a:cubicBezTo>
                  <a:pt x="59664" y="30903"/>
                  <a:pt x="59866" y="30543"/>
                  <a:pt x="60294" y="30251"/>
                </a:cubicBezTo>
                <a:cubicBezTo>
                  <a:pt x="60721" y="29958"/>
                  <a:pt x="61373" y="29767"/>
                  <a:pt x="62249" y="29677"/>
                </a:cubicBezTo>
                <a:cubicBezTo>
                  <a:pt x="63126" y="29587"/>
                  <a:pt x="64284" y="29542"/>
                  <a:pt x="65723" y="29542"/>
                </a:cubicBezTo>
                <a:cubicBezTo>
                  <a:pt x="67027" y="29542"/>
                  <a:pt x="68073" y="29576"/>
                  <a:pt x="68859" y="29643"/>
                </a:cubicBezTo>
                <a:cubicBezTo>
                  <a:pt x="69646" y="29711"/>
                  <a:pt x="70265" y="29812"/>
                  <a:pt x="70714" y="29947"/>
                </a:cubicBezTo>
                <a:cubicBezTo>
                  <a:pt x="71164" y="30082"/>
                  <a:pt x="71501" y="30262"/>
                  <a:pt x="71726" y="30487"/>
                </a:cubicBezTo>
                <a:cubicBezTo>
                  <a:pt x="71951" y="30711"/>
                  <a:pt x="72153" y="30981"/>
                  <a:pt x="72333" y="31296"/>
                </a:cubicBezTo>
                <a:lnTo>
                  <a:pt x="86160" y="53891"/>
                </a:lnTo>
                <a:lnTo>
                  <a:pt x="100189" y="31296"/>
                </a:lnTo>
                <a:cubicBezTo>
                  <a:pt x="100369" y="31026"/>
                  <a:pt x="100571" y="30779"/>
                  <a:pt x="100796" y="30554"/>
                </a:cubicBezTo>
                <a:cubicBezTo>
                  <a:pt x="101021" y="30329"/>
                  <a:pt x="101324" y="30138"/>
                  <a:pt x="101707" y="29981"/>
                </a:cubicBezTo>
                <a:cubicBezTo>
                  <a:pt x="102089" y="29823"/>
                  <a:pt x="102628" y="29711"/>
                  <a:pt x="103325" y="29643"/>
                </a:cubicBezTo>
                <a:cubicBezTo>
                  <a:pt x="104022" y="29576"/>
                  <a:pt x="104978" y="29542"/>
                  <a:pt x="106192" y="29542"/>
                </a:cubicBezTo>
                <a:cubicBezTo>
                  <a:pt x="107496" y="29542"/>
                  <a:pt x="108564" y="29587"/>
                  <a:pt x="109396" y="29677"/>
                </a:cubicBezTo>
                <a:cubicBezTo>
                  <a:pt x="110228" y="29767"/>
                  <a:pt x="110846" y="29936"/>
                  <a:pt x="111251" y="30183"/>
                </a:cubicBezTo>
                <a:cubicBezTo>
                  <a:pt x="111655" y="30430"/>
                  <a:pt x="111835" y="30779"/>
                  <a:pt x="111790" y="31229"/>
                </a:cubicBezTo>
                <a:cubicBezTo>
                  <a:pt x="111745" y="31678"/>
                  <a:pt x="111520" y="32240"/>
                  <a:pt x="111116" y="32915"/>
                </a:cubicBezTo>
                <a:lnTo>
                  <a:pt x="93377" y="61108"/>
                </a:lnTo>
                <a:lnTo>
                  <a:pt x="112127" y="91055"/>
                </a:lnTo>
                <a:close/>
                <a:moveTo>
                  <a:pt x="166264" y="83164"/>
                </a:moveTo>
                <a:cubicBezTo>
                  <a:pt x="166264" y="83928"/>
                  <a:pt x="166241" y="84591"/>
                  <a:pt x="166196" y="85153"/>
                </a:cubicBezTo>
                <a:cubicBezTo>
                  <a:pt x="166151" y="85715"/>
                  <a:pt x="166072" y="86188"/>
                  <a:pt x="165960" y="86570"/>
                </a:cubicBezTo>
                <a:cubicBezTo>
                  <a:pt x="165848" y="86952"/>
                  <a:pt x="165713" y="87289"/>
                  <a:pt x="165555" y="87581"/>
                </a:cubicBezTo>
                <a:cubicBezTo>
                  <a:pt x="165398" y="87874"/>
                  <a:pt x="165038" y="88301"/>
                  <a:pt x="164476" y="88863"/>
                </a:cubicBezTo>
                <a:cubicBezTo>
                  <a:pt x="163914" y="89425"/>
                  <a:pt x="162959" y="90122"/>
                  <a:pt x="161610" y="90954"/>
                </a:cubicBezTo>
                <a:cubicBezTo>
                  <a:pt x="160261" y="91786"/>
                  <a:pt x="158743" y="92528"/>
                  <a:pt x="157057" y="93180"/>
                </a:cubicBezTo>
                <a:cubicBezTo>
                  <a:pt x="155371" y="93832"/>
                  <a:pt x="153538" y="94360"/>
                  <a:pt x="151560" y="94765"/>
                </a:cubicBezTo>
                <a:cubicBezTo>
                  <a:pt x="149581" y="95169"/>
                  <a:pt x="147535" y="95372"/>
                  <a:pt x="145422" y="95372"/>
                </a:cubicBezTo>
                <a:cubicBezTo>
                  <a:pt x="141060" y="95372"/>
                  <a:pt x="137193" y="94651"/>
                  <a:pt x="133821" y="93209"/>
                </a:cubicBezTo>
                <a:cubicBezTo>
                  <a:pt x="130449" y="91767"/>
                  <a:pt x="127627" y="89661"/>
                  <a:pt x="125356" y="86890"/>
                </a:cubicBezTo>
                <a:cubicBezTo>
                  <a:pt x="123085" y="84119"/>
                  <a:pt x="121354" y="80717"/>
                  <a:pt x="120163" y="76684"/>
                </a:cubicBezTo>
                <a:cubicBezTo>
                  <a:pt x="118971" y="72652"/>
                  <a:pt x="118375" y="68000"/>
                  <a:pt x="118375" y="62729"/>
                </a:cubicBezTo>
                <a:cubicBezTo>
                  <a:pt x="118375" y="56736"/>
                  <a:pt x="119106" y="51588"/>
                  <a:pt x="120567" y="47285"/>
                </a:cubicBezTo>
                <a:cubicBezTo>
                  <a:pt x="122029" y="42983"/>
                  <a:pt x="124030" y="39457"/>
                  <a:pt x="126570" y="36709"/>
                </a:cubicBezTo>
                <a:cubicBezTo>
                  <a:pt x="129111" y="33960"/>
                  <a:pt x="132101" y="31921"/>
                  <a:pt x="135541" y="30592"/>
                </a:cubicBezTo>
                <a:cubicBezTo>
                  <a:pt x="138981" y="29263"/>
                  <a:pt x="142702" y="28598"/>
                  <a:pt x="146704" y="28598"/>
                </a:cubicBezTo>
                <a:cubicBezTo>
                  <a:pt x="148637" y="28598"/>
                  <a:pt x="150514" y="28778"/>
                  <a:pt x="152335" y="29138"/>
                </a:cubicBezTo>
                <a:cubicBezTo>
                  <a:pt x="154157" y="29497"/>
                  <a:pt x="155832" y="29969"/>
                  <a:pt x="157360" y="30554"/>
                </a:cubicBezTo>
                <a:cubicBezTo>
                  <a:pt x="158889" y="31139"/>
                  <a:pt x="160249" y="31813"/>
                  <a:pt x="161441" y="32577"/>
                </a:cubicBezTo>
                <a:cubicBezTo>
                  <a:pt x="162633" y="33342"/>
                  <a:pt x="163498" y="33994"/>
                  <a:pt x="164038" y="34533"/>
                </a:cubicBezTo>
                <a:cubicBezTo>
                  <a:pt x="164577" y="35073"/>
                  <a:pt x="164948" y="35500"/>
                  <a:pt x="165151" y="35815"/>
                </a:cubicBezTo>
                <a:cubicBezTo>
                  <a:pt x="165353" y="36130"/>
                  <a:pt x="165522" y="36501"/>
                  <a:pt x="165656" y="36928"/>
                </a:cubicBezTo>
                <a:cubicBezTo>
                  <a:pt x="165791" y="37355"/>
                  <a:pt x="165881" y="37838"/>
                  <a:pt x="165926" y="38378"/>
                </a:cubicBezTo>
                <a:cubicBezTo>
                  <a:pt x="165971" y="38918"/>
                  <a:pt x="165994" y="39592"/>
                  <a:pt x="165994" y="40401"/>
                </a:cubicBezTo>
                <a:cubicBezTo>
                  <a:pt x="165994" y="42155"/>
                  <a:pt x="165791" y="43380"/>
                  <a:pt x="165387" y="44077"/>
                </a:cubicBezTo>
                <a:cubicBezTo>
                  <a:pt x="164982" y="44774"/>
                  <a:pt x="164487" y="45123"/>
                  <a:pt x="163903" y="45123"/>
                </a:cubicBezTo>
                <a:cubicBezTo>
                  <a:pt x="163228" y="45123"/>
                  <a:pt x="162453" y="44752"/>
                  <a:pt x="161576" y="44010"/>
                </a:cubicBezTo>
                <a:cubicBezTo>
                  <a:pt x="160699" y="43268"/>
                  <a:pt x="159586" y="42447"/>
                  <a:pt x="158237" y="41548"/>
                </a:cubicBezTo>
                <a:cubicBezTo>
                  <a:pt x="156888" y="40649"/>
                  <a:pt x="155258" y="39828"/>
                  <a:pt x="153347" y="39086"/>
                </a:cubicBezTo>
                <a:cubicBezTo>
                  <a:pt x="151436" y="38344"/>
                  <a:pt x="149177" y="37973"/>
                  <a:pt x="146569" y="37973"/>
                </a:cubicBezTo>
                <a:cubicBezTo>
                  <a:pt x="141218" y="37973"/>
                  <a:pt x="137115" y="40037"/>
                  <a:pt x="134259" y="44164"/>
                </a:cubicBezTo>
                <a:cubicBezTo>
                  <a:pt x="131404" y="48289"/>
                  <a:pt x="129976" y="54275"/>
                  <a:pt x="129976" y="62120"/>
                </a:cubicBezTo>
                <a:cubicBezTo>
                  <a:pt x="129976" y="66043"/>
                  <a:pt x="130347" y="69481"/>
                  <a:pt x="131089" y="72435"/>
                </a:cubicBezTo>
                <a:cubicBezTo>
                  <a:pt x="131831" y="75389"/>
                  <a:pt x="132922" y="77858"/>
                  <a:pt x="134361" y="79842"/>
                </a:cubicBezTo>
                <a:cubicBezTo>
                  <a:pt x="135799" y="81826"/>
                  <a:pt x="137564" y="83303"/>
                  <a:pt x="139655" y="84272"/>
                </a:cubicBezTo>
                <a:cubicBezTo>
                  <a:pt x="141746" y="85242"/>
                  <a:pt x="144141" y="85727"/>
                  <a:pt x="146838" y="85727"/>
                </a:cubicBezTo>
                <a:cubicBezTo>
                  <a:pt x="149401" y="85727"/>
                  <a:pt x="151650" y="85322"/>
                  <a:pt x="153583" y="84513"/>
                </a:cubicBezTo>
                <a:cubicBezTo>
                  <a:pt x="155517" y="83703"/>
                  <a:pt x="157192" y="82815"/>
                  <a:pt x="158608" y="81848"/>
                </a:cubicBezTo>
                <a:cubicBezTo>
                  <a:pt x="160025" y="80882"/>
                  <a:pt x="161216" y="80005"/>
                  <a:pt x="162183" y="79218"/>
                </a:cubicBezTo>
                <a:cubicBezTo>
                  <a:pt x="163150" y="78431"/>
                  <a:pt x="163903" y="78038"/>
                  <a:pt x="164442" y="78038"/>
                </a:cubicBezTo>
                <a:cubicBezTo>
                  <a:pt x="164757" y="78038"/>
                  <a:pt x="165027" y="78127"/>
                  <a:pt x="165252" y="78307"/>
                </a:cubicBezTo>
                <a:cubicBezTo>
                  <a:pt x="165477" y="78487"/>
                  <a:pt x="165668" y="78791"/>
                  <a:pt x="165825" y="79218"/>
                </a:cubicBezTo>
                <a:cubicBezTo>
                  <a:pt x="165982" y="79645"/>
                  <a:pt x="166095" y="80185"/>
                  <a:pt x="166162" y="80837"/>
                </a:cubicBezTo>
                <a:cubicBezTo>
                  <a:pt x="166230" y="81489"/>
                  <a:pt x="166264" y="82264"/>
                  <a:pt x="166264" y="83164"/>
                </a:cubicBezTo>
                <a:close/>
                <a:moveTo>
                  <a:pt x="233328" y="92337"/>
                </a:moveTo>
                <a:cubicBezTo>
                  <a:pt x="233328" y="92696"/>
                  <a:pt x="233238" y="93000"/>
                  <a:pt x="233058" y="93247"/>
                </a:cubicBezTo>
                <a:cubicBezTo>
                  <a:pt x="232878" y="93494"/>
                  <a:pt x="232586" y="93708"/>
                  <a:pt x="232181" y="93888"/>
                </a:cubicBezTo>
                <a:cubicBezTo>
                  <a:pt x="231776" y="94068"/>
                  <a:pt x="231214" y="94203"/>
                  <a:pt x="230495" y="94293"/>
                </a:cubicBezTo>
                <a:cubicBezTo>
                  <a:pt x="229775" y="94382"/>
                  <a:pt x="228876" y="94427"/>
                  <a:pt x="227797" y="94427"/>
                </a:cubicBezTo>
                <a:cubicBezTo>
                  <a:pt x="226673" y="94427"/>
                  <a:pt x="225751" y="94382"/>
                  <a:pt x="225031" y="94293"/>
                </a:cubicBezTo>
                <a:cubicBezTo>
                  <a:pt x="224312" y="94203"/>
                  <a:pt x="223750" y="94068"/>
                  <a:pt x="223345" y="93888"/>
                </a:cubicBezTo>
                <a:cubicBezTo>
                  <a:pt x="222941" y="93708"/>
                  <a:pt x="222648" y="93494"/>
                  <a:pt x="222468" y="93247"/>
                </a:cubicBezTo>
                <a:cubicBezTo>
                  <a:pt x="222289" y="93000"/>
                  <a:pt x="222199" y="92696"/>
                  <a:pt x="222199" y="92337"/>
                </a:cubicBezTo>
                <a:lnTo>
                  <a:pt x="222199" y="56791"/>
                </a:lnTo>
                <a:cubicBezTo>
                  <a:pt x="222199" y="53329"/>
                  <a:pt x="221929" y="50541"/>
                  <a:pt x="221389" y="48428"/>
                </a:cubicBezTo>
                <a:cubicBezTo>
                  <a:pt x="220850" y="46314"/>
                  <a:pt x="220063" y="44493"/>
                  <a:pt x="219029" y="42964"/>
                </a:cubicBezTo>
                <a:cubicBezTo>
                  <a:pt x="217994" y="41436"/>
                  <a:pt x="216657" y="40267"/>
                  <a:pt x="215015" y="39457"/>
                </a:cubicBezTo>
                <a:cubicBezTo>
                  <a:pt x="213374" y="38648"/>
                  <a:pt x="211474" y="38243"/>
                  <a:pt x="209316" y="38243"/>
                </a:cubicBezTo>
                <a:cubicBezTo>
                  <a:pt x="206528" y="38243"/>
                  <a:pt x="203740" y="39232"/>
                  <a:pt x="200952" y="41211"/>
                </a:cubicBezTo>
                <a:cubicBezTo>
                  <a:pt x="198165" y="43189"/>
                  <a:pt x="195242" y="46090"/>
                  <a:pt x="192184" y="49912"/>
                </a:cubicBezTo>
                <a:lnTo>
                  <a:pt x="192184" y="92337"/>
                </a:lnTo>
                <a:cubicBezTo>
                  <a:pt x="192184" y="92696"/>
                  <a:pt x="192094" y="93000"/>
                  <a:pt x="191914" y="93247"/>
                </a:cubicBezTo>
                <a:cubicBezTo>
                  <a:pt x="191735" y="93494"/>
                  <a:pt x="191442" y="93708"/>
                  <a:pt x="191038" y="93888"/>
                </a:cubicBezTo>
                <a:cubicBezTo>
                  <a:pt x="190633" y="94068"/>
                  <a:pt x="190071" y="94203"/>
                  <a:pt x="189351" y="94293"/>
                </a:cubicBezTo>
                <a:cubicBezTo>
                  <a:pt x="188632" y="94382"/>
                  <a:pt x="187710" y="94427"/>
                  <a:pt x="186586" y="94427"/>
                </a:cubicBezTo>
                <a:cubicBezTo>
                  <a:pt x="185507" y="94427"/>
                  <a:pt x="184608" y="94382"/>
                  <a:pt x="183888" y="94293"/>
                </a:cubicBezTo>
                <a:cubicBezTo>
                  <a:pt x="183169" y="94203"/>
                  <a:pt x="182595" y="94068"/>
                  <a:pt x="182168" y="93888"/>
                </a:cubicBezTo>
                <a:cubicBezTo>
                  <a:pt x="181741" y="93708"/>
                  <a:pt x="181449" y="93494"/>
                  <a:pt x="181291" y="93247"/>
                </a:cubicBezTo>
                <a:cubicBezTo>
                  <a:pt x="181134" y="92998"/>
                  <a:pt x="181055" y="92694"/>
                  <a:pt x="181055" y="92334"/>
                </a:cubicBezTo>
                <a:lnTo>
                  <a:pt x="181055" y="2160"/>
                </a:lnTo>
                <a:cubicBezTo>
                  <a:pt x="181055" y="1801"/>
                  <a:pt x="181134" y="1486"/>
                  <a:pt x="181291" y="1216"/>
                </a:cubicBezTo>
                <a:cubicBezTo>
                  <a:pt x="181449" y="945"/>
                  <a:pt x="181741" y="719"/>
                  <a:pt x="182168" y="540"/>
                </a:cubicBezTo>
                <a:cubicBezTo>
                  <a:pt x="182595" y="360"/>
                  <a:pt x="183169" y="225"/>
                  <a:pt x="183888" y="135"/>
                </a:cubicBezTo>
                <a:cubicBezTo>
                  <a:pt x="184608" y="45"/>
                  <a:pt x="185507" y="0"/>
                  <a:pt x="186586" y="0"/>
                </a:cubicBezTo>
                <a:cubicBezTo>
                  <a:pt x="187710" y="0"/>
                  <a:pt x="188632" y="45"/>
                  <a:pt x="189351" y="135"/>
                </a:cubicBezTo>
                <a:cubicBezTo>
                  <a:pt x="190071" y="225"/>
                  <a:pt x="190633" y="360"/>
                  <a:pt x="191038" y="542"/>
                </a:cubicBezTo>
                <a:cubicBezTo>
                  <a:pt x="191442" y="722"/>
                  <a:pt x="191735" y="946"/>
                  <a:pt x="191914" y="1216"/>
                </a:cubicBezTo>
                <a:cubicBezTo>
                  <a:pt x="192094" y="1486"/>
                  <a:pt x="192184" y="1801"/>
                  <a:pt x="192184" y="2163"/>
                </a:cubicBezTo>
                <a:lnTo>
                  <a:pt x="192184" y="38580"/>
                </a:lnTo>
                <a:cubicBezTo>
                  <a:pt x="195377" y="35208"/>
                  <a:pt x="198592" y="32701"/>
                  <a:pt x="201829" y="31060"/>
                </a:cubicBezTo>
                <a:cubicBezTo>
                  <a:pt x="205067" y="29419"/>
                  <a:pt x="208327" y="28598"/>
                  <a:pt x="211609" y="28598"/>
                </a:cubicBezTo>
                <a:cubicBezTo>
                  <a:pt x="215656" y="28598"/>
                  <a:pt x="219062" y="29284"/>
                  <a:pt x="221828" y="30655"/>
                </a:cubicBezTo>
                <a:cubicBezTo>
                  <a:pt x="224593" y="32027"/>
                  <a:pt x="226830" y="33859"/>
                  <a:pt x="228539" y="36152"/>
                </a:cubicBezTo>
                <a:cubicBezTo>
                  <a:pt x="230247" y="38445"/>
                  <a:pt x="231473" y="41132"/>
                  <a:pt x="232215" y="44212"/>
                </a:cubicBezTo>
                <a:cubicBezTo>
                  <a:pt x="232957" y="47292"/>
                  <a:pt x="233328" y="51013"/>
                  <a:pt x="233328" y="55375"/>
                </a:cubicBezTo>
                <a:lnTo>
                  <a:pt x="233328" y="92337"/>
                </a:lnTo>
                <a:close/>
                <a:moveTo>
                  <a:pt x="299306" y="92404"/>
                </a:moveTo>
                <a:cubicBezTo>
                  <a:pt x="299306" y="92944"/>
                  <a:pt x="299126" y="93348"/>
                  <a:pt x="298766" y="93618"/>
                </a:cubicBezTo>
                <a:cubicBezTo>
                  <a:pt x="298406" y="93888"/>
                  <a:pt x="297912" y="94090"/>
                  <a:pt x="297282" y="94225"/>
                </a:cubicBezTo>
                <a:cubicBezTo>
                  <a:pt x="296653" y="94360"/>
                  <a:pt x="295731" y="94427"/>
                  <a:pt x="294517" y="94427"/>
                </a:cubicBezTo>
                <a:cubicBezTo>
                  <a:pt x="293348" y="94427"/>
                  <a:pt x="292415" y="94360"/>
                  <a:pt x="291718" y="94225"/>
                </a:cubicBezTo>
                <a:cubicBezTo>
                  <a:pt x="291021" y="94090"/>
                  <a:pt x="290515" y="93888"/>
                  <a:pt x="290200" y="93618"/>
                </a:cubicBezTo>
                <a:cubicBezTo>
                  <a:pt x="289885" y="93348"/>
                  <a:pt x="289728" y="92944"/>
                  <a:pt x="289728" y="92404"/>
                </a:cubicBezTo>
                <a:lnTo>
                  <a:pt x="289728" y="86334"/>
                </a:lnTo>
                <a:cubicBezTo>
                  <a:pt x="287075" y="89166"/>
                  <a:pt x="284118" y="91381"/>
                  <a:pt x="280858" y="92977"/>
                </a:cubicBezTo>
                <a:cubicBezTo>
                  <a:pt x="277598" y="94574"/>
                  <a:pt x="274147" y="95372"/>
                  <a:pt x="270505" y="95372"/>
                </a:cubicBezTo>
                <a:cubicBezTo>
                  <a:pt x="267313" y="95372"/>
                  <a:pt x="264424" y="94954"/>
                  <a:pt x="261838" y="94120"/>
                </a:cubicBezTo>
                <a:cubicBezTo>
                  <a:pt x="259253" y="93285"/>
                  <a:pt x="257049" y="92078"/>
                  <a:pt x="255228" y="90499"/>
                </a:cubicBezTo>
                <a:cubicBezTo>
                  <a:pt x="253407" y="88919"/>
                  <a:pt x="251991" y="86979"/>
                  <a:pt x="250979" y="84679"/>
                </a:cubicBezTo>
                <a:cubicBezTo>
                  <a:pt x="249967" y="82377"/>
                  <a:pt x="249461" y="79760"/>
                  <a:pt x="249461" y="76826"/>
                </a:cubicBezTo>
                <a:cubicBezTo>
                  <a:pt x="249461" y="73397"/>
                  <a:pt x="250158" y="70419"/>
                  <a:pt x="251552" y="67893"/>
                </a:cubicBezTo>
                <a:cubicBezTo>
                  <a:pt x="252946" y="65365"/>
                  <a:pt x="254947" y="63266"/>
                  <a:pt x="257555" y="61597"/>
                </a:cubicBezTo>
                <a:cubicBezTo>
                  <a:pt x="260163" y="59928"/>
                  <a:pt x="263356" y="58676"/>
                  <a:pt x="267133" y="57841"/>
                </a:cubicBezTo>
                <a:cubicBezTo>
                  <a:pt x="270910" y="57006"/>
                  <a:pt x="275159" y="56589"/>
                  <a:pt x="279880" y="56589"/>
                </a:cubicBezTo>
                <a:lnTo>
                  <a:pt x="288244" y="56589"/>
                </a:lnTo>
                <a:lnTo>
                  <a:pt x="288244" y="51885"/>
                </a:lnTo>
                <a:cubicBezTo>
                  <a:pt x="288244" y="49555"/>
                  <a:pt x="287997" y="47494"/>
                  <a:pt x="287502" y="45702"/>
                </a:cubicBezTo>
                <a:cubicBezTo>
                  <a:pt x="287008" y="43909"/>
                  <a:pt x="286209" y="42419"/>
                  <a:pt x="285108" y="41232"/>
                </a:cubicBezTo>
                <a:cubicBezTo>
                  <a:pt x="284006" y="40045"/>
                  <a:pt x="282578" y="39149"/>
                  <a:pt x="280825" y="38545"/>
                </a:cubicBezTo>
                <a:cubicBezTo>
                  <a:pt x="279071" y="37939"/>
                  <a:pt x="276913" y="37636"/>
                  <a:pt x="274350" y="37636"/>
                </a:cubicBezTo>
                <a:cubicBezTo>
                  <a:pt x="271607" y="37636"/>
                  <a:pt x="269145" y="37959"/>
                  <a:pt x="266964" y="38604"/>
                </a:cubicBezTo>
                <a:cubicBezTo>
                  <a:pt x="264783" y="39249"/>
                  <a:pt x="262872" y="39960"/>
                  <a:pt x="261231" y="40739"/>
                </a:cubicBezTo>
                <a:cubicBezTo>
                  <a:pt x="259590" y="41517"/>
                  <a:pt x="258218" y="42229"/>
                  <a:pt x="257117" y="42874"/>
                </a:cubicBezTo>
                <a:cubicBezTo>
                  <a:pt x="256015" y="43519"/>
                  <a:pt x="255194" y="43841"/>
                  <a:pt x="254655" y="43841"/>
                </a:cubicBezTo>
                <a:cubicBezTo>
                  <a:pt x="254295" y="43841"/>
                  <a:pt x="253980" y="43751"/>
                  <a:pt x="253711" y="43572"/>
                </a:cubicBezTo>
                <a:cubicBezTo>
                  <a:pt x="253441" y="43392"/>
                  <a:pt x="253205" y="43122"/>
                  <a:pt x="253002" y="42762"/>
                </a:cubicBezTo>
                <a:cubicBezTo>
                  <a:pt x="252800" y="42402"/>
                  <a:pt x="252654" y="41942"/>
                  <a:pt x="252564" y="41379"/>
                </a:cubicBezTo>
                <a:cubicBezTo>
                  <a:pt x="252474" y="40817"/>
                  <a:pt x="252429" y="40199"/>
                  <a:pt x="252429" y="39525"/>
                </a:cubicBezTo>
                <a:cubicBezTo>
                  <a:pt x="252429" y="38400"/>
                  <a:pt x="252508" y="37512"/>
                  <a:pt x="252665" y="36860"/>
                </a:cubicBezTo>
                <a:cubicBezTo>
                  <a:pt x="252823" y="36208"/>
                  <a:pt x="253205" y="35590"/>
                  <a:pt x="253812" y="35006"/>
                </a:cubicBezTo>
                <a:cubicBezTo>
                  <a:pt x="254419" y="34421"/>
                  <a:pt x="255464" y="33740"/>
                  <a:pt x="256948" y="32963"/>
                </a:cubicBezTo>
                <a:cubicBezTo>
                  <a:pt x="258432" y="32185"/>
                  <a:pt x="260141" y="31474"/>
                  <a:pt x="262074" y="30830"/>
                </a:cubicBezTo>
                <a:cubicBezTo>
                  <a:pt x="264008" y="30187"/>
                  <a:pt x="266121" y="29654"/>
                  <a:pt x="268414" y="29232"/>
                </a:cubicBezTo>
                <a:cubicBezTo>
                  <a:pt x="270708" y="28810"/>
                  <a:pt x="273023" y="28598"/>
                  <a:pt x="275361" y="28598"/>
                </a:cubicBezTo>
                <a:cubicBezTo>
                  <a:pt x="279723" y="28598"/>
                  <a:pt x="283433" y="29093"/>
                  <a:pt x="286490" y="30082"/>
                </a:cubicBezTo>
                <a:cubicBezTo>
                  <a:pt x="289548" y="31071"/>
                  <a:pt x="292021" y="32521"/>
                  <a:pt x="293910" y="34432"/>
                </a:cubicBezTo>
                <a:cubicBezTo>
                  <a:pt x="295798" y="36343"/>
                  <a:pt x="297170" y="38715"/>
                  <a:pt x="298024" y="41548"/>
                </a:cubicBezTo>
                <a:cubicBezTo>
                  <a:pt x="298878" y="44381"/>
                  <a:pt x="299306" y="47686"/>
                  <a:pt x="299306" y="51463"/>
                </a:cubicBezTo>
                <a:lnTo>
                  <a:pt x="299306" y="92404"/>
                </a:lnTo>
                <a:moveTo>
                  <a:pt x="288244" y="64615"/>
                </a:moveTo>
                <a:lnTo>
                  <a:pt x="278734" y="64615"/>
                </a:lnTo>
                <a:cubicBezTo>
                  <a:pt x="275676" y="64615"/>
                  <a:pt x="273023" y="64876"/>
                  <a:pt x="270775" y="65397"/>
                </a:cubicBezTo>
                <a:cubicBezTo>
                  <a:pt x="268527" y="65917"/>
                  <a:pt x="266661" y="66686"/>
                  <a:pt x="265177" y="67703"/>
                </a:cubicBezTo>
                <a:cubicBezTo>
                  <a:pt x="263693" y="68721"/>
                  <a:pt x="262603" y="69942"/>
                  <a:pt x="261906" y="71369"/>
                </a:cubicBezTo>
                <a:cubicBezTo>
                  <a:pt x="261209" y="72793"/>
                  <a:pt x="260860" y="74433"/>
                  <a:pt x="260860" y="76288"/>
                </a:cubicBezTo>
                <a:cubicBezTo>
                  <a:pt x="260860" y="79455"/>
                  <a:pt x="261861" y="81978"/>
                  <a:pt x="263862" y="83855"/>
                </a:cubicBezTo>
                <a:cubicBezTo>
                  <a:pt x="265863" y="85732"/>
                  <a:pt x="268662" y="86671"/>
                  <a:pt x="272259" y="86671"/>
                </a:cubicBezTo>
                <a:cubicBezTo>
                  <a:pt x="275182" y="86671"/>
                  <a:pt x="277891" y="85925"/>
                  <a:pt x="280386" y="84432"/>
                </a:cubicBezTo>
                <a:cubicBezTo>
                  <a:pt x="282882" y="82939"/>
                  <a:pt x="285501" y="80654"/>
                  <a:pt x="288244" y="77578"/>
                </a:cubicBezTo>
                <a:lnTo>
                  <a:pt x="288244" y="64615"/>
                </a:lnTo>
                <a:close/>
                <a:moveTo>
                  <a:pt x="372290" y="92337"/>
                </a:moveTo>
                <a:cubicBezTo>
                  <a:pt x="372290" y="92696"/>
                  <a:pt x="372200" y="93000"/>
                  <a:pt x="372021" y="93247"/>
                </a:cubicBezTo>
                <a:cubicBezTo>
                  <a:pt x="371841" y="93494"/>
                  <a:pt x="371548" y="93708"/>
                  <a:pt x="371144" y="93888"/>
                </a:cubicBezTo>
                <a:cubicBezTo>
                  <a:pt x="370739" y="94068"/>
                  <a:pt x="370177" y="94203"/>
                  <a:pt x="369458" y="94293"/>
                </a:cubicBezTo>
                <a:cubicBezTo>
                  <a:pt x="368738" y="94382"/>
                  <a:pt x="367839" y="94427"/>
                  <a:pt x="366760" y="94427"/>
                </a:cubicBezTo>
                <a:cubicBezTo>
                  <a:pt x="365636" y="94427"/>
                  <a:pt x="364714" y="94382"/>
                  <a:pt x="363994" y="94293"/>
                </a:cubicBezTo>
                <a:cubicBezTo>
                  <a:pt x="363275" y="94203"/>
                  <a:pt x="362713" y="94068"/>
                  <a:pt x="362308" y="93888"/>
                </a:cubicBezTo>
                <a:cubicBezTo>
                  <a:pt x="361903" y="93708"/>
                  <a:pt x="361611" y="93494"/>
                  <a:pt x="361431" y="93247"/>
                </a:cubicBezTo>
                <a:cubicBezTo>
                  <a:pt x="361251" y="93000"/>
                  <a:pt x="361161" y="92696"/>
                  <a:pt x="361161" y="92337"/>
                </a:cubicBezTo>
                <a:lnTo>
                  <a:pt x="361161" y="56791"/>
                </a:lnTo>
                <a:cubicBezTo>
                  <a:pt x="361161" y="53329"/>
                  <a:pt x="360892" y="50541"/>
                  <a:pt x="360352" y="48428"/>
                </a:cubicBezTo>
                <a:cubicBezTo>
                  <a:pt x="359812" y="46314"/>
                  <a:pt x="359026" y="44493"/>
                  <a:pt x="357991" y="42964"/>
                </a:cubicBezTo>
                <a:cubicBezTo>
                  <a:pt x="356957" y="41436"/>
                  <a:pt x="355619" y="40267"/>
                  <a:pt x="353978" y="39457"/>
                </a:cubicBezTo>
                <a:cubicBezTo>
                  <a:pt x="352337" y="38648"/>
                  <a:pt x="350437" y="38243"/>
                  <a:pt x="348279" y="38243"/>
                </a:cubicBezTo>
                <a:cubicBezTo>
                  <a:pt x="345491" y="38243"/>
                  <a:pt x="342703" y="39232"/>
                  <a:pt x="339915" y="41211"/>
                </a:cubicBezTo>
                <a:cubicBezTo>
                  <a:pt x="337127" y="43189"/>
                  <a:pt x="334205" y="46090"/>
                  <a:pt x="331147" y="49912"/>
                </a:cubicBezTo>
                <a:lnTo>
                  <a:pt x="331147" y="92337"/>
                </a:lnTo>
                <a:cubicBezTo>
                  <a:pt x="331147" y="92696"/>
                  <a:pt x="331057" y="93000"/>
                  <a:pt x="330877" y="93247"/>
                </a:cubicBezTo>
                <a:cubicBezTo>
                  <a:pt x="330697" y="93494"/>
                  <a:pt x="330405" y="93708"/>
                  <a:pt x="330000" y="93888"/>
                </a:cubicBezTo>
                <a:cubicBezTo>
                  <a:pt x="329596" y="94068"/>
                  <a:pt x="329034" y="94203"/>
                  <a:pt x="328314" y="94293"/>
                </a:cubicBezTo>
                <a:cubicBezTo>
                  <a:pt x="327595" y="94382"/>
                  <a:pt x="326673" y="94427"/>
                  <a:pt x="325549" y="94427"/>
                </a:cubicBezTo>
                <a:cubicBezTo>
                  <a:pt x="324470" y="94427"/>
                  <a:pt x="323570" y="94382"/>
                  <a:pt x="322851" y="94293"/>
                </a:cubicBezTo>
                <a:cubicBezTo>
                  <a:pt x="322131" y="94203"/>
                  <a:pt x="321558" y="94068"/>
                  <a:pt x="321131" y="93888"/>
                </a:cubicBezTo>
                <a:cubicBezTo>
                  <a:pt x="320704" y="93708"/>
                  <a:pt x="320412" y="93494"/>
                  <a:pt x="320254" y="93247"/>
                </a:cubicBezTo>
                <a:cubicBezTo>
                  <a:pt x="320097" y="93000"/>
                  <a:pt x="320018" y="92696"/>
                  <a:pt x="320018" y="92337"/>
                </a:cubicBezTo>
                <a:lnTo>
                  <a:pt x="320018" y="31633"/>
                </a:lnTo>
                <a:cubicBezTo>
                  <a:pt x="320018" y="31273"/>
                  <a:pt x="320086" y="30970"/>
                  <a:pt x="320220" y="30723"/>
                </a:cubicBezTo>
                <a:cubicBezTo>
                  <a:pt x="320355" y="30475"/>
                  <a:pt x="320625" y="30251"/>
                  <a:pt x="321030" y="30048"/>
                </a:cubicBezTo>
                <a:cubicBezTo>
                  <a:pt x="321434" y="29846"/>
                  <a:pt x="321952" y="29711"/>
                  <a:pt x="322581" y="29643"/>
                </a:cubicBezTo>
                <a:cubicBezTo>
                  <a:pt x="323211" y="29576"/>
                  <a:pt x="324042" y="29542"/>
                  <a:pt x="325077" y="29542"/>
                </a:cubicBezTo>
                <a:cubicBezTo>
                  <a:pt x="326066" y="29542"/>
                  <a:pt x="326887" y="29576"/>
                  <a:pt x="327539" y="29643"/>
                </a:cubicBezTo>
                <a:cubicBezTo>
                  <a:pt x="328191" y="29711"/>
                  <a:pt x="328696" y="29846"/>
                  <a:pt x="329056" y="30048"/>
                </a:cubicBezTo>
                <a:cubicBezTo>
                  <a:pt x="329416" y="30251"/>
                  <a:pt x="329674" y="30475"/>
                  <a:pt x="329832" y="30723"/>
                </a:cubicBezTo>
                <a:cubicBezTo>
                  <a:pt x="329989" y="30970"/>
                  <a:pt x="330068" y="31273"/>
                  <a:pt x="330068" y="31633"/>
                </a:cubicBezTo>
                <a:lnTo>
                  <a:pt x="330068" y="39660"/>
                </a:lnTo>
                <a:cubicBezTo>
                  <a:pt x="333485" y="35837"/>
                  <a:pt x="336891" y="33038"/>
                  <a:pt x="340286" y="31262"/>
                </a:cubicBezTo>
                <a:cubicBezTo>
                  <a:pt x="343681" y="29486"/>
                  <a:pt x="347110" y="28598"/>
                  <a:pt x="350572" y="28598"/>
                </a:cubicBezTo>
                <a:cubicBezTo>
                  <a:pt x="354619" y="28598"/>
                  <a:pt x="358025" y="29284"/>
                  <a:pt x="360790" y="30655"/>
                </a:cubicBezTo>
                <a:cubicBezTo>
                  <a:pt x="363556" y="32027"/>
                  <a:pt x="365793" y="33859"/>
                  <a:pt x="367502" y="36152"/>
                </a:cubicBezTo>
                <a:cubicBezTo>
                  <a:pt x="369210" y="38445"/>
                  <a:pt x="370436" y="41132"/>
                  <a:pt x="371178" y="44212"/>
                </a:cubicBezTo>
                <a:cubicBezTo>
                  <a:pt x="371919" y="47292"/>
                  <a:pt x="372290" y="50991"/>
                  <a:pt x="372290" y="55307"/>
                </a:cubicBezTo>
                <a:lnTo>
                  <a:pt x="372290" y="92337"/>
                </a:lnTo>
                <a:close/>
                <a:moveTo>
                  <a:pt x="443260" y="34331"/>
                </a:moveTo>
                <a:cubicBezTo>
                  <a:pt x="443260" y="35905"/>
                  <a:pt x="443046" y="37040"/>
                  <a:pt x="442619" y="37737"/>
                </a:cubicBezTo>
                <a:cubicBezTo>
                  <a:pt x="442192" y="38434"/>
                  <a:pt x="441641" y="38783"/>
                  <a:pt x="440966" y="38783"/>
                </a:cubicBezTo>
                <a:lnTo>
                  <a:pt x="432266" y="38783"/>
                </a:lnTo>
                <a:cubicBezTo>
                  <a:pt x="433839" y="40406"/>
                  <a:pt x="434941" y="42199"/>
                  <a:pt x="435570" y="44162"/>
                </a:cubicBezTo>
                <a:cubicBezTo>
                  <a:pt x="436200" y="46123"/>
                  <a:pt x="436515" y="48164"/>
                  <a:pt x="436515" y="50283"/>
                </a:cubicBezTo>
                <a:cubicBezTo>
                  <a:pt x="436515" y="53784"/>
                  <a:pt x="435953" y="56882"/>
                  <a:pt x="434829" y="59576"/>
                </a:cubicBezTo>
                <a:cubicBezTo>
                  <a:pt x="433704" y="62269"/>
                  <a:pt x="432097" y="64548"/>
                  <a:pt x="430006" y="66411"/>
                </a:cubicBezTo>
                <a:cubicBezTo>
                  <a:pt x="427915" y="68274"/>
                  <a:pt x="425431" y="69700"/>
                  <a:pt x="422553" y="70688"/>
                </a:cubicBezTo>
                <a:cubicBezTo>
                  <a:pt x="419675" y="71676"/>
                  <a:pt x="416483" y="72170"/>
                  <a:pt x="412975" y="72170"/>
                </a:cubicBezTo>
                <a:cubicBezTo>
                  <a:pt x="410502" y="72170"/>
                  <a:pt x="408153" y="71844"/>
                  <a:pt x="405927" y="71194"/>
                </a:cubicBezTo>
                <a:cubicBezTo>
                  <a:pt x="403701" y="70543"/>
                  <a:pt x="401981" y="69724"/>
                  <a:pt x="400767" y="68736"/>
                </a:cubicBezTo>
                <a:cubicBezTo>
                  <a:pt x="399958" y="69545"/>
                  <a:pt x="399295" y="70467"/>
                  <a:pt x="398777" y="71501"/>
                </a:cubicBezTo>
                <a:cubicBezTo>
                  <a:pt x="398260" y="72534"/>
                  <a:pt x="398002" y="73724"/>
                  <a:pt x="398002" y="75072"/>
                </a:cubicBezTo>
                <a:cubicBezTo>
                  <a:pt x="398002" y="76646"/>
                  <a:pt x="398733" y="77950"/>
                  <a:pt x="400194" y="78984"/>
                </a:cubicBezTo>
                <a:cubicBezTo>
                  <a:pt x="401655" y="80017"/>
                  <a:pt x="403600" y="80578"/>
                  <a:pt x="406028" y="80668"/>
                </a:cubicBezTo>
                <a:lnTo>
                  <a:pt x="421878" y="81345"/>
                </a:lnTo>
                <a:cubicBezTo>
                  <a:pt x="424891" y="81435"/>
                  <a:pt x="427657" y="81852"/>
                  <a:pt x="430175" y="82597"/>
                </a:cubicBezTo>
                <a:cubicBezTo>
                  <a:pt x="432693" y="83341"/>
                  <a:pt x="434873" y="84402"/>
                  <a:pt x="436717" y="85779"/>
                </a:cubicBezTo>
                <a:cubicBezTo>
                  <a:pt x="438561" y="87155"/>
                  <a:pt x="440000" y="88847"/>
                  <a:pt x="441034" y="90855"/>
                </a:cubicBezTo>
                <a:cubicBezTo>
                  <a:pt x="442068" y="92863"/>
                  <a:pt x="442585" y="95198"/>
                  <a:pt x="442585" y="97861"/>
                </a:cubicBezTo>
                <a:cubicBezTo>
                  <a:pt x="442585" y="100659"/>
                  <a:pt x="442001" y="103321"/>
                  <a:pt x="440831" y="105847"/>
                </a:cubicBezTo>
                <a:cubicBezTo>
                  <a:pt x="439662" y="108375"/>
                  <a:pt x="437875" y="110597"/>
                  <a:pt x="435469" y="112514"/>
                </a:cubicBezTo>
                <a:cubicBezTo>
                  <a:pt x="433064" y="114432"/>
                  <a:pt x="429995" y="115944"/>
                  <a:pt x="426263" y="117050"/>
                </a:cubicBezTo>
                <a:cubicBezTo>
                  <a:pt x="422530" y="118156"/>
                  <a:pt x="418124" y="118709"/>
                  <a:pt x="413043" y="118709"/>
                </a:cubicBezTo>
                <a:cubicBezTo>
                  <a:pt x="408142" y="118709"/>
                  <a:pt x="403971" y="118292"/>
                  <a:pt x="400531" y="117459"/>
                </a:cubicBezTo>
                <a:cubicBezTo>
                  <a:pt x="397091" y="116627"/>
                  <a:pt x="394270" y="115491"/>
                  <a:pt x="392066" y="114051"/>
                </a:cubicBezTo>
                <a:cubicBezTo>
                  <a:pt x="389863" y="112612"/>
                  <a:pt x="388267" y="110891"/>
                  <a:pt x="387278" y="108889"/>
                </a:cubicBezTo>
                <a:cubicBezTo>
                  <a:pt x="386288" y="106886"/>
                  <a:pt x="385794" y="104715"/>
                  <a:pt x="385794" y="102374"/>
                </a:cubicBezTo>
                <a:cubicBezTo>
                  <a:pt x="385794" y="100890"/>
                  <a:pt x="385974" y="99450"/>
                  <a:pt x="386333" y="98055"/>
                </a:cubicBezTo>
                <a:cubicBezTo>
                  <a:pt x="386693" y="96660"/>
                  <a:pt x="387244" y="95332"/>
                  <a:pt x="387986" y="94071"/>
                </a:cubicBezTo>
                <a:cubicBezTo>
                  <a:pt x="388728" y="92812"/>
                  <a:pt x="389650" y="91609"/>
                  <a:pt x="390751" y="90463"/>
                </a:cubicBezTo>
                <a:cubicBezTo>
                  <a:pt x="391853" y="89315"/>
                  <a:pt x="393123" y="88178"/>
                  <a:pt x="394562" y="87052"/>
                </a:cubicBezTo>
                <a:cubicBezTo>
                  <a:pt x="392359" y="85924"/>
                  <a:pt x="390729" y="84502"/>
                  <a:pt x="389672" y="82786"/>
                </a:cubicBezTo>
                <a:cubicBezTo>
                  <a:pt x="388615" y="81069"/>
                  <a:pt x="388087" y="79217"/>
                  <a:pt x="388087" y="77230"/>
                </a:cubicBezTo>
                <a:cubicBezTo>
                  <a:pt x="388087" y="74476"/>
                  <a:pt x="388649" y="72015"/>
                  <a:pt x="389773" y="69847"/>
                </a:cubicBezTo>
                <a:cubicBezTo>
                  <a:pt x="390897" y="67679"/>
                  <a:pt x="392291" y="65737"/>
                  <a:pt x="393955" y="64021"/>
                </a:cubicBezTo>
                <a:cubicBezTo>
                  <a:pt x="392561" y="62360"/>
                  <a:pt x="391459" y="60486"/>
                  <a:pt x="390650" y="58397"/>
                </a:cubicBezTo>
                <a:cubicBezTo>
                  <a:pt x="389841" y="56309"/>
                  <a:pt x="389436" y="53784"/>
                  <a:pt x="389436" y="50822"/>
                </a:cubicBezTo>
                <a:cubicBezTo>
                  <a:pt x="389436" y="47365"/>
                  <a:pt x="390020" y="44268"/>
                  <a:pt x="391190" y="41529"/>
                </a:cubicBezTo>
                <a:cubicBezTo>
                  <a:pt x="392359" y="38790"/>
                  <a:pt x="393977" y="36478"/>
                  <a:pt x="396046" y="34592"/>
                </a:cubicBezTo>
                <a:cubicBezTo>
                  <a:pt x="398114" y="32707"/>
                  <a:pt x="400599" y="31259"/>
                  <a:pt x="403499" y="30248"/>
                </a:cubicBezTo>
                <a:cubicBezTo>
                  <a:pt x="406399" y="29238"/>
                  <a:pt x="409558" y="28733"/>
                  <a:pt x="412975" y="28733"/>
                </a:cubicBezTo>
                <a:cubicBezTo>
                  <a:pt x="414819" y="28733"/>
                  <a:pt x="416539" y="28828"/>
                  <a:pt x="418135" y="29020"/>
                </a:cubicBezTo>
                <a:cubicBezTo>
                  <a:pt x="419731" y="29209"/>
                  <a:pt x="421226" y="29473"/>
                  <a:pt x="422620" y="29812"/>
                </a:cubicBezTo>
                <a:lnTo>
                  <a:pt x="440966" y="29812"/>
                </a:lnTo>
                <a:cubicBezTo>
                  <a:pt x="441731" y="29812"/>
                  <a:pt x="442304" y="30183"/>
                  <a:pt x="442686" y="30925"/>
                </a:cubicBezTo>
                <a:cubicBezTo>
                  <a:pt x="443068" y="31667"/>
                  <a:pt x="443260" y="32802"/>
                  <a:pt x="443260" y="34331"/>
                </a:cubicBezTo>
                <a:moveTo>
                  <a:pt x="425858" y="50350"/>
                </a:moveTo>
                <a:cubicBezTo>
                  <a:pt x="425858" y="46224"/>
                  <a:pt x="424723" y="43007"/>
                  <a:pt x="422452" y="40697"/>
                </a:cubicBezTo>
                <a:cubicBezTo>
                  <a:pt x="420181" y="38386"/>
                  <a:pt x="416955" y="37231"/>
                  <a:pt x="412773" y="37231"/>
                </a:cubicBezTo>
                <a:cubicBezTo>
                  <a:pt x="410615" y="37231"/>
                  <a:pt x="408737" y="37590"/>
                  <a:pt x="407141" y="38308"/>
                </a:cubicBezTo>
                <a:cubicBezTo>
                  <a:pt x="405545" y="39025"/>
                  <a:pt x="404218" y="40012"/>
                  <a:pt x="403162" y="41268"/>
                </a:cubicBezTo>
                <a:cubicBezTo>
                  <a:pt x="402105" y="42524"/>
                  <a:pt x="401318" y="43971"/>
                  <a:pt x="400801" y="45608"/>
                </a:cubicBezTo>
                <a:cubicBezTo>
                  <a:pt x="400284" y="47245"/>
                  <a:pt x="400025" y="48960"/>
                  <a:pt x="400025" y="50755"/>
                </a:cubicBezTo>
                <a:cubicBezTo>
                  <a:pt x="400025" y="54745"/>
                  <a:pt x="401161" y="57885"/>
                  <a:pt x="403431" y="60172"/>
                </a:cubicBezTo>
                <a:cubicBezTo>
                  <a:pt x="405702" y="62460"/>
                  <a:pt x="408883" y="63604"/>
                  <a:pt x="412975" y="63604"/>
                </a:cubicBezTo>
                <a:cubicBezTo>
                  <a:pt x="415179" y="63604"/>
                  <a:pt x="417090" y="63257"/>
                  <a:pt x="418708" y="62562"/>
                </a:cubicBezTo>
                <a:cubicBezTo>
                  <a:pt x="420327" y="61867"/>
                  <a:pt x="421665" y="60902"/>
                  <a:pt x="422722" y="59668"/>
                </a:cubicBezTo>
                <a:cubicBezTo>
                  <a:pt x="423778" y="58435"/>
                  <a:pt x="424565" y="57011"/>
                  <a:pt x="425082" y="55396"/>
                </a:cubicBezTo>
                <a:cubicBezTo>
                  <a:pt x="425599" y="53781"/>
                  <a:pt x="425858" y="52099"/>
                  <a:pt x="425858" y="50350"/>
                </a:cubicBezTo>
                <a:moveTo>
                  <a:pt x="431456" y="98466"/>
                </a:moveTo>
                <a:cubicBezTo>
                  <a:pt x="431456" y="95840"/>
                  <a:pt x="430388" y="93814"/>
                  <a:pt x="428252" y="92389"/>
                </a:cubicBezTo>
                <a:cubicBezTo>
                  <a:pt x="426116" y="90963"/>
                  <a:pt x="423227" y="90205"/>
                  <a:pt x="419585" y="90115"/>
                </a:cubicBezTo>
                <a:lnTo>
                  <a:pt x="403870" y="89571"/>
                </a:lnTo>
                <a:cubicBezTo>
                  <a:pt x="402431" y="90702"/>
                  <a:pt x="401251" y="91777"/>
                  <a:pt x="400329" y="92796"/>
                </a:cubicBezTo>
                <a:cubicBezTo>
                  <a:pt x="399407" y="93815"/>
                  <a:pt x="398676" y="94788"/>
                  <a:pt x="398137" y="95715"/>
                </a:cubicBezTo>
                <a:cubicBezTo>
                  <a:pt x="397597" y="96643"/>
                  <a:pt x="397226" y="97559"/>
                  <a:pt x="397024" y="98464"/>
                </a:cubicBezTo>
                <a:cubicBezTo>
                  <a:pt x="396821" y="99370"/>
                  <a:pt x="396720" y="100298"/>
                  <a:pt x="396720" y="101248"/>
                </a:cubicBezTo>
                <a:cubicBezTo>
                  <a:pt x="396720" y="104191"/>
                  <a:pt x="398204" y="106420"/>
                  <a:pt x="401172" y="107936"/>
                </a:cubicBezTo>
                <a:cubicBezTo>
                  <a:pt x="404140" y="109452"/>
                  <a:pt x="408276" y="110210"/>
                  <a:pt x="413582" y="110210"/>
                </a:cubicBezTo>
                <a:cubicBezTo>
                  <a:pt x="416955" y="110210"/>
                  <a:pt x="419776" y="109882"/>
                  <a:pt x="422047" y="109226"/>
                </a:cubicBezTo>
                <a:cubicBezTo>
                  <a:pt x="424318" y="108570"/>
                  <a:pt x="426150" y="107699"/>
                  <a:pt x="427544" y="106612"/>
                </a:cubicBezTo>
                <a:cubicBezTo>
                  <a:pt x="428938" y="105526"/>
                  <a:pt x="429939" y="104281"/>
                  <a:pt x="430546" y="102877"/>
                </a:cubicBezTo>
                <a:cubicBezTo>
                  <a:pt x="431153" y="101475"/>
                  <a:pt x="431456" y="100005"/>
                  <a:pt x="431456" y="98466"/>
                </a:cubicBezTo>
                <a:close/>
                <a:moveTo>
                  <a:pt x="508571" y="59354"/>
                </a:moveTo>
                <a:cubicBezTo>
                  <a:pt x="508571" y="61108"/>
                  <a:pt x="508133" y="62356"/>
                  <a:pt x="507256" y="63098"/>
                </a:cubicBezTo>
                <a:cubicBezTo>
                  <a:pt x="506379" y="63840"/>
                  <a:pt x="505378" y="64211"/>
                  <a:pt x="504254" y="64211"/>
                </a:cubicBezTo>
                <a:lnTo>
                  <a:pt x="464460" y="64211"/>
                </a:lnTo>
                <a:cubicBezTo>
                  <a:pt x="464460" y="67593"/>
                  <a:pt x="464797" y="70637"/>
                  <a:pt x="465472" y="73344"/>
                </a:cubicBezTo>
                <a:cubicBezTo>
                  <a:pt x="466146" y="76050"/>
                  <a:pt x="467270" y="78373"/>
                  <a:pt x="468844" y="80312"/>
                </a:cubicBezTo>
                <a:cubicBezTo>
                  <a:pt x="470418" y="82251"/>
                  <a:pt x="472464" y="83740"/>
                  <a:pt x="474982" y="84778"/>
                </a:cubicBezTo>
                <a:cubicBezTo>
                  <a:pt x="477500" y="85815"/>
                  <a:pt x="480580" y="86334"/>
                  <a:pt x="484222" y="86334"/>
                </a:cubicBezTo>
                <a:cubicBezTo>
                  <a:pt x="487100" y="86334"/>
                  <a:pt x="489663" y="86098"/>
                  <a:pt x="491911" y="85625"/>
                </a:cubicBezTo>
                <a:cubicBezTo>
                  <a:pt x="494160" y="85153"/>
                  <a:pt x="496104" y="84625"/>
                  <a:pt x="497746" y="84040"/>
                </a:cubicBezTo>
                <a:cubicBezTo>
                  <a:pt x="499387" y="83456"/>
                  <a:pt x="500736" y="82928"/>
                  <a:pt x="501792" y="82455"/>
                </a:cubicBezTo>
                <a:cubicBezTo>
                  <a:pt x="502849" y="81983"/>
                  <a:pt x="503647" y="81747"/>
                  <a:pt x="504187" y="81747"/>
                </a:cubicBezTo>
                <a:cubicBezTo>
                  <a:pt x="504502" y="81747"/>
                  <a:pt x="504783" y="81826"/>
                  <a:pt x="505030" y="81983"/>
                </a:cubicBezTo>
                <a:cubicBezTo>
                  <a:pt x="505277" y="82141"/>
                  <a:pt x="505468" y="82377"/>
                  <a:pt x="505603" y="82691"/>
                </a:cubicBezTo>
                <a:cubicBezTo>
                  <a:pt x="505738" y="83006"/>
                  <a:pt x="505839" y="83445"/>
                  <a:pt x="505907" y="84007"/>
                </a:cubicBezTo>
                <a:cubicBezTo>
                  <a:pt x="505974" y="84569"/>
                  <a:pt x="506008" y="85254"/>
                  <a:pt x="506008" y="86064"/>
                </a:cubicBezTo>
                <a:cubicBezTo>
                  <a:pt x="506008" y="86648"/>
                  <a:pt x="505985" y="87154"/>
                  <a:pt x="505941" y="87581"/>
                </a:cubicBezTo>
                <a:cubicBezTo>
                  <a:pt x="505896" y="88009"/>
                  <a:pt x="505839" y="88391"/>
                  <a:pt x="505772" y="88728"/>
                </a:cubicBezTo>
                <a:cubicBezTo>
                  <a:pt x="505704" y="89065"/>
                  <a:pt x="505592" y="89369"/>
                  <a:pt x="505435" y="89639"/>
                </a:cubicBezTo>
                <a:cubicBezTo>
                  <a:pt x="505277" y="89908"/>
                  <a:pt x="505075" y="90167"/>
                  <a:pt x="504828" y="90414"/>
                </a:cubicBezTo>
                <a:cubicBezTo>
                  <a:pt x="504580" y="90662"/>
                  <a:pt x="503850" y="91066"/>
                  <a:pt x="502636" y="91628"/>
                </a:cubicBezTo>
                <a:cubicBezTo>
                  <a:pt x="501421" y="92190"/>
                  <a:pt x="499848" y="92741"/>
                  <a:pt x="497914" y="93281"/>
                </a:cubicBezTo>
                <a:cubicBezTo>
                  <a:pt x="495981" y="93820"/>
                  <a:pt x="493744" y="94304"/>
                  <a:pt x="491203" y="94731"/>
                </a:cubicBezTo>
                <a:cubicBezTo>
                  <a:pt x="488663" y="95158"/>
                  <a:pt x="485953" y="95372"/>
                  <a:pt x="483076" y="95372"/>
                </a:cubicBezTo>
                <a:cubicBezTo>
                  <a:pt x="478084" y="95372"/>
                  <a:pt x="473712" y="94674"/>
                  <a:pt x="469957" y="93279"/>
                </a:cubicBezTo>
                <a:cubicBezTo>
                  <a:pt x="466202" y="91883"/>
                  <a:pt x="463043" y="89813"/>
                  <a:pt x="460480" y="87067"/>
                </a:cubicBezTo>
                <a:cubicBezTo>
                  <a:pt x="457917" y="84321"/>
                  <a:pt x="455984" y="80878"/>
                  <a:pt x="454680" y="76737"/>
                </a:cubicBezTo>
                <a:cubicBezTo>
                  <a:pt x="453376" y="72596"/>
                  <a:pt x="452724" y="67780"/>
                  <a:pt x="452724" y="62288"/>
                </a:cubicBezTo>
                <a:cubicBezTo>
                  <a:pt x="452724" y="57067"/>
                  <a:pt x="453398" y="52374"/>
                  <a:pt x="454747" y="48211"/>
                </a:cubicBezTo>
                <a:cubicBezTo>
                  <a:pt x="456096" y="44047"/>
                  <a:pt x="458041" y="40514"/>
                  <a:pt x="460582" y="37611"/>
                </a:cubicBezTo>
                <a:cubicBezTo>
                  <a:pt x="463122" y="34708"/>
                  <a:pt x="466191" y="32480"/>
                  <a:pt x="469788" y="30927"/>
                </a:cubicBezTo>
                <a:cubicBezTo>
                  <a:pt x="473386" y="29374"/>
                  <a:pt x="477410" y="28598"/>
                  <a:pt x="481862" y="28598"/>
                </a:cubicBezTo>
                <a:cubicBezTo>
                  <a:pt x="486628" y="28598"/>
                  <a:pt x="490686" y="29362"/>
                  <a:pt x="494036" y="30891"/>
                </a:cubicBezTo>
                <a:cubicBezTo>
                  <a:pt x="497386" y="32420"/>
                  <a:pt x="500140" y="34477"/>
                  <a:pt x="502298" y="37063"/>
                </a:cubicBezTo>
                <a:cubicBezTo>
                  <a:pt x="504457" y="39648"/>
                  <a:pt x="506042" y="42683"/>
                  <a:pt x="507053" y="46168"/>
                </a:cubicBezTo>
                <a:cubicBezTo>
                  <a:pt x="508065" y="49653"/>
                  <a:pt x="508571" y="53374"/>
                  <a:pt x="508571" y="57331"/>
                </a:cubicBezTo>
                <a:lnTo>
                  <a:pt x="508571" y="59354"/>
                </a:lnTo>
                <a:moveTo>
                  <a:pt x="497375" y="56049"/>
                </a:moveTo>
                <a:cubicBezTo>
                  <a:pt x="497509" y="50204"/>
                  <a:pt x="496217" y="45617"/>
                  <a:pt x="493496" y="42290"/>
                </a:cubicBezTo>
                <a:cubicBezTo>
                  <a:pt x="490776" y="38963"/>
                  <a:pt x="486740" y="37299"/>
                  <a:pt x="481389" y="37299"/>
                </a:cubicBezTo>
                <a:cubicBezTo>
                  <a:pt x="478646" y="37299"/>
                  <a:pt x="476241" y="37816"/>
                  <a:pt x="474172" y="38850"/>
                </a:cubicBezTo>
                <a:cubicBezTo>
                  <a:pt x="472104" y="39884"/>
                  <a:pt x="470373" y="41256"/>
                  <a:pt x="468979" y="42964"/>
                </a:cubicBezTo>
                <a:cubicBezTo>
                  <a:pt x="467585" y="44673"/>
                  <a:pt x="466506" y="46663"/>
                  <a:pt x="465741" y="48934"/>
                </a:cubicBezTo>
                <a:cubicBezTo>
                  <a:pt x="464977" y="51204"/>
                  <a:pt x="464550" y="53576"/>
                  <a:pt x="464460" y="56049"/>
                </a:cubicBezTo>
                <a:lnTo>
                  <a:pt x="497375" y="56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(41,33)">
            <a:extLst xmlns:a="http://schemas.openxmlformats.org/drawingml/2006/main">
              <a:ext uri="{FF2B5EF4-FFF2-40B4-BE49-F238E27FC236}">
                <a16:creationId xmlns:a16="http://schemas.microsoft.com/office/drawing/2014/main" id="{3DC9713A-83B2-48B9-941D-EDE46A67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2855" y="788255"/>
            <a:ext cx="411204" cy="119113"/>
          </a:xfrm>
          <a:custGeom xmlns:a="http://schemas.openxmlformats.org/drawingml/2006/main">
            <a:pathLst>
              <a:path w="411204" h="119113">
                <a:moveTo>
                  <a:pt x="24416" y="2767"/>
                </a:moveTo>
                <a:cubicBezTo>
                  <a:pt x="20145" y="11817"/>
                  <a:pt x="16963" y="21102"/>
                  <a:pt x="14872" y="30624"/>
                </a:cubicBezTo>
                <a:cubicBezTo>
                  <a:pt x="12781" y="40144"/>
                  <a:pt x="11736" y="49721"/>
                  <a:pt x="11736" y="59354"/>
                </a:cubicBezTo>
                <a:cubicBezTo>
                  <a:pt x="11736" y="69033"/>
                  <a:pt x="12804" y="78622"/>
                  <a:pt x="14940" y="88121"/>
                </a:cubicBezTo>
                <a:cubicBezTo>
                  <a:pt x="17076" y="97619"/>
                  <a:pt x="20189" y="106936"/>
                  <a:pt x="24281" y="116074"/>
                </a:cubicBezTo>
                <a:cubicBezTo>
                  <a:pt x="24506" y="116615"/>
                  <a:pt x="24630" y="117077"/>
                  <a:pt x="24652" y="117459"/>
                </a:cubicBezTo>
                <a:cubicBezTo>
                  <a:pt x="24675" y="117841"/>
                  <a:pt x="24529" y="118156"/>
                  <a:pt x="24214" y="118403"/>
                </a:cubicBezTo>
                <a:cubicBezTo>
                  <a:pt x="23899" y="118652"/>
                  <a:pt x="23416" y="118832"/>
                  <a:pt x="22764" y="118945"/>
                </a:cubicBezTo>
                <a:cubicBezTo>
                  <a:pt x="22112" y="119057"/>
                  <a:pt x="21224" y="119113"/>
                  <a:pt x="20100" y="119113"/>
                </a:cubicBezTo>
                <a:cubicBezTo>
                  <a:pt x="19290" y="119113"/>
                  <a:pt x="18593" y="119091"/>
                  <a:pt x="18009" y="119046"/>
                </a:cubicBezTo>
                <a:cubicBezTo>
                  <a:pt x="17424" y="119001"/>
                  <a:pt x="16918" y="118911"/>
                  <a:pt x="16491" y="118776"/>
                </a:cubicBezTo>
                <a:cubicBezTo>
                  <a:pt x="16064" y="118641"/>
                  <a:pt x="15715" y="118483"/>
                  <a:pt x="15446" y="118302"/>
                </a:cubicBezTo>
                <a:cubicBezTo>
                  <a:pt x="15176" y="118122"/>
                  <a:pt x="14973" y="117920"/>
                  <a:pt x="14839" y="117695"/>
                </a:cubicBezTo>
                <a:cubicBezTo>
                  <a:pt x="12410" y="113104"/>
                  <a:pt x="10275" y="108457"/>
                  <a:pt x="8431" y="103752"/>
                </a:cubicBezTo>
                <a:cubicBezTo>
                  <a:pt x="6587" y="99048"/>
                  <a:pt x="5036" y="94264"/>
                  <a:pt x="3777" y="89403"/>
                </a:cubicBezTo>
                <a:cubicBezTo>
                  <a:pt x="2518" y="84541"/>
                  <a:pt x="1574" y="79623"/>
                  <a:pt x="944" y="74648"/>
                </a:cubicBezTo>
                <a:cubicBezTo>
                  <a:pt x="315" y="69674"/>
                  <a:pt x="0" y="64643"/>
                  <a:pt x="0" y="59557"/>
                </a:cubicBezTo>
                <a:cubicBezTo>
                  <a:pt x="0" y="54470"/>
                  <a:pt x="348" y="49451"/>
                  <a:pt x="1045" y="44499"/>
                </a:cubicBezTo>
                <a:cubicBezTo>
                  <a:pt x="1742" y="39547"/>
                  <a:pt x="2732" y="34629"/>
                  <a:pt x="4013" y="29745"/>
                </a:cubicBezTo>
                <a:cubicBezTo>
                  <a:pt x="5295" y="24860"/>
                  <a:pt x="6857" y="20055"/>
                  <a:pt x="8701" y="15328"/>
                </a:cubicBezTo>
                <a:cubicBezTo>
                  <a:pt x="10544" y="10601"/>
                  <a:pt x="12613" y="5919"/>
                  <a:pt x="14906" y="1284"/>
                </a:cubicBezTo>
                <a:cubicBezTo>
                  <a:pt x="14951" y="1104"/>
                  <a:pt x="15075" y="946"/>
                  <a:pt x="15277" y="811"/>
                </a:cubicBezTo>
                <a:cubicBezTo>
                  <a:pt x="15479" y="675"/>
                  <a:pt x="15760" y="540"/>
                  <a:pt x="16120" y="405"/>
                </a:cubicBezTo>
                <a:cubicBezTo>
                  <a:pt x="16480" y="270"/>
                  <a:pt x="16974" y="169"/>
                  <a:pt x="17604" y="101"/>
                </a:cubicBezTo>
                <a:cubicBezTo>
                  <a:pt x="18233" y="34"/>
                  <a:pt x="19043" y="0"/>
                  <a:pt x="20032" y="0"/>
                </a:cubicBezTo>
                <a:cubicBezTo>
                  <a:pt x="21066" y="0"/>
                  <a:pt x="21898" y="67"/>
                  <a:pt x="22528" y="202"/>
                </a:cubicBezTo>
                <a:cubicBezTo>
                  <a:pt x="23157" y="337"/>
                  <a:pt x="23652" y="518"/>
                  <a:pt x="24012" y="744"/>
                </a:cubicBezTo>
                <a:cubicBezTo>
                  <a:pt x="24371" y="969"/>
                  <a:pt x="24574" y="1261"/>
                  <a:pt x="24619" y="1621"/>
                </a:cubicBezTo>
                <a:cubicBezTo>
                  <a:pt x="24664" y="1981"/>
                  <a:pt x="24596" y="2363"/>
                  <a:pt x="24416" y="2767"/>
                </a:cubicBezTo>
                <a:close/>
                <a:moveTo>
                  <a:pt x="98916" y="70888"/>
                </a:moveTo>
                <a:cubicBezTo>
                  <a:pt x="98916" y="72372"/>
                  <a:pt x="98691" y="73541"/>
                  <a:pt x="98241" y="74395"/>
                </a:cubicBezTo>
                <a:cubicBezTo>
                  <a:pt x="97792" y="75250"/>
                  <a:pt x="97162" y="75677"/>
                  <a:pt x="96353" y="75677"/>
                </a:cubicBezTo>
                <a:lnTo>
                  <a:pt x="86505" y="75677"/>
                </a:lnTo>
                <a:lnTo>
                  <a:pt x="86505" y="94084"/>
                </a:lnTo>
                <a:cubicBezTo>
                  <a:pt x="86505" y="94445"/>
                  <a:pt x="86415" y="94750"/>
                  <a:pt x="86236" y="94999"/>
                </a:cubicBezTo>
                <a:cubicBezTo>
                  <a:pt x="86056" y="95246"/>
                  <a:pt x="85741" y="95460"/>
                  <a:pt x="85291" y="95641"/>
                </a:cubicBezTo>
                <a:cubicBezTo>
                  <a:pt x="84842" y="95821"/>
                  <a:pt x="84257" y="95956"/>
                  <a:pt x="83538" y="96046"/>
                </a:cubicBezTo>
                <a:cubicBezTo>
                  <a:pt x="82818" y="96136"/>
                  <a:pt x="81896" y="96181"/>
                  <a:pt x="80772" y="96181"/>
                </a:cubicBezTo>
                <a:cubicBezTo>
                  <a:pt x="79693" y="96181"/>
                  <a:pt x="78794" y="96136"/>
                  <a:pt x="78074" y="96046"/>
                </a:cubicBezTo>
                <a:cubicBezTo>
                  <a:pt x="77355" y="95956"/>
                  <a:pt x="76782" y="95821"/>
                  <a:pt x="76354" y="95641"/>
                </a:cubicBezTo>
                <a:cubicBezTo>
                  <a:pt x="75927" y="95460"/>
                  <a:pt x="75635" y="95246"/>
                  <a:pt x="75478" y="94999"/>
                </a:cubicBezTo>
                <a:cubicBezTo>
                  <a:pt x="75320" y="94750"/>
                  <a:pt x="75241" y="94445"/>
                  <a:pt x="75241" y="94084"/>
                </a:cubicBezTo>
                <a:lnTo>
                  <a:pt x="75241" y="75677"/>
                </a:lnTo>
                <a:lnTo>
                  <a:pt x="39224" y="75677"/>
                </a:lnTo>
                <a:cubicBezTo>
                  <a:pt x="38685" y="75677"/>
                  <a:pt x="38235" y="75609"/>
                  <a:pt x="37875" y="75474"/>
                </a:cubicBezTo>
                <a:cubicBezTo>
                  <a:pt x="37515" y="75340"/>
                  <a:pt x="37189" y="75092"/>
                  <a:pt x="36897" y="74733"/>
                </a:cubicBezTo>
                <a:cubicBezTo>
                  <a:pt x="36605" y="74373"/>
                  <a:pt x="36403" y="73856"/>
                  <a:pt x="36290" y="73181"/>
                </a:cubicBezTo>
                <a:cubicBezTo>
                  <a:pt x="36178" y="72507"/>
                  <a:pt x="36122" y="71630"/>
                  <a:pt x="36122" y="70551"/>
                </a:cubicBezTo>
                <a:cubicBezTo>
                  <a:pt x="36122" y="69696"/>
                  <a:pt x="36144" y="68932"/>
                  <a:pt x="36189" y="68258"/>
                </a:cubicBezTo>
                <a:cubicBezTo>
                  <a:pt x="36234" y="67583"/>
                  <a:pt x="36324" y="66965"/>
                  <a:pt x="36459" y="66403"/>
                </a:cubicBezTo>
                <a:cubicBezTo>
                  <a:pt x="36594" y="65841"/>
                  <a:pt x="36774" y="65301"/>
                  <a:pt x="36998" y="64784"/>
                </a:cubicBezTo>
                <a:cubicBezTo>
                  <a:pt x="37223" y="64267"/>
                  <a:pt x="37493" y="63716"/>
                  <a:pt x="37808" y="63131"/>
                </a:cubicBezTo>
                <a:lnTo>
                  <a:pt x="69239" y="10183"/>
                </a:lnTo>
                <a:cubicBezTo>
                  <a:pt x="69463" y="9823"/>
                  <a:pt x="69789" y="9509"/>
                  <a:pt x="70217" y="9240"/>
                </a:cubicBezTo>
                <a:cubicBezTo>
                  <a:pt x="70644" y="8971"/>
                  <a:pt x="71195" y="8746"/>
                  <a:pt x="71869" y="8566"/>
                </a:cubicBezTo>
                <a:cubicBezTo>
                  <a:pt x="72544" y="8386"/>
                  <a:pt x="73375" y="8262"/>
                  <a:pt x="74365" y="8195"/>
                </a:cubicBezTo>
                <a:cubicBezTo>
                  <a:pt x="75354" y="8128"/>
                  <a:pt x="76523" y="8094"/>
                  <a:pt x="77872" y="8094"/>
                </a:cubicBezTo>
                <a:cubicBezTo>
                  <a:pt x="79356" y="8094"/>
                  <a:pt x="80649" y="8150"/>
                  <a:pt x="81750" y="8262"/>
                </a:cubicBezTo>
                <a:cubicBezTo>
                  <a:pt x="82852" y="8375"/>
                  <a:pt x="83740" y="8521"/>
                  <a:pt x="84414" y="8701"/>
                </a:cubicBezTo>
                <a:cubicBezTo>
                  <a:pt x="85089" y="8881"/>
                  <a:pt x="85606" y="9117"/>
                  <a:pt x="85966" y="9409"/>
                </a:cubicBezTo>
                <a:cubicBezTo>
                  <a:pt x="86325" y="9700"/>
                  <a:pt x="86505" y="10048"/>
                  <a:pt x="86505" y="10452"/>
                </a:cubicBezTo>
                <a:lnTo>
                  <a:pt x="86505" y="66099"/>
                </a:lnTo>
                <a:lnTo>
                  <a:pt x="96353" y="66099"/>
                </a:lnTo>
                <a:cubicBezTo>
                  <a:pt x="97117" y="66099"/>
                  <a:pt x="97735" y="66493"/>
                  <a:pt x="98208" y="67280"/>
                </a:cubicBezTo>
                <a:cubicBezTo>
                  <a:pt x="98680" y="68066"/>
                  <a:pt x="98916" y="69269"/>
                  <a:pt x="98916" y="70888"/>
                </a:cubicBezTo>
                <a:moveTo>
                  <a:pt x="75241" y="18268"/>
                </a:moveTo>
                <a:lnTo>
                  <a:pt x="75107" y="18268"/>
                </a:lnTo>
                <a:lnTo>
                  <a:pt x="46711" y="66099"/>
                </a:lnTo>
                <a:lnTo>
                  <a:pt x="75241" y="66099"/>
                </a:lnTo>
                <a:lnTo>
                  <a:pt x="75241" y="18268"/>
                </a:lnTo>
                <a:close/>
                <a:moveTo>
                  <a:pt x="165443" y="91190"/>
                </a:moveTo>
                <a:cubicBezTo>
                  <a:pt x="165443" y="92044"/>
                  <a:pt x="165375" y="92764"/>
                  <a:pt x="165240" y="93348"/>
                </a:cubicBezTo>
                <a:cubicBezTo>
                  <a:pt x="165105" y="93933"/>
                  <a:pt x="164926" y="94405"/>
                  <a:pt x="164701" y="94765"/>
                </a:cubicBezTo>
                <a:cubicBezTo>
                  <a:pt x="164476" y="95124"/>
                  <a:pt x="164217" y="95383"/>
                  <a:pt x="163925" y="95540"/>
                </a:cubicBezTo>
                <a:cubicBezTo>
                  <a:pt x="163633" y="95698"/>
                  <a:pt x="163329" y="95776"/>
                  <a:pt x="163015" y="95776"/>
                </a:cubicBezTo>
                <a:lnTo>
                  <a:pt x="117420" y="95776"/>
                </a:lnTo>
                <a:cubicBezTo>
                  <a:pt x="117105" y="95776"/>
                  <a:pt x="116813" y="95698"/>
                  <a:pt x="116543" y="95540"/>
                </a:cubicBezTo>
                <a:cubicBezTo>
                  <a:pt x="116273" y="95383"/>
                  <a:pt x="116014" y="95124"/>
                  <a:pt x="115767" y="94765"/>
                </a:cubicBezTo>
                <a:cubicBezTo>
                  <a:pt x="115520" y="94405"/>
                  <a:pt x="115329" y="93933"/>
                  <a:pt x="115194" y="93348"/>
                </a:cubicBezTo>
                <a:cubicBezTo>
                  <a:pt x="115059" y="92764"/>
                  <a:pt x="114991" y="92044"/>
                  <a:pt x="114991" y="91190"/>
                </a:cubicBezTo>
                <a:cubicBezTo>
                  <a:pt x="114991" y="90381"/>
                  <a:pt x="115059" y="89684"/>
                  <a:pt x="115194" y="89099"/>
                </a:cubicBezTo>
                <a:cubicBezTo>
                  <a:pt x="115329" y="88514"/>
                  <a:pt x="115497" y="88031"/>
                  <a:pt x="115700" y="87649"/>
                </a:cubicBezTo>
                <a:cubicBezTo>
                  <a:pt x="115902" y="87267"/>
                  <a:pt x="116149" y="86974"/>
                  <a:pt x="116442" y="86772"/>
                </a:cubicBezTo>
                <a:cubicBezTo>
                  <a:pt x="116734" y="86570"/>
                  <a:pt x="117060" y="86469"/>
                  <a:pt x="117420" y="86469"/>
                </a:cubicBezTo>
                <a:lnTo>
                  <a:pt x="135631" y="86469"/>
                </a:lnTo>
                <a:lnTo>
                  <a:pt x="135631" y="20032"/>
                </a:lnTo>
                <a:lnTo>
                  <a:pt x="118769" y="30149"/>
                </a:lnTo>
                <a:cubicBezTo>
                  <a:pt x="117914" y="30599"/>
                  <a:pt x="117228" y="30869"/>
                  <a:pt x="116711" y="30959"/>
                </a:cubicBezTo>
                <a:cubicBezTo>
                  <a:pt x="116194" y="31049"/>
                  <a:pt x="115778" y="30947"/>
                  <a:pt x="115464" y="30655"/>
                </a:cubicBezTo>
                <a:cubicBezTo>
                  <a:pt x="115149" y="30363"/>
                  <a:pt x="114935" y="29879"/>
                  <a:pt x="114823" y="29203"/>
                </a:cubicBezTo>
                <a:cubicBezTo>
                  <a:pt x="114710" y="28526"/>
                  <a:pt x="114654" y="27669"/>
                  <a:pt x="114654" y="26631"/>
                </a:cubicBezTo>
                <a:cubicBezTo>
                  <a:pt x="114654" y="25864"/>
                  <a:pt x="114688" y="25210"/>
                  <a:pt x="114755" y="24669"/>
                </a:cubicBezTo>
                <a:cubicBezTo>
                  <a:pt x="114823" y="24128"/>
                  <a:pt x="114924" y="23677"/>
                  <a:pt x="115059" y="23316"/>
                </a:cubicBezTo>
                <a:cubicBezTo>
                  <a:pt x="115194" y="22955"/>
                  <a:pt x="115385" y="22639"/>
                  <a:pt x="115632" y="22370"/>
                </a:cubicBezTo>
                <a:cubicBezTo>
                  <a:pt x="115880" y="22098"/>
                  <a:pt x="116206" y="21828"/>
                  <a:pt x="116610" y="21558"/>
                </a:cubicBezTo>
                <a:lnTo>
                  <a:pt x="136710" y="8635"/>
                </a:lnTo>
                <a:cubicBezTo>
                  <a:pt x="136890" y="8501"/>
                  <a:pt x="137114" y="8388"/>
                  <a:pt x="137384" y="8298"/>
                </a:cubicBezTo>
                <a:cubicBezTo>
                  <a:pt x="137654" y="8207"/>
                  <a:pt x="137991" y="8116"/>
                  <a:pt x="138396" y="8026"/>
                </a:cubicBezTo>
                <a:cubicBezTo>
                  <a:pt x="138801" y="7936"/>
                  <a:pt x="139273" y="7880"/>
                  <a:pt x="139812" y="7858"/>
                </a:cubicBezTo>
                <a:cubicBezTo>
                  <a:pt x="140352" y="7835"/>
                  <a:pt x="141026" y="7824"/>
                  <a:pt x="141836" y="7824"/>
                </a:cubicBezTo>
                <a:cubicBezTo>
                  <a:pt x="142915" y="7824"/>
                  <a:pt x="143814" y="7869"/>
                  <a:pt x="144534" y="7959"/>
                </a:cubicBezTo>
                <a:cubicBezTo>
                  <a:pt x="145253" y="8049"/>
                  <a:pt x="145815" y="8172"/>
                  <a:pt x="146220" y="8330"/>
                </a:cubicBezTo>
                <a:cubicBezTo>
                  <a:pt x="146625" y="8487"/>
                  <a:pt x="146894" y="8690"/>
                  <a:pt x="147029" y="8939"/>
                </a:cubicBezTo>
                <a:cubicBezTo>
                  <a:pt x="147164" y="9186"/>
                  <a:pt x="147232" y="9445"/>
                  <a:pt x="147232" y="9715"/>
                </a:cubicBezTo>
                <a:lnTo>
                  <a:pt x="147232" y="86469"/>
                </a:lnTo>
                <a:lnTo>
                  <a:pt x="163015" y="86469"/>
                </a:lnTo>
                <a:cubicBezTo>
                  <a:pt x="163374" y="86469"/>
                  <a:pt x="163712" y="86570"/>
                  <a:pt x="164026" y="86772"/>
                </a:cubicBezTo>
                <a:cubicBezTo>
                  <a:pt x="164341" y="86974"/>
                  <a:pt x="164600" y="87267"/>
                  <a:pt x="164802" y="87649"/>
                </a:cubicBezTo>
                <a:cubicBezTo>
                  <a:pt x="165004" y="88031"/>
                  <a:pt x="165162" y="88514"/>
                  <a:pt x="165274" y="89099"/>
                </a:cubicBezTo>
                <a:cubicBezTo>
                  <a:pt x="165386" y="89684"/>
                  <a:pt x="165443" y="90381"/>
                  <a:pt x="165443" y="91190"/>
                </a:cubicBezTo>
                <a:close/>
                <a:moveTo>
                  <a:pt x="197975" y="86131"/>
                </a:moveTo>
                <a:cubicBezTo>
                  <a:pt x="197975" y="87525"/>
                  <a:pt x="197908" y="88807"/>
                  <a:pt x="197773" y="89976"/>
                </a:cubicBezTo>
                <a:cubicBezTo>
                  <a:pt x="197638" y="91145"/>
                  <a:pt x="197413" y="92247"/>
                  <a:pt x="197099" y="93281"/>
                </a:cubicBezTo>
                <a:cubicBezTo>
                  <a:pt x="196784" y="94315"/>
                  <a:pt x="196368" y="95338"/>
                  <a:pt x="195851" y="96350"/>
                </a:cubicBezTo>
                <a:cubicBezTo>
                  <a:pt x="195334" y="97361"/>
                  <a:pt x="194693" y="98429"/>
                  <a:pt x="193929" y="99553"/>
                </a:cubicBezTo>
                <a:lnTo>
                  <a:pt x="184688" y="113448"/>
                </a:lnTo>
                <a:cubicBezTo>
                  <a:pt x="184463" y="113763"/>
                  <a:pt x="184205" y="114032"/>
                  <a:pt x="183912" y="114257"/>
                </a:cubicBezTo>
                <a:cubicBezTo>
                  <a:pt x="183620" y="114482"/>
                  <a:pt x="183260" y="114684"/>
                  <a:pt x="182833" y="114864"/>
                </a:cubicBezTo>
                <a:cubicBezTo>
                  <a:pt x="182406" y="115044"/>
                  <a:pt x="181911" y="115168"/>
                  <a:pt x="181349" y="115235"/>
                </a:cubicBezTo>
                <a:cubicBezTo>
                  <a:pt x="180787" y="115303"/>
                  <a:pt x="180079" y="115336"/>
                  <a:pt x="179225" y="115336"/>
                </a:cubicBezTo>
                <a:cubicBezTo>
                  <a:pt x="178460" y="115336"/>
                  <a:pt x="177820" y="115303"/>
                  <a:pt x="177303" y="115235"/>
                </a:cubicBezTo>
                <a:cubicBezTo>
                  <a:pt x="176785" y="115168"/>
                  <a:pt x="176414" y="115055"/>
                  <a:pt x="176190" y="114898"/>
                </a:cubicBezTo>
                <a:cubicBezTo>
                  <a:pt x="175965" y="114741"/>
                  <a:pt x="175841" y="114527"/>
                  <a:pt x="175819" y="114257"/>
                </a:cubicBezTo>
                <a:cubicBezTo>
                  <a:pt x="175796" y="113987"/>
                  <a:pt x="175875" y="113673"/>
                  <a:pt x="176055" y="113313"/>
                </a:cubicBezTo>
                <a:lnTo>
                  <a:pt x="185025" y="94765"/>
                </a:lnTo>
                <a:lnTo>
                  <a:pt x="185025" y="86131"/>
                </a:lnTo>
                <a:cubicBezTo>
                  <a:pt x="185025" y="84917"/>
                  <a:pt x="185149" y="83950"/>
                  <a:pt x="185396" y="83231"/>
                </a:cubicBezTo>
                <a:cubicBezTo>
                  <a:pt x="185644" y="82512"/>
                  <a:pt x="186037" y="81972"/>
                  <a:pt x="186577" y="81612"/>
                </a:cubicBezTo>
                <a:cubicBezTo>
                  <a:pt x="187116" y="81253"/>
                  <a:pt x="187791" y="81005"/>
                  <a:pt x="188600" y="80870"/>
                </a:cubicBezTo>
                <a:cubicBezTo>
                  <a:pt x="189409" y="80735"/>
                  <a:pt x="190399" y="80668"/>
                  <a:pt x="191568" y="80668"/>
                </a:cubicBezTo>
                <a:cubicBezTo>
                  <a:pt x="192692" y="80668"/>
                  <a:pt x="193659" y="80735"/>
                  <a:pt x="194468" y="80870"/>
                </a:cubicBezTo>
                <a:cubicBezTo>
                  <a:pt x="195277" y="81005"/>
                  <a:pt x="195941" y="81253"/>
                  <a:pt x="196458" y="81612"/>
                </a:cubicBezTo>
                <a:cubicBezTo>
                  <a:pt x="196975" y="81972"/>
                  <a:pt x="197357" y="82512"/>
                  <a:pt x="197604" y="83231"/>
                </a:cubicBezTo>
                <a:cubicBezTo>
                  <a:pt x="197852" y="83950"/>
                  <a:pt x="197975" y="84917"/>
                  <a:pt x="197975" y="86131"/>
                </a:cubicBezTo>
                <a:close/>
                <a:moveTo>
                  <a:pt x="299937" y="70888"/>
                </a:moveTo>
                <a:cubicBezTo>
                  <a:pt x="299937" y="74890"/>
                  <a:pt x="299240" y="78498"/>
                  <a:pt x="297846" y="81713"/>
                </a:cubicBezTo>
                <a:cubicBezTo>
                  <a:pt x="296452" y="84928"/>
                  <a:pt x="294451" y="87683"/>
                  <a:pt x="291843" y="89976"/>
                </a:cubicBezTo>
                <a:cubicBezTo>
                  <a:pt x="289235" y="92269"/>
                  <a:pt x="286020" y="94034"/>
                  <a:pt x="282198" y="95271"/>
                </a:cubicBezTo>
                <a:cubicBezTo>
                  <a:pt x="278376" y="96507"/>
                  <a:pt x="274059" y="97125"/>
                  <a:pt x="269248" y="97125"/>
                </a:cubicBezTo>
                <a:cubicBezTo>
                  <a:pt x="266325" y="97125"/>
                  <a:pt x="263594" y="96888"/>
                  <a:pt x="261053" y="96413"/>
                </a:cubicBezTo>
                <a:cubicBezTo>
                  <a:pt x="258513" y="95939"/>
                  <a:pt x="256253" y="95375"/>
                  <a:pt x="254275" y="94720"/>
                </a:cubicBezTo>
                <a:cubicBezTo>
                  <a:pt x="252296" y="94066"/>
                  <a:pt x="250655" y="93388"/>
                  <a:pt x="249351" y="92689"/>
                </a:cubicBezTo>
                <a:cubicBezTo>
                  <a:pt x="248047" y="91989"/>
                  <a:pt x="247226" y="91481"/>
                  <a:pt x="246889" y="91165"/>
                </a:cubicBezTo>
                <a:cubicBezTo>
                  <a:pt x="246552" y="90848"/>
                  <a:pt x="246293" y="90533"/>
                  <a:pt x="246113" y="90218"/>
                </a:cubicBezTo>
                <a:cubicBezTo>
                  <a:pt x="245934" y="89902"/>
                  <a:pt x="245776" y="89518"/>
                  <a:pt x="245641" y="89067"/>
                </a:cubicBezTo>
                <a:cubicBezTo>
                  <a:pt x="245506" y="88615"/>
                  <a:pt x="245405" y="88061"/>
                  <a:pt x="245338" y="87406"/>
                </a:cubicBezTo>
                <a:cubicBezTo>
                  <a:pt x="245270" y="86752"/>
                  <a:pt x="245237" y="85950"/>
                  <a:pt x="245237" y="85002"/>
                </a:cubicBezTo>
                <a:cubicBezTo>
                  <a:pt x="245237" y="83377"/>
                  <a:pt x="245394" y="82249"/>
                  <a:pt x="245709" y="81616"/>
                </a:cubicBezTo>
                <a:cubicBezTo>
                  <a:pt x="246023" y="80984"/>
                  <a:pt x="246473" y="80668"/>
                  <a:pt x="247058" y="80668"/>
                </a:cubicBezTo>
                <a:cubicBezTo>
                  <a:pt x="247462" y="80668"/>
                  <a:pt x="248261" y="81031"/>
                  <a:pt x="249452" y="81758"/>
                </a:cubicBezTo>
                <a:cubicBezTo>
                  <a:pt x="250644" y="82484"/>
                  <a:pt x="252173" y="83268"/>
                  <a:pt x="254039" y="84108"/>
                </a:cubicBezTo>
                <a:cubicBezTo>
                  <a:pt x="255905" y="84948"/>
                  <a:pt x="258085" y="85732"/>
                  <a:pt x="260581" y="86458"/>
                </a:cubicBezTo>
                <a:cubicBezTo>
                  <a:pt x="263077" y="87184"/>
                  <a:pt x="265853" y="87548"/>
                  <a:pt x="268911" y="87548"/>
                </a:cubicBezTo>
                <a:cubicBezTo>
                  <a:pt x="271879" y="87548"/>
                  <a:pt x="274487" y="87166"/>
                  <a:pt x="276735" y="86401"/>
                </a:cubicBezTo>
                <a:cubicBezTo>
                  <a:pt x="278983" y="85637"/>
                  <a:pt x="280872" y="84558"/>
                  <a:pt x="282401" y="83164"/>
                </a:cubicBezTo>
                <a:cubicBezTo>
                  <a:pt x="283929" y="81770"/>
                  <a:pt x="285076" y="80117"/>
                  <a:pt x="285840" y="78206"/>
                </a:cubicBezTo>
                <a:cubicBezTo>
                  <a:pt x="286605" y="76295"/>
                  <a:pt x="286987" y="74215"/>
                  <a:pt x="286987" y="71967"/>
                </a:cubicBezTo>
                <a:cubicBezTo>
                  <a:pt x="286987" y="69494"/>
                  <a:pt x="286504" y="67268"/>
                  <a:pt x="285537" y="65290"/>
                </a:cubicBezTo>
                <a:cubicBezTo>
                  <a:pt x="284570" y="63311"/>
                  <a:pt x="283154" y="61603"/>
                  <a:pt x="281288" y="60164"/>
                </a:cubicBezTo>
                <a:cubicBezTo>
                  <a:pt x="279422" y="58725"/>
                  <a:pt x="277128" y="57623"/>
                  <a:pt x="274408" y="56859"/>
                </a:cubicBezTo>
                <a:cubicBezTo>
                  <a:pt x="271688" y="56094"/>
                  <a:pt x="268596" y="55712"/>
                  <a:pt x="265134" y="55712"/>
                </a:cubicBezTo>
                <a:lnTo>
                  <a:pt x="256838" y="55712"/>
                </a:lnTo>
                <a:cubicBezTo>
                  <a:pt x="256478" y="55712"/>
                  <a:pt x="256129" y="55633"/>
                  <a:pt x="255792" y="55476"/>
                </a:cubicBezTo>
                <a:cubicBezTo>
                  <a:pt x="255455" y="55319"/>
                  <a:pt x="255163" y="55060"/>
                  <a:pt x="254915" y="54700"/>
                </a:cubicBezTo>
                <a:cubicBezTo>
                  <a:pt x="254668" y="54341"/>
                  <a:pt x="254466" y="53869"/>
                  <a:pt x="254308" y="53284"/>
                </a:cubicBezTo>
                <a:cubicBezTo>
                  <a:pt x="254151" y="52699"/>
                  <a:pt x="254072" y="51935"/>
                  <a:pt x="254072" y="50991"/>
                </a:cubicBezTo>
                <a:cubicBezTo>
                  <a:pt x="254072" y="50136"/>
                  <a:pt x="254140" y="49428"/>
                  <a:pt x="254275" y="48866"/>
                </a:cubicBezTo>
                <a:cubicBezTo>
                  <a:pt x="254410" y="48304"/>
                  <a:pt x="254601" y="47854"/>
                  <a:pt x="254848" y="47517"/>
                </a:cubicBezTo>
                <a:cubicBezTo>
                  <a:pt x="255095" y="47180"/>
                  <a:pt x="255376" y="46933"/>
                  <a:pt x="255691" y="46775"/>
                </a:cubicBezTo>
                <a:cubicBezTo>
                  <a:pt x="256006" y="46618"/>
                  <a:pt x="256366" y="46539"/>
                  <a:pt x="256770" y="46539"/>
                </a:cubicBezTo>
                <a:lnTo>
                  <a:pt x="264392" y="46539"/>
                </a:lnTo>
                <a:cubicBezTo>
                  <a:pt x="267360" y="46539"/>
                  <a:pt x="270024" y="46156"/>
                  <a:pt x="272384" y="45388"/>
                </a:cubicBezTo>
                <a:cubicBezTo>
                  <a:pt x="274745" y="44620"/>
                  <a:pt x="276746" y="43513"/>
                  <a:pt x="278387" y="42069"/>
                </a:cubicBezTo>
                <a:cubicBezTo>
                  <a:pt x="280029" y="40623"/>
                  <a:pt x="281288" y="38895"/>
                  <a:pt x="282164" y="36886"/>
                </a:cubicBezTo>
                <a:cubicBezTo>
                  <a:pt x="283041" y="34875"/>
                  <a:pt x="283480" y="32627"/>
                  <a:pt x="283480" y="30143"/>
                </a:cubicBezTo>
                <a:cubicBezTo>
                  <a:pt x="283480" y="28336"/>
                  <a:pt x="283187" y="26608"/>
                  <a:pt x="282603" y="24960"/>
                </a:cubicBezTo>
                <a:cubicBezTo>
                  <a:pt x="282018" y="23310"/>
                  <a:pt x="281142" y="21876"/>
                  <a:pt x="279972" y="20658"/>
                </a:cubicBezTo>
                <a:cubicBezTo>
                  <a:pt x="278803" y="19438"/>
                  <a:pt x="277308" y="18479"/>
                  <a:pt x="275487" y="17779"/>
                </a:cubicBezTo>
                <a:cubicBezTo>
                  <a:pt x="273666" y="17078"/>
                  <a:pt x="271564" y="16727"/>
                  <a:pt x="269181" y="16727"/>
                </a:cubicBezTo>
                <a:cubicBezTo>
                  <a:pt x="266573" y="16727"/>
                  <a:pt x="264178" y="17121"/>
                  <a:pt x="261997" y="17907"/>
                </a:cubicBezTo>
                <a:cubicBezTo>
                  <a:pt x="259817" y="18694"/>
                  <a:pt x="257872" y="19537"/>
                  <a:pt x="256163" y="20437"/>
                </a:cubicBezTo>
                <a:cubicBezTo>
                  <a:pt x="254455" y="21336"/>
                  <a:pt x="253038" y="22179"/>
                  <a:pt x="251914" y="22966"/>
                </a:cubicBezTo>
                <a:cubicBezTo>
                  <a:pt x="250790" y="23753"/>
                  <a:pt x="250003" y="24146"/>
                  <a:pt x="249553" y="24146"/>
                </a:cubicBezTo>
                <a:cubicBezTo>
                  <a:pt x="249239" y="24146"/>
                  <a:pt x="248957" y="24090"/>
                  <a:pt x="248710" y="23978"/>
                </a:cubicBezTo>
                <a:cubicBezTo>
                  <a:pt x="248463" y="23865"/>
                  <a:pt x="248261" y="23641"/>
                  <a:pt x="248103" y="23303"/>
                </a:cubicBezTo>
                <a:cubicBezTo>
                  <a:pt x="247946" y="22966"/>
                  <a:pt x="247833" y="22494"/>
                  <a:pt x="247766" y="21887"/>
                </a:cubicBezTo>
                <a:cubicBezTo>
                  <a:pt x="247698" y="21280"/>
                  <a:pt x="247665" y="20482"/>
                  <a:pt x="247665" y="19493"/>
                </a:cubicBezTo>
                <a:cubicBezTo>
                  <a:pt x="247665" y="18818"/>
                  <a:pt x="247687" y="18222"/>
                  <a:pt x="247732" y="17705"/>
                </a:cubicBezTo>
                <a:cubicBezTo>
                  <a:pt x="247777" y="17188"/>
                  <a:pt x="247867" y="16738"/>
                  <a:pt x="248002" y="16356"/>
                </a:cubicBezTo>
                <a:cubicBezTo>
                  <a:pt x="248137" y="15974"/>
                  <a:pt x="248294" y="15625"/>
                  <a:pt x="248474" y="15311"/>
                </a:cubicBezTo>
                <a:cubicBezTo>
                  <a:pt x="248654" y="14996"/>
                  <a:pt x="248957" y="14625"/>
                  <a:pt x="249385" y="14198"/>
                </a:cubicBezTo>
                <a:cubicBezTo>
                  <a:pt x="249812" y="13771"/>
                  <a:pt x="250677" y="13152"/>
                  <a:pt x="251981" y="12343"/>
                </a:cubicBezTo>
                <a:cubicBezTo>
                  <a:pt x="253285" y="11534"/>
                  <a:pt x="254893" y="10735"/>
                  <a:pt x="256804" y="9949"/>
                </a:cubicBezTo>
                <a:cubicBezTo>
                  <a:pt x="258715" y="9162"/>
                  <a:pt x="260918" y="8498"/>
                  <a:pt x="263414" y="7959"/>
                </a:cubicBezTo>
                <a:cubicBezTo>
                  <a:pt x="265909" y="7419"/>
                  <a:pt x="268596" y="7150"/>
                  <a:pt x="271474" y="7150"/>
                </a:cubicBezTo>
                <a:cubicBezTo>
                  <a:pt x="275521" y="7150"/>
                  <a:pt x="279073" y="7669"/>
                  <a:pt x="282131" y="8707"/>
                </a:cubicBezTo>
                <a:cubicBezTo>
                  <a:pt x="285188" y="9744"/>
                  <a:pt x="287740" y="11210"/>
                  <a:pt x="289786" y="13104"/>
                </a:cubicBezTo>
                <a:cubicBezTo>
                  <a:pt x="291832" y="14998"/>
                  <a:pt x="293361" y="17265"/>
                  <a:pt x="294373" y="19904"/>
                </a:cubicBezTo>
                <a:cubicBezTo>
                  <a:pt x="295384" y="22542"/>
                  <a:pt x="295890" y="25463"/>
                  <a:pt x="295890" y="28665"/>
                </a:cubicBezTo>
                <a:cubicBezTo>
                  <a:pt x="295890" y="31417"/>
                  <a:pt x="295530" y="33977"/>
                  <a:pt x="294811" y="36346"/>
                </a:cubicBezTo>
                <a:cubicBezTo>
                  <a:pt x="294092" y="38714"/>
                  <a:pt x="293035" y="40811"/>
                  <a:pt x="291641" y="42638"/>
                </a:cubicBezTo>
                <a:cubicBezTo>
                  <a:pt x="290247" y="44464"/>
                  <a:pt x="288538" y="46021"/>
                  <a:pt x="286515" y="47306"/>
                </a:cubicBezTo>
                <a:cubicBezTo>
                  <a:pt x="284491" y="48592"/>
                  <a:pt x="282153" y="49483"/>
                  <a:pt x="279500" y="49979"/>
                </a:cubicBezTo>
                <a:lnTo>
                  <a:pt x="279500" y="50114"/>
                </a:lnTo>
                <a:cubicBezTo>
                  <a:pt x="282513" y="50429"/>
                  <a:pt x="285267" y="51182"/>
                  <a:pt x="287763" y="52373"/>
                </a:cubicBezTo>
                <a:cubicBezTo>
                  <a:pt x="290258" y="53565"/>
                  <a:pt x="292405" y="55060"/>
                  <a:pt x="294204" y="56859"/>
                </a:cubicBezTo>
                <a:cubicBezTo>
                  <a:pt x="296003" y="58657"/>
                  <a:pt x="297408" y="60760"/>
                  <a:pt x="298419" y="63165"/>
                </a:cubicBezTo>
                <a:cubicBezTo>
                  <a:pt x="299431" y="65571"/>
                  <a:pt x="299937" y="68145"/>
                  <a:pt x="299937" y="70888"/>
                </a:cubicBezTo>
                <a:close/>
                <a:moveTo>
                  <a:pt x="369971" y="70888"/>
                </a:moveTo>
                <a:cubicBezTo>
                  <a:pt x="369971" y="74890"/>
                  <a:pt x="369274" y="78498"/>
                  <a:pt x="367880" y="81713"/>
                </a:cubicBezTo>
                <a:cubicBezTo>
                  <a:pt x="366486" y="84928"/>
                  <a:pt x="364485" y="87683"/>
                  <a:pt x="361877" y="89976"/>
                </a:cubicBezTo>
                <a:cubicBezTo>
                  <a:pt x="359269" y="92269"/>
                  <a:pt x="356054" y="94034"/>
                  <a:pt x="352232" y="95271"/>
                </a:cubicBezTo>
                <a:cubicBezTo>
                  <a:pt x="348410" y="96507"/>
                  <a:pt x="344093" y="97125"/>
                  <a:pt x="339282" y="97125"/>
                </a:cubicBezTo>
                <a:cubicBezTo>
                  <a:pt x="336359" y="97125"/>
                  <a:pt x="333628" y="96888"/>
                  <a:pt x="331087" y="96413"/>
                </a:cubicBezTo>
                <a:cubicBezTo>
                  <a:pt x="328547" y="95939"/>
                  <a:pt x="326287" y="95375"/>
                  <a:pt x="324309" y="94720"/>
                </a:cubicBezTo>
                <a:cubicBezTo>
                  <a:pt x="322330" y="94066"/>
                  <a:pt x="320689" y="93388"/>
                  <a:pt x="319385" y="92689"/>
                </a:cubicBezTo>
                <a:cubicBezTo>
                  <a:pt x="318081" y="91989"/>
                  <a:pt x="317260" y="91481"/>
                  <a:pt x="316923" y="91165"/>
                </a:cubicBezTo>
                <a:cubicBezTo>
                  <a:pt x="316586" y="90848"/>
                  <a:pt x="316327" y="90533"/>
                  <a:pt x="316147" y="90218"/>
                </a:cubicBezTo>
                <a:cubicBezTo>
                  <a:pt x="315967" y="89902"/>
                  <a:pt x="315810" y="89518"/>
                  <a:pt x="315675" y="89067"/>
                </a:cubicBezTo>
                <a:cubicBezTo>
                  <a:pt x="315540" y="88615"/>
                  <a:pt x="315439" y="88061"/>
                  <a:pt x="315372" y="87406"/>
                </a:cubicBezTo>
                <a:cubicBezTo>
                  <a:pt x="315304" y="86752"/>
                  <a:pt x="315270" y="85950"/>
                  <a:pt x="315270" y="85002"/>
                </a:cubicBezTo>
                <a:cubicBezTo>
                  <a:pt x="315270" y="83377"/>
                  <a:pt x="315428" y="82249"/>
                  <a:pt x="315743" y="81616"/>
                </a:cubicBezTo>
                <a:cubicBezTo>
                  <a:pt x="316057" y="80984"/>
                  <a:pt x="316507" y="80668"/>
                  <a:pt x="317092" y="80668"/>
                </a:cubicBezTo>
                <a:cubicBezTo>
                  <a:pt x="317496" y="80668"/>
                  <a:pt x="318294" y="81031"/>
                  <a:pt x="319486" y="81758"/>
                </a:cubicBezTo>
                <a:cubicBezTo>
                  <a:pt x="320678" y="82484"/>
                  <a:pt x="322206" y="83268"/>
                  <a:pt x="324072" y="84108"/>
                </a:cubicBezTo>
                <a:cubicBezTo>
                  <a:pt x="325939" y="84948"/>
                  <a:pt x="328119" y="85732"/>
                  <a:pt x="330615" y="86458"/>
                </a:cubicBezTo>
                <a:cubicBezTo>
                  <a:pt x="333111" y="87184"/>
                  <a:pt x="335887" y="87548"/>
                  <a:pt x="338945" y="87548"/>
                </a:cubicBezTo>
                <a:cubicBezTo>
                  <a:pt x="341913" y="87548"/>
                  <a:pt x="344521" y="87166"/>
                  <a:pt x="346769" y="86401"/>
                </a:cubicBezTo>
                <a:cubicBezTo>
                  <a:pt x="349017" y="85637"/>
                  <a:pt x="350906" y="84558"/>
                  <a:pt x="352434" y="83164"/>
                </a:cubicBezTo>
                <a:cubicBezTo>
                  <a:pt x="353963" y="81770"/>
                  <a:pt x="355110" y="80117"/>
                  <a:pt x="355874" y="78206"/>
                </a:cubicBezTo>
                <a:cubicBezTo>
                  <a:pt x="356639" y="76295"/>
                  <a:pt x="357021" y="74215"/>
                  <a:pt x="357021" y="71967"/>
                </a:cubicBezTo>
                <a:cubicBezTo>
                  <a:pt x="357021" y="69494"/>
                  <a:pt x="356538" y="67268"/>
                  <a:pt x="355571" y="65290"/>
                </a:cubicBezTo>
                <a:cubicBezTo>
                  <a:pt x="354604" y="63311"/>
                  <a:pt x="353188" y="61603"/>
                  <a:pt x="351322" y="60164"/>
                </a:cubicBezTo>
                <a:cubicBezTo>
                  <a:pt x="349455" y="58725"/>
                  <a:pt x="347162" y="57623"/>
                  <a:pt x="344442" y="56859"/>
                </a:cubicBezTo>
                <a:cubicBezTo>
                  <a:pt x="341721" y="56094"/>
                  <a:pt x="338630" y="55712"/>
                  <a:pt x="335168" y="55712"/>
                </a:cubicBezTo>
                <a:lnTo>
                  <a:pt x="326872" y="55712"/>
                </a:lnTo>
                <a:cubicBezTo>
                  <a:pt x="326512" y="55712"/>
                  <a:pt x="326163" y="55633"/>
                  <a:pt x="325826" y="55476"/>
                </a:cubicBezTo>
                <a:cubicBezTo>
                  <a:pt x="325489" y="55319"/>
                  <a:pt x="325197" y="55060"/>
                  <a:pt x="324949" y="54700"/>
                </a:cubicBezTo>
                <a:cubicBezTo>
                  <a:pt x="324702" y="54341"/>
                  <a:pt x="324500" y="53869"/>
                  <a:pt x="324342" y="53284"/>
                </a:cubicBezTo>
                <a:cubicBezTo>
                  <a:pt x="324185" y="52699"/>
                  <a:pt x="324106" y="51935"/>
                  <a:pt x="324106" y="50991"/>
                </a:cubicBezTo>
                <a:cubicBezTo>
                  <a:pt x="324106" y="50136"/>
                  <a:pt x="324174" y="49428"/>
                  <a:pt x="324309" y="48866"/>
                </a:cubicBezTo>
                <a:cubicBezTo>
                  <a:pt x="324443" y="48304"/>
                  <a:pt x="324635" y="47854"/>
                  <a:pt x="324882" y="47517"/>
                </a:cubicBezTo>
                <a:cubicBezTo>
                  <a:pt x="325129" y="47180"/>
                  <a:pt x="325410" y="46933"/>
                  <a:pt x="325725" y="46775"/>
                </a:cubicBezTo>
                <a:cubicBezTo>
                  <a:pt x="326040" y="46618"/>
                  <a:pt x="326399" y="46539"/>
                  <a:pt x="326804" y="46539"/>
                </a:cubicBezTo>
                <a:lnTo>
                  <a:pt x="334426" y="46539"/>
                </a:lnTo>
                <a:cubicBezTo>
                  <a:pt x="337393" y="46539"/>
                  <a:pt x="340058" y="46156"/>
                  <a:pt x="342418" y="45388"/>
                </a:cubicBezTo>
                <a:cubicBezTo>
                  <a:pt x="344779" y="44620"/>
                  <a:pt x="346780" y="43513"/>
                  <a:pt x="348421" y="42069"/>
                </a:cubicBezTo>
                <a:cubicBezTo>
                  <a:pt x="350063" y="40623"/>
                  <a:pt x="351322" y="38895"/>
                  <a:pt x="352198" y="36886"/>
                </a:cubicBezTo>
                <a:cubicBezTo>
                  <a:pt x="353075" y="34875"/>
                  <a:pt x="353514" y="32627"/>
                  <a:pt x="353514" y="30143"/>
                </a:cubicBezTo>
                <a:cubicBezTo>
                  <a:pt x="353514" y="28336"/>
                  <a:pt x="353221" y="26608"/>
                  <a:pt x="352637" y="24960"/>
                </a:cubicBezTo>
                <a:cubicBezTo>
                  <a:pt x="352052" y="23310"/>
                  <a:pt x="351175" y="21876"/>
                  <a:pt x="350006" y="20658"/>
                </a:cubicBezTo>
                <a:cubicBezTo>
                  <a:pt x="348837" y="19438"/>
                  <a:pt x="347342" y="18479"/>
                  <a:pt x="345521" y="17779"/>
                </a:cubicBezTo>
                <a:cubicBezTo>
                  <a:pt x="343700" y="17078"/>
                  <a:pt x="341598" y="16727"/>
                  <a:pt x="339215" y="16727"/>
                </a:cubicBezTo>
                <a:cubicBezTo>
                  <a:pt x="336607" y="16727"/>
                  <a:pt x="334212" y="17121"/>
                  <a:pt x="332031" y="17907"/>
                </a:cubicBezTo>
                <a:cubicBezTo>
                  <a:pt x="329851" y="18694"/>
                  <a:pt x="327906" y="19537"/>
                  <a:pt x="326197" y="20437"/>
                </a:cubicBezTo>
                <a:cubicBezTo>
                  <a:pt x="324488" y="21336"/>
                  <a:pt x="323072" y="22179"/>
                  <a:pt x="321948" y="22966"/>
                </a:cubicBezTo>
                <a:cubicBezTo>
                  <a:pt x="320824" y="23753"/>
                  <a:pt x="320037" y="24146"/>
                  <a:pt x="319587" y="24146"/>
                </a:cubicBezTo>
                <a:cubicBezTo>
                  <a:pt x="319272" y="24146"/>
                  <a:pt x="318991" y="24090"/>
                  <a:pt x="318744" y="23978"/>
                </a:cubicBezTo>
                <a:cubicBezTo>
                  <a:pt x="318497" y="23865"/>
                  <a:pt x="318294" y="23641"/>
                  <a:pt x="318137" y="23303"/>
                </a:cubicBezTo>
                <a:cubicBezTo>
                  <a:pt x="317980" y="22966"/>
                  <a:pt x="317867" y="22494"/>
                  <a:pt x="317800" y="21887"/>
                </a:cubicBezTo>
                <a:cubicBezTo>
                  <a:pt x="317732" y="21280"/>
                  <a:pt x="317699" y="20482"/>
                  <a:pt x="317699" y="19493"/>
                </a:cubicBezTo>
                <a:cubicBezTo>
                  <a:pt x="317699" y="18818"/>
                  <a:pt x="317721" y="18222"/>
                  <a:pt x="317766" y="17705"/>
                </a:cubicBezTo>
                <a:cubicBezTo>
                  <a:pt x="317811" y="17188"/>
                  <a:pt x="317901" y="16738"/>
                  <a:pt x="318036" y="16356"/>
                </a:cubicBezTo>
                <a:cubicBezTo>
                  <a:pt x="318171" y="15974"/>
                  <a:pt x="318328" y="15625"/>
                  <a:pt x="318508" y="15311"/>
                </a:cubicBezTo>
                <a:cubicBezTo>
                  <a:pt x="318688" y="14996"/>
                  <a:pt x="318991" y="14625"/>
                  <a:pt x="319419" y="14198"/>
                </a:cubicBezTo>
                <a:cubicBezTo>
                  <a:pt x="319846" y="13771"/>
                  <a:pt x="320711" y="13152"/>
                  <a:pt x="322015" y="12343"/>
                </a:cubicBezTo>
                <a:cubicBezTo>
                  <a:pt x="323319" y="11534"/>
                  <a:pt x="324927" y="10735"/>
                  <a:pt x="326838" y="9949"/>
                </a:cubicBezTo>
                <a:cubicBezTo>
                  <a:pt x="328749" y="9162"/>
                  <a:pt x="330952" y="8498"/>
                  <a:pt x="333448" y="7959"/>
                </a:cubicBezTo>
                <a:cubicBezTo>
                  <a:pt x="335943" y="7419"/>
                  <a:pt x="338630" y="7150"/>
                  <a:pt x="341508" y="7150"/>
                </a:cubicBezTo>
                <a:cubicBezTo>
                  <a:pt x="345555" y="7150"/>
                  <a:pt x="349107" y="7669"/>
                  <a:pt x="352165" y="8707"/>
                </a:cubicBezTo>
                <a:cubicBezTo>
                  <a:pt x="355222" y="9744"/>
                  <a:pt x="357774" y="11210"/>
                  <a:pt x="359820" y="13104"/>
                </a:cubicBezTo>
                <a:cubicBezTo>
                  <a:pt x="361866" y="14998"/>
                  <a:pt x="363395" y="17265"/>
                  <a:pt x="364406" y="19904"/>
                </a:cubicBezTo>
                <a:cubicBezTo>
                  <a:pt x="365418" y="22542"/>
                  <a:pt x="365924" y="25463"/>
                  <a:pt x="365924" y="28665"/>
                </a:cubicBezTo>
                <a:cubicBezTo>
                  <a:pt x="365924" y="31417"/>
                  <a:pt x="365564" y="33977"/>
                  <a:pt x="364845" y="36346"/>
                </a:cubicBezTo>
                <a:cubicBezTo>
                  <a:pt x="364125" y="38714"/>
                  <a:pt x="363069" y="40811"/>
                  <a:pt x="361675" y="42638"/>
                </a:cubicBezTo>
                <a:cubicBezTo>
                  <a:pt x="360281" y="44464"/>
                  <a:pt x="358572" y="46021"/>
                  <a:pt x="356549" y="47306"/>
                </a:cubicBezTo>
                <a:cubicBezTo>
                  <a:pt x="354525" y="48592"/>
                  <a:pt x="352187" y="49483"/>
                  <a:pt x="349534" y="49979"/>
                </a:cubicBezTo>
                <a:lnTo>
                  <a:pt x="349534" y="50114"/>
                </a:lnTo>
                <a:cubicBezTo>
                  <a:pt x="352547" y="50429"/>
                  <a:pt x="355301" y="51182"/>
                  <a:pt x="357797" y="52373"/>
                </a:cubicBezTo>
                <a:cubicBezTo>
                  <a:pt x="360292" y="53565"/>
                  <a:pt x="362439" y="55060"/>
                  <a:pt x="364238" y="56859"/>
                </a:cubicBezTo>
                <a:cubicBezTo>
                  <a:pt x="366036" y="58657"/>
                  <a:pt x="367442" y="60760"/>
                  <a:pt x="368453" y="63165"/>
                </a:cubicBezTo>
                <a:cubicBezTo>
                  <a:pt x="369465" y="65571"/>
                  <a:pt x="369971" y="68145"/>
                  <a:pt x="369971" y="70888"/>
                </a:cubicBezTo>
                <a:close/>
                <a:moveTo>
                  <a:pt x="411204" y="59557"/>
                </a:moveTo>
                <a:cubicBezTo>
                  <a:pt x="411204" y="64643"/>
                  <a:pt x="410890" y="69674"/>
                  <a:pt x="410260" y="74648"/>
                </a:cubicBezTo>
                <a:cubicBezTo>
                  <a:pt x="409631" y="79623"/>
                  <a:pt x="408686" y="84541"/>
                  <a:pt x="407427" y="89403"/>
                </a:cubicBezTo>
                <a:cubicBezTo>
                  <a:pt x="406168" y="94264"/>
                  <a:pt x="404628" y="99048"/>
                  <a:pt x="402807" y="103752"/>
                </a:cubicBezTo>
                <a:cubicBezTo>
                  <a:pt x="400986" y="108457"/>
                  <a:pt x="398861" y="113104"/>
                  <a:pt x="396433" y="117695"/>
                </a:cubicBezTo>
                <a:cubicBezTo>
                  <a:pt x="396298" y="117920"/>
                  <a:pt x="396096" y="118122"/>
                  <a:pt x="395826" y="118302"/>
                </a:cubicBezTo>
                <a:cubicBezTo>
                  <a:pt x="395557" y="118483"/>
                  <a:pt x="395208" y="118641"/>
                  <a:pt x="394781" y="118776"/>
                </a:cubicBezTo>
                <a:cubicBezTo>
                  <a:pt x="394354" y="118911"/>
                  <a:pt x="393848" y="119001"/>
                  <a:pt x="393263" y="119046"/>
                </a:cubicBezTo>
                <a:cubicBezTo>
                  <a:pt x="392679" y="119091"/>
                  <a:pt x="391982" y="119113"/>
                  <a:pt x="391172" y="119113"/>
                </a:cubicBezTo>
                <a:cubicBezTo>
                  <a:pt x="390003" y="119113"/>
                  <a:pt x="389093" y="119057"/>
                  <a:pt x="388441" y="118945"/>
                </a:cubicBezTo>
                <a:cubicBezTo>
                  <a:pt x="387789" y="118832"/>
                  <a:pt x="387317" y="118652"/>
                  <a:pt x="387024" y="118403"/>
                </a:cubicBezTo>
                <a:cubicBezTo>
                  <a:pt x="386732" y="118156"/>
                  <a:pt x="386597" y="117841"/>
                  <a:pt x="386620" y="117459"/>
                </a:cubicBezTo>
                <a:cubicBezTo>
                  <a:pt x="386642" y="117077"/>
                  <a:pt x="386766" y="116615"/>
                  <a:pt x="386991" y="116074"/>
                </a:cubicBezTo>
                <a:cubicBezTo>
                  <a:pt x="391127" y="106981"/>
                  <a:pt x="394253" y="97675"/>
                  <a:pt x="396366" y="88155"/>
                </a:cubicBezTo>
                <a:cubicBezTo>
                  <a:pt x="398479" y="78633"/>
                  <a:pt x="399536" y="69033"/>
                  <a:pt x="399536" y="59354"/>
                </a:cubicBezTo>
                <a:cubicBezTo>
                  <a:pt x="399536" y="49721"/>
                  <a:pt x="398479" y="40144"/>
                  <a:pt x="396366" y="30624"/>
                </a:cubicBezTo>
                <a:cubicBezTo>
                  <a:pt x="394253" y="21102"/>
                  <a:pt x="391082" y="11817"/>
                  <a:pt x="386856" y="2767"/>
                </a:cubicBezTo>
                <a:cubicBezTo>
                  <a:pt x="386676" y="2363"/>
                  <a:pt x="386608" y="1981"/>
                  <a:pt x="386653" y="1621"/>
                </a:cubicBezTo>
                <a:cubicBezTo>
                  <a:pt x="386698" y="1261"/>
                  <a:pt x="386901" y="969"/>
                  <a:pt x="387260" y="744"/>
                </a:cubicBezTo>
                <a:cubicBezTo>
                  <a:pt x="387620" y="518"/>
                  <a:pt x="388115" y="337"/>
                  <a:pt x="388744" y="202"/>
                </a:cubicBezTo>
                <a:cubicBezTo>
                  <a:pt x="389374" y="67"/>
                  <a:pt x="390206" y="0"/>
                  <a:pt x="391240" y="0"/>
                </a:cubicBezTo>
                <a:cubicBezTo>
                  <a:pt x="392184" y="0"/>
                  <a:pt x="392971" y="34"/>
                  <a:pt x="393601" y="101"/>
                </a:cubicBezTo>
                <a:cubicBezTo>
                  <a:pt x="394230" y="169"/>
                  <a:pt x="394736" y="270"/>
                  <a:pt x="395118" y="405"/>
                </a:cubicBezTo>
                <a:cubicBezTo>
                  <a:pt x="395500" y="540"/>
                  <a:pt x="395781" y="675"/>
                  <a:pt x="395961" y="811"/>
                </a:cubicBezTo>
                <a:cubicBezTo>
                  <a:pt x="396141" y="946"/>
                  <a:pt x="396276" y="1104"/>
                  <a:pt x="396366" y="1284"/>
                </a:cubicBezTo>
                <a:cubicBezTo>
                  <a:pt x="400997" y="10511"/>
                  <a:pt x="404628" y="19998"/>
                  <a:pt x="407259" y="29745"/>
                </a:cubicBezTo>
                <a:cubicBezTo>
                  <a:pt x="409889" y="39491"/>
                  <a:pt x="411204" y="49428"/>
                  <a:pt x="411204" y="595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(172,53)">
            <a:extLst xmlns:a="http://schemas.openxmlformats.org/drawingml/2006/main">
              <a:ext uri="{FF2B5EF4-FFF2-40B4-BE49-F238E27FC236}">
                <a16:creationId xmlns:a16="http://schemas.microsoft.com/office/drawing/2014/main" id="{26E58351-E127-416D-9CA5-725C327A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980" y="788255"/>
            <a:ext cx="481652" cy="119113"/>
          </a:xfrm>
          <a:custGeom xmlns:a="http://schemas.openxmlformats.org/drawingml/2006/main">
            <a:pathLst>
              <a:path w="481652" h="119113">
                <a:moveTo>
                  <a:pt x="24416" y="2767"/>
                </a:moveTo>
                <a:cubicBezTo>
                  <a:pt x="20145" y="11817"/>
                  <a:pt x="16963" y="21102"/>
                  <a:pt x="14872" y="30624"/>
                </a:cubicBezTo>
                <a:cubicBezTo>
                  <a:pt x="12781" y="40144"/>
                  <a:pt x="11736" y="49721"/>
                  <a:pt x="11736" y="59354"/>
                </a:cubicBezTo>
                <a:cubicBezTo>
                  <a:pt x="11736" y="69033"/>
                  <a:pt x="12804" y="78622"/>
                  <a:pt x="14940" y="88121"/>
                </a:cubicBezTo>
                <a:cubicBezTo>
                  <a:pt x="17076" y="97619"/>
                  <a:pt x="20189" y="106936"/>
                  <a:pt x="24281" y="116074"/>
                </a:cubicBezTo>
                <a:cubicBezTo>
                  <a:pt x="24506" y="116615"/>
                  <a:pt x="24630" y="117077"/>
                  <a:pt x="24652" y="117459"/>
                </a:cubicBezTo>
                <a:cubicBezTo>
                  <a:pt x="24675" y="117841"/>
                  <a:pt x="24529" y="118156"/>
                  <a:pt x="24214" y="118403"/>
                </a:cubicBezTo>
                <a:cubicBezTo>
                  <a:pt x="23899" y="118652"/>
                  <a:pt x="23416" y="118832"/>
                  <a:pt x="22764" y="118945"/>
                </a:cubicBezTo>
                <a:cubicBezTo>
                  <a:pt x="22112" y="119057"/>
                  <a:pt x="21224" y="119113"/>
                  <a:pt x="20100" y="119113"/>
                </a:cubicBezTo>
                <a:cubicBezTo>
                  <a:pt x="19290" y="119113"/>
                  <a:pt x="18593" y="119091"/>
                  <a:pt x="18009" y="119046"/>
                </a:cubicBezTo>
                <a:cubicBezTo>
                  <a:pt x="17424" y="119001"/>
                  <a:pt x="16918" y="118911"/>
                  <a:pt x="16491" y="118776"/>
                </a:cubicBezTo>
                <a:cubicBezTo>
                  <a:pt x="16064" y="118641"/>
                  <a:pt x="15715" y="118483"/>
                  <a:pt x="15446" y="118302"/>
                </a:cubicBezTo>
                <a:cubicBezTo>
                  <a:pt x="15176" y="118122"/>
                  <a:pt x="14973" y="117920"/>
                  <a:pt x="14839" y="117695"/>
                </a:cubicBezTo>
                <a:cubicBezTo>
                  <a:pt x="12410" y="113104"/>
                  <a:pt x="10275" y="108457"/>
                  <a:pt x="8431" y="103752"/>
                </a:cubicBezTo>
                <a:cubicBezTo>
                  <a:pt x="6587" y="99048"/>
                  <a:pt x="5036" y="94264"/>
                  <a:pt x="3777" y="89403"/>
                </a:cubicBezTo>
                <a:cubicBezTo>
                  <a:pt x="2518" y="84541"/>
                  <a:pt x="1574" y="79623"/>
                  <a:pt x="944" y="74648"/>
                </a:cubicBezTo>
                <a:cubicBezTo>
                  <a:pt x="315" y="69674"/>
                  <a:pt x="0" y="64643"/>
                  <a:pt x="0" y="59557"/>
                </a:cubicBezTo>
                <a:cubicBezTo>
                  <a:pt x="0" y="54470"/>
                  <a:pt x="348" y="49451"/>
                  <a:pt x="1045" y="44499"/>
                </a:cubicBezTo>
                <a:cubicBezTo>
                  <a:pt x="1742" y="39547"/>
                  <a:pt x="2732" y="34629"/>
                  <a:pt x="4013" y="29745"/>
                </a:cubicBezTo>
                <a:cubicBezTo>
                  <a:pt x="5295" y="24860"/>
                  <a:pt x="6857" y="20055"/>
                  <a:pt x="8701" y="15328"/>
                </a:cubicBezTo>
                <a:cubicBezTo>
                  <a:pt x="10544" y="10601"/>
                  <a:pt x="12613" y="5919"/>
                  <a:pt x="14906" y="1284"/>
                </a:cubicBezTo>
                <a:cubicBezTo>
                  <a:pt x="14951" y="1104"/>
                  <a:pt x="15075" y="946"/>
                  <a:pt x="15277" y="811"/>
                </a:cubicBezTo>
                <a:cubicBezTo>
                  <a:pt x="15479" y="675"/>
                  <a:pt x="15760" y="540"/>
                  <a:pt x="16120" y="405"/>
                </a:cubicBezTo>
                <a:cubicBezTo>
                  <a:pt x="16480" y="270"/>
                  <a:pt x="16974" y="169"/>
                  <a:pt x="17604" y="101"/>
                </a:cubicBezTo>
                <a:cubicBezTo>
                  <a:pt x="18233" y="34"/>
                  <a:pt x="19043" y="0"/>
                  <a:pt x="20032" y="0"/>
                </a:cubicBezTo>
                <a:cubicBezTo>
                  <a:pt x="21066" y="0"/>
                  <a:pt x="21898" y="67"/>
                  <a:pt x="22528" y="202"/>
                </a:cubicBezTo>
                <a:cubicBezTo>
                  <a:pt x="23157" y="337"/>
                  <a:pt x="23652" y="518"/>
                  <a:pt x="24012" y="744"/>
                </a:cubicBezTo>
                <a:cubicBezTo>
                  <a:pt x="24371" y="969"/>
                  <a:pt x="24574" y="1261"/>
                  <a:pt x="24619" y="1621"/>
                </a:cubicBezTo>
                <a:cubicBezTo>
                  <a:pt x="24664" y="1981"/>
                  <a:pt x="24596" y="2363"/>
                  <a:pt x="24416" y="2767"/>
                </a:cubicBezTo>
                <a:close/>
                <a:moveTo>
                  <a:pt x="95409" y="91190"/>
                </a:moveTo>
                <a:cubicBezTo>
                  <a:pt x="95409" y="92044"/>
                  <a:pt x="95341" y="92764"/>
                  <a:pt x="95206" y="93348"/>
                </a:cubicBezTo>
                <a:cubicBezTo>
                  <a:pt x="95071" y="93933"/>
                  <a:pt x="94891" y="94405"/>
                  <a:pt x="94667" y="94765"/>
                </a:cubicBezTo>
                <a:cubicBezTo>
                  <a:pt x="94442" y="95124"/>
                  <a:pt x="94183" y="95383"/>
                  <a:pt x="93891" y="95540"/>
                </a:cubicBezTo>
                <a:cubicBezTo>
                  <a:pt x="93599" y="95698"/>
                  <a:pt x="93295" y="95776"/>
                  <a:pt x="92980" y="95776"/>
                </a:cubicBezTo>
                <a:lnTo>
                  <a:pt x="47385" y="95776"/>
                </a:lnTo>
                <a:cubicBezTo>
                  <a:pt x="47071" y="95776"/>
                  <a:pt x="46778" y="95698"/>
                  <a:pt x="46509" y="95540"/>
                </a:cubicBezTo>
                <a:cubicBezTo>
                  <a:pt x="46239" y="95383"/>
                  <a:pt x="45980" y="95124"/>
                  <a:pt x="45733" y="94765"/>
                </a:cubicBezTo>
                <a:cubicBezTo>
                  <a:pt x="45486" y="94405"/>
                  <a:pt x="45295" y="93933"/>
                  <a:pt x="45160" y="93348"/>
                </a:cubicBezTo>
                <a:cubicBezTo>
                  <a:pt x="45025" y="92764"/>
                  <a:pt x="44957" y="92044"/>
                  <a:pt x="44957" y="91190"/>
                </a:cubicBezTo>
                <a:cubicBezTo>
                  <a:pt x="44957" y="90381"/>
                  <a:pt x="45025" y="89684"/>
                  <a:pt x="45160" y="89099"/>
                </a:cubicBezTo>
                <a:cubicBezTo>
                  <a:pt x="45295" y="88514"/>
                  <a:pt x="45463" y="88031"/>
                  <a:pt x="45665" y="87649"/>
                </a:cubicBezTo>
                <a:cubicBezTo>
                  <a:pt x="45868" y="87267"/>
                  <a:pt x="46115" y="86974"/>
                  <a:pt x="46407" y="86772"/>
                </a:cubicBezTo>
                <a:cubicBezTo>
                  <a:pt x="46700" y="86570"/>
                  <a:pt x="47026" y="86469"/>
                  <a:pt x="47385" y="86469"/>
                </a:cubicBezTo>
                <a:lnTo>
                  <a:pt x="65596" y="86469"/>
                </a:lnTo>
                <a:lnTo>
                  <a:pt x="65596" y="20032"/>
                </a:lnTo>
                <a:lnTo>
                  <a:pt x="48734" y="30149"/>
                </a:lnTo>
                <a:cubicBezTo>
                  <a:pt x="47880" y="30599"/>
                  <a:pt x="47194" y="30869"/>
                  <a:pt x="46677" y="30959"/>
                </a:cubicBezTo>
                <a:cubicBezTo>
                  <a:pt x="46160" y="31049"/>
                  <a:pt x="45744" y="30947"/>
                  <a:pt x="45429" y="30655"/>
                </a:cubicBezTo>
                <a:cubicBezTo>
                  <a:pt x="45115" y="30363"/>
                  <a:pt x="44901" y="29879"/>
                  <a:pt x="44789" y="29203"/>
                </a:cubicBezTo>
                <a:cubicBezTo>
                  <a:pt x="44676" y="28526"/>
                  <a:pt x="44620" y="27669"/>
                  <a:pt x="44620" y="26631"/>
                </a:cubicBezTo>
                <a:cubicBezTo>
                  <a:pt x="44620" y="25864"/>
                  <a:pt x="44654" y="25210"/>
                  <a:pt x="44721" y="24669"/>
                </a:cubicBezTo>
                <a:cubicBezTo>
                  <a:pt x="44789" y="24128"/>
                  <a:pt x="44890" y="23677"/>
                  <a:pt x="45025" y="23316"/>
                </a:cubicBezTo>
                <a:cubicBezTo>
                  <a:pt x="45160" y="22955"/>
                  <a:pt x="45351" y="22639"/>
                  <a:pt x="45598" y="22370"/>
                </a:cubicBezTo>
                <a:cubicBezTo>
                  <a:pt x="45845" y="22098"/>
                  <a:pt x="46171" y="21828"/>
                  <a:pt x="46576" y="21558"/>
                </a:cubicBezTo>
                <a:lnTo>
                  <a:pt x="66676" y="8635"/>
                </a:lnTo>
                <a:cubicBezTo>
                  <a:pt x="66855" y="8501"/>
                  <a:pt x="67080" y="8388"/>
                  <a:pt x="67350" y="8298"/>
                </a:cubicBezTo>
                <a:cubicBezTo>
                  <a:pt x="67620" y="8207"/>
                  <a:pt x="67957" y="8116"/>
                  <a:pt x="68362" y="8026"/>
                </a:cubicBezTo>
                <a:cubicBezTo>
                  <a:pt x="68766" y="7936"/>
                  <a:pt x="69239" y="7880"/>
                  <a:pt x="69778" y="7858"/>
                </a:cubicBezTo>
                <a:cubicBezTo>
                  <a:pt x="70318" y="7835"/>
                  <a:pt x="70992" y="7824"/>
                  <a:pt x="71802" y="7824"/>
                </a:cubicBezTo>
                <a:cubicBezTo>
                  <a:pt x="72881" y="7824"/>
                  <a:pt x="73780" y="7869"/>
                  <a:pt x="74500" y="7959"/>
                </a:cubicBezTo>
                <a:cubicBezTo>
                  <a:pt x="75219" y="8049"/>
                  <a:pt x="75781" y="8172"/>
                  <a:pt x="76186" y="8330"/>
                </a:cubicBezTo>
                <a:cubicBezTo>
                  <a:pt x="76590" y="8487"/>
                  <a:pt x="76860" y="8690"/>
                  <a:pt x="76995" y="8939"/>
                </a:cubicBezTo>
                <a:cubicBezTo>
                  <a:pt x="77130" y="9186"/>
                  <a:pt x="77197" y="9445"/>
                  <a:pt x="77197" y="9715"/>
                </a:cubicBezTo>
                <a:lnTo>
                  <a:pt x="77197" y="86469"/>
                </a:lnTo>
                <a:lnTo>
                  <a:pt x="92980" y="86469"/>
                </a:lnTo>
                <a:cubicBezTo>
                  <a:pt x="93340" y="86469"/>
                  <a:pt x="93677" y="86570"/>
                  <a:pt x="93992" y="86772"/>
                </a:cubicBezTo>
                <a:cubicBezTo>
                  <a:pt x="94307" y="86974"/>
                  <a:pt x="94565" y="87267"/>
                  <a:pt x="94768" y="87649"/>
                </a:cubicBezTo>
                <a:cubicBezTo>
                  <a:pt x="94970" y="88031"/>
                  <a:pt x="95127" y="88514"/>
                  <a:pt x="95240" y="89099"/>
                </a:cubicBezTo>
                <a:cubicBezTo>
                  <a:pt x="95352" y="89684"/>
                  <a:pt x="95409" y="90381"/>
                  <a:pt x="95409" y="91190"/>
                </a:cubicBezTo>
                <a:close/>
                <a:moveTo>
                  <a:pt x="166522" y="13490"/>
                </a:moveTo>
                <a:cubicBezTo>
                  <a:pt x="166522" y="14299"/>
                  <a:pt x="166488" y="15030"/>
                  <a:pt x="166420" y="15682"/>
                </a:cubicBezTo>
                <a:cubicBezTo>
                  <a:pt x="166353" y="16334"/>
                  <a:pt x="166263" y="16963"/>
                  <a:pt x="166151" y="17570"/>
                </a:cubicBezTo>
                <a:cubicBezTo>
                  <a:pt x="166038" y="18177"/>
                  <a:pt x="165881" y="18762"/>
                  <a:pt x="165678" y="19324"/>
                </a:cubicBezTo>
                <a:cubicBezTo>
                  <a:pt x="165476" y="19886"/>
                  <a:pt x="165240" y="20482"/>
                  <a:pt x="164970" y="21111"/>
                </a:cubicBezTo>
                <a:lnTo>
                  <a:pt x="133539" y="93551"/>
                </a:lnTo>
                <a:cubicBezTo>
                  <a:pt x="133315" y="94090"/>
                  <a:pt x="133034" y="94529"/>
                  <a:pt x="132696" y="94866"/>
                </a:cubicBezTo>
                <a:cubicBezTo>
                  <a:pt x="132359" y="95203"/>
                  <a:pt x="131932" y="95473"/>
                  <a:pt x="131415" y="95675"/>
                </a:cubicBezTo>
                <a:cubicBezTo>
                  <a:pt x="130898" y="95878"/>
                  <a:pt x="130234" y="96012"/>
                  <a:pt x="129425" y="96080"/>
                </a:cubicBezTo>
                <a:cubicBezTo>
                  <a:pt x="128616" y="96147"/>
                  <a:pt x="127626" y="96181"/>
                  <a:pt x="126457" y="96181"/>
                </a:cubicBezTo>
                <a:cubicBezTo>
                  <a:pt x="124929" y="96181"/>
                  <a:pt x="123737" y="96114"/>
                  <a:pt x="122883" y="95979"/>
                </a:cubicBezTo>
                <a:cubicBezTo>
                  <a:pt x="122028" y="95844"/>
                  <a:pt x="121410" y="95630"/>
                  <a:pt x="121028" y="95338"/>
                </a:cubicBezTo>
                <a:cubicBezTo>
                  <a:pt x="120646" y="95046"/>
                  <a:pt x="120477" y="94686"/>
                  <a:pt x="120522" y="94259"/>
                </a:cubicBezTo>
                <a:cubicBezTo>
                  <a:pt x="120567" y="93832"/>
                  <a:pt x="120724" y="93326"/>
                  <a:pt x="120994" y="92741"/>
                </a:cubicBezTo>
                <a:lnTo>
                  <a:pt x="154044" y="18683"/>
                </a:lnTo>
                <a:lnTo>
                  <a:pt x="112158" y="18683"/>
                </a:lnTo>
                <a:cubicBezTo>
                  <a:pt x="111304" y="18683"/>
                  <a:pt x="110663" y="18233"/>
                  <a:pt x="110236" y="17334"/>
                </a:cubicBezTo>
                <a:cubicBezTo>
                  <a:pt x="109809" y="16435"/>
                  <a:pt x="109595" y="15176"/>
                  <a:pt x="109595" y="13557"/>
                </a:cubicBezTo>
                <a:cubicBezTo>
                  <a:pt x="109595" y="12703"/>
                  <a:pt x="109652" y="11961"/>
                  <a:pt x="109764" y="11331"/>
                </a:cubicBezTo>
                <a:cubicBezTo>
                  <a:pt x="109876" y="10702"/>
                  <a:pt x="110045" y="10173"/>
                  <a:pt x="110270" y="9746"/>
                </a:cubicBezTo>
                <a:cubicBezTo>
                  <a:pt x="110495" y="9319"/>
                  <a:pt x="110764" y="9004"/>
                  <a:pt x="111079" y="8802"/>
                </a:cubicBezTo>
                <a:cubicBezTo>
                  <a:pt x="111394" y="8600"/>
                  <a:pt x="111754" y="8498"/>
                  <a:pt x="112158" y="8498"/>
                </a:cubicBezTo>
                <a:lnTo>
                  <a:pt x="163014" y="8498"/>
                </a:lnTo>
                <a:cubicBezTo>
                  <a:pt x="163644" y="8498"/>
                  <a:pt x="164195" y="8566"/>
                  <a:pt x="164667" y="8701"/>
                </a:cubicBezTo>
                <a:cubicBezTo>
                  <a:pt x="165139" y="8836"/>
                  <a:pt x="165499" y="9106"/>
                  <a:pt x="165746" y="9510"/>
                </a:cubicBezTo>
                <a:cubicBezTo>
                  <a:pt x="165993" y="9915"/>
                  <a:pt x="166184" y="10432"/>
                  <a:pt x="166319" y="11061"/>
                </a:cubicBezTo>
                <a:cubicBezTo>
                  <a:pt x="166454" y="11691"/>
                  <a:pt x="166522" y="12500"/>
                  <a:pt x="166522" y="13490"/>
                </a:cubicBezTo>
                <a:close/>
                <a:moveTo>
                  <a:pt x="235274" y="90785"/>
                </a:moveTo>
                <a:cubicBezTo>
                  <a:pt x="235274" y="91595"/>
                  <a:pt x="235217" y="92314"/>
                  <a:pt x="235105" y="92944"/>
                </a:cubicBezTo>
                <a:cubicBezTo>
                  <a:pt x="234993" y="93573"/>
                  <a:pt x="234835" y="94101"/>
                  <a:pt x="234633" y="94529"/>
                </a:cubicBezTo>
                <a:cubicBezTo>
                  <a:pt x="234431" y="94956"/>
                  <a:pt x="234161" y="95271"/>
                  <a:pt x="233824" y="95473"/>
                </a:cubicBezTo>
                <a:cubicBezTo>
                  <a:pt x="233486" y="95675"/>
                  <a:pt x="233115" y="95776"/>
                  <a:pt x="232711" y="95776"/>
                </a:cubicBezTo>
                <a:lnTo>
                  <a:pt x="184485" y="95776"/>
                </a:lnTo>
                <a:cubicBezTo>
                  <a:pt x="183856" y="95776"/>
                  <a:pt x="183305" y="95698"/>
                  <a:pt x="182833" y="95540"/>
                </a:cubicBezTo>
                <a:cubicBezTo>
                  <a:pt x="182361" y="95383"/>
                  <a:pt x="181956" y="95124"/>
                  <a:pt x="181619" y="94765"/>
                </a:cubicBezTo>
                <a:cubicBezTo>
                  <a:pt x="181281" y="94405"/>
                  <a:pt x="181034" y="93888"/>
                  <a:pt x="180877" y="93213"/>
                </a:cubicBezTo>
                <a:cubicBezTo>
                  <a:pt x="180719" y="92539"/>
                  <a:pt x="180641" y="91707"/>
                  <a:pt x="180641" y="90718"/>
                </a:cubicBezTo>
                <a:cubicBezTo>
                  <a:pt x="180641" y="89818"/>
                  <a:pt x="180674" y="89032"/>
                  <a:pt x="180742" y="88357"/>
                </a:cubicBezTo>
                <a:cubicBezTo>
                  <a:pt x="180809" y="87683"/>
                  <a:pt x="180955" y="87087"/>
                  <a:pt x="181180" y="86570"/>
                </a:cubicBezTo>
                <a:cubicBezTo>
                  <a:pt x="181405" y="86053"/>
                  <a:pt x="181686" y="85536"/>
                  <a:pt x="182023" y="85018"/>
                </a:cubicBezTo>
                <a:cubicBezTo>
                  <a:pt x="182361" y="84501"/>
                  <a:pt x="182799" y="83950"/>
                  <a:pt x="183339" y="83366"/>
                </a:cubicBezTo>
                <a:lnTo>
                  <a:pt x="200268" y="65402"/>
                </a:lnTo>
                <a:cubicBezTo>
                  <a:pt x="204180" y="61262"/>
                  <a:pt x="207316" y="57549"/>
                  <a:pt x="209677" y="54264"/>
                </a:cubicBezTo>
                <a:cubicBezTo>
                  <a:pt x="212038" y="50979"/>
                  <a:pt x="213859" y="47987"/>
                  <a:pt x="215140" y="45287"/>
                </a:cubicBezTo>
                <a:cubicBezTo>
                  <a:pt x="216422" y="42586"/>
                  <a:pt x="217265" y="40134"/>
                  <a:pt x="217670" y="37929"/>
                </a:cubicBezTo>
                <a:cubicBezTo>
                  <a:pt x="218074" y="35724"/>
                  <a:pt x="218277" y="33655"/>
                  <a:pt x="218277" y="31720"/>
                </a:cubicBezTo>
                <a:cubicBezTo>
                  <a:pt x="218277" y="29783"/>
                  <a:pt x="217962" y="27949"/>
                  <a:pt x="217332" y="26216"/>
                </a:cubicBezTo>
                <a:cubicBezTo>
                  <a:pt x="216703" y="24482"/>
                  <a:pt x="215792" y="22963"/>
                  <a:pt x="214601" y="21657"/>
                </a:cubicBezTo>
                <a:cubicBezTo>
                  <a:pt x="213409" y="20350"/>
                  <a:pt x="211914" y="19315"/>
                  <a:pt x="210115" y="18550"/>
                </a:cubicBezTo>
                <a:cubicBezTo>
                  <a:pt x="208317" y="17785"/>
                  <a:pt x="206248" y="17402"/>
                  <a:pt x="203910" y="17402"/>
                </a:cubicBezTo>
                <a:cubicBezTo>
                  <a:pt x="201167" y="17402"/>
                  <a:pt x="198706" y="17784"/>
                  <a:pt x="196525" y="18548"/>
                </a:cubicBezTo>
                <a:cubicBezTo>
                  <a:pt x="194344" y="19313"/>
                  <a:pt x="192433" y="20145"/>
                  <a:pt x="190792" y="21044"/>
                </a:cubicBezTo>
                <a:cubicBezTo>
                  <a:pt x="189150" y="21943"/>
                  <a:pt x="187779" y="22775"/>
                  <a:pt x="186677" y="23539"/>
                </a:cubicBezTo>
                <a:cubicBezTo>
                  <a:pt x="185576" y="24304"/>
                  <a:pt x="184755" y="24686"/>
                  <a:pt x="184215" y="24686"/>
                </a:cubicBezTo>
                <a:cubicBezTo>
                  <a:pt x="183901" y="24686"/>
                  <a:pt x="183620" y="24596"/>
                  <a:pt x="183372" y="24416"/>
                </a:cubicBezTo>
                <a:cubicBezTo>
                  <a:pt x="183125" y="24236"/>
                  <a:pt x="182923" y="23944"/>
                  <a:pt x="182765" y="23539"/>
                </a:cubicBezTo>
                <a:cubicBezTo>
                  <a:pt x="182608" y="23135"/>
                  <a:pt x="182484" y="22595"/>
                  <a:pt x="182394" y="21921"/>
                </a:cubicBezTo>
                <a:cubicBezTo>
                  <a:pt x="182304" y="21246"/>
                  <a:pt x="182259" y="20437"/>
                  <a:pt x="182259" y="19493"/>
                </a:cubicBezTo>
                <a:cubicBezTo>
                  <a:pt x="182259" y="18818"/>
                  <a:pt x="182282" y="18233"/>
                  <a:pt x="182327" y="17739"/>
                </a:cubicBezTo>
                <a:cubicBezTo>
                  <a:pt x="182372" y="17244"/>
                  <a:pt x="182451" y="16817"/>
                  <a:pt x="182563" y="16457"/>
                </a:cubicBezTo>
                <a:cubicBezTo>
                  <a:pt x="182675" y="16098"/>
                  <a:pt x="182821" y="15760"/>
                  <a:pt x="183001" y="15446"/>
                </a:cubicBezTo>
                <a:cubicBezTo>
                  <a:pt x="183181" y="15131"/>
                  <a:pt x="183541" y="14737"/>
                  <a:pt x="184081" y="14265"/>
                </a:cubicBezTo>
                <a:cubicBezTo>
                  <a:pt x="184620" y="13793"/>
                  <a:pt x="185553" y="13152"/>
                  <a:pt x="186880" y="12343"/>
                </a:cubicBezTo>
                <a:cubicBezTo>
                  <a:pt x="188206" y="11534"/>
                  <a:pt x="189870" y="10735"/>
                  <a:pt x="191871" y="9949"/>
                </a:cubicBezTo>
                <a:cubicBezTo>
                  <a:pt x="193872" y="9162"/>
                  <a:pt x="196075" y="8498"/>
                  <a:pt x="198481" y="7959"/>
                </a:cubicBezTo>
                <a:cubicBezTo>
                  <a:pt x="200886" y="7419"/>
                  <a:pt x="203416" y="7150"/>
                  <a:pt x="206069" y="7150"/>
                </a:cubicBezTo>
                <a:cubicBezTo>
                  <a:pt x="210295" y="7150"/>
                  <a:pt x="213994" y="7746"/>
                  <a:pt x="217164" y="8939"/>
                </a:cubicBezTo>
                <a:cubicBezTo>
                  <a:pt x="220334" y="10131"/>
                  <a:pt x="222964" y="11761"/>
                  <a:pt x="225055" y="13831"/>
                </a:cubicBezTo>
                <a:cubicBezTo>
                  <a:pt x="227146" y="15901"/>
                  <a:pt x="228709" y="18309"/>
                  <a:pt x="229743" y="21054"/>
                </a:cubicBezTo>
                <a:cubicBezTo>
                  <a:pt x="230777" y="23799"/>
                  <a:pt x="231294" y="26724"/>
                  <a:pt x="231294" y="29829"/>
                </a:cubicBezTo>
                <a:cubicBezTo>
                  <a:pt x="231294" y="32620"/>
                  <a:pt x="231047" y="35399"/>
                  <a:pt x="230552" y="38167"/>
                </a:cubicBezTo>
                <a:cubicBezTo>
                  <a:pt x="230058" y="40934"/>
                  <a:pt x="229012" y="43926"/>
                  <a:pt x="227416" y="47144"/>
                </a:cubicBezTo>
                <a:cubicBezTo>
                  <a:pt x="225820" y="50362"/>
                  <a:pt x="223515" y="53940"/>
                  <a:pt x="220503" y="57877"/>
                </a:cubicBezTo>
                <a:cubicBezTo>
                  <a:pt x="217490" y="61814"/>
                  <a:pt x="213488" y="66348"/>
                  <a:pt x="208497" y="71478"/>
                </a:cubicBezTo>
                <a:lnTo>
                  <a:pt x="194670" y="85929"/>
                </a:lnTo>
                <a:lnTo>
                  <a:pt x="232643" y="85929"/>
                </a:lnTo>
                <a:cubicBezTo>
                  <a:pt x="233003" y="85929"/>
                  <a:pt x="233351" y="86030"/>
                  <a:pt x="233689" y="86232"/>
                </a:cubicBezTo>
                <a:cubicBezTo>
                  <a:pt x="234026" y="86435"/>
                  <a:pt x="234318" y="86738"/>
                  <a:pt x="234565" y="87143"/>
                </a:cubicBezTo>
                <a:cubicBezTo>
                  <a:pt x="234813" y="87548"/>
                  <a:pt x="234993" y="88054"/>
                  <a:pt x="235105" y="88661"/>
                </a:cubicBezTo>
                <a:cubicBezTo>
                  <a:pt x="235217" y="89268"/>
                  <a:pt x="235274" y="89976"/>
                  <a:pt x="235274" y="90785"/>
                </a:cubicBezTo>
                <a:close/>
                <a:moveTo>
                  <a:pt x="268008" y="86131"/>
                </a:moveTo>
                <a:cubicBezTo>
                  <a:pt x="268008" y="87525"/>
                  <a:pt x="267941" y="88807"/>
                  <a:pt x="267806" y="89976"/>
                </a:cubicBezTo>
                <a:cubicBezTo>
                  <a:pt x="267671" y="91145"/>
                  <a:pt x="267446" y="92247"/>
                  <a:pt x="267131" y="93281"/>
                </a:cubicBezTo>
                <a:cubicBezTo>
                  <a:pt x="266817" y="94315"/>
                  <a:pt x="266401" y="95338"/>
                  <a:pt x="265884" y="96350"/>
                </a:cubicBezTo>
                <a:cubicBezTo>
                  <a:pt x="265366" y="97361"/>
                  <a:pt x="264726" y="98429"/>
                  <a:pt x="263961" y="99553"/>
                </a:cubicBezTo>
                <a:lnTo>
                  <a:pt x="254721" y="113448"/>
                </a:lnTo>
                <a:cubicBezTo>
                  <a:pt x="254496" y="113763"/>
                  <a:pt x="254237" y="114032"/>
                  <a:pt x="253945" y="114257"/>
                </a:cubicBezTo>
                <a:cubicBezTo>
                  <a:pt x="253653" y="114482"/>
                  <a:pt x="253293" y="114684"/>
                  <a:pt x="252866" y="114864"/>
                </a:cubicBezTo>
                <a:cubicBezTo>
                  <a:pt x="252439" y="115044"/>
                  <a:pt x="251944" y="115168"/>
                  <a:pt x="251382" y="115235"/>
                </a:cubicBezTo>
                <a:cubicBezTo>
                  <a:pt x="250820" y="115303"/>
                  <a:pt x="250112" y="115336"/>
                  <a:pt x="249258" y="115336"/>
                </a:cubicBezTo>
                <a:cubicBezTo>
                  <a:pt x="248493" y="115336"/>
                  <a:pt x="247852" y="115303"/>
                  <a:pt x="247335" y="115235"/>
                </a:cubicBezTo>
                <a:cubicBezTo>
                  <a:pt x="246818" y="115168"/>
                  <a:pt x="246447" y="115055"/>
                  <a:pt x="246222" y="114898"/>
                </a:cubicBezTo>
                <a:cubicBezTo>
                  <a:pt x="245998" y="114741"/>
                  <a:pt x="245874" y="114527"/>
                  <a:pt x="245851" y="114257"/>
                </a:cubicBezTo>
                <a:cubicBezTo>
                  <a:pt x="245829" y="113987"/>
                  <a:pt x="245908" y="113673"/>
                  <a:pt x="246088" y="113313"/>
                </a:cubicBezTo>
                <a:lnTo>
                  <a:pt x="255058" y="94765"/>
                </a:lnTo>
                <a:lnTo>
                  <a:pt x="255058" y="86131"/>
                </a:lnTo>
                <a:cubicBezTo>
                  <a:pt x="255058" y="84917"/>
                  <a:pt x="255182" y="83950"/>
                  <a:pt x="255429" y="83231"/>
                </a:cubicBezTo>
                <a:cubicBezTo>
                  <a:pt x="255676" y="82512"/>
                  <a:pt x="256070" y="81972"/>
                  <a:pt x="256609" y="81612"/>
                </a:cubicBezTo>
                <a:cubicBezTo>
                  <a:pt x="257149" y="81253"/>
                  <a:pt x="257823" y="81005"/>
                  <a:pt x="258633" y="80870"/>
                </a:cubicBezTo>
                <a:cubicBezTo>
                  <a:pt x="259442" y="80735"/>
                  <a:pt x="260431" y="80668"/>
                  <a:pt x="261601" y="80668"/>
                </a:cubicBezTo>
                <a:cubicBezTo>
                  <a:pt x="262725" y="80668"/>
                  <a:pt x="263691" y="80735"/>
                  <a:pt x="264501" y="80870"/>
                </a:cubicBezTo>
                <a:cubicBezTo>
                  <a:pt x="265310" y="81005"/>
                  <a:pt x="265973" y="81253"/>
                  <a:pt x="266491" y="81612"/>
                </a:cubicBezTo>
                <a:cubicBezTo>
                  <a:pt x="267008" y="81972"/>
                  <a:pt x="267390" y="82512"/>
                  <a:pt x="267637" y="83231"/>
                </a:cubicBezTo>
                <a:cubicBezTo>
                  <a:pt x="267884" y="83950"/>
                  <a:pt x="268008" y="84917"/>
                  <a:pt x="268008" y="86131"/>
                </a:cubicBezTo>
                <a:close/>
                <a:moveTo>
                  <a:pt x="370654" y="67785"/>
                </a:moveTo>
                <a:cubicBezTo>
                  <a:pt x="370654" y="72462"/>
                  <a:pt x="369867" y="76621"/>
                  <a:pt x="368294" y="80263"/>
                </a:cubicBezTo>
                <a:cubicBezTo>
                  <a:pt x="366720" y="83906"/>
                  <a:pt x="364494" y="86974"/>
                  <a:pt x="361616" y="89470"/>
                </a:cubicBezTo>
                <a:cubicBezTo>
                  <a:pt x="358738" y="91966"/>
                  <a:pt x="355310" y="93865"/>
                  <a:pt x="351330" y="95169"/>
                </a:cubicBezTo>
                <a:cubicBezTo>
                  <a:pt x="347351" y="96473"/>
                  <a:pt x="342933" y="97125"/>
                  <a:pt x="338077" y="97125"/>
                </a:cubicBezTo>
                <a:cubicBezTo>
                  <a:pt x="335379" y="97125"/>
                  <a:pt x="332816" y="96934"/>
                  <a:pt x="330388" y="96552"/>
                </a:cubicBezTo>
                <a:cubicBezTo>
                  <a:pt x="327960" y="96170"/>
                  <a:pt x="325801" y="95698"/>
                  <a:pt x="323913" y="95136"/>
                </a:cubicBezTo>
                <a:cubicBezTo>
                  <a:pt x="322024" y="94574"/>
                  <a:pt x="320473" y="94023"/>
                  <a:pt x="319259" y="93483"/>
                </a:cubicBezTo>
                <a:cubicBezTo>
                  <a:pt x="318045" y="92944"/>
                  <a:pt x="317269" y="92516"/>
                  <a:pt x="316932" y="92202"/>
                </a:cubicBezTo>
                <a:cubicBezTo>
                  <a:pt x="316595" y="91887"/>
                  <a:pt x="316358" y="91595"/>
                  <a:pt x="316224" y="91325"/>
                </a:cubicBezTo>
                <a:cubicBezTo>
                  <a:pt x="316089" y="91055"/>
                  <a:pt x="315965" y="90729"/>
                  <a:pt x="315853" y="90347"/>
                </a:cubicBezTo>
                <a:cubicBezTo>
                  <a:pt x="315740" y="89965"/>
                  <a:pt x="315661" y="89481"/>
                  <a:pt x="315617" y="88897"/>
                </a:cubicBezTo>
                <a:cubicBezTo>
                  <a:pt x="315572" y="88312"/>
                  <a:pt x="315549" y="87615"/>
                  <a:pt x="315549" y="86806"/>
                </a:cubicBezTo>
                <a:cubicBezTo>
                  <a:pt x="315549" y="86041"/>
                  <a:pt x="315583" y="85356"/>
                  <a:pt x="315650" y="84749"/>
                </a:cubicBezTo>
                <a:cubicBezTo>
                  <a:pt x="315718" y="84142"/>
                  <a:pt x="315841" y="83647"/>
                  <a:pt x="316021" y="83265"/>
                </a:cubicBezTo>
                <a:cubicBezTo>
                  <a:pt x="316201" y="82883"/>
                  <a:pt x="316415" y="82602"/>
                  <a:pt x="316662" y="82422"/>
                </a:cubicBezTo>
                <a:cubicBezTo>
                  <a:pt x="316909" y="82242"/>
                  <a:pt x="317190" y="82152"/>
                  <a:pt x="317505" y="82152"/>
                </a:cubicBezTo>
                <a:cubicBezTo>
                  <a:pt x="317955" y="82152"/>
                  <a:pt x="318652" y="82433"/>
                  <a:pt x="319596" y="82995"/>
                </a:cubicBezTo>
                <a:cubicBezTo>
                  <a:pt x="320540" y="83557"/>
                  <a:pt x="321811" y="84164"/>
                  <a:pt x="323407" y="84816"/>
                </a:cubicBezTo>
                <a:cubicBezTo>
                  <a:pt x="325003" y="85468"/>
                  <a:pt x="326982" y="86086"/>
                  <a:pt x="329342" y="86671"/>
                </a:cubicBezTo>
                <a:cubicBezTo>
                  <a:pt x="331703" y="87255"/>
                  <a:pt x="334502" y="87548"/>
                  <a:pt x="337740" y="87548"/>
                </a:cubicBezTo>
                <a:cubicBezTo>
                  <a:pt x="340752" y="87548"/>
                  <a:pt x="343518" y="87188"/>
                  <a:pt x="346036" y="86469"/>
                </a:cubicBezTo>
                <a:cubicBezTo>
                  <a:pt x="348554" y="85749"/>
                  <a:pt x="350723" y="84625"/>
                  <a:pt x="352544" y="83096"/>
                </a:cubicBezTo>
                <a:cubicBezTo>
                  <a:pt x="354365" y="81567"/>
                  <a:pt x="355793" y="79645"/>
                  <a:pt x="356827" y="77329"/>
                </a:cubicBezTo>
                <a:cubicBezTo>
                  <a:pt x="357862" y="75014"/>
                  <a:pt x="358379" y="72192"/>
                  <a:pt x="358379" y="68865"/>
                </a:cubicBezTo>
                <a:cubicBezTo>
                  <a:pt x="358379" y="66077"/>
                  <a:pt x="357940" y="63615"/>
                  <a:pt x="357063" y="61479"/>
                </a:cubicBezTo>
                <a:cubicBezTo>
                  <a:pt x="356187" y="59343"/>
                  <a:pt x="354838" y="57567"/>
                  <a:pt x="353017" y="56151"/>
                </a:cubicBezTo>
                <a:cubicBezTo>
                  <a:pt x="351195" y="54734"/>
                  <a:pt x="348891" y="53677"/>
                  <a:pt x="346103" y="52981"/>
                </a:cubicBezTo>
                <a:cubicBezTo>
                  <a:pt x="343315" y="52284"/>
                  <a:pt x="339988" y="51935"/>
                  <a:pt x="336121" y="51935"/>
                </a:cubicBezTo>
                <a:cubicBezTo>
                  <a:pt x="333378" y="51935"/>
                  <a:pt x="331017" y="52070"/>
                  <a:pt x="329039" y="52340"/>
                </a:cubicBezTo>
                <a:cubicBezTo>
                  <a:pt x="327060" y="52610"/>
                  <a:pt x="325217" y="52744"/>
                  <a:pt x="323508" y="52744"/>
                </a:cubicBezTo>
                <a:cubicBezTo>
                  <a:pt x="322249" y="52744"/>
                  <a:pt x="321350" y="52452"/>
                  <a:pt x="320810" y="51868"/>
                </a:cubicBezTo>
                <a:cubicBezTo>
                  <a:pt x="320270" y="51282"/>
                  <a:pt x="320001" y="50155"/>
                  <a:pt x="320001" y="48489"/>
                </a:cubicBezTo>
                <a:lnTo>
                  <a:pt x="320001" y="12889"/>
                </a:lnTo>
                <a:cubicBezTo>
                  <a:pt x="320001" y="11404"/>
                  <a:pt x="320349" y="10301"/>
                  <a:pt x="321046" y="9580"/>
                </a:cubicBezTo>
                <a:cubicBezTo>
                  <a:pt x="321743" y="8859"/>
                  <a:pt x="322744" y="8498"/>
                  <a:pt x="324048" y="8498"/>
                </a:cubicBezTo>
                <a:lnTo>
                  <a:pt x="362695" y="8498"/>
                </a:lnTo>
                <a:cubicBezTo>
                  <a:pt x="363055" y="8498"/>
                  <a:pt x="363404" y="8600"/>
                  <a:pt x="363741" y="8802"/>
                </a:cubicBezTo>
                <a:cubicBezTo>
                  <a:pt x="364078" y="9004"/>
                  <a:pt x="364359" y="9308"/>
                  <a:pt x="364584" y="9713"/>
                </a:cubicBezTo>
                <a:cubicBezTo>
                  <a:pt x="364809" y="10117"/>
                  <a:pt x="364977" y="10634"/>
                  <a:pt x="365090" y="11264"/>
                </a:cubicBezTo>
                <a:cubicBezTo>
                  <a:pt x="365202" y="11893"/>
                  <a:pt x="365258" y="12635"/>
                  <a:pt x="365258" y="13490"/>
                </a:cubicBezTo>
                <a:cubicBezTo>
                  <a:pt x="365258" y="15108"/>
                  <a:pt x="365034" y="16367"/>
                  <a:pt x="364584" y="17267"/>
                </a:cubicBezTo>
                <a:cubicBezTo>
                  <a:pt x="364134" y="18166"/>
                  <a:pt x="363505" y="18616"/>
                  <a:pt x="362695" y="18616"/>
                </a:cubicBezTo>
                <a:lnTo>
                  <a:pt x="330118" y="18616"/>
                </a:lnTo>
                <a:lnTo>
                  <a:pt x="330118" y="43167"/>
                </a:lnTo>
                <a:cubicBezTo>
                  <a:pt x="331692" y="42942"/>
                  <a:pt x="333299" y="42807"/>
                  <a:pt x="334940" y="42762"/>
                </a:cubicBezTo>
                <a:cubicBezTo>
                  <a:pt x="336582" y="42717"/>
                  <a:pt x="338481" y="42695"/>
                  <a:pt x="340640" y="42695"/>
                </a:cubicBezTo>
                <a:cubicBezTo>
                  <a:pt x="345631" y="42695"/>
                  <a:pt x="349993" y="43290"/>
                  <a:pt x="353725" y="44482"/>
                </a:cubicBezTo>
                <a:cubicBezTo>
                  <a:pt x="357457" y="45674"/>
                  <a:pt x="360571" y="47360"/>
                  <a:pt x="363066" y="49541"/>
                </a:cubicBezTo>
                <a:cubicBezTo>
                  <a:pt x="365562" y="51721"/>
                  <a:pt x="367450" y="54363"/>
                  <a:pt x="368732" y="57466"/>
                </a:cubicBezTo>
                <a:cubicBezTo>
                  <a:pt x="370013" y="60568"/>
                  <a:pt x="370654" y="64008"/>
                  <a:pt x="370654" y="67785"/>
                </a:cubicBezTo>
                <a:close/>
                <a:moveTo>
                  <a:pt x="440418" y="70888"/>
                </a:moveTo>
                <a:cubicBezTo>
                  <a:pt x="440418" y="74890"/>
                  <a:pt x="439721" y="78498"/>
                  <a:pt x="438327" y="81713"/>
                </a:cubicBezTo>
                <a:cubicBezTo>
                  <a:pt x="436933" y="84928"/>
                  <a:pt x="434932" y="87683"/>
                  <a:pt x="432324" y="89976"/>
                </a:cubicBezTo>
                <a:cubicBezTo>
                  <a:pt x="429716" y="92269"/>
                  <a:pt x="426501" y="94034"/>
                  <a:pt x="422679" y="95271"/>
                </a:cubicBezTo>
                <a:cubicBezTo>
                  <a:pt x="418857" y="96507"/>
                  <a:pt x="414540" y="97125"/>
                  <a:pt x="409729" y="97125"/>
                </a:cubicBezTo>
                <a:cubicBezTo>
                  <a:pt x="406806" y="97125"/>
                  <a:pt x="404074" y="96888"/>
                  <a:pt x="401534" y="96413"/>
                </a:cubicBezTo>
                <a:cubicBezTo>
                  <a:pt x="398993" y="95939"/>
                  <a:pt x="396734" y="95375"/>
                  <a:pt x="394755" y="94720"/>
                </a:cubicBezTo>
                <a:cubicBezTo>
                  <a:pt x="392777" y="94066"/>
                  <a:pt x="391136" y="93388"/>
                  <a:pt x="389832" y="92689"/>
                </a:cubicBezTo>
                <a:cubicBezTo>
                  <a:pt x="388528" y="91989"/>
                  <a:pt x="387707" y="91481"/>
                  <a:pt x="387370" y="91165"/>
                </a:cubicBezTo>
                <a:cubicBezTo>
                  <a:pt x="387033" y="90848"/>
                  <a:pt x="386774" y="90533"/>
                  <a:pt x="386594" y="90218"/>
                </a:cubicBezTo>
                <a:cubicBezTo>
                  <a:pt x="386414" y="89902"/>
                  <a:pt x="386257" y="89518"/>
                  <a:pt x="386122" y="89067"/>
                </a:cubicBezTo>
                <a:cubicBezTo>
                  <a:pt x="385987" y="88615"/>
                  <a:pt x="385886" y="88061"/>
                  <a:pt x="385818" y="87406"/>
                </a:cubicBezTo>
                <a:cubicBezTo>
                  <a:pt x="385751" y="86752"/>
                  <a:pt x="385717" y="85950"/>
                  <a:pt x="385717" y="85002"/>
                </a:cubicBezTo>
                <a:cubicBezTo>
                  <a:pt x="385717" y="83377"/>
                  <a:pt x="385875" y="82249"/>
                  <a:pt x="386189" y="81616"/>
                </a:cubicBezTo>
                <a:cubicBezTo>
                  <a:pt x="386504" y="80984"/>
                  <a:pt x="386954" y="80668"/>
                  <a:pt x="387538" y="80668"/>
                </a:cubicBezTo>
                <a:cubicBezTo>
                  <a:pt x="387943" y="80668"/>
                  <a:pt x="388741" y="81031"/>
                  <a:pt x="389933" y="81758"/>
                </a:cubicBezTo>
                <a:cubicBezTo>
                  <a:pt x="391124" y="82484"/>
                  <a:pt x="392653" y="83268"/>
                  <a:pt x="394519" y="84108"/>
                </a:cubicBezTo>
                <a:cubicBezTo>
                  <a:pt x="396385" y="84948"/>
                  <a:pt x="398566" y="85732"/>
                  <a:pt x="401062" y="86458"/>
                </a:cubicBezTo>
                <a:cubicBezTo>
                  <a:pt x="403557" y="87184"/>
                  <a:pt x="406334" y="87548"/>
                  <a:pt x="409392" y="87548"/>
                </a:cubicBezTo>
                <a:cubicBezTo>
                  <a:pt x="412359" y="87548"/>
                  <a:pt x="414967" y="87166"/>
                  <a:pt x="417216" y="86401"/>
                </a:cubicBezTo>
                <a:cubicBezTo>
                  <a:pt x="419464" y="85637"/>
                  <a:pt x="421352" y="84558"/>
                  <a:pt x="422881" y="83164"/>
                </a:cubicBezTo>
                <a:cubicBezTo>
                  <a:pt x="424410" y="81770"/>
                  <a:pt x="425557" y="80117"/>
                  <a:pt x="426321" y="78206"/>
                </a:cubicBezTo>
                <a:cubicBezTo>
                  <a:pt x="427086" y="76295"/>
                  <a:pt x="427468" y="74215"/>
                  <a:pt x="427468" y="71967"/>
                </a:cubicBezTo>
                <a:cubicBezTo>
                  <a:pt x="427468" y="69494"/>
                  <a:pt x="426984" y="67268"/>
                  <a:pt x="426018" y="65290"/>
                </a:cubicBezTo>
                <a:cubicBezTo>
                  <a:pt x="425051" y="63311"/>
                  <a:pt x="423634" y="61603"/>
                  <a:pt x="421768" y="60164"/>
                </a:cubicBezTo>
                <a:cubicBezTo>
                  <a:pt x="419902" y="58725"/>
                  <a:pt x="417609" y="57623"/>
                  <a:pt x="414889" y="56859"/>
                </a:cubicBezTo>
                <a:cubicBezTo>
                  <a:pt x="412168" y="56094"/>
                  <a:pt x="409077" y="55712"/>
                  <a:pt x="405615" y="55712"/>
                </a:cubicBezTo>
                <a:lnTo>
                  <a:pt x="397318" y="55712"/>
                </a:lnTo>
                <a:cubicBezTo>
                  <a:pt x="396959" y="55712"/>
                  <a:pt x="396610" y="55633"/>
                  <a:pt x="396273" y="55476"/>
                </a:cubicBezTo>
                <a:cubicBezTo>
                  <a:pt x="395936" y="55319"/>
                  <a:pt x="395643" y="55060"/>
                  <a:pt x="395396" y="54700"/>
                </a:cubicBezTo>
                <a:cubicBezTo>
                  <a:pt x="395149" y="54341"/>
                  <a:pt x="394946" y="53869"/>
                  <a:pt x="394789" y="53284"/>
                </a:cubicBezTo>
                <a:cubicBezTo>
                  <a:pt x="394632" y="52699"/>
                  <a:pt x="394553" y="51935"/>
                  <a:pt x="394553" y="50991"/>
                </a:cubicBezTo>
                <a:cubicBezTo>
                  <a:pt x="394553" y="50136"/>
                  <a:pt x="394620" y="49428"/>
                  <a:pt x="394755" y="48866"/>
                </a:cubicBezTo>
                <a:cubicBezTo>
                  <a:pt x="394890" y="48304"/>
                  <a:pt x="395081" y="47854"/>
                  <a:pt x="395329" y="47517"/>
                </a:cubicBezTo>
                <a:cubicBezTo>
                  <a:pt x="395576" y="47180"/>
                  <a:pt x="395857" y="46933"/>
                  <a:pt x="396172" y="46775"/>
                </a:cubicBezTo>
                <a:cubicBezTo>
                  <a:pt x="396487" y="46618"/>
                  <a:pt x="396846" y="46539"/>
                  <a:pt x="397251" y="46539"/>
                </a:cubicBezTo>
                <a:lnTo>
                  <a:pt x="404873" y="46539"/>
                </a:lnTo>
                <a:cubicBezTo>
                  <a:pt x="407840" y="46539"/>
                  <a:pt x="410505" y="46156"/>
                  <a:pt x="412865" y="45388"/>
                </a:cubicBezTo>
                <a:cubicBezTo>
                  <a:pt x="415226" y="44620"/>
                  <a:pt x="417227" y="43513"/>
                  <a:pt x="418868" y="42069"/>
                </a:cubicBezTo>
                <a:cubicBezTo>
                  <a:pt x="420509" y="40623"/>
                  <a:pt x="421768" y="38895"/>
                  <a:pt x="422645" y="36886"/>
                </a:cubicBezTo>
                <a:cubicBezTo>
                  <a:pt x="423522" y="34875"/>
                  <a:pt x="423960" y="32627"/>
                  <a:pt x="423960" y="30143"/>
                </a:cubicBezTo>
                <a:cubicBezTo>
                  <a:pt x="423960" y="28336"/>
                  <a:pt x="423668" y="26608"/>
                  <a:pt x="423084" y="24960"/>
                </a:cubicBezTo>
                <a:cubicBezTo>
                  <a:pt x="422499" y="23310"/>
                  <a:pt x="421622" y="21876"/>
                  <a:pt x="420453" y="20658"/>
                </a:cubicBezTo>
                <a:cubicBezTo>
                  <a:pt x="419284" y="19438"/>
                  <a:pt x="417789" y="18479"/>
                  <a:pt x="415968" y="17779"/>
                </a:cubicBezTo>
                <a:cubicBezTo>
                  <a:pt x="414147" y="17078"/>
                  <a:pt x="412045" y="16727"/>
                  <a:pt x="409661" y="16727"/>
                </a:cubicBezTo>
                <a:cubicBezTo>
                  <a:pt x="407053" y="16727"/>
                  <a:pt x="404659" y="17121"/>
                  <a:pt x="402478" y="17907"/>
                </a:cubicBezTo>
                <a:cubicBezTo>
                  <a:pt x="400297" y="18694"/>
                  <a:pt x="398353" y="19537"/>
                  <a:pt x="396644" y="20437"/>
                </a:cubicBezTo>
                <a:cubicBezTo>
                  <a:pt x="394935" y="21336"/>
                  <a:pt x="393519" y="22179"/>
                  <a:pt x="392395" y="22966"/>
                </a:cubicBezTo>
                <a:cubicBezTo>
                  <a:pt x="391271" y="23753"/>
                  <a:pt x="390484" y="24146"/>
                  <a:pt x="390034" y="24146"/>
                </a:cubicBezTo>
                <a:cubicBezTo>
                  <a:pt x="389719" y="24146"/>
                  <a:pt x="389438" y="24090"/>
                  <a:pt x="389191" y="23978"/>
                </a:cubicBezTo>
                <a:cubicBezTo>
                  <a:pt x="388944" y="23865"/>
                  <a:pt x="388741" y="23641"/>
                  <a:pt x="388584" y="23303"/>
                </a:cubicBezTo>
                <a:cubicBezTo>
                  <a:pt x="388426" y="22966"/>
                  <a:pt x="388314" y="22494"/>
                  <a:pt x="388247" y="21887"/>
                </a:cubicBezTo>
                <a:cubicBezTo>
                  <a:pt x="388179" y="21280"/>
                  <a:pt x="388145" y="20482"/>
                  <a:pt x="388145" y="19493"/>
                </a:cubicBezTo>
                <a:cubicBezTo>
                  <a:pt x="388145" y="18818"/>
                  <a:pt x="388168" y="18222"/>
                  <a:pt x="388213" y="17705"/>
                </a:cubicBezTo>
                <a:cubicBezTo>
                  <a:pt x="388258" y="17188"/>
                  <a:pt x="388348" y="16738"/>
                  <a:pt x="388483" y="16356"/>
                </a:cubicBezTo>
                <a:cubicBezTo>
                  <a:pt x="388618" y="15974"/>
                  <a:pt x="388775" y="15625"/>
                  <a:pt x="388955" y="15311"/>
                </a:cubicBezTo>
                <a:cubicBezTo>
                  <a:pt x="389135" y="14996"/>
                  <a:pt x="389438" y="14625"/>
                  <a:pt x="389865" y="14198"/>
                </a:cubicBezTo>
                <a:cubicBezTo>
                  <a:pt x="390293" y="13771"/>
                  <a:pt x="391158" y="13152"/>
                  <a:pt x="392462" y="12343"/>
                </a:cubicBezTo>
                <a:cubicBezTo>
                  <a:pt x="393766" y="11534"/>
                  <a:pt x="395374" y="10735"/>
                  <a:pt x="397285" y="9949"/>
                </a:cubicBezTo>
                <a:cubicBezTo>
                  <a:pt x="399196" y="9162"/>
                  <a:pt x="401399" y="8498"/>
                  <a:pt x="403895" y="7959"/>
                </a:cubicBezTo>
                <a:cubicBezTo>
                  <a:pt x="406390" y="7419"/>
                  <a:pt x="409077" y="7150"/>
                  <a:pt x="411955" y="7150"/>
                </a:cubicBezTo>
                <a:cubicBezTo>
                  <a:pt x="416002" y="7150"/>
                  <a:pt x="419554" y="7669"/>
                  <a:pt x="422611" y="8707"/>
                </a:cubicBezTo>
                <a:cubicBezTo>
                  <a:pt x="425669" y="9744"/>
                  <a:pt x="428221" y="11210"/>
                  <a:pt x="430267" y="13104"/>
                </a:cubicBezTo>
                <a:cubicBezTo>
                  <a:pt x="432313" y="14998"/>
                  <a:pt x="433842" y="17265"/>
                  <a:pt x="434853" y="19904"/>
                </a:cubicBezTo>
                <a:cubicBezTo>
                  <a:pt x="435865" y="22542"/>
                  <a:pt x="436371" y="25463"/>
                  <a:pt x="436371" y="28665"/>
                </a:cubicBezTo>
                <a:cubicBezTo>
                  <a:pt x="436371" y="31417"/>
                  <a:pt x="436011" y="33977"/>
                  <a:pt x="435292" y="36346"/>
                </a:cubicBezTo>
                <a:cubicBezTo>
                  <a:pt x="434572" y="38714"/>
                  <a:pt x="433516" y="40811"/>
                  <a:pt x="432122" y="42638"/>
                </a:cubicBezTo>
                <a:cubicBezTo>
                  <a:pt x="430728" y="44464"/>
                  <a:pt x="429019" y="46021"/>
                  <a:pt x="426996" y="47306"/>
                </a:cubicBezTo>
                <a:cubicBezTo>
                  <a:pt x="424972" y="48592"/>
                  <a:pt x="422634" y="49483"/>
                  <a:pt x="419981" y="49979"/>
                </a:cubicBezTo>
                <a:lnTo>
                  <a:pt x="419981" y="50114"/>
                </a:lnTo>
                <a:cubicBezTo>
                  <a:pt x="422994" y="50429"/>
                  <a:pt x="425748" y="51182"/>
                  <a:pt x="428243" y="52373"/>
                </a:cubicBezTo>
                <a:cubicBezTo>
                  <a:pt x="430739" y="53565"/>
                  <a:pt x="432886" y="55060"/>
                  <a:pt x="434685" y="56859"/>
                </a:cubicBezTo>
                <a:cubicBezTo>
                  <a:pt x="436483" y="58657"/>
                  <a:pt x="437888" y="60760"/>
                  <a:pt x="438900" y="63165"/>
                </a:cubicBezTo>
                <a:cubicBezTo>
                  <a:pt x="439912" y="65571"/>
                  <a:pt x="440418" y="68145"/>
                  <a:pt x="440418" y="70888"/>
                </a:cubicBezTo>
                <a:close/>
                <a:moveTo>
                  <a:pt x="481652" y="59557"/>
                </a:moveTo>
                <a:cubicBezTo>
                  <a:pt x="481652" y="64643"/>
                  <a:pt x="481337" y="69674"/>
                  <a:pt x="480707" y="74648"/>
                </a:cubicBezTo>
                <a:cubicBezTo>
                  <a:pt x="480078" y="79623"/>
                  <a:pt x="479134" y="84541"/>
                  <a:pt x="477874" y="89403"/>
                </a:cubicBezTo>
                <a:cubicBezTo>
                  <a:pt x="476615" y="94264"/>
                  <a:pt x="475075" y="99048"/>
                  <a:pt x="473254" y="103752"/>
                </a:cubicBezTo>
                <a:cubicBezTo>
                  <a:pt x="471433" y="108457"/>
                  <a:pt x="469309" y="113104"/>
                  <a:pt x="466880" y="117695"/>
                </a:cubicBezTo>
                <a:cubicBezTo>
                  <a:pt x="466746" y="117920"/>
                  <a:pt x="466543" y="118122"/>
                  <a:pt x="466273" y="118302"/>
                </a:cubicBezTo>
                <a:cubicBezTo>
                  <a:pt x="466004" y="118483"/>
                  <a:pt x="465655" y="118641"/>
                  <a:pt x="465228" y="118776"/>
                </a:cubicBezTo>
                <a:cubicBezTo>
                  <a:pt x="464801" y="118911"/>
                  <a:pt x="464295" y="119001"/>
                  <a:pt x="463710" y="119046"/>
                </a:cubicBezTo>
                <a:cubicBezTo>
                  <a:pt x="463126" y="119091"/>
                  <a:pt x="462429" y="119113"/>
                  <a:pt x="461619" y="119113"/>
                </a:cubicBezTo>
                <a:cubicBezTo>
                  <a:pt x="460450" y="119113"/>
                  <a:pt x="459540" y="119057"/>
                  <a:pt x="458888" y="118945"/>
                </a:cubicBezTo>
                <a:cubicBezTo>
                  <a:pt x="458236" y="118832"/>
                  <a:pt x="457764" y="118652"/>
                  <a:pt x="457471" y="118403"/>
                </a:cubicBezTo>
                <a:cubicBezTo>
                  <a:pt x="457179" y="118156"/>
                  <a:pt x="457044" y="117841"/>
                  <a:pt x="457067" y="117459"/>
                </a:cubicBezTo>
                <a:cubicBezTo>
                  <a:pt x="457089" y="117077"/>
                  <a:pt x="457213" y="116615"/>
                  <a:pt x="457438" y="116074"/>
                </a:cubicBezTo>
                <a:cubicBezTo>
                  <a:pt x="461575" y="106981"/>
                  <a:pt x="464700" y="97675"/>
                  <a:pt x="466813" y="88155"/>
                </a:cubicBezTo>
                <a:cubicBezTo>
                  <a:pt x="468926" y="78633"/>
                  <a:pt x="469983" y="69033"/>
                  <a:pt x="469983" y="59354"/>
                </a:cubicBezTo>
                <a:cubicBezTo>
                  <a:pt x="469983" y="49721"/>
                  <a:pt x="468926" y="40144"/>
                  <a:pt x="466813" y="30624"/>
                </a:cubicBezTo>
                <a:cubicBezTo>
                  <a:pt x="464700" y="21102"/>
                  <a:pt x="461530" y="11817"/>
                  <a:pt x="457303" y="2767"/>
                </a:cubicBezTo>
                <a:cubicBezTo>
                  <a:pt x="457123" y="2363"/>
                  <a:pt x="457055" y="1981"/>
                  <a:pt x="457100" y="1621"/>
                </a:cubicBezTo>
                <a:cubicBezTo>
                  <a:pt x="457145" y="1261"/>
                  <a:pt x="457348" y="969"/>
                  <a:pt x="457707" y="744"/>
                </a:cubicBezTo>
                <a:cubicBezTo>
                  <a:pt x="458067" y="518"/>
                  <a:pt x="458562" y="337"/>
                  <a:pt x="459191" y="202"/>
                </a:cubicBezTo>
                <a:cubicBezTo>
                  <a:pt x="459821" y="67"/>
                  <a:pt x="460653" y="0"/>
                  <a:pt x="461687" y="0"/>
                </a:cubicBezTo>
                <a:cubicBezTo>
                  <a:pt x="462631" y="0"/>
                  <a:pt x="463418" y="34"/>
                  <a:pt x="464048" y="101"/>
                </a:cubicBezTo>
                <a:cubicBezTo>
                  <a:pt x="464677" y="169"/>
                  <a:pt x="465183" y="270"/>
                  <a:pt x="465565" y="405"/>
                </a:cubicBezTo>
                <a:cubicBezTo>
                  <a:pt x="465947" y="540"/>
                  <a:pt x="466228" y="675"/>
                  <a:pt x="466408" y="811"/>
                </a:cubicBezTo>
                <a:cubicBezTo>
                  <a:pt x="466588" y="946"/>
                  <a:pt x="466723" y="1104"/>
                  <a:pt x="466813" y="1284"/>
                </a:cubicBezTo>
                <a:cubicBezTo>
                  <a:pt x="471444" y="10511"/>
                  <a:pt x="475075" y="19998"/>
                  <a:pt x="477706" y="29745"/>
                </a:cubicBezTo>
                <a:cubicBezTo>
                  <a:pt x="480336" y="39491"/>
                  <a:pt x="481652" y="49428"/>
                  <a:pt x="481652" y="595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19">
            <a:extLst xmlns:a="http://schemas.openxmlformats.org/drawingml/2006/main">
              <a:ext uri="{FF2B5EF4-FFF2-40B4-BE49-F238E27FC236}">
                <a16:creationId xmlns:a16="http://schemas.microsoft.com/office/drawing/2014/main" id="{E053E96B-6EFE-4631-994A-EA694571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599" y="795404"/>
            <a:ext cx="121248" cy="89976"/>
          </a:xfrm>
          <a:custGeom xmlns:a="http://schemas.openxmlformats.org/drawingml/2006/main">
            <a:pathLst>
              <a:path w="121248" h="89976">
                <a:moveTo>
                  <a:pt x="50788" y="84040"/>
                </a:moveTo>
                <a:cubicBezTo>
                  <a:pt x="50788" y="84895"/>
                  <a:pt x="50721" y="85614"/>
                  <a:pt x="50586" y="86199"/>
                </a:cubicBezTo>
                <a:cubicBezTo>
                  <a:pt x="50451" y="86783"/>
                  <a:pt x="50271" y="87255"/>
                  <a:pt x="50047" y="87615"/>
                </a:cubicBezTo>
                <a:cubicBezTo>
                  <a:pt x="49822" y="87975"/>
                  <a:pt x="49563" y="88233"/>
                  <a:pt x="49271" y="88391"/>
                </a:cubicBezTo>
                <a:cubicBezTo>
                  <a:pt x="48979" y="88548"/>
                  <a:pt x="48675" y="88627"/>
                  <a:pt x="48360" y="88627"/>
                </a:cubicBezTo>
                <a:lnTo>
                  <a:pt x="2765" y="88627"/>
                </a:lnTo>
                <a:cubicBezTo>
                  <a:pt x="2451" y="88627"/>
                  <a:pt x="2158" y="88548"/>
                  <a:pt x="1889" y="88391"/>
                </a:cubicBezTo>
                <a:cubicBezTo>
                  <a:pt x="1619" y="88233"/>
                  <a:pt x="1360" y="87975"/>
                  <a:pt x="1113" y="87615"/>
                </a:cubicBezTo>
                <a:cubicBezTo>
                  <a:pt x="866" y="87255"/>
                  <a:pt x="674" y="86783"/>
                  <a:pt x="540" y="86199"/>
                </a:cubicBezTo>
                <a:cubicBezTo>
                  <a:pt x="405" y="85614"/>
                  <a:pt x="337" y="84895"/>
                  <a:pt x="337" y="84040"/>
                </a:cubicBezTo>
                <a:cubicBezTo>
                  <a:pt x="337" y="83231"/>
                  <a:pt x="405" y="82534"/>
                  <a:pt x="540" y="81950"/>
                </a:cubicBezTo>
                <a:cubicBezTo>
                  <a:pt x="674" y="81365"/>
                  <a:pt x="843" y="80882"/>
                  <a:pt x="1045" y="80499"/>
                </a:cubicBezTo>
                <a:cubicBezTo>
                  <a:pt x="1248" y="80117"/>
                  <a:pt x="1495" y="79825"/>
                  <a:pt x="1787" y="79623"/>
                </a:cubicBezTo>
                <a:cubicBezTo>
                  <a:pt x="2080" y="79420"/>
                  <a:pt x="2406" y="79319"/>
                  <a:pt x="2765" y="79319"/>
                </a:cubicBezTo>
                <a:lnTo>
                  <a:pt x="20976" y="79319"/>
                </a:lnTo>
                <a:lnTo>
                  <a:pt x="20976" y="12883"/>
                </a:lnTo>
                <a:lnTo>
                  <a:pt x="4114" y="23000"/>
                </a:lnTo>
                <a:cubicBezTo>
                  <a:pt x="3260" y="23449"/>
                  <a:pt x="2574" y="23719"/>
                  <a:pt x="2057" y="23809"/>
                </a:cubicBezTo>
                <a:cubicBezTo>
                  <a:pt x="1540" y="23899"/>
                  <a:pt x="1124" y="23798"/>
                  <a:pt x="809" y="23506"/>
                </a:cubicBezTo>
                <a:cubicBezTo>
                  <a:pt x="495" y="23213"/>
                  <a:pt x="281" y="22729"/>
                  <a:pt x="169" y="22053"/>
                </a:cubicBezTo>
                <a:cubicBezTo>
                  <a:pt x="56" y="21376"/>
                  <a:pt x="0" y="20519"/>
                  <a:pt x="0" y="19482"/>
                </a:cubicBezTo>
                <a:cubicBezTo>
                  <a:pt x="0" y="18715"/>
                  <a:pt x="34" y="18061"/>
                  <a:pt x="101" y="17520"/>
                </a:cubicBezTo>
                <a:cubicBezTo>
                  <a:pt x="169" y="16979"/>
                  <a:pt x="270" y="16528"/>
                  <a:pt x="405" y="16166"/>
                </a:cubicBezTo>
                <a:cubicBezTo>
                  <a:pt x="540" y="15805"/>
                  <a:pt x="731" y="15490"/>
                  <a:pt x="978" y="15220"/>
                </a:cubicBezTo>
                <a:cubicBezTo>
                  <a:pt x="1225" y="14949"/>
                  <a:pt x="1551" y="14678"/>
                  <a:pt x="1956" y="14409"/>
                </a:cubicBezTo>
                <a:lnTo>
                  <a:pt x="22056" y="1486"/>
                </a:lnTo>
                <a:cubicBezTo>
                  <a:pt x="22235" y="1351"/>
                  <a:pt x="22460" y="1239"/>
                  <a:pt x="22730" y="1149"/>
                </a:cubicBezTo>
                <a:cubicBezTo>
                  <a:pt x="23000" y="1057"/>
                  <a:pt x="23337" y="967"/>
                  <a:pt x="23742" y="877"/>
                </a:cubicBezTo>
                <a:cubicBezTo>
                  <a:pt x="24146" y="787"/>
                  <a:pt x="24619" y="731"/>
                  <a:pt x="25158" y="708"/>
                </a:cubicBezTo>
                <a:cubicBezTo>
                  <a:pt x="25698" y="686"/>
                  <a:pt x="26372" y="674"/>
                  <a:pt x="27182" y="674"/>
                </a:cubicBezTo>
                <a:cubicBezTo>
                  <a:pt x="28261" y="674"/>
                  <a:pt x="29160" y="719"/>
                  <a:pt x="29880" y="809"/>
                </a:cubicBezTo>
                <a:cubicBezTo>
                  <a:pt x="30599" y="899"/>
                  <a:pt x="31161" y="1023"/>
                  <a:pt x="31566" y="1180"/>
                </a:cubicBezTo>
                <a:cubicBezTo>
                  <a:pt x="31970" y="1338"/>
                  <a:pt x="32240" y="1541"/>
                  <a:pt x="32375" y="1789"/>
                </a:cubicBezTo>
                <a:cubicBezTo>
                  <a:pt x="32510" y="2037"/>
                  <a:pt x="32577" y="2295"/>
                  <a:pt x="32577" y="2565"/>
                </a:cubicBezTo>
                <a:lnTo>
                  <a:pt x="32577" y="79319"/>
                </a:lnTo>
                <a:lnTo>
                  <a:pt x="48360" y="79319"/>
                </a:lnTo>
                <a:cubicBezTo>
                  <a:pt x="48720" y="79319"/>
                  <a:pt x="49057" y="79420"/>
                  <a:pt x="49372" y="79623"/>
                </a:cubicBezTo>
                <a:cubicBezTo>
                  <a:pt x="49687" y="79825"/>
                  <a:pt x="49945" y="80117"/>
                  <a:pt x="50148" y="80499"/>
                </a:cubicBezTo>
                <a:cubicBezTo>
                  <a:pt x="50350" y="80882"/>
                  <a:pt x="50507" y="81365"/>
                  <a:pt x="50620" y="81950"/>
                </a:cubicBezTo>
                <a:cubicBezTo>
                  <a:pt x="50732" y="82534"/>
                  <a:pt x="50788" y="83231"/>
                  <a:pt x="50788" y="84040"/>
                </a:cubicBezTo>
                <a:close/>
                <a:moveTo>
                  <a:pt x="121248" y="41544"/>
                </a:moveTo>
                <a:cubicBezTo>
                  <a:pt x="121248" y="45327"/>
                  <a:pt x="121023" y="49154"/>
                  <a:pt x="120574" y="53027"/>
                </a:cubicBezTo>
                <a:cubicBezTo>
                  <a:pt x="120124" y="56900"/>
                  <a:pt x="119360" y="60626"/>
                  <a:pt x="118280" y="64206"/>
                </a:cubicBezTo>
                <a:cubicBezTo>
                  <a:pt x="117201" y="67785"/>
                  <a:pt x="115751" y="71140"/>
                  <a:pt x="113930" y="74271"/>
                </a:cubicBezTo>
                <a:cubicBezTo>
                  <a:pt x="112109" y="77400"/>
                  <a:pt x="109816" y="80136"/>
                  <a:pt x="107050" y="82479"/>
                </a:cubicBezTo>
                <a:cubicBezTo>
                  <a:pt x="104285" y="84820"/>
                  <a:pt x="101003" y="86655"/>
                  <a:pt x="97203" y="87984"/>
                </a:cubicBezTo>
                <a:cubicBezTo>
                  <a:pt x="93403" y="89312"/>
                  <a:pt x="88986" y="89976"/>
                  <a:pt x="83949" y="89976"/>
                </a:cubicBezTo>
                <a:cubicBezTo>
                  <a:pt x="82016" y="89976"/>
                  <a:pt x="80139" y="89852"/>
                  <a:pt x="78317" y="89605"/>
                </a:cubicBezTo>
                <a:cubicBezTo>
                  <a:pt x="76496" y="89358"/>
                  <a:pt x="74855" y="89054"/>
                  <a:pt x="73394" y="88694"/>
                </a:cubicBezTo>
                <a:cubicBezTo>
                  <a:pt x="71932" y="88335"/>
                  <a:pt x="70707" y="87952"/>
                  <a:pt x="69718" y="87548"/>
                </a:cubicBezTo>
                <a:cubicBezTo>
                  <a:pt x="68729" y="87143"/>
                  <a:pt x="68009" y="86738"/>
                  <a:pt x="67559" y="86334"/>
                </a:cubicBezTo>
                <a:cubicBezTo>
                  <a:pt x="67110" y="85929"/>
                  <a:pt x="66784" y="85378"/>
                  <a:pt x="66581" y="84681"/>
                </a:cubicBezTo>
                <a:cubicBezTo>
                  <a:pt x="66379" y="83984"/>
                  <a:pt x="66278" y="83051"/>
                  <a:pt x="66278" y="81882"/>
                </a:cubicBezTo>
                <a:cubicBezTo>
                  <a:pt x="66278" y="80893"/>
                  <a:pt x="66312" y="80106"/>
                  <a:pt x="66379" y="79521"/>
                </a:cubicBezTo>
                <a:cubicBezTo>
                  <a:pt x="66447" y="78937"/>
                  <a:pt x="66548" y="78487"/>
                  <a:pt x="66683" y="78172"/>
                </a:cubicBezTo>
                <a:cubicBezTo>
                  <a:pt x="66818" y="77858"/>
                  <a:pt x="67009" y="77644"/>
                  <a:pt x="67256" y="77532"/>
                </a:cubicBezTo>
                <a:cubicBezTo>
                  <a:pt x="67503" y="77419"/>
                  <a:pt x="67807" y="77363"/>
                  <a:pt x="68167" y="77363"/>
                </a:cubicBezTo>
                <a:cubicBezTo>
                  <a:pt x="68661" y="77363"/>
                  <a:pt x="69358" y="77532"/>
                  <a:pt x="70257" y="77869"/>
                </a:cubicBezTo>
                <a:cubicBezTo>
                  <a:pt x="71157" y="78206"/>
                  <a:pt x="72292" y="78577"/>
                  <a:pt x="73664" y="78982"/>
                </a:cubicBezTo>
                <a:cubicBezTo>
                  <a:pt x="75035" y="79386"/>
                  <a:pt x="76642" y="79757"/>
                  <a:pt x="78486" y="80095"/>
                </a:cubicBezTo>
                <a:cubicBezTo>
                  <a:pt x="80330" y="80432"/>
                  <a:pt x="82398" y="80601"/>
                  <a:pt x="84691" y="80601"/>
                </a:cubicBezTo>
                <a:cubicBezTo>
                  <a:pt x="89053" y="80601"/>
                  <a:pt x="92796" y="79755"/>
                  <a:pt x="95921" y="78065"/>
                </a:cubicBezTo>
                <a:cubicBezTo>
                  <a:pt x="99047" y="76375"/>
                  <a:pt x="101598" y="74109"/>
                  <a:pt x="103577" y="71270"/>
                </a:cubicBezTo>
                <a:cubicBezTo>
                  <a:pt x="105555" y="68428"/>
                  <a:pt x="107039" y="65137"/>
                  <a:pt x="108028" y="61395"/>
                </a:cubicBezTo>
                <a:cubicBezTo>
                  <a:pt x="109018" y="57653"/>
                  <a:pt x="109557" y="53713"/>
                  <a:pt x="109647" y="49574"/>
                </a:cubicBezTo>
                <a:cubicBezTo>
                  <a:pt x="107264" y="50968"/>
                  <a:pt x="104409" y="52205"/>
                  <a:pt x="101081" y="53284"/>
                </a:cubicBezTo>
                <a:cubicBezTo>
                  <a:pt x="97754" y="54363"/>
                  <a:pt x="93932" y="54903"/>
                  <a:pt x="89615" y="54903"/>
                </a:cubicBezTo>
                <a:cubicBezTo>
                  <a:pt x="84759" y="54903"/>
                  <a:pt x="80678" y="54239"/>
                  <a:pt x="77373" y="52911"/>
                </a:cubicBezTo>
                <a:cubicBezTo>
                  <a:pt x="74068" y="51583"/>
                  <a:pt x="71415" y="49771"/>
                  <a:pt x="69414" y="47475"/>
                </a:cubicBezTo>
                <a:cubicBezTo>
                  <a:pt x="67413" y="45179"/>
                  <a:pt x="65974" y="42455"/>
                  <a:pt x="65098" y="39303"/>
                </a:cubicBezTo>
                <a:cubicBezTo>
                  <a:pt x="64221" y="36152"/>
                  <a:pt x="63782" y="32707"/>
                  <a:pt x="63782" y="28971"/>
                </a:cubicBezTo>
                <a:cubicBezTo>
                  <a:pt x="63782" y="25098"/>
                  <a:pt x="64344" y="21418"/>
                  <a:pt x="65469" y="17929"/>
                </a:cubicBezTo>
                <a:cubicBezTo>
                  <a:pt x="66593" y="14440"/>
                  <a:pt x="68346" y="11367"/>
                  <a:pt x="70730" y="8711"/>
                </a:cubicBezTo>
                <a:cubicBezTo>
                  <a:pt x="73113" y="6056"/>
                  <a:pt x="76148" y="3940"/>
                  <a:pt x="79835" y="2365"/>
                </a:cubicBezTo>
                <a:cubicBezTo>
                  <a:pt x="83522" y="788"/>
                  <a:pt x="87929" y="0"/>
                  <a:pt x="93055" y="0"/>
                </a:cubicBezTo>
                <a:cubicBezTo>
                  <a:pt x="96697" y="0"/>
                  <a:pt x="99923" y="462"/>
                  <a:pt x="102734" y="1385"/>
                </a:cubicBezTo>
                <a:cubicBezTo>
                  <a:pt x="105544" y="2308"/>
                  <a:pt x="107983" y="3637"/>
                  <a:pt x="110052" y="5371"/>
                </a:cubicBezTo>
                <a:cubicBezTo>
                  <a:pt x="112120" y="7105"/>
                  <a:pt x="113874" y="9199"/>
                  <a:pt x="115313" y="11654"/>
                </a:cubicBezTo>
                <a:cubicBezTo>
                  <a:pt x="116752" y="14107"/>
                  <a:pt x="117910" y="16888"/>
                  <a:pt x="118786" y="19996"/>
                </a:cubicBezTo>
                <a:cubicBezTo>
                  <a:pt x="119663" y="23103"/>
                  <a:pt x="120293" y="26469"/>
                  <a:pt x="120675" y="30095"/>
                </a:cubicBezTo>
                <a:cubicBezTo>
                  <a:pt x="121057" y="33718"/>
                  <a:pt x="121248" y="37535"/>
                  <a:pt x="121248" y="41544"/>
                </a:cubicBezTo>
                <a:moveTo>
                  <a:pt x="109445" y="40256"/>
                </a:moveTo>
                <a:cubicBezTo>
                  <a:pt x="109445" y="34491"/>
                  <a:pt x="109063" y="29637"/>
                  <a:pt x="108298" y="25696"/>
                </a:cubicBezTo>
                <a:cubicBezTo>
                  <a:pt x="107534" y="21753"/>
                  <a:pt x="106410" y="18565"/>
                  <a:pt x="104926" y="16133"/>
                </a:cubicBezTo>
                <a:cubicBezTo>
                  <a:pt x="103442" y="13700"/>
                  <a:pt x="101621" y="11944"/>
                  <a:pt x="99462" y="10863"/>
                </a:cubicBezTo>
                <a:cubicBezTo>
                  <a:pt x="97304" y="9781"/>
                  <a:pt x="94809" y="9240"/>
                  <a:pt x="91976" y="9240"/>
                </a:cubicBezTo>
                <a:cubicBezTo>
                  <a:pt x="89053" y="9240"/>
                  <a:pt x="86557" y="9770"/>
                  <a:pt x="84489" y="10830"/>
                </a:cubicBezTo>
                <a:cubicBezTo>
                  <a:pt x="82421" y="11888"/>
                  <a:pt x="80723" y="13306"/>
                  <a:pt x="79397" y="15085"/>
                </a:cubicBezTo>
                <a:cubicBezTo>
                  <a:pt x="78070" y="16864"/>
                  <a:pt x="77092" y="18880"/>
                  <a:pt x="76463" y="21132"/>
                </a:cubicBezTo>
                <a:cubicBezTo>
                  <a:pt x="75833" y="23385"/>
                  <a:pt x="75518" y="25705"/>
                  <a:pt x="75518" y="28094"/>
                </a:cubicBezTo>
                <a:cubicBezTo>
                  <a:pt x="75518" y="30751"/>
                  <a:pt x="75799" y="33184"/>
                  <a:pt x="76361" y="35391"/>
                </a:cubicBezTo>
                <a:cubicBezTo>
                  <a:pt x="76924" y="37599"/>
                  <a:pt x="77834" y="39468"/>
                  <a:pt x="79093" y="41000"/>
                </a:cubicBezTo>
                <a:cubicBezTo>
                  <a:pt x="80352" y="42532"/>
                  <a:pt x="81993" y="43714"/>
                  <a:pt x="84017" y="44547"/>
                </a:cubicBezTo>
                <a:cubicBezTo>
                  <a:pt x="86040" y="45381"/>
                  <a:pt x="88536" y="45797"/>
                  <a:pt x="91504" y="45797"/>
                </a:cubicBezTo>
                <a:cubicBezTo>
                  <a:pt x="94876" y="45797"/>
                  <a:pt x="98136" y="45291"/>
                  <a:pt x="101284" y="44278"/>
                </a:cubicBezTo>
                <a:cubicBezTo>
                  <a:pt x="104431" y="43263"/>
                  <a:pt x="107152" y="41923"/>
                  <a:pt x="109445" y="402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Woodsmoke,">
            <a:extLst xmlns:a="http://schemas.openxmlformats.org/drawingml/2006/main">
              <a:ext uri="{FF2B5EF4-FFF2-40B4-BE49-F238E27FC236}">
                <a16:creationId xmlns:a16="http://schemas.microsoft.com/office/drawing/2014/main" id="{4B481132-4563-4758-9F47-FA4BED65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9031" y="707129"/>
            <a:ext cx="720133" cy="113583"/>
          </a:xfrm>
          <a:custGeom xmlns:a="http://schemas.openxmlformats.org/drawingml/2006/main">
            <a:pathLst>
              <a:path w="720133" h="113583">
                <a:moveTo>
                  <a:pt x="91044" y="91460"/>
                </a:moveTo>
                <a:cubicBezTo>
                  <a:pt x="90864" y="92089"/>
                  <a:pt x="90594" y="92595"/>
                  <a:pt x="90234" y="92977"/>
                </a:cubicBezTo>
                <a:cubicBezTo>
                  <a:pt x="89875" y="93359"/>
                  <a:pt x="89380" y="93652"/>
                  <a:pt x="88751" y="93854"/>
                </a:cubicBezTo>
                <a:cubicBezTo>
                  <a:pt x="88121" y="94056"/>
                  <a:pt x="87345" y="94203"/>
                  <a:pt x="86424" y="94293"/>
                </a:cubicBezTo>
                <a:cubicBezTo>
                  <a:pt x="85502" y="94382"/>
                  <a:pt x="84366" y="94427"/>
                  <a:pt x="83017" y="94427"/>
                </a:cubicBezTo>
                <a:cubicBezTo>
                  <a:pt x="81624" y="94427"/>
                  <a:pt x="80443" y="94382"/>
                  <a:pt x="79476" y="94293"/>
                </a:cubicBezTo>
                <a:cubicBezTo>
                  <a:pt x="78510" y="94203"/>
                  <a:pt x="77712" y="94056"/>
                  <a:pt x="77082" y="93854"/>
                </a:cubicBezTo>
                <a:cubicBezTo>
                  <a:pt x="76452" y="93652"/>
                  <a:pt x="75980" y="93359"/>
                  <a:pt x="75666" y="92977"/>
                </a:cubicBezTo>
                <a:cubicBezTo>
                  <a:pt x="75351" y="92595"/>
                  <a:pt x="75104" y="92089"/>
                  <a:pt x="74924" y="91460"/>
                </a:cubicBezTo>
                <a:lnTo>
                  <a:pt x="56645" y="25563"/>
                </a:lnTo>
                <a:lnTo>
                  <a:pt x="56510" y="25563"/>
                </a:lnTo>
                <a:lnTo>
                  <a:pt x="39648" y="91460"/>
                </a:lnTo>
                <a:cubicBezTo>
                  <a:pt x="39513" y="92089"/>
                  <a:pt x="39289" y="92595"/>
                  <a:pt x="38974" y="92977"/>
                </a:cubicBezTo>
                <a:cubicBezTo>
                  <a:pt x="38659" y="93359"/>
                  <a:pt x="38209" y="93652"/>
                  <a:pt x="37625" y="93854"/>
                </a:cubicBezTo>
                <a:cubicBezTo>
                  <a:pt x="37040" y="94056"/>
                  <a:pt x="36287" y="94203"/>
                  <a:pt x="35365" y="94293"/>
                </a:cubicBezTo>
                <a:cubicBezTo>
                  <a:pt x="34444" y="94382"/>
                  <a:pt x="33263" y="94427"/>
                  <a:pt x="31824" y="94427"/>
                </a:cubicBezTo>
                <a:cubicBezTo>
                  <a:pt x="30340" y="94427"/>
                  <a:pt x="29104" y="94382"/>
                  <a:pt x="28115" y="94293"/>
                </a:cubicBezTo>
                <a:cubicBezTo>
                  <a:pt x="27125" y="94203"/>
                  <a:pt x="26316" y="94056"/>
                  <a:pt x="25687" y="93854"/>
                </a:cubicBezTo>
                <a:cubicBezTo>
                  <a:pt x="25057" y="93652"/>
                  <a:pt x="24574" y="93359"/>
                  <a:pt x="24236" y="92977"/>
                </a:cubicBezTo>
                <a:cubicBezTo>
                  <a:pt x="23899" y="92595"/>
                  <a:pt x="23663" y="92089"/>
                  <a:pt x="23528" y="91460"/>
                </a:cubicBezTo>
                <a:lnTo>
                  <a:pt x="461" y="10859"/>
                </a:lnTo>
                <a:cubicBezTo>
                  <a:pt x="191" y="9825"/>
                  <a:pt x="45" y="9016"/>
                  <a:pt x="22" y="8431"/>
                </a:cubicBezTo>
                <a:cubicBezTo>
                  <a:pt x="0" y="7846"/>
                  <a:pt x="180" y="7397"/>
                  <a:pt x="562" y="7082"/>
                </a:cubicBezTo>
                <a:cubicBezTo>
                  <a:pt x="944" y="6767"/>
                  <a:pt x="1563" y="6565"/>
                  <a:pt x="2417" y="6475"/>
                </a:cubicBezTo>
                <a:cubicBezTo>
                  <a:pt x="3271" y="6385"/>
                  <a:pt x="4418" y="6340"/>
                  <a:pt x="5857" y="6340"/>
                </a:cubicBezTo>
                <a:cubicBezTo>
                  <a:pt x="7251" y="6340"/>
                  <a:pt x="8352" y="6374"/>
                  <a:pt x="9162" y="6441"/>
                </a:cubicBezTo>
                <a:cubicBezTo>
                  <a:pt x="9971" y="6509"/>
                  <a:pt x="10589" y="6632"/>
                  <a:pt x="11017" y="6812"/>
                </a:cubicBezTo>
                <a:cubicBezTo>
                  <a:pt x="11444" y="6992"/>
                  <a:pt x="11736" y="7239"/>
                  <a:pt x="11893" y="7554"/>
                </a:cubicBezTo>
                <a:cubicBezTo>
                  <a:pt x="12051" y="7869"/>
                  <a:pt x="12174" y="8274"/>
                  <a:pt x="12264" y="8768"/>
                </a:cubicBezTo>
                <a:lnTo>
                  <a:pt x="31892" y="81882"/>
                </a:lnTo>
                <a:lnTo>
                  <a:pt x="31959" y="81882"/>
                </a:lnTo>
                <a:lnTo>
                  <a:pt x="50575" y="8903"/>
                </a:lnTo>
                <a:cubicBezTo>
                  <a:pt x="50710" y="8409"/>
                  <a:pt x="50878" y="7993"/>
                  <a:pt x="51081" y="7655"/>
                </a:cubicBezTo>
                <a:cubicBezTo>
                  <a:pt x="51283" y="7318"/>
                  <a:pt x="51609" y="7060"/>
                  <a:pt x="52059" y="6880"/>
                </a:cubicBezTo>
                <a:cubicBezTo>
                  <a:pt x="52508" y="6700"/>
                  <a:pt x="53149" y="6565"/>
                  <a:pt x="53981" y="6475"/>
                </a:cubicBezTo>
                <a:cubicBezTo>
                  <a:pt x="54813" y="6385"/>
                  <a:pt x="55903" y="6340"/>
                  <a:pt x="57252" y="6340"/>
                </a:cubicBezTo>
                <a:cubicBezTo>
                  <a:pt x="58511" y="6340"/>
                  <a:pt x="59512" y="6385"/>
                  <a:pt x="60254" y="6475"/>
                </a:cubicBezTo>
                <a:cubicBezTo>
                  <a:pt x="60996" y="6565"/>
                  <a:pt x="61591" y="6700"/>
                  <a:pt x="62041" y="6880"/>
                </a:cubicBezTo>
                <a:cubicBezTo>
                  <a:pt x="62491" y="7060"/>
                  <a:pt x="62817" y="7318"/>
                  <a:pt x="63019" y="7655"/>
                </a:cubicBezTo>
                <a:cubicBezTo>
                  <a:pt x="63221" y="7993"/>
                  <a:pt x="63390" y="8409"/>
                  <a:pt x="63525" y="8903"/>
                </a:cubicBezTo>
                <a:lnTo>
                  <a:pt x="83557" y="81882"/>
                </a:lnTo>
                <a:lnTo>
                  <a:pt x="83692" y="81882"/>
                </a:lnTo>
                <a:lnTo>
                  <a:pt x="102915" y="8836"/>
                </a:lnTo>
                <a:cubicBezTo>
                  <a:pt x="103050" y="8386"/>
                  <a:pt x="103184" y="7993"/>
                  <a:pt x="103319" y="7655"/>
                </a:cubicBezTo>
                <a:cubicBezTo>
                  <a:pt x="103454" y="7318"/>
                  <a:pt x="103735" y="7060"/>
                  <a:pt x="104162" y="6880"/>
                </a:cubicBezTo>
                <a:cubicBezTo>
                  <a:pt x="104590" y="6700"/>
                  <a:pt x="105197" y="6565"/>
                  <a:pt x="105984" y="6475"/>
                </a:cubicBezTo>
                <a:cubicBezTo>
                  <a:pt x="106770" y="6385"/>
                  <a:pt x="107816" y="6340"/>
                  <a:pt x="109120" y="6340"/>
                </a:cubicBezTo>
                <a:cubicBezTo>
                  <a:pt x="110469" y="6340"/>
                  <a:pt x="111537" y="6396"/>
                  <a:pt x="112324" y="6509"/>
                </a:cubicBezTo>
                <a:cubicBezTo>
                  <a:pt x="113111" y="6621"/>
                  <a:pt x="113684" y="6835"/>
                  <a:pt x="114044" y="7150"/>
                </a:cubicBezTo>
                <a:cubicBezTo>
                  <a:pt x="114403" y="7464"/>
                  <a:pt x="114572" y="7914"/>
                  <a:pt x="114549" y="8498"/>
                </a:cubicBezTo>
                <a:cubicBezTo>
                  <a:pt x="114527" y="9083"/>
                  <a:pt x="114403" y="9892"/>
                  <a:pt x="114178" y="10927"/>
                </a:cubicBezTo>
                <a:lnTo>
                  <a:pt x="91044" y="91460"/>
                </a:lnTo>
                <a:close/>
                <a:moveTo>
                  <a:pt x="179648" y="61344"/>
                </a:moveTo>
                <a:cubicBezTo>
                  <a:pt x="179648" y="66295"/>
                  <a:pt x="178996" y="70851"/>
                  <a:pt x="177692" y="75015"/>
                </a:cubicBezTo>
                <a:cubicBezTo>
                  <a:pt x="176388" y="79179"/>
                  <a:pt x="174443" y="82769"/>
                  <a:pt x="171858" y="85786"/>
                </a:cubicBezTo>
                <a:cubicBezTo>
                  <a:pt x="169272" y="88801"/>
                  <a:pt x="166035" y="91153"/>
                  <a:pt x="162145" y="92840"/>
                </a:cubicBezTo>
                <a:cubicBezTo>
                  <a:pt x="158256" y="94528"/>
                  <a:pt x="153748" y="95372"/>
                  <a:pt x="148622" y="95372"/>
                </a:cubicBezTo>
                <a:cubicBezTo>
                  <a:pt x="143631" y="95372"/>
                  <a:pt x="139280" y="94629"/>
                  <a:pt x="135570" y="93144"/>
                </a:cubicBezTo>
                <a:cubicBezTo>
                  <a:pt x="131861" y="91659"/>
                  <a:pt x="128769" y="89498"/>
                  <a:pt x="126296" y="86662"/>
                </a:cubicBezTo>
                <a:cubicBezTo>
                  <a:pt x="123823" y="83827"/>
                  <a:pt x="121980" y="80383"/>
                  <a:pt x="120766" y="76332"/>
                </a:cubicBezTo>
                <a:cubicBezTo>
                  <a:pt x="119552" y="72281"/>
                  <a:pt x="118945" y="67690"/>
                  <a:pt x="118945" y="62558"/>
                </a:cubicBezTo>
                <a:cubicBezTo>
                  <a:pt x="118945" y="57608"/>
                  <a:pt x="119585" y="53051"/>
                  <a:pt x="120867" y="48887"/>
                </a:cubicBezTo>
                <a:cubicBezTo>
                  <a:pt x="122148" y="44724"/>
                  <a:pt x="124082" y="41134"/>
                  <a:pt x="126667" y="38119"/>
                </a:cubicBezTo>
                <a:cubicBezTo>
                  <a:pt x="129253" y="35102"/>
                  <a:pt x="132479" y="32761"/>
                  <a:pt x="136346" y="31096"/>
                </a:cubicBezTo>
                <a:cubicBezTo>
                  <a:pt x="140213" y="29431"/>
                  <a:pt x="144732" y="28598"/>
                  <a:pt x="149903" y="28598"/>
                </a:cubicBezTo>
                <a:cubicBezTo>
                  <a:pt x="154894" y="28598"/>
                  <a:pt x="159245" y="29341"/>
                  <a:pt x="162954" y="30826"/>
                </a:cubicBezTo>
                <a:cubicBezTo>
                  <a:pt x="166664" y="32311"/>
                  <a:pt x="169755" y="34472"/>
                  <a:pt x="172229" y="37307"/>
                </a:cubicBezTo>
                <a:cubicBezTo>
                  <a:pt x="174702" y="40143"/>
                  <a:pt x="176556" y="43586"/>
                  <a:pt x="177793" y="47637"/>
                </a:cubicBezTo>
                <a:cubicBezTo>
                  <a:pt x="179030" y="51688"/>
                  <a:pt x="179648" y="56257"/>
                  <a:pt x="179648" y="61344"/>
                </a:cubicBezTo>
                <a:moveTo>
                  <a:pt x="167912" y="62086"/>
                </a:moveTo>
                <a:cubicBezTo>
                  <a:pt x="167912" y="58799"/>
                  <a:pt x="167608" y="55693"/>
                  <a:pt x="167001" y="52766"/>
                </a:cubicBezTo>
                <a:cubicBezTo>
                  <a:pt x="166394" y="49839"/>
                  <a:pt x="165394" y="47272"/>
                  <a:pt x="164000" y="45066"/>
                </a:cubicBezTo>
                <a:cubicBezTo>
                  <a:pt x="162606" y="42860"/>
                  <a:pt x="160717" y="41115"/>
                  <a:pt x="158334" y="39832"/>
                </a:cubicBezTo>
                <a:cubicBezTo>
                  <a:pt x="155951" y="38548"/>
                  <a:pt x="152983" y="37906"/>
                  <a:pt x="149431" y="37906"/>
                </a:cubicBezTo>
                <a:cubicBezTo>
                  <a:pt x="146149" y="37906"/>
                  <a:pt x="143327" y="38491"/>
                  <a:pt x="140966" y="39662"/>
                </a:cubicBezTo>
                <a:cubicBezTo>
                  <a:pt x="138606" y="40832"/>
                  <a:pt x="136661" y="42487"/>
                  <a:pt x="135132" y="44627"/>
                </a:cubicBezTo>
                <a:cubicBezTo>
                  <a:pt x="133603" y="46766"/>
                  <a:pt x="132468" y="49299"/>
                  <a:pt x="131726" y="52226"/>
                </a:cubicBezTo>
                <a:cubicBezTo>
                  <a:pt x="130984" y="55152"/>
                  <a:pt x="130613" y="58348"/>
                  <a:pt x="130613" y="61816"/>
                </a:cubicBezTo>
                <a:cubicBezTo>
                  <a:pt x="130613" y="65148"/>
                  <a:pt x="130917" y="68277"/>
                  <a:pt x="131524" y="71204"/>
                </a:cubicBezTo>
                <a:cubicBezTo>
                  <a:pt x="132131" y="74131"/>
                  <a:pt x="133142" y="76686"/>
                  <a:pt x="134559" y="78870"/>
                </a:cubicBezTo>
                <a:cubicBezTo>
                  <a:pt x="135975" y="81054"/>
                  <a:pt x="137875" y="82788"/>
                  <a:pt x="140258" y="84072"/>
                </a:cubicBezTo>
                <a:cubicBezTo>
                  <a:pt x="142641" y="85355"/>
                  <a:pt x="145609" y="85996"/>
                  <a:pt x="149161" y="85996"/>
                </a:cubicBezTo>
                <a:cubicBezTo>
                  <a:pt x="152399" y="85996"/>
                  <a:pt x="155209" y="85411"/>
                  <a:pt x="157592" y="84241"/>
                </a:cubicBezTo>
                <a:cubicBezTo>
                  <a:pt x="159975" y="83070"/>
                  <a:pt x="161931" y="81427"/>
                  <a:pt x="163460" y="79311"/>
                </a:cubicBezTo>
                <a:cubicBezTo>
                  <a:pt x="164989" y="77193"/>
                  <a:pt x="166113" y="74671"/>
                  <a:pt x="166833" y="71746"/>
                </a:cubicBezTo>
                <a:cubicBezTo>
                  <a:pt x="167552" y="68819"/>
                  <a:pt x="167912" y="65599"/>
                  <a:pt x="167912" y="62086"/>
                </a:cubicBezTo>
                <a:close/>
                <a:moveTo>
                  <a:pt x="252445" y="61344"/>
                </a:moveTo>
                <a:cubicBezTo>
                  <a:pt x="252445" y="66295"/>
                  <a:pt x="251793" y="70851"/>
                  <a:pt x="250489" y="75015"/>
                </a:cubicBezTo>
                <a:cubicBezTo>
                  <a:pt x="249185" y="79179"/>
                  <a:pt x="247240" y="82769"/>
                  <a:pt x="244654" y="85786"/>
                </a:cubicBezTo>
                <a:cubicBezTo>
                  <a:pt x="242069" y="88801"/>
                  <a:pt x="238831" y="91153"/>
                  <a:pt x="234942" y="92840"/>
                </a:cubicBezTo>
                <a:cubicBezTo>
                  <a:pt x="231052" y="94528"/>
                  <a:pt x="226545" y="95372"/>
                  <a:pt x="221419" y="95372"/>
                </a:cubicBezTo>
                <a:cubicBezTo>
                  <a:pt x="216427" y="95372"/>
                  <a:pt x="212077" y="94629"/>
                  <a:pt x="208367" y="93144"/>
                </a:cubicBezTo>
                <a:cubicBezTo>
                  <a:pt x="204658" y="91659"/>
                  <a:pt x="201566" y="89498"/>
                  <a:pt x="199093" y="86662"/>
                </a:cubicBezTo>
                <a:cubicBezTo>
                  <a:pt x="196620" y="83827"/>
                  <a:pt x="194777" y="80383"/>
                  <a:pt x="193562" y="76332"/>
                </a:cubicBezTo>
                <a:cubicBezTo>
                  <a:pt x="192348" y="72281"/>
                  <a:pt x="191741" y="67690"/>
                  <a:pt x="191741" y="62558"/>
                </a:cubicBezTo>
                <a:cubicBezTo>
                  <a:pt x="191741" y="57608"/>
                  <a:pt x="192382" y="53051"/>
                  <a:pt x="193664" y="48887"/>
                </a:cubicBezTo>
                <a:cubicBezTo>
                  <a:pt x="194945" y="44724"/>
                  <a:pt x="196879" y="41134"/>
                  <a:pt x="199464" y="38119"/>
                </a:cubicBezTo>
                <a:cubicBezTo>
                  <a:pt x="202050" y="35102"/>
                  <a:pt x="205276" y="32761"/>
                  <a:pt x="209143" y="31096"/>
                </a:cubicBezTo>
                <a:cubicBezTo>
                  <a:pt x="213010" y="29431"/>
                  <a:pt x="217529" y="28598"/>
                  <a:pt x="222700" y="28598"/>
                </a:cubicBezTo>
                <a:cubicBezTo>
                  <a:pt x="227691" y="28598"/>
                  <a:pt x="232042" y="29341"/>
                  <a:pt x="235751" y="30826"/>
                </a:cubicBezTo>
                <a:cubicBezTo>
                  <a:pt x="239461" y="32311"/>
                  <a:pt x="242552" y="34472"/>
                  <a:pt x="245025" y="37307"/>
                </a:cubicBezTo>
                <a:cubicBezTo>
                  <a:pt x="247498" y="40143"/>
                  <a:pt x="249353" y="43586"/>
                  <a:pt x="250590" y="47637"/>
                </a:cubicBezTo>
                <a:cubicBezTo>
                  <a:pt x="251826" y="51688"/>
                  <a:pt x="252445" y="56257"/>
                  <a:pt x="252445" y="61344"/>
                </a:cubicBezTo>
                <a:moveTo>
                  <a:pt x="240709" y="62086"/>
                </a:moveTo>
                <a:cubicBezTo>
                  <a:pt x="240709" y="58799"/>
                  <a:pt x="240405" y="55693"/>
                  <a:pt x="239798" y="52766"/>
                </a:cubicBezTo>
                <a:cubicBezTo>
                  <a:pt x="239191" y="49839"/>
                  <a:pt x="238191" y="47272"/>
                  <a:pt x="236797" y="45066"/>
                </a:cubicBezTo>
                <a:cubicBezTo>
                  <a:pt x="235403" y="42860"/>
                  <a:pt x="233514" y="41115"/>
                  <a:pt x="231131" y="39832"/>
                </a:cubicBezTo>
                <a:cubicBezTo>
                  <a:pt x="228748" y="38548"/>
                  <a:pt x="225780" y="37906"/>
                  <a:pt x="222228" y="37906"/>
                </a:cubicBezTo>
                <a:cubicBezTo>
                  <a:pt x="218945" y="37906"/>
                  <a:pt x="216124" y="38491"/>
                  <a:pt x="213763" y="39662"/>
                </a:cubicBezTo>
                <a:cubicBezTo>
                  <a:pt x="211402" y="40832"/>
                  <a:pt x="209458" y="42487"/>
                  <a:pt x="207929" y="44627"/>
                </a:cubicBezTo>
                <a:cubicBezTo>
                  <a:pt x="206400" y="46766"/>
                  <a:pt x="205265" y="49299"/>
                  <a:pt x="204523" y="52226"/>
                </a:cubicBezTo>
                <a:cubicBezTo>
                  <a:pt x="203781" y="55152"/>
                  <a:pt x="203410" y="58348"/>
                  <a:pt x="203410" y="61816"/>
                </a:cubicBezTo>
                <a:cubicBezTo>
                  <a:pt x="203410" y="65148"/>
                  <a:pt x="203713" y="68277"/>
                  <a:pt x="204320" y="71204"/>
                </a:cubicBezTo>
                <a:cubicBezTo>
                  <a:pt x="204927" y="74131"/>
                  <a:pt x="205939" y="76686"/>
                  <a:pt x="207356" y="78870"/>
                </a:cubicBezTo>
                <a:cubicBezTo>
                  <a:pt x="208772" y="81054"/>
                  <a:pt x="210672" y="82788"/>
                  <a:pt x="213055" y="84072"/>
                </a:cubicBezTo>
                <a:cubicBezTo>
                  <a:pt x="215438" y="85355"/>
                  <a:pt x="218406" y="85996"/>
                  <a:pt x="221958" y="85996"/>
                </a:cubicBezTo>
                <a:cubicBezTo>
                  <a:pt x="225196" y="85996"/>
                  <a:pt x="228006" y="85411"/>
                  <a:pt x="230389" y="84241"/>
                </a:cubicBezTo>
                <a:cubicBezTo>
                  <a:pt x="232772" y="83070"/>
                  <a:pt x="234728" y="81427"/>
                  <a:pt x="236257" y="79311"/>
                </a:cubicBezTo>
                <a:cubicBezTo>
                  <a:pt x="237786" y="77193"/>
                  <a:pt x="238910" y="74671"/>
                  <a:pt x="239630" y="71746"/>
                </a:cubicBezTo>
                <a:cubicBezTo>
                  <a:pt x="240349" y="68819"/>
                  <a:pt x="240709" y="65599"/>
                  <a:pt x="240709" y="62086"/>
                </a:cubicBezTo>
                <a:close/>
                <a:moveTo>
                  <a:pt x="320790" y="92334"/>
                </a:moveTo>
                <a:cubicBezTo>
                  <a:pt x="320790" y="92694"/>
                  <a:pt x="320711" y="93010"/>
                  <a:pt x="320554" y="93281"/>
                </a:cubicBezTo>
                <a:cubicBezTo>
                  <a:pt x="320396" y="93551"/>
                  <a:pt x="320126" y="93764"/>
                  <a:pt x="319744" y="93922"/>
                </a:cubicBezTo>
                <a:cubicBezTo>
                  <a:pt x="319362" y="94079"/>
                  <a:pt x="318856" y="94203"/>
                  <a:pt x="318227" y="94293"/>
                </a:cubicBezTo>
                <a:cubicBezTo>
                  <a:pt x="317597" y="94382"/>
                  <a:pt x="316833" y="94427"/>
                  <a:pt x="315933" y="94427"/>
                </a:cubicBezTo>
                <a:cubicBezTo>
                  <a:pt x="314989" y="94427"/>
                  <a:pt x="314202" y="94382"/>
                  <a:pt x="313573" y="94293"/>
                </a:cubicBezTo>
                <a:cubicBezTo>
                  <a:pt x="312943" y="94204"/>
                  <a:pt x="312426" y="94082"/>
                  <a:pt x="312021" y="93926"/>
                </a:cubicBezTo>
                <a:cubicBezTo>
                  <a:pt x="311617" y="93768"/>
                  <a:pt x="311324" y="93556"/>
                  <a:pt x="311145" y="93287"/>
                </a:cubicBezTo>
                <a:cubicBezTo>
                  <a:pt x="310965" y="93019"/>
                  <a:pt x="310875" y="92706"/>
                  <a:pt x="310875" y="92349"/>
                </a:cubicBezTo>
                <a:lnTo>
                  <a:pt x="310875" y="84367"/>
                </a:lnTo>
                <a:cubicBezTo>
                  <a:pt x="307682" y="87832"/>
                  <a:pt x="304366" y="90533"/>
                  <a:pt x="300926" y="92469"/>
                </a:cubicBezTo>
                <a:cubicBezTo>
                  <a:pt x="297486" y="94404"/>
                  <a:pt x="293720" y="95372"/>
                  <a:pt x="289629" y="95372"/>
                </a:cubicBezTo>
                <a:cubicBezTo>
                  <a:pt x="285177" y="95372"/>
                  <a:pt x="281377" y="94505"/>
                  <a:pt x="278230" y="92773"/>
                </a:cubicBezTo>
                <a:cubicBezTo>
                  <a:pt x="275082" y="91040"/>
                  <a:pt x="272530" y="88700"/>
                  <a:pt x="270574" y="85752"/>
                </a:cubicBezTo>
                <a:cubicBezTo>
                  <a:pt x="268618" y="82802"/>
                  <a:pt x="267191" y="79337"/>
                  <a:pt x="266292" y="75354"/>
                </a:cubicBezTo>
                <a:cubicBezTo>
                  <a:pt x="265392" y="71371"/>
                  <a:pt x="264943" y="67173"/>
                  <a:pt x="264943" y="62761"/>
                </a:cubicBezTo>
                <a:cubicBezTo>
                  <a:pt x="264943" y="57540"/>
                  <a:pt x="265505" y="52826"/>
                  <a:pt x="266629" y="48617"/>
                </a:cubicBezTo>
                <a:cubicBezTo>
                  <a:pt x="267753" y="44409"/>
                  <a:pt x="269417" y="40819"/>
                  <a:pt x="271620" y="37849"/>
                </a:cubicBezTo>
                <a:cubicBezTo>
                  <a:pt x="273823" y="34877"/>
                  <a:pt x="276555" y="32592"/>
                  <a:pt x="279815" y="30995"/>
                </a:cubicBezTo>
                <a:cubicBezTo>
                  <a:pt x="283075" y="29397"/>
                  <a:pt x="286841" y="28598"/>
                  <a:pt x="291112" y="28598"/>
                </a:cubicBezTo>
                <a:cubicBezTo>
                  <a:pt x="294665" y="28598"/>
                  <a:pt x="297913" y="29374"/>
                  <a:pt x="300859" y="30927"/>
                </a:cubicBezTo>
                <a:cubicBezTo>
                  <a:pt x="303804" y="32480"/>
                  <a:pt x="306715" y="34764"/>
                  <a:pt x="309593" y="37779"/>
                </a:cubicBezTo>
                <a:lnTo>
                  <a:pt x="309593" y="2432"/>
                </a:lnTo>
                <a:cubicBezTo>
                  <a:pt x="309593" y="2118"/>
                  <a:pt x="309672" y="1814"/>
                  <a:pt x="309829" y="1522"/>
                </a:cubicBezTo>
                <a:cubicBezTo>
                  <a:pt x="309987" y="1228"/>
                  <a:pt x="310290" y="1003"/>
                  <a:pt x="310740" y="845"/>
                </a:cubicBezTo>
                <a:cubicBezTo>
                  <a:pt x="311190" y="686"/>
                  <a:pt x="311763" y="551"/>
                  <a:pt x="312460" y="438"/>
                </a:cubicBezTo>
                <a:cubicBezTo>
                  <a:pt x="313157" y="326"/>
                  <a:pt x="314045" y="270"/>
                  <a:pt x="315124" y="270"/>
                </a:cubicBezTo>
                <a:cubicBezTo>
                  <a:pt x="316248" y="270"/>
                  <a:pt x="317170" y="326"/>
                  <a:pt x="317889" y="438"/>
                </a:cubicBezTo>
                <a:cubicBezTo>
                  <a:pt x="318609" y="551"/>
                  <a:pt x="319171" y="686"/>
                  <a:pt x="319576" y="843"/>
                </a:cubicBezTo>
                <a:cubicBezTo>
                  <a:pt x="319980" y="1000"/>
                  <a:pt x="320284" y="1226"/>
                  <a:pt x="320486" y="1520"/>
                </a:cubicBezTo>
                <a:cubicBezTo>
                  <a:pt x="320688" y="1812"/>
                  <a:pt x="320790" y="2115"/>
                  <a:pt x="320790" y="2430"/>
                </a:cubicBezTo>
                <a:lnTo>
                  <a:pt x="320790" y="92334"/>
                </a:lnTo>
                <a:moveTo>
                  <a:pt x="309593" y="49663"/>
                </a:moveTo>
                <a:cubicBezTo>
                  <a:pt x="306581" y="45924"/>
                  <a:pt x="303669" y="43075"/>
                  <a:pt x="300859" y="41116"/>
                </a:cubicBezTo>
                <a:cubicBezTo>
                  <a:pt x="298048" y="39156"/>
                  <a:pt x="295114" y="38176"/>
                  <a:pt x="292057" y="38176"/>
                </a:cubicBezTo>
                <a:cubicBezTo>
                  <a:pt x="289224" y="38176"/>
                  <a:pt x="286818" y="38852"/>
                  <a:pt x="284840" y="40203"/>
                </a:cubicBezTo>
                <a:cubicBezTo>
                  <a:pt x="282861" y="41554"/>
                  <a:pt x="281254" y="43332"/>
                  <a:pt x="280017" y="45538"/>
                </a:cubicBezTo>
                <a:cubicBezTo>
                  <a:pt x="278781" y="47744"/>
                  <a:pt x="277881" y="50243"/>
                  <a:pt x="277319" y="53035"/>
                </a:cubicBezTo>
                <a:cubicBezTo>
                  <a:pt x="276757" y="55827"/>
                  <a:pt x="276476" y="58664"/>
                  <a:pt x="276476" y="61546"/>
                </a:cubicBezTo>
                <a:cubicBezTo>
                  <a:pt x="276476" y="64608"/>
                  <a:pt x="276712" y="67603"/>
                  <a:pt x="277184" y="70530"/>
                </a:cubicBezTo>
                <a:cubicBezTo>
                  <a:pt x="277657" y="73457"/>
                  <a:pt x="278477" y="76057"/>
                  <a:pt x="279646" y="78331"/>
                </a:cubicBezTo>
                <a:cubicBezTo>
                  <a:pt x="280815" y="80604"/>
                  <a:pt x="282367" y="82428"/>
                  <a:pt x="284300" y="83802"/>
                </a:cubicBezTo>
                <a:cubicBezTo>
                  <a:pt x="286234" y="85175"/>
                  <a:pt x="288662" y="85862"/>
                  <a:pt x="291585" y="85862"/>
                </a:cubicBezTo>
                <a:cubicBezTo>
                  <a:pt x="293068" y="85862"/>
                  <a:pt x="294496" y="85659"/>
                  <a:pt x="295868" y="85254"/>
                </a:cubicBezTo>
                <a:cubicBezTo>
                  <a:pt x="297239" y="84848"/>
                  <a:pt x="298644" y="84172"/>
                  <a:pt x="300083" y="83227"/>
                </a:cubicBezTo>
                <a:cubicBezTo>
                  <a:pt x="301522" y="82281"/>
                  <a:pt x="303028" y="81054"/>
                  <a:pt x="304602" y="79545"/>
                </a:cubicBezTo>
                <a:cubicBezTo>
                  <a:pt x="306176" y="78035"/>
                  <a:pt x="307840" y="76177"/>
                  <a:pt x="309593" y="73970"/>
                </a:cubicBezTo>
                <a:lnTo>
                  <a:pt x="309593" y="49663"/>
                </a:lnTo>
                <a:close/>
                <a:moveTo>
                  <a:pt x="379416" y="75860"/>
                </a:moveTo>
                <a:cubicBezTo>
                  <a:pt x="379416" y="78966"/>
                  <a:pt x="378842" y="81734"/>
                  <a:pt x="377696" y="84165"/>
                </a:cubicBezTo>
                <a:cubicBezTo>
                  <a:pt x="376549" y="86594"/>
                  <a:pt x="374919" y="88642"/>
                  <a:pt x="372806" y="90309"/>
                </a:cubicBezTo>
                <a:cubicBezTo>
                  <a:pt x="370693" y="91974"/>
                  <a:pt x="368174" y="93234"/>
                  <a:pt x="365252" y="94088"/>
                </a:cubicBezTo>
                <a:cubicBezTo>
                  <a:pt x="362329" y="94944"/>
                  <a:pt x="359114" y="95372"/>
                  <a:pt x="355607" y="95372"/>
                </a:cubicBezTo>
                <a:cubicBezTo>
                  <a:pt x="353448" y="95372"/>
                  <a:pt x="351391" y="95203"/>
                  <a:pt x="349435" y="94866"/>
                </a:cubicBezTo>
                <a:cubicBezTo>
                  <a:pt x="347479" y="94529"/>
                  <a:pt x="345725" y="94101"/>
                  <a:pt x="344174" y="93584"/>
                </a:cubicBezTo>
                <a:cubicBezTo>
                  <a:pt x="342623" y="93067"/>
                  <a:pt x="341308" y="92528"/>
                  <a:pt x="340228" y="91966"/>
                </a:cubicBezTo>
                <a:cubicBezTo>
                  <a:pt x="339149" y="91404"/>
                  <a:pt x="338362" y="90898"/>
                  <a:pt x="337868" y="90448"/>
                </a:cubicBezTo>
                <a:cubicBezTo>
                  <a:pt x="337373" y="89998"/>
                  <a:pt x="337013" y="89369"/>
                  <a:pt x="336789" y="88559"/>
                </a:cubicBezTo>
                <a:cubicBezTo>
                  <a:pt x="336564" y="87750"/>
                  <a:pt x="336451" y="86648"/>
                  <a:pt x="336451" y="85254"/>
                </a:cubicBezTo>
                <a:cubicBezTo>
                  <a:pt x="336451" y="84400"/>
                  <a:pt x="336496" y="83681"/>
                  <a:pt x="336586" y="83096"/>
                </a:cubicBezTo>
                <a:cubicBezTo>
                  <a:pt x="336676" y="82512"/>
                  <a:pt x="336789" y="82039"/>
                  <a:pt x="336923" y="81680"/>
                </a:cubicBezTo>
                <a:cubicBezTo>
                  <a:pt x="337058" y="81320"/>
                  <a:pt x="337249" y="81061"/>
                  <a:pt x="337497" y="80904"/>
                </a:cubicBezTo>
                <a:cubicBezTo>
                  <a:pt x="337744" y="80747"/>
                  <a:pt x="338025" y="80668"/>
                  <a:pt x="338340" y="80668"/>
                </a:cubicBezTo>
                <a:cubicBezTo>
                  <a:pt x="338834" y="80668"/>
                  <a:pt x="339565" y="80972"/>
                  <a:pt x="340532" y="81579"/>
                </a:cubicBezTo>
                <a:cubicBezTo>
                  <a:pt x="341499" y="82186"/>
                  <a:pt x="342690" y="82849"/>
                  <a:pt x="344107" y="83568"/>
                </a:cubicBezTo>
                <a:cubicBezTo>
                  <a:pt x="345523" y="84288"/>
                  <a:pt x="347198" y="84951"/>
                  <a:pt x="349132" y="85558"/>
                </a:cubicBezTo>
                <a:cubicBezTo>
                  <a:pt x="351065" y="86165"/>
                  <a:pt x="353291" y="86469"/>
                  <a:pt x="355809" y="86469"/>
                </a:cubicBezTo>
                <a:cubicBezTo>
                  <a:pt x="357697" y="86469"/>
                  <a:pt x="359406" y="86266"/>
                  <a:pt x="360935" y="85862"/>
                </a:cubicBezTo>
                <a:cubicBezTo>
                  <a:pt x="362464" y="85455"/>
                  <a:pt x="363790" y="84858"/>
                  <a:pt x="364914" y="84070"/>
                </a:cubicBezTo>
                <a:cubicBezTo>
                  <a:pt x="366039" y="83282"/>
                  <a:pt x="366904" y="82279"/>
                  <a:pt x="367511" y="81062"/>
                </a:cubicBezTo>
                <a:cubicBezTo>
                  <a:pt x="368118" y="79845"/>
                  <a:pt x="368422" y="78404"/>
                  <a:pt x="368422" y="76737"/>
                </a:cubicBezTo>
                <a:cubicBezTo>
                  <a:pt x="368422" y="75027"/>
                  <a:pt x="367983" y="73587"/>
                  <a:pt x="367107" y="72416"/>
                </a:cubicBezTo>
                <a:cubicBezTo>
                  <a:pt x="366230" y="71246"/>
                  <a:pt x="365072" y="70211"/>
                  <a:pt x="363633" y="69311"/>
                </a:cubicBezTo>
                <a:cubicBezTo>
                  <a:pt x="362194" y="68411"/>
                  <a:pt x="360575" y="67612"/>
                  <a:pt x="358777" y="66915"/>
                </a:cubicBezTo>
                <a:cubicBezTo>
                  <a:pt x="356978" y="66217"/>
                  <a:pt x="355123" y="65485"/>
                  <a:pt x="353212" y="64721"/>
                </a:cubicBezTo>
                <a:cubicBezTo>
                  <a:pt x="351301" y="63955"/>
                  <a:pt x="349435" y="63088"/>
                  <a:pt x="347614" y="62120"/>
                </a:cubicBezTo>
                <a:cubicBezTo>
                  <a:pt x="345793" y="61152"/>
                  <a:pt x="344163" y="59970"/>
                  <a:pt x="342724" y="58575"/>
                </a:cubicBezTo>
                <a:cubicBezTo>
                  <a:pt x="341285" y="57179"/>
                  <a:pt x="340127" y="55514"/>
                  <a:pt x="339250" y="53579"/>
                </a:cubicBezTo>
                <a:cubicBezTo>
                  <a:pt x="338374" y="51644"/>
                  <a:pt x="337935" y="49326"/>
                  <a:pt x="337935" y="46626"/>
                </a:cubicBezTo>
                <a:cubicBezTo>
                  <a:pt x="337935" y="44240"/>
                  <a:pt x="338396" y="41956"/>
                  <a:pt x="339318" y="39773"/>
                </a:cubicBezTo>
                <a:cubicBezTo>
                  <a:pt x="340240" y="37590"/>
                  <a:pt x="341622" y="35677"/>
                  <a:pt x="343466" y="34034"/>
                </a:cubicBezTo>
                <a:cubicBezTo>
                  <a:pt x="345310" y="32390"/>
                  <a:pt x="347614" y="31073"/>
                  <a:pt x="350379" y="30084"/>
                </a:cubicBezTo>
                <a:cubicBezTo>
                  <a:pt x="353145" y="29093"/>
                  <a:pt x="356371" y="28598"/>
                  <a:pt x="360058" y="28598"/>
                </a:cubicBezTo>
                <a:cubicBezTo>
                  <a:pt x="361677" y="28598"/>
                  <a:pt x="363296" y="28735"/>
                  <a:pt x="364914" y="29009"/>
                </a:cubicBezTo>
                <a:cubicBezTo>
                  <a:pt x="366533" y="29283"/>
                  <a:pt x="367995" y="29625"/>
                  <a:pt x="369299" y="30036"/>
                </a:cubicBezTo>
                <a:cubicBezTo>
                  <a:pt x="370603" y="30446"/>
                  <a:pt x="371715" y="30891"/>
                  <a:pt x="372637" y="31370"/>
                </a:cubicBezTo>
                <a:cubicBezTo>
                  <a:pt x="373559" y="31849"/>
                  <a:pt x="374256" y="32271"/>
                  <a:pt x="374728" y="32636"/>
                </a:cubicBezTo>
                <a:cubicBezTo>
                  <a:pt x="375200" y="33002"/>
                  <a:pt x="375515" y="33319"/>
                  <a:pt x="375672" y="33589"/>
                </a:cubicBezTo>
                <a:cubicBezTo>
                  <a:pt x="375830" y="33859"/>
                  <a:pt x="375942" y="34162"/>
                  <a:pt x="376010" y="34500"/>
                </a:cubicBezTo>
                <a:cubicBezTo>
                  <a:pt x="376077" y="34837"/>
                  <a:pt x="376145" y="35253"/>
                  <a:pt x="376212" y="35748"/>
                </a:cubicBezTo>
                <a:cubicBezTo>
                  <a:pt x="376279" y="36242"/>
                  <a:pt x="376313" y="36849"/>
                  <a:pt x="376313" y="37569"/>
                </a:cubicBezTo>
                <a:cubicBezTo>
                  <a:pt x="376313" y="38333"/>
                  <a:pt x="376279" y="38996"/>
                  <a:pt x="376212" y="39558"/>
                </a:cubicBezTo>
                <a:cubicBezTo>
                  <a:pt x="376145" y="40120"/>
                  <a:pt x="376032" y="40581"/>
                  <a:pt x="375875" y="40941"/>
                </a:cubicBezTo>
                <a:cubicBezTo>
                  <a:pt x="375717" y="41301"/>
                  <a:pt x="375526" y="41559"/>
                  <a:pt x="375301" y="41717"/>
                </a:cubicBezTo>
                <a:cubicBezTo>
                  <a:pt x="375077" y="41874"/>
                  <a:pt x="374829" y="41953"/>
                  <a:pt x="374560" y="41953"/>
                </a:cubicBezTo>
                <a:cubicBezTo>
                  <a:pt x="374155" y="41953"/>
                  <a:pt x="373570" y="41702"/>
                  <a:pt x="372806" y="41200"/>
                </a:cubicBezTo>
                <a:cubicBezTo>
                  <a:pt x="372041" y="40699"/>
                  <a:pt x="371052" y="40163"/>
                  <a:pt x="369838" y="39592"/>
                </a:cubicBezTo>
                <a:cubicBezTo>
                  <a:pt x="368624" y="39022"/>
                  <a:pt x="367196" y="38486"/>
                  <a:pt x="365555" y="37984"/>
                </a:cubicBezTo>
                <a:cubicBezTo>
                  <a:pt x="363914" y="37482"/>
                  <a:pt x="362037" y="37231"/>
                  <a:pt x="359923" y="37231"/>
                </a:cubicBezTo>
                <a:cubicBezTo>
                  <a:pt x="358035" y="37231"/>
                  <a:pt x="356371" y="37446"/>
                  <a:pt x="354932" y="37874"/>
                </a:cubicBezTo>
                <a:cubicBezTo>
                  <a:pt x="353493" y="38301"/>
                  <a:pt x="352313" y="38909"/>
                  <a:pt x="351391" y="39697"/>
                </a:cubicBezTo>
                <a:cubicBezTo>
                  <a:pt x="350469" y="40486"/>
                  <a:pt x="349772" y="41421"/>
                  <a:pt x="349300" y="42503"/>
                </a:cubicBezTo>
                <a:cubicBezTo>
                  <a:pt x="348828" y="43583"/>
                  <a:pt x="348592" y="44755"/>
                  <a:pt x="348592" y="46017"/>
                </a:cubicBezTo>
                <a:cubicBezTo>
                  <a:pt x="348592" y="47772"/>
                  <a:pt x="349042" y="49246"/>
                  <a:pt x="349941" y="50439"/>
                </a:cubicBezTo>
                <a:cubicBezTo>
                  <a:pt x="350840" y="51632"/>
                  <a:pt x="352009" y="52678"/>
                  <a:pt x="353448" y="53579"/>
                </a:cubicBezTo>
                <a:cubicBezTo>
                  <a:pt x="354887" y="54478"/>
                  <a:pt x="356528" y="55289"/>
                  <a:pt x="358372" y="56009"/>
                </a:cubicBezTo>
                <a:cubicBezTo>
                  <a:pt x="360216" y="56729"/>
                  <a:pt x="362093" y="57471"/>
                  <a:pt x="364004" y="58237"/>
                </a:cubicBezTo>
                <a:cubicBezTo>
                  <a:pt x="365915" y="59002"/>
                  <a:pt x="367803" y="59857"/>
                  <a:pt x="369670" y="60802"/>
                </a:cubicBezTo>
                <a:cubicBezTo>
                  <a:pt x="371536" y="61748"/>
                  <a:pt x="373188" y="62896"/>
                  <a:pt x="374627" y="64246"/>
                </a:cubicBezTo>
                <a:cubicBezTo>
                  <a:pt x="376066" y="65597"/>
                  <a:pt x="377224" y="67218"/>
                  <a:pt x="378101" y="69109"/>
                </a:cubicBezTo>
                <a:cubicBezTo>
                  <a:pt x="378977" y="70999"/>
                  <a:pt x="379416" y="73249"/>
                  <a:pt x="379416" y="75860"/>
                </a:cubicBezTo>
                <a:close/>
                <a:moveTo>
                  <a:pt x="485362" y="92337"/>
                </a:moveTo>
                <a:cubicBezTo>
                  <a:pt x="485362" y="92696"/>
                  <a:pt x="485272" y="93000"/>
                  <a:pt x="485092" y="93247"/>
                </a:cubicBezTo>
                <a:cubicBezTo>
                  <a:pt x="484912" y="93494"/>
                  <a:pt x="484620" y="93708"/>
                  <a:pt x="484215" y="93888"/>
                </a:cubicBezTo>
                <a:cubicBezTo>
                  <a:pt x="483810" y="94068"/>
                  <a:pt x="483248" y="94203"/>
                  <a:pt x="482529" y="94293"/>
                </a:cubicBezTo>
                <a:cubicBezTo>
                  <a:pt x="481809" y="94382"/>
                  <a:pt x="480910" y="94427"/>
                  <a:pt x="479831" y="94427"/>
                </a:cubicBezTo>
                <a:cubicBezTo>
                  <a:pt x="478707" y="94427"/>
                  <a:pt x="477785" y="94382"/>
                  <a:pt x="477066" y="94293"/>
                </a:cubicBezTo>
                <a:cubicBezTo>
                  <a:pt x="476346" y="94203"/>
                  <a:pt x="475773" y="94068"/>
                  <a:pt x="475346" y="93888"/>
                </a:cubicBezTo>
                <a:cubicBezTo>
                  <a:pt x="474918" y="93708"/>
                  <a:pt x="474615" y="93494"/>
                  <a:pt x="474435" y="93247"/>
                </a:cubicBezTo>
                <a:cubicBezTo>
                  <a:pt x="474255" y="93000"/>
                  <a:pt x="474165" y="92696"/>
                  <a:pt x="474165" y="92337"/>
                </a:cubicBezTo>
                <a:lnTo>
                  <a:pt x="474165" y="55442"/>
                </a:lnTo>
                <a:cubicBezTo>
                  <a:pt x="474165" y="52879"/>
                  <a:pt x="473940" y="50541"/>
                  <a:pt x="473491" y="48428"/>
                </a:cubicBezTo>
                <a:cubicBezTo>
                  <a:pt x="473041" y="46314"/>
                  <a:pt x="472322" y="44493"/>
                  <a:pt x="471332" y="42964"/>
                </a:cubicBezTo>
                <a:cubicBezTo>
                  <a:pt x="470343" y="41436"/>
                  <a:pt x="469084" y="40267"/>
                  <a:pt x="467555" y="39457"/>
                </a:cubicBezTo>
                <a:cubicBezTo>
                  <a:pt x="466026" y="38648"/>
                  <a:pt x="464228" y="38243"/>
                  <a:pt x="462159" y="38243"/>
                </a:cubicBezTo>
                <a:cubicBezTo>
                  <a:pt x="459596" y="38243"/>
                  <a:pt x="457022" y="39232"/>
                  <a:pt x="454437" y="41211"/>
                </a:cubicBezTo>
                <a:cubicBezTo>
                  <a:pt x="451851" y="43189"/>
                  <a:pt x="449007" y="46090"/>
                  <a:pt x="445904" y="49912"/>
                </a:cubicBezTo>
                <a:lnTo>
                  <a:pt x="445904" y="92337"/>
                </a:lnTo>
                <a:cubicBezTo>
                  <a:pt x="445904" y="92696"/>
                  <a:pt x="445815" y="93000"/>
                  <a:pt x="445635" y="93247"/>
                </a:cubicBezTo>
                <a:cubicBezTo>
                  <a:pt x="445455" y="93494"/>
                  <a:pt x="445151" y="93708"/>
                  <a:pt x="444724" y="93888"/>
                </a:cubicBezTo>
                <a:cubicBezTo>
                  <a:pt x="444297" y="94068"/>
                  <a:pt x="443724" y="94203"/>
                  <a:pt x="443004" y="94293"/>
                </a:cubicBezTo>
                <a:cubicBezTo>
                  <a:pt x="442285" y="94382"/>
                  <a:pt x="441385" y="94427"/>
                  <a:pt x="440306" y="94427"/>
                </a:cubicBezTo>
                <a:cubicBezTo>
                  <a:pt x="439272" y="94427"/>
                  <a:pt x="438384" y="94382"/>
                  <a:pt x="437642" y="94293"/>
                </a:cubicBezTo>
                <a:cubicBezTo>
                  <a:pt x="436900" y="94203"/>
                  <a:pt x="436316" y="94068"/>
                  <a:pt x="435888" y="93888"/>
                </a:cubicBezTo>
                <a:cubicBezTo>
                  <a:pt x="435461" y="93708"/>
                  <a:pt x="435169" y="93494"/>
                  <a:pt x="435012" y="93247"/>
                </a:cubicBezTo>
                <a:cubicBezTo>
                  <a:pt x="434854" y="93000"/>
                  <a:pt x="434776" y="92696"/>
                  <a:pt x="434776" y="92337"/>
                </a:cubicBezTo>
                <a:lnTo>
                  <a:pt x="434776" y="55442"/>
                </a:lnTo>
                <a:cubicBezTo>
                  <a:pt x="434776" y="52879"/>
                  <a:pt x="434528" y="50541"/>
                  <a:pt x="434034" y="48428"/>
                </a:cubicBezTo>
                <a:cubicBezTo>
                  <a:pt x="433539" y="46314"/>
                  <a:pt x="432797" y="44493"/>
                  <a:pt x="431808" y="42964"/>
                </a:cubicBezTo>
                <a:cubicBezTo>
                  <a:pt x="430819" y="41436"/>
                  <a:pt x="429571" y="40267"/>
                  <a:pt x="428064" y="39457"/>
                </a:cubicBezTo>
                <a:cubicBezTo>
                  <a:pt x="426558" y="38648"/>
                  <a:pt x="424771" y="38243"/>
                  <a:pt x="422702" y="38243"/>
                </a:cubicBezTo>
                <a:cubicBezTo>
                  <a:pt x="420139" y="38243"/>
                  <a:pt x="417554" y="39232"/>
                  <a:pt x="414946" y="41211"/>
                </a:cubicBezTo>
                <a:cubicBezTo>
                  <a:pt x="412338" y="43189"/>
                  <a:pt x="409505" y="46090"/>
                  <a:pt x="406447" y="49912"/>
                </a:cubicBezTo>
                <a:lnTo>
                  <a:pt x="406447" y="92337"/>
                </a:lnTo>
                <a:cubicBezTo>
                  <a:pt x="406447" y="92696"/>
                  <a:pt x="406357" y="93000"/>
                  <a:pt x="406177" y="93247"/>
                </a:cubicBezTo>
                <a:cubicBezTo>
                  <a:pt x="405998" y="93494"/>
                  <a:pt x="405705" y="93708"/>
                  <a:pt x="405301" y="93888"/>
                </a:cubicBezTo>
                <a:cubicBezTo>
                  <a:pt x="404896" y="94068"/>
                  <a:pt x="404334" y="94203"/>
                  <a:pt x="403614" y="94293"/>
                </a:cubicBezTo>
                <a:cubicBezTo>
                  <a:pt x="402895" y="94382"/>
                  <a:pt x="401973" y="94427"/>
                  <a:pt x="400849" y="94427"/>
                </a:cubicBezTo>
                <a:cubicBezTo>
                  <a:pt x="399770" y="94427"/>
                  <a:pt x="398871" y="94382"/>
                  <a:pt x="398151" y="94293"/>
                </a:cubicBezTo>
                <a:cubicBezTo>
                  <a:pt x="397432" y="94203"/>
                  <a:pt x="396858" y="94068"/>
                  <a:pt x="396431" y="93888"/>
                </a:cubicBezTo>
                <a:cubicBezTo>
                  <a:pt x="396004" y="93708"/>
                  <a:pt x="395712" y="93494"/>
                  <a:pt x="395554" y="93247"/>
                </a:cubicBezTo>
                <a:cubicBezTo>
                  <a:pt x="395397" y="93000"/>
                  <a:pt x="395318" y="92696"/>
                  <a:pt x="395318" y="92337"/>
                </a:cubicBezTo>
                <a:lnTo>
                  <a:pt x="395318" y="31633"/>
                </a:lnTo>
                <a:cubicBezTo>
                  <a:pt x="395318" y="31273"/>
                  <a:pt x="395386" y="30970"/>
                  <a:pt x="395521" y="30723"/>
                </a:cubicBezTo>
                <a:cubicBezTo>
                  <a:pt x="395656" y="30475"/>
                  <a:pt x="395925" y="30251"/>
                  <a:pt x="396330" y="30048"/>
                </a:cubicBezTo>
                <a:cubicBezTo>
                  <a:pt x="396735" y="29846"/>
                  <a:pt x="397252" y="29711"/>
                  <a:pt x="397881" y="29643"/>
                </a:cubicBezTo>
                <a:cubicBezTo>
                  <a:pt x="398511" y="29576"/>
                  <a:pt x="399343" y="29542"/>
                  <a:pt x="400377" y="29542"/>
                </a:cubicBezTo>
                <a:cubicBezTo>
                  <a:pt x="401366" y="29542"/>
                  <a:pt x="402187" y="29576"/>
                  <a:pt x="402839" y="29643"/>
                </a:cubicBezTo>
                <a:cubicBezTo>
                  <a:pt x="403491" y="29711"/>
                  <a:pt x="403997" y="29846"/>
                  <a:pt x="404356" y="30048"/>
                </a:cubicBezTo>
                <a:cubicBezTo>
                  <a:pt x="404716" y="30251"/>
                  <a:pt x="404975" y="30475"/>
                  <a:pt x="405132" y="30723"/>
                </a:cubicBezTo>
                <a:cubicBezTo>
                  <a:pt x="405289" y="30970"/>
                  <a:pt x="405368" y="31273"/>
                  <a:pt x="405368" y="31633"/>
                </a:cubicBezTo>
                <a:lnTo>
                  <a:pt x="405368" y="39660"/>
                </a:lnTo>
                <a:cubicBezTo>
                  <a:pt x="408785" y="35837"/>
                  <a:pt x="412102" y="33038"/>
                  <a:pt x="415317" y="31262"/>
                </a:cubicBezTo>
                <a:cubicBezTo>
                  <a:pt x="418532" y="29486"/>
                  <a:pt x="421780" y="28598"/>
                  <a:pt x="425063" y="28598"/>
                </a:cubicBezTo>
                <a:cubicBezTo>
                  <a:pt x="427581" y="28598"/>
                  <a:pt x="429841" y="28890"/>
                  <a:pt x="431842" y="29475"/>
                </a:cubicBezTo>
                <a:cubicBezTo>
                  <a:pt x="433842" y="30059"/>
                  <a:pt x="435607" y="30880"/>
                  <a:pt x="437136" y="31937"/>
                </a:cubicBezTo>
                <a:cubicBezTo>
                  <a:pt x="438665" y="32993"/>
                  <a:pt x="439969" y="34252"/>
                  <a:pt x="441048" y="35714"/>
                </a:cubicBezTo>
                <a:cubicBezTo>
                  <a:pt x="442127" y="37175"/>
                  <a:pt x="443027" y="38805"/>
                  <a:pt x="443746" y="40604"/>
                </a:cubicBezTo>
                <a:cubicBezTo>
                  <a:pt x="445770" y="38400"/>
                  <a:pt x="447692" y="36534"/>
                  <a:pt x="449513" y="35006"/>
                </a:cubicBezTo>
                <a:cubicBezTo>
                  <a:pt x="451334" y="33477"/>
                  <a:pt x="453088" y="32240"/>
                  <a:pt x="454774" y="31296"/>
                </a:cubicBezTo>
                <a:cubicBezTo>
                  <a:pt x="456460" y="30352"/>
                  <a:pt x="458101" y="29666"/>
                  <a:pt x="459698" y="29239"/>
                </a:cubicBezTo>
                <a:cubicBezTo>
                  <a:pt x="461294" y="28812"/>
                  <a:pt x="462901" y="28598"/>
                  <a:pt x="464520" y="28598"/>
                </a:cubicBezTo>
                <a:cubicBezTo>
                  <a:pt x="468432" y="28598"/>
                  <a:pt x="471715" y="29284"/>
                  <a:pt x="474368" y="30655"/>
                </a:cubicBezTo>
                <a:cubicBezTo>
                  <a:pt x="477021" y="32027"/>
                  <a:pt x="479168" y="33859"/>
                  <a:pt x="480809" y="36152"/>
                </a:cubicBezTo>
                <a:cubicBezTo>
                  <a:pt x="482450" y="38445"/>
                  <a:pt x="483619" y="41132"/>
                  <a:pt x="484316" y="44212"/>
                </a:cubicBezTo>
                <a:cubicBezTo>
                  <a:pt x="485013" y="47292"/>
                  <a:pt x="485362" y="50541"/>
                  <a:pt x="485362" y="53959"/>
                </a:cubicBezTo>
                <a:lnTo>
                  <a:pt x="485362" y="92337"/>
                </a:lnTo>
                <a:close/>
                <a:moveTo>
                  <a:pt x="562141" y="61344"/>
                </a:moveTo>
                <a:cubicBezTo>
                  <a:pt x="562141" y="66295"/>
                  <a:pt x="561489" y="70851"/>
                  <a:pt x="560185" y="75015"/>
                </a:cubicBezTo>
                <a:cubicBezTo>
                  <a:pt x="558881" y="79179"/>
                  <a:pt x="556936" y="82769"/>
                  <a:pt x="554351" y="85786"/>
                </a:cubicBezTo>
                <a:cubicBezTo>
                  <a:pt x="551765" y="88801"/>
                  <a:pt x="548528" y="91153"/>
                  <a:pt x="544638" y="92840"/>
                </a:cubicBezTo>
                <a:cubicBezTo>
                  <a:pt x="540749" y="94528"/>
                  <a:pt x="536241" y="95372"/>
                  <a:pt x="531115" y="95372"/>
                </a:cubicBezTo>
                <a:cubicBezTo>
                  <a:pt x="526124" y="95372"/>
                  <a:pt x="521773" y="94629"/>
                  <a:pt x="518064" y="93144"/>
                </a:cubicBezTo>
                <a:cubicBezTo>
                  <a:pt x="514354" y="91659"/>
                  <a:pt x="511263" y="89498"/>
                  <a:pt x="508790" y="86662"/>
                </a:cubicBezTo>
                <a:cubicBezTo>
                  <a:pt x="506317" y="83827"/>
                  <a:pt x="504473" y="80383"/>
                  <a:pt x="503259" y="76332"/>
                </a:cubicBezTo>
                <a:cubicBezTo>
                  <a:pt x="502045" y="72281"/>
                  <a:pt x="501438" y="67690"/>
                  <a:pt x="501438" y="62558"/>
                </a:cubicBezTo>
                <a:cubicBezTo>
                  <a:pt x="501438" y="57608"/>
                  <a:pt x="502079" y="53051"/>
                  <a:pt x="503360" y="48887"/>
                </a:cubicBezTo>
                <a:cubicBezTo>
                  <a:pt x="504642" y="44724"/>
                  <a:pt x="506575" y="41134"/>
                  <a:pt x="509161" y="38119"/>
                </a:cubicBezTo>
                <a:cubicBezTo>
                  <a:pt x="511746" y="35102"/>
                  <a:pt x="514972" y="32761"/>
                  <a:pt x="518839" y="31096"/>
                </a:cubicBezTo>
                <a:cubicBezTo>
                  <a:pt x="522706" y="29431"/>
                  <a:pt x="527225" y="28598"/>
                  <a:pt x="532396" y="28598"/>
                </a:cubicBezTo>
                <a:cubicBezTo>
                  <a:pt x="537388" y="28598"/>
                  <a:pt x="541738" y="29341"/>
                  <a:pt x="545448" y="30826"/>
                </a:cubicBezTo>
                <a:cubicBezTo>
                  <a:pt x="549157" y="32311"/>
                  <a:pt x="552249" y="34472"/>
                  <a:pt x="554722" y="37307"/>
                </a:cubicBezTo>
                <a:cubicBezTo>
                  <a:pt x="557195" y="40143"/>
                  <a:pt x="559050" y="43586"/>
                  <a:pt x="560286" y="47637"/>
                </a:cubicBezTo>
                <a:cubicBezTo>
                  <a:pt x="561523" y="51688"/>
                  <a:pt x="562141" y="56257"/>
                  <a:pt x="562141" y="61344"/>
                </a:cubicBezTo>
                <a:moveTo>
                  <a:pt x="550405" y="62086"/>
                </a:moveTo>
                <a:cubicBezTo>
                  <a:pt x="550405" y="58799"/>
                  <a:pt x="550102" y="55693"/>
                  <a:pt x="549495" y="52766"/>
                </a:cubicBezTo>
                <a:cubicBezTo>
                  <a:pt x="548888" y="49839"/>
                  <a:pt x="547887" y="47272"/>
                  <a:pt x="546493" y="45066"/>
                </a:cubicBezTo>
                <a:cubicBezTo>
                  <a:pt x="545099" y="42860"/>
                  <a:pt x="543211" y="41115"/>
                  <a:pt x="540827" y="39832"/>
                </a:cubicBezTo>
                <a:cubicBezTo>
                  <a:pt x="538444" y="38548"/>
                  <a:pt x="535477" y="37906"/>
                  <a:pt x="531924" y="37906"/>
                </a:cubicBezTo>
                <a:cubicBezTo>
                  <a:pt x="528642" y="37906"/>
                  <a:pt x="525820" y="38491"/>
                  <a:pt x="523460" y="39662"/>
                </a:cubicBezTo>
                <a:cubicBezTo>
                  <a:pt x="521099" y="40832"/>
                  <a:pt x="519154" y="42487"/>
                  <a:pt x="517625" y="44627"/>
                </a:cubicBezTo>
                <a:cubicBezTo>
                  <a:pt x="516096" y="46766"/>
                  <a:pt x="514961" y="49299"/>
                  <a:pt x="514219" y="52226"/>
                </a:cubicBezTo>
                <a:cubicBezTo>
                  <a:pt x="513477" y="55152"/>
                  <a:pt x="513106" y="58348"/>
                  <a:pt x="513106" y="61816"/>
                </a:cubicBezTo>
                <a:cubicBezTo>
                  <a:pt x="513106" y="65148"/>
                  <a:pt x="513410" y="68277"/>
                  <a:pt x="514017" y="71204"/>
                </a:cubicBezTo>
                <a:cubicBezTo>
                  <a:pt x="514624" y="74131"/>
                  <a:pt x="515636" y="76686"/>
                  <a:pt x="517052" y="78870"/>
                </a:cubicBezTo>
                <a:cubicBezTo>
                  <a:pt x="518468" y="81054"/>
                  <a:pt x="520368" y="82788"/>
                  <a:pt x="522751" y="84072"/>
                </a:cubicBezTo>
                <a:cubicBezTo>
                  <a:pt x="525135" y="85355"/>
                  <a:pt x="528102" y="85996"/>
                  <a:pt x="531655" y="85996"/>
                </a:cubicBezTo>
                <a:cubicBezTo>
                  <a:pt x="534892" y="85996"/>
                  <a:pt x="537702" y="85411"/>
                  <a:pt x="540086" y="84241"/>
                </a:cubicBezTo>
                <a:cubicBezTo>
                  <a:pt x="542469" y="83070"/>
                  <a:pt x="544425" y="81427"/>
                  <a:pt x="545954" y="79311"/>
                </a:cubicBezTo>
                <a:cubicBezTo>
                  <a:pt x="547482" y="77193"/>
                  <a:pt x="548607" y="74671"/>
                  <a:pt x="549326" y="71746"/>
                </a:cubicBezTo>
                <a:cubicBezTo>
                  <a:pt x="550045" y="68819"/>
                  <a:pt x="550405" y="65599"/>
                  <a:pt x="550405" y="62086"/>
                </a:cubicBezTo>
                <a:close/>
                <a:moveTo>
                  <a:pt x="628328" y="92269"/>
                </a:moveTo>
                <a:cubicBezTo>
                  <a:pt x="628328" y="92629"/>
                  <a:pt x="628238" y="92944"/>
                  <a:pt x="628058" y="93213"/>
                </a:cubicBezTo>
                <a:cubicBezTo>
                  <a:pt x="627878" y="93483"/>
                  <a:pt x="627575" y="93708"/>
                  <a:pt x="627148" y="93888"/>
                </a:cubicBezTo>
                <a:cubicBezTo>
                  <a:pt x="626720" y="94068"/>
                  <a:pt x="626125" y="94203"/>
                  <a:pt x="625360" y="94293"/>
                </a:cubicBezTo>
                <a:cubicBezTo>
                  <a:pt x="624596" y="94382"/>
                  <a:pt x="623629" y="94427"/>
                  <a:pt x="622460" y="94427"/>
                </a:cubicBezTo>
                <a:cubicBezTo>
                  <a:pt x="621246" y="94427"/>
                  <a:pt x="620245" y="94394"/>
                  <a:pt x="619459" y="94326"/>
                </a:cubicBezTo>
                <a:cubicBezTo>
                  <a:pt x="618672" y="94259"/>
                  <a:pt x="618008" y="94146"/>
                  <a:pt x="617469" y="93989"/>
                </a:cubicBezTo>
                <a:cubicBezTo>
                  <a:pt x="616929" y="93832"/>
                  <a:pt x="616491" y="93607"/>
                  <a:pt x="616154" y="93315"/>
                </a:cubicBezTo>
                <a:cubicBezTo>
                  <a:pt x="615816" y="93022"/>
                  <a:pt x="615513" y="92674"/>
                  <a:pt x="615243" y="92269"/>
                </a:cubicBezTo>
                <a:lnTo>
                  <a:pt x="589613" y="58680"/>
                </a:lnTo>
                <a:lnTo>
                  <a:pt x="589613" y="92337"/>
                </a:lnTo>
                <a:cubicBezTo>
                  <a:pt x="589613" y="92696"/>
                  <a:pt x="589523" y="93000"/>
                  <a:pt x="589343" y="93247"/>
                </a:cubicBezTo>
                <a:cubicBezTo>
                  <a:pt x="589163" y="93494"/>
                  <a:pt x="588871" y="93708"/>
                  <a:pt x="588466" y="93888"/>
                </a:cubicBezTo>
                <a:cubicBezTo>
                  <a:pt x="588061" y="94068"/>
                  <a:pt x="587499" y="94203"/>
                  <a:pt x="586780" y="94293"/>
                </a:cubicBezTo>
                <a:cubicBezTo>
                  <a:pt x="586060" y="94382"/>
                  <a:pt x="585139" y="94427"/>
                  <a:pt x="584015" y="94427"/>
                </a:cubicBezTo>
                <a:cubicBezTo>
                  <a:pt x="582935" y="94427"/>
                  <a:pt x="582036" y="94382"/>
                  <a:pt x="581317" y="94293"/>
                </a:cubicBezTo>
                <a:cubicBezTo>
                  <a:pt x="580597" y="94203"/>
                  <a:pt x="580024" y="94068"/>
                  <a:pt x="579597" y="93888"/>
                </a:cubicBezTo>
                <a:cubicBezTo>
                  <a:pt x="579170" y="93708"/>
                  <a:pt x="578877" y="93494"/>
                  <a:pt x="578720" y="93247"/>
                </a:cubicBezTo>
                <a:cubicBezTo>
                  <a:pt x="578562" y="92998"/>
                  <a:pt x="578484" y="92694"/>
                  <a:pt x="578484" y="92334"/>
                </a:cubicBezTo>
                <a:lnTo>
                  <a:pt x="578484" y="2160"/>
                </a:lnTo>
                <a:cubicBezTo>
                  <a:pt x="578484" y="1801"/>
                  <a:pt x="578562" y="1486"/>
                  <a:pt x="578720" y="1216"/>
                </a:cubicBezTo>
                <a:cubicBezTo>
                  <a:pt x="578877" y="945"/>
                  <a:pt x="579170" y="719"/>
                  <a:pt x="579597" y="540"/>
                </a:cubicBezTo>
                <a:cubicBezTo>
                  <a:pt x="580024" y="360"/>
                  <a:pt x="580597" y="225"/>
                  <a:pt x="581317" y="135"/>
                </a:cubicBezTo>
                <a:cubicBezTo>
                  <a:pt x="582036" y="45"/>
                  <a:pt x="582935" y="0"/>
                  <a:pt x="584015" y="0"/>
                </a:cubicBezTo>
                <a:cubicBezTo>
                  <a:pt x="585139" y="0"/>
                  <a:pt x="586060" y="45"/>
                  <a:pt x="586780" y="135"/>
                </a:cubicBezTo>
                <a:cubicBezTo>
                  <a:pt x="587499" y="225"/>
                  <a:pt x="588061" y="360"/>
                  <a:pt x="588466" y="540"/>
                </a:cubicBezTo>
                <a:cubicBezTo>
                  <a:pt x="588871" y="719"/>
                  <a:pt x="589163" y="945"/>
                  <a:pt x="589343" y="1216"/>
                </a:cubicBezTo>
                <a:cubicBezTo>
                  <a:pt x="589523" y="1486"/>
                  <a:pt x="589613" y="1801"/>
                  <a:pt x="589613" y="2160"/>
                </a:cubicBezTo>
                <a:lnTo>
                  <a:pt x="589613" y="57129"/>
                </a:lnTo>
                <a:lnTo>
                  <a:pt x="612545" y="31903"/>
                </a:lnTo>
                <a:cubicBezTo>
                  <a:pt x="612905" y="31453"/>
                  <a:pt x="613287" y="31082"/>
                  <a:pt x="613692" y="30790"/>
                </a:cubicBezTo>
                <a:cubicBezTo>
                  <a:pt x="614096" y="30498"/>
                  <a:pt x="614580" y="30251"/>
                  <a:pt x="615142" y="30048"/>
                </a:cubicBezTo>
                <a:cubicBezTo>
                  <a:pt x="615704" y="29846"/>
                  <a:pt x="616367" y="29711"/>
                  <a:pt x="617132" y="29643"/>
                </a:cubicBezTo>
                <a:cubicBezTo>
                  <a:pt x="617896" y="29576"/>
                  <a:pt x="618818" y="29542"/>
                  <a:pt x="619897" y="29542"/>
                </a:cubicBezTo>
                <a:cubicBezTo>
                  <a:pt x="621021" y="29542"/>
                  <a:pt x="621965" y="29576"/>
                  <a:pt x="622730" y="29643"/>
                </a:cubicBezTo>
                <a:cubicBezTo>
                  <a:pt x="623494" y="29711"/>
                  <a:pt x="624112" y="29823"/>
                  <a:pt x="624585" y="29981"/>
                </a:cubicBezTo>
                <a:cubicBezTo>
                  <a:pt x="625057" y="30138"/>
                  <a:pt x="625394" y="30340"/>
                  <a:pt x="625596" y="30588"/>
                </a:cubicBezTo>
                <a:cubicBezTo>
                  <a:pt x="625799" y="30835"/>
                  <a:pt x="625900" y="31161"/>
                  <a:pt x="625900" y="31566"/>
                </a:cubicBezTo>
                <a:cubicBezTo>
                  <a:pt x="625900" y="32105"/>
                  <a:pt x="625754" y="32645"/>
                  <a:pt x="625461" y="33184"/>
                </a:cubicBezTo>
                <a:cubicBezTo>
                  <a:pt x="625169" y="33724"/>
                  <a:pt x="624686" y="34354"/>
                  <a:pt x="624011" y="35073"/>
                </a:cubicBezTo>
                <a:lnTo>
                  <a:pt x="602023" y="57061"/>
                </a:lnTo>
                <a:lnTo>
                  <a:pt x="626709" y="89099"/>
                </a:lnTo>
                <a:cubicBezTo>
                  <a:pt x="627294" y="89863"/>
                  <a:pt x="627710" y="90482"/>
                  <a:pt x="627957" y="90954"/>
                </a:cubicBezTo>
                <a:cubicBezTo>
                  <a:pt x="628204" y="91426"/>
                  <a:pt x="628328" y="91864"/>
                  <a:pt x="628328" y="92269"/>
                </a:cubicBezTo>
                <a:close/>
                <a:moveTo>
                  <a:pt x="688438" y="59354"/>
                </a:moveTo>
                <a:cubicBezTo>
                  <a:pt x="688438" y="61108"/>
                  <a:pt x="688000" y="62356"/>
                  <a:pt x="687123" y="63098"/>
                </a:cubicBezTo>
                <a:cubicBezTo>
                  <a:pt x="686246" y="63840"/>
                  <a:pt x="685246" y="64211"/>
                  <a:pt x="684122" y="64211"/>
                </a:cubicBezTo>
                <a:lnTo>
                  <a:pt x="644327" y="64211"/>
                </a:lnTo>
                <a:cubicBezTo>
                  <a:pt x="644327" y="67593"/>
                  <a:pt x="644665" y="70637"/>
                  <a:pt x="645339" y="73344"/>
                </a:cubicBezTo>
                <a:cubicBezTo>
                  <a:pt x="646014" y="76050"/>
                  <a:pt x="647138" y="78373"/>
                  <a:pt x="648711" y="80312"/>
                </a:cubicBezTo>
                <a:cubicBezTo>
                  <a:pt x="650285" y="82251"/>
                  <a:pt x="652331" y="83740"/>
                  <a:pt x="654849" y="84778"/>
                </a:cubicBezTo>
                <a:cubicBezTo>
                  <a:pt x="657367" y="85815"/>
                  <a:pt x="660447" y="86334"/>
                  <a:pt x="664090" y="86334"/>
                </a:cubicBezTo>
                <a:cubicBezTo>
                  <a:pt x="666967" y="86334"/>
                  <a:pt x="669530" y="86098"/>
                  <a:pt x="671779" y="85625"/>
                </a:cubicBezTo>
                <a:cubicBezTo>
                  <a:pt x="674027" y="85153"/>
                  <a:pt x="675972" y="84625"/>
                  <a:pt x="677613" y="84040"/>
                </a:cubicBezTo>
                <a:cubicBezTo>
                  <a:pt x="679254" y="83456"/>
                  <a:pt x="680603" y="82928"/>
                  <a:pt x="681660" y="82455"/>
                </a:cubicBezTo>
                <a:cubicBezTo>
                  <a:pt x="682717" y="81983"/>
                  <a:pt x="683515" y="81747"/>
                  <a:pt x="684054" y="81747"/>
                </a:cubicBezTo>
                <a:cubicBezTo>
                  <a:pt x="684369" y="81747"/>
                  <a:pt x="684650" y="81826"/>
                  <a:pt x="684897" y="81983"/>
                </a:cubicBezTo>
                <a:cubicBezTo>
                  <a:pt x="685145" y="82141"/>
                  <a:pt x="685336" y="82377"/>
                  <a:pt x="685471" y="82691"/>
                </a:cubicBezTo>
                <a:cubicBezTo>
                  <a:pt x="685606" y="83006"/>
                  <a:pt x="685707" y="83445"/>
                  <a:pt x="685774" y="84007"/>
                </a:cubicBezTo>
                <a:cubicBezTo>
                  <a:pt x="685842" y="84569"/>
                  <a:pt x="685875" y="85254"/>
                  <a:pt x="685875" y="86064"/>
                </a:cubicBezTo>
                <a:cubicBezTo>
                  <a:pt x="685875" y="86648"/>
                  <a:pt x="685853" y="87154"/>
                  <a:pt x="685808" y="87581"/>
                </a:cubicBezTo>
                <a:cubicBezTo>
                  <a:pt x="685763" y="88009"/>
                  <a:pt x="685707" y="88391"/>
                  <a:pt x="685639" y="88728"/>
                </a:cubicBezTo>
                <a:cubicBezTo>
                  <a:pt x="685572" y="89065"/>
                  <a:pt x="685459" y="89369"/>
                  <a:pt x="685302" y="89639"/>
                </a:cubicBezTo>
                <a:cubicBezTo>
                  <a:pt x="685145" y="89908"/>
                  <a:pt x="684942" y="90167"/>
                  <a:pt x="684695" y="90414"/>
                </a:cubicBezTo>
                <a:cubicBezTo>
                  <a:pt x="684448" y="90662"/>
                  <a:pt x="683717" y="91066"/>
                  <a:pt x="682503" y="91628"/>
                </a:cubicBezTo>
                <a:cubicBezTo>
                  <a:pt x="681289" y="92190"/>
                  <a:pt x="679715" y="92741"/>
                  <a:pt x="677782" y="93281"/>
                </a:cubicBezTo>
                <a:cubicBezTo>
                  <a:pt x="675848" y="93820"/>
                  <a:pt x="673611" y="94304"/>
                  <a:pt x="671070" y="94731"/>
                </a:cubicBezTo>
                <a:cubicBezTo>
                  <a:pt x="668530" y="95158"/>
                  <a:pt x="665821" y="95372"/>
                  <a:pt x="662943" y="95372"/>
                </a:cubicBezTo>
                <a:cubicBezTo>
                  <a:pt x="657952" y="95372"/>
                  <a:pt x="653579" y="94674"/>
                  <a:pt x="649824" y="93279"/>
                </a:cubicBezTo>
                <a:cubicBezTo>
                  <a:pt x="646070" y="91883"/>
                  <a:pt x="642911" y="89813"/>
                  <a:pt x="640348" y="87067"/>
                </a:cubicBezTo>
                <a:cubicBezTo>
                  <a:pt x="637785" y="84321"/>
                  <a:pt x="635851" y="80878"/>
                  <a:pt x="634547" y="76737"/>
                </a:cubicBezTo>
                <a:cubicBezTo>
                  <a:pt x="633243" y="72596"/>
                  <a:pt x="632591" y="67780"/>
                  <a:pt x="632591" y="62288"/>
                </a:cubicBezTo>
                <a:cubicBezTo>
                  <a:pt x="632591" y="57067"/>
                  <a:pt x="633266" y="52374"/>
                  <a:pt x="634615" y="48211"/>
                </a:cubicBezTo>
                <a:cubicBezTo>
                  <a:pt x="635964" y="44047"/>
                  <a:pt x="637908" y="40514"/>
                  <a:pt x="640449" y="37611"/>
                </a:cubicBezTo>
                <a:cubicBezTo>
                  <a:pt x="642990" y="34708"/>
                  <a:pt x="646058" y="32480"/>
                  <a:pt x="649656" y="30927"/>
                </a:cubicBezTo>
                <a:cubicBezTo>
                  <a:pt x="653253" y="29374"/>
                  <a:pt x="657277" y="28598"/>
                  <a:pt x="661729" y="28598"/>
                </a:cubicBezTo>
                <a:cubicBezTo>
                  <a:pt x="666495" y="28598"/>
                  <a:pt x="670553" y="29362"/>
                  <a:pt x="673903" y="30891"/>
                </a:cubicBezTo>
                <a:cubicBezTo>
                  <a:pt x="677253" y="32420"/>
                  <a:pt x="680007" y="34477"/>
                  <a:pt x="682166" y="37063"/>
                </a:cubicBezTo>
                <a:cubicBezTo>
                  <a:pt x="684324" y="39648"/>
                  <a:pt x="685909" y="42683"/>
                  <a:pt x="686921" y="46168"/>
                </a:cubicBezTo>
                <a:cubicBezTo>
                  <a:pt x="687933" y="49653"/>
                  <a:pt x="688438" y="53374"/>
                  <a:pt x="688438" y="57331"/>
                </a:cubicBezTo>
                <a:lnTo>
                  <a:pt x="688438" y="59354"/>
                </a:lnTo>
                <a:moveTo>
                  <a:pt x="677242" y="56049"/>
                </a:moveTo>
                <a:cubicBezTo>
                  <a:pt x="677377" y="50204"/>
                  <a:pt x="676084" y="45617"/>
                  <a:pt x="673364" y="42290"/>
                </a:cubicBezTo>
                <a:cubicBezTo>
                  <a:pt x="670643" y="38963"/>
                  <a:pt x="666608" y="37299"/>
                  <a:pt x="661257" y="37299"/>
                </a:cubicBezTo>
                <a:cubicBezTo>
                  <a:pt x="658514" y="37299"/>
                  <a:pt x="656108" y="37816"/>
                  <a:pt x="654040" y="38850"/>
                </a:cubicBezTo>
                <a:cubicBezTo>
                  <a:pt x="651971" y="39884"/>
                  <a:pt x="650240" y="41256"/>
                  <a:pt x="648846" y="42964"/>
                </a:cubicBezTo>
                <a:cubicBezTo>
                  <a:pt x="647452" y="44673"/>
                  <a:pt x="646373" y="46663"/>
                  <a:pt x="645609" y="48934"/>
                </a:cubicBezTo>
                <a:cubicBezTo>
                  <a:pt x="644844" y="51204"/>
                  <a:pt x="644417" y="53576"/>
                  <a:pt x="644327" y="56049"/>
                </a:cubicBezTo>
                <a:lnTo>
                  <a:pt x="677242" y="56049"/>
                </a:lnTo>
                <a:close/>
                <a:moveTo>
                  <a:pt x="720133" y="84378"/>
                </a:moveTo>
                <a:cubicBezTo>
                  <a:pt x="720133" y="85772"/>
                  <a:pt x="720065" y="87053"/>
                  <a:pt x="719930" y="88222"/>
                </a:cubicBezTo>
                <a:cubicBezTo>
                  <a:pt x="719795" y="89391"/>
                  <a:pt x="719570" y="90493"/>
                  <a:pt x="719256" y="91527"/>
                </a:cubicBezTo>
                <a:cubicBezTo>
                  <a:pt x="718941" y="92561"/>
                  <a:pt x="718525" y="93584"/>
                  <a:pt x="718008" y="94596"/>
                </a:cubicBezTo>
                <a:cubicBezTo>
                  <a:pt x="717491" y="95608"/>
                  <a:pt x="716850" y="96676"/>
                  <a:pt x="716086" y="97800"/>
                </a:cubicBezTo>
                <a:lnTo>
                  <a:pt x="706845" y="111694"/>
                </a:lnTo>
                <a:cubicBezTo>
                  <a:pt x="706620" y="112009"/>
                  <a:pt x="706362" y="112279"/>
                  <a:pt x="706070" y="112504"/>
                </a:cubicBezTo>
                <a:cubicBezTo>
                  <a:pt x="705777" y="112728"/>
                  <a:pt x="705418" y="112931"/>
                  <a:pt x="704990" y="113111"/>
                </a:cubicBezTo>
                <a:cubicBezTo>
                  <a:pt x="704563" y="113290"/>
                  <a:pt x="704069" y="113414"/>
                  <a:pt x="703507" y="113482"/>
                </a:cubicBezTo>
                <a:cubicBezTo>
                  <a:pt x="702944" y="113549"/>
                  <a:pt x="702236" y="113583"/>
                  <a:pt x="701382" y="113583"/>
                </a:cubicBezTo>
                <a:cubicBezTo>
                  <a:pt x="700618" y="113583"/>
                  <a:pt x="699977" y="113549"/>
                  <a:pt x="699460" y="113482"/>
                </a:cubicBezTo>
                <a:cubicBezTo>
                  <a:pt x="698943" y="113414"/>
                  <a:pt x="698572" y="113302"/>
                  <a:pt x="698347" y="113144"/>
                </a:cubicBezTo>
                <a:cubicBezTo>
                  <a:pt x="698122" y="112987"/>
                  <a:pt x="697998" y="112773"/>
                  <a:pt x="697976" y="112504"/>
                </a:cubicBezTo>
                <a:cubicBezTo>
                  <a:pt x="697953" y="112234"/>
                  <a:pt x="698032" y="111919"/>
                  <a:pt x="698212" y="111559"/>
                </a:cubicBezTo>
                <a:lnTo>
                  <a:pt x="707182" y="93011"/>
                </a:lnTo>
                <a:lnTo>
                  <a:pt x="707182" y="84378"/>
                </a:lnTo>
                <a:cubicBezTo>
                  <a:pt x="707182" y="83164"/>
                  <a:pt x="707306" y="82197"/>
                  <a:pt x="707553" y="81477"/>
                </a:cubicBezTo>
                <a:cubicBezTo>
                  <a:pt x="707801" y="80758"/>
                  <a:pt x="708194" y="80218"/>
                  <a:pt x="708734" y="79859"/>
                </a:cubicBezTo>
                <a:cubicBezTo>
                  <a:pt x="709273" y="79499"/>
                  <a:pt x="709948" y="79252"/>
                  <a:pt x="710757" y="79117"/>
                </a:cubicBezTo>
                <a:cubicBezTo>
                  <a:pt x="711567" y="78982"/>
                  <a:pt x="712556" y="78914"/>
                  <a:pt x="713725" y="78914"/>
                </a:cubicBezTo>
                <a:cubicBezTo>
                  <a:pt x="714849" y="78914"/>
                  <a:pt x="715816" y="78982"/>
                  <a:pt x="716625" y="79117"/>
                </a:cubicBezTo>
                <a:cubicBezTo>
                  <a:pt x="717435" y="79252"/>
                  <a:pt x="718098" y="79499"/>
                  <a:pt x="718615" y="79859"/>
                </a:cubicBezTo>
                <a:cubicBezTo>
                  <a:pt x="719132" y="80218"/>
                  <a:pt x="719514" y="80758"/>
                  <a:pt x="719762" y="81477"/>
                </a:cubicBezTo>
                <a:cubicBezTo>
                  <a:pt x="720009" y="82197"/>
                  <a:pt x="720133" y="83164"/>
                  <a:pt x="720133" y="843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(RGB:12,13,14)">
            <a:extLst xmlns:a="http://schemas.openxmlformats.org/drawingml/2006/main">
              <a:ext uri="{FF2B5EF4-FFF2-40B4-BE49-F238E27FC236}">
                <a16:creationId xmlns:a16="http://schemas.microsoft.com/office/drawing/2014/main" id="{EEA6597B-B0E9-42D6-9083-A392AF08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737" y="871135"/>
            <a:ext cx="921744" cy="119113"/>
          </a:xfrm>
          <a:custGeom xmlns:a="http://schemas.openxmlformats.org/drawingml/2006/main">
            <a:pathLst>
              <a:path w="921744" h="119113">
                <a:moveTo>
                  <a:pt x="24416" y="2767"/>
                </a:moveTo>
                <a:cubicBezTo>
                  <a:pt x="20145" y="11817"/>
                  <a:pt x="16963" y="21102"/>
                  <a:pt x="14872" y="30624"/>
                </a:cubicBezTo>
                <a:cubicBezTo>
                  <a:pt x="12781" y="40144"/>
                  <a:pt x="11736" y="49721"/>
                  <a:pt x="11736" y="59354"/>
                </a:cubicBezTo>
                <a:cubicBezTo>
                  <a:pt x="11736" y="69033"/>
                  <a:pt x="12804" y="78622"/>
                  <a:pt x="14940" y="88121"/>
                </a:cubicBezTo>
                <a:cubicBezTo>
                  <a:pt x="17076" y="97619"/>
                  <a:pt x="20189" y="106936"/>
                  <a:pt x="24281" y="116074"/>
                </a:cubicBezTo>
                <a:cubicBezTo>
                  <a:pt x="24506" y="116615"/>
                  <a:pt x="24630" y="117077"/>
                  <a:pt x="24652" y="117459"/>
                </a:cubicBezTo>
                <a:cubicBezTo>
                  <a:pt x="24675" y="117841"/>
                  <a:pt x="24529" y="118156"/>
                  <a:pt x="24214" y="118403"/>
                </a:cubicBezTo>
                <a:cubicBezTo>
                  <a:pt x="23899" y="118652"/>
                  <a:pt x="23416" y="118832"/>
                  <a:pt x="22764" y="118945"/>
                </a:cubicBezTo>
                <a:cubicBezTo>
                  <a:pt x="22112" y="119057"/>
                  <a:pt x="21224" y="119113"/>
                  <a:pt x="20100" y="119113"/>
                </a:cubicBezTo>
                <a:cubicBezTo>
                  <a:pt x="19290" y="119113"/>
                  <a:pt x="18593" y="119091"/>
                  <a:pt x="18009" y="119046"/>
                </a:cubicBezTo>
                <a:cubicBezTo>
                  <a:pt x="17424" y="119001"/>
                  <a:pt x="16918" y="118911"/>
                  <a:pt x="16491" y="118776"/>
                </a:cubicBezTo>
                <a:cubicBezTo>
                  <a:pt x="16064" y="118641"/>
                  <a:pt x="15715" y="118483"/>
                  <a:pt x="15446" y="118302"/>
                </a:cubicBezTo>
                <a:cubicBezTo>
                  <a:pt x="15176" y="118122"/>
                  <a:pt x="14973" y="117920"/>
                  <a:pt x="14839" y="117695"/>
                </a:cubicBezTo>
                <a:cubicBezTo>
                  <a:pt x="12410" y="113104"/>
                  <a:pt x="10275" y="108457"/>
                  <a:pt x="8431" y="103752"/>
                </a:cubicBezTo>
                <a:cubicBezTo>
                  <a:pt x="6587" y="99048"/>
                  <a:pt x="5036" y="94264"/>
                  <a:pt x="3777" y="89403"/>
                </a:cubicBezTo>
                <a:cubicBezTo>
                  <a:pt x="2518" y="84541"/>
                  <a:pt x="1574" y="79623"/>
                  <a:pt x="944" y="74648"/>
                </a:cubicBezTo>
                <a:cubicBezTo>
                  <a:pt x="315" y="69674"/>
                  <a:pt x="0" y="64643"/>
                  <a:pt x="0" y="59557"/>
                </a:cubicBezTo>
                <a:cubicBezTo>
                  <a:pt x="0" y="54470"/>
                  <a:pt x="348" y="49451"/>
                  <a:pt x="1045" y="44499"/>
                </a:cubicBezTo>
                <a:cubicBezTo>
                  <a:pt x="1742" y="39547"/>
                  <a:pt x="2732" y="34629"/>
                  <a:pt x="4013" y="29745"/>
                </a:cubicBezTo>
                <a:cubicBezTo>
                  <a:pt x="5295" y="24860"/>
                  <a:pt x="6857" y="20055"/>
                  <a:pt x="8701" y="15328"/>
                </a:cubicBezTo>
                <a:cubicBezTo>
                  <a:pt x="10544" y="10601"/>
                  <a:pt x="12613" y="5919"/>
                  <a:pt x="14906" y="1284"/>
                </a:cubicBezTo>
                <a:cubicBezTo>
                  <a:pt x="14951" y="1104"/>
                  <a:pt x="15075" y="946"/>
                  <a:pt x="15277" y="811"/>
                </a:cubicBezTo>
                <a:cubicBezTo>
                  <a:pt x="15479" y="675"/>
                  <a:pt x="15760" y="540"/>
                  <a:pt x="16120" y="405"/>
                </a:cubicBezTo>
                <a:cubicBezTo>
                  <a:pt x="16480" y="270"/>
                  <a:pt x="16974" y="169"/>
                  <a:pt x="17604" y="101"/>
                </a:cubicBezTo>
                <a:cubicBezTo>
                  <a:pt x="18233" y="34"/>
                  <a:pt x="19043" y="0"/>
                  <a:pt x="20032" y="0"/>
                </a:cubicBezTo>
                <a:cubicBezTo>
                  <a:pt x="21066" y="0"/>
                  <a:pt x="21898" y="67"/>
                  <a:pt x="22528" y="202"/>
                </a:cubicBezTo>
                <a:cubicBezTo>
                  <a:pt x="23157" y="337"/>
                  <a:pt x="23652" y="518"/>
                  <a:pt x="24012" y="744"/>
                </a:cubicBezTo>
                <a:cubicBezTo>
                  <a:pt x="24371" y="969"/>
                  <a:pt x="24574" y="1261"/>
                  <a:pt x="24619" y="1621"/>
                </a:cubicBezTo>
                <a:cubicBezTo>
                  <a:pt x="24664" y="1981"/>
                  <a:pt x="24596" y="2363"/>
                  <a:pt x="24416" y="2767"/>
                </a:cubicBezTo>
                <a:close/>
                <a:moveTo>
                  <a:pt x="102692" y="94023"/>
                </a:moveTo>
                <a:cubicBezTo>
                  <a:pt x="102692" y="94382"/>
                  <a:pt x="102625" y="94697"/>
                  <a:pt x="102490" y="94967"/>
                </a:cubicBezTo>
                <a:cubicBezTo>
                  <a:pt x="102355" y="95237"/>
                  <a:pt x="102063" y="95462"/>
                  <a:pt x="101613" y="95641"/>
                </a:cubicBezTo>
                <a:cubicBezTo>
                  <a:pt x="101163" y="95821"/>
                  <a:pt x="100534" y="95956"/>
                  <a:pt x="99724" y="96046"/>
                </a:cubicBezTo>
                <a:cubicBezTo>
                  <a:pt x="98915" y="96136"/>
                  <a:pt x="97836" y="96181"/>
                  <a:pt x="96487" y="96181"/>
                </a:cubicBezTo>
                <a:cubicBezTo>
                  <a:pt x="95318" y="96181"/>
                  <a:pt x="94362" y="96136"/>
                  <a:pt x="93620" y="96046"/>
                </a:cubicBezTo>
                <a:cubicBezTo>
                  <a:pt x="92878" y="95956"/>
                  <a:pt x="92283" y="95810"/>
                  <a:pt x="91833" y="95608"/>
                </a:cubicBezTo>
                <a:cubicBezTo>
                  <a:pt x="91383" y="95405"/>
                  <a:pt x="91035" y="95124"/>
                  <a:pt x="90787" y="94765"/>
                </a:cubicBezTo>
                <a:cubicBezTo>
                  <a:pt x="90540" y="94405"/>
                  <a:pt x="90327" y="93955"/>
                  <a:pt x="90147" y="93416"/>
                </a:cubicBezTo>
                <a:lnTo>
                  <a:pt x="82120" y="72844"/>
                </a:lnTo>
                <a:cubicBezTo>
                  <a:pt x="81176" y="70506"/>
                  <a:pt x="80198" y="68359"/>
                  <a:pt x="79186" y="66403"/>
                </a:cubicBezTo>
                <a:cubicBezTo>
                  <a:pt x="78175" y="64447"/>
                  <a:pt x="76972" y="62761"/>
                  <a:pt x="75578" y="61344"/>
                </a:cubicBezTo>
                <a:cubicBezTo>
                  <a:pt x="74184" y="59928"/>
                  <a:pt x="72543" y="58826"/>
                  <a:pt x="70654" y="58039"/>
                </a:cubicBezTo>
                <a:cubicBezTo>
                  <a:pt x="68766" y="57252"/>
                  <a:pt x="66495" y="56859"/>
                  <a:pt x="63842" y="56859"/>
                </a:cubicBezTo>
                <a:lnTo>
                  <a:pt x="56085" y="56859"/>
                </a:lnTo>
                <a:lnTo>
                  <a:pt x="56085" y="94023"/>
                </a:lnTo>
                <a:cubicBezTo>
                  <a:pt x="56085" y="94382"/>
                  <a:pt x="55984" y="94697"/>
                  <a:pt x="55782" y="94967"/>
                </a:cubicBezTo>
                <a:cubicBezTo>
                  <a:pt x="55580" y="95237"/>
                  <a:pt x="55265" y="95450"/>
                  <a:pt x="54838" y="95608"/>
                </a:cubicBezTo>
                <a:cubicBezTo>
                  <a:pt x="54410" y="95765"/>
                  <a:pt x="53826" y="95900"/>
                  <a:pt x="53084" y="96012"/>
                </a:cubicBezTo>
                <a:cubicBezTo>
                  <a:pt x="52342" y="96125"/>
                  <a:pt x="51409" y="96181"/>
                  <a:pt x="50285" y="96181"/>
                </a:cubicBezTo>
                <a:cubicBezTo>
                  <a:pt x="49161" y="96181"/>
                  <a:pt x="48228" y="96125"/>
                  <a:pt x="47486" y="96012"/>
                </a:cubicBezTo>
                <a:cubicBezTo>
                  <a:pt x="46744" y="95900"/>
                  <a:pt x="46148" y="95765"/>
                  <a:pt x="45698" y="95608"/>
                </a:cubicBezTo>
                <a:cubicBezTo>
                  <a:pt x="45249" y="95450"/>
                  <a:pt x="44934" y="95237"/>
                  <a:pt x="44754" y="94967"/>
                </a:cubicBezTo>
                <a:cubicBezTo>
                  <a:pt x="44574" y="94697"/>
                  <a:pt x="44484" y="94382"/>
                  <a:pt x="44484" y="94023"/>
                </a:cubicBezTo>
                <a:lnTo>
                  <a:pt x="44484" y="13220"/>
                </a:lnTo>
                <a:cubicBezTo>
                  <a:pt x="44484" y="11466"/>
                  <a:pt x="44945" y="10241"/>
                  <a:pt x="45867" y="9544"/>
                </a:cubicBezTo>
                <a:cubicBezTo>
                  <a:pt x="46789" y="8847"/>
                  <a:pt x="47767" y="8498"/>
                  <a:pt x="48801" y="8498"/>
                </a:cubicBezTo>
                <a:lnTo>
                  <a:pt x="67349" y="8498"/>
                </a:lnTo>
                <a:cubicBezTo>
                  <a:pt x="69553" y="8498"/>
                  <a:pt x="71385" y="8555"/>
                  <a:pt x="72846" y="8667"/>
                </a:cubicBezTo>
                <a:cubicBezTo>
                  <a:pt x="74308" y="8779"/>
                  <a:pt x="75623" y="8903"/>
                  <a:pt x="76792" y="9038"/>
                </a:cubicBezTo>
                <a:cubicBezTo>
                  <a:pt x="80164" y="9623"/>
                  <a:pt x="83143" y="10544"/>
                  <a:pt x="85729" y="11803"/>
                </a:cubicBezTo>
                <a:cubicBezTo>
                  <a:pt x="88314" y="13062"/>
                  <a:pt x="90484" y="14659"/>
                  <a:pt x="92238" y="16592"/>
                </a:cubicBezTo>
                <a:cubicBezTo>
                  <a:pt x="93991" y="18526"/>
                  <a:pt x="95306" y="20740"/>
                  <a:pt x="96183" y="23236"/>
                </a:cubicBezTo>
                <a:cubicBezTo>
                  <a:pt x="97060" y="25731"/>
                  <a:pt x="97499" y="28486"/>
                  <a:pt x="97499" y="31498"/>
                </a:cubicBezTo>
                <a:cubicBezTo>
                  <a:pt x="97499" y="34421"/>
                  <a:pt x="97105" y="37040"/>
                  <a:pt x="96318" y="39356"/>
                </a:cubicBezTo>
                <a:cubicBezTo>
                  <a:pt x="95531" y="41672"/>
                  <a:pt x="94396" y="43718"/>
                  <a:pt x="92912" y="45494"/>
                </a:cubicBezTo>
                <a:cubicBezTo>
                  <a:pt x="91428" y="47270"/>
                  <a:pt x="89652" y="48810"/>
                  <a:pt x="87584" y="50114"/>
                </a:cubicBezTo>
                <a:cubicBezTo>
                  <a:pt x="85515" y="51418"/>
                  <a:pt x="83200" y="52520"/>
                  <a:pt x="80636" y="53419"/>
                </a:cubicBezTo>
                <a:cubicBezTo>
                  <a:pt x="82075" y="54048"/>
                  <a:pt x="83379" y="54847"/>
                  <a:pt x="84548" y="55813"/>
                </a:cubicBezTo>
                <a:cubicBezTo>
                  <a:pt x="85718" y="56780"/>
                  <a:pt x="86808" y="57938"/>
                  <a:pt x="87820" y="59287"/>
                </a:cubicBezTo>
                <a:cubicBezTo>
                  <a:pt x="88831" y="60636"/>
                  <a:pt x="89787" y="62187"/>
                  <a:pt x="90686" y="63941"/>
                </a:cubicBezTo>
                <a:cubicBezTo>
                  <a:pt x="91586" y="65695"/>
                  <a:pt x="92485" y="67673"/>
                  <a:pt x="93384" y="69876"/>
                </a:cubicBezTo>
                <a:lnTo>
                  <a:pt x="101208" y="89099"/>
                </a:lnTo>
                <a:cubicBezTo>
                  <a:pt x="101838" y="90718"/>
                  <a:pt x="102242" y="91853"/>
                  <a:pt x="102422" y="92505"/>
                </a:cubicBezTo>
                <a:cubicBezTo>
                  <a:pt x="102602" y="93157"/>
                  <a:pt x="102692" y="93663"/>
                  <a:pt x="102692" y="94023"/>
                </a:cubicBezTo>
                <a:moveTo>
                  <a:pt x="85223" y="32712"/>
                </a:moveTo>
                <a:cubicBezTo>
                  <a:pt x="85223" y="29295"/>
                  <a:pt x="84459" y="26406"/>
                  <a:pt x="82930" y="24045"/>
                </a:cubicBezTo>
                <a:cubicBezTo>
                  <a:pt x="81401" y="21685"/>
                  <a:pt x="78838" y="19987"/>
                  <a:pt x="75241" y="18953"/>
                </a:cubicBezTo>
                <a:cubicBezTo>
                  <a:pt x="74117" y="18638"/>
                  <a:pt x="72846" y="18413"/>
                  <a:pt x="71430" y="18278"/>
                </a:cubicBezTo>
                <a:cubicBezTo>
                  <a:pt x="70013" y="18144"/>
                  <a:pt x="68159" y="18076"/>
                  <a:pt x="65865" y="18076"/>
                </a:cubicBezTo>
                <a:lnTo>
                  <a:pt x="56085" y="18076"/>
                </a:lnTo>
                <a:lnTo>
                  <a:pt x="56085" y="47484"/>
                </a:lnTo>
                <a:lnTo>
                  <a:pt x="67417" y="47484"/>
                </a:lnTo>
                <a:cubicBezTo>
                  <a:pt x="70474" y="47484"/>
                  <a:pt x="73116" y="47113"/>
                  <a:pt x="75342" y="46371"/>
                </a:cubicBezTo>
                <a:cubicBezTo>
                  <a:pt x="77568" y="45629"/>
                  <a:pt x="79422" y="44594"/>
                  <a:pt x="80906" y="43268"/>
                </a:cubicBezTo>
                <a:cubicBezTo>
                  <a:pt x="82390" y="41942"/>
                  <a:pt x="83481" y="40379"/>
                  <a:pt x="84178" y="38580"/>
                </a:cubicBezTo>
                <a:cubicBezTo>
                  <a:pt x="84874" y="36782"/>
                  <a:pt x="85223" y="34826"/>
                  <a:pt x="85223" y="32712"/>
                </a:cubicBezTo>
                <a:close/>
                <a:moveTo>
                  <a:pt x="183808" y="20369"/>
                </a:moveTo>
                <a:cubicBezTo>
                  <a:pt x="183808" y="21224"/>
                  <a:pt x="183763" y="21977"/>
                  <a:pt x="183673" y="22629"/>
                </a:cubicBezTo>
                <a:cubicBezTo>
                  <a:pt x="183583" y="23281"/>
                  <a:pt x="183448" y="23820"/>
                  <a:pt x="183268" y="24248"/>
                </a:cubicBezTo>
                <a:cubicBezTo>
                  <a:pt x="183088" y="24675"/>
                  <a:pt x="182863" y="24978"/>
                  <a:pt x="182594" y="25158"/>
                </a:cubicBezTo>
                <a:cubicBezTo>
                  <a:pt x="182324" y="25338"/>
                  <a:pt x="182032" y="25428"/>
                  <a:pt x="181717" y="25428"/>
                </a:cubicBezTo>
                <a:cubicBezTo>
                  <a:pt x="181177" y="25428"/>
                  <a:pt x="180278" y="25001"/>
                  <a:pt x="179019" y="24146"/>
                </a:cubicBezTo>
                <a:cubicBezTo>
                  <a:pt x="177760" y="23292"/>
                  <a:pt x="176074" y="22348"/>
                  <a:pt x="173960" y="21314"/>
                </a:cubicBezTo>
                <a:cubicBezTo>
                  <a:pt x="171847" y="20279"/>
                  <a:pt x="169318" y="19335"/>
                  <a:pt x="166372" y="18481"/>
                </a:cubicBezTo>
                <a:cubicBezTo>
                  <a:pt x="163427" y="17626"/>
                  <a:pt x="159931" y="17199"/>
                  <a:pt x="155884" y="17199"/>
                </a:cubicBezTo>
                <a:cubicBezTo>
                  <a:pt x="151073" y="17199"/>
                  <a:pt x="146756" y="18076"/>
                  <a:pt x="142934" y="19830"/>
                </a:cubicBezTo>
                <a:cubicBezTo>
                  <a:pt x="139112" y="21583"/>
                  <a:pt x="135875" y="24012"/>
                  <a:pt x="133222" y="27114"/>
                </a:cubicBezTo>
                <a:cubicBezTo>
                  <a:pt x="130569" y="30217"/>
                  <a:pt x="128534" y="33904"/>
                  <a:pt x="127118" y="38176"/>
                </a:cubicBezTo>
                <a:cubicBezTo>
                  <a:pt x="125701" y="42447"/>
                  <a:pt x="124993" y="47079"/>
                  <a:pt x="124993" y="52070"/>
                </a:cubicBezTo>
                <a:cubicBezTo>
                  <a:pt x="124993" y="57646"/>
                  <a:pt x="125769" y="62592"/>
                  <a:pt x="127320" y="66909"/>
                </a:cubicBezTo>
                <a:cubicBezTo>
                  <a:pt x="128871" y="71225"/>
                  <a:pt x="131018" y="74867"/>
                  <a:pt x="133761" y="77835"/>
                </a:cubicBezTo>
                <a:cubicBezTo>
                  <a:pt x="136504" y="80803"/>
                  <a:pt x="139775" y="83051"/>
                  <a:pt x="143575" y="84580"/>
                </a:cubicBezTo>
                <a:cubicBezTo>
                  <a:pt x="147374" y="86109"/>
                  <a:pt x="151545" y="86873"/>
                  <a:pt x="156086" y="86873"/>
                </a:cubicBezTo>
                <a:cubicBezTo>
                  <a:pt x="158784" y="86873"/>
                  <a:pt x="161516" y="86547"/>
                  <a:pt x="164281" y="85895"/>
                </a:cubicBezTo>
                <a:cubicBezTo>
                  <a:pt x="167047" y="85243"/>
                  <a:pt x="169621" y="84265"/>
                  <a:pt x="172004" y="82961"/>
                </a:cubicBezTo>
                <a:lnTo>
                  <a:pt x="172004" y="57533"/>
                </a:lnTo>
                <a:lnTo>
                  <a:pt x="151770" y="57533"/>
                </a:lnTo>
                <a:cubicBezTo>
                  <a:pt x="151005" y="57533"/>
                  <a:pt x="150432" y="57151"/>
                  <a:pt x="150050" y="56387"/>
                </a:cubicBezTo>
                <a:cubicBezTo>
                  <a:pt x="149668" y="55622"/>
                  <a:pt x="149477" y="54431"/>
                  <a:pt x="149477" y="52812"/>
                </a:cubicBezTo>
                <a:cubicBezTo>
                  <a:pt x="149477" y="51958"/>
                  <a:pt x="149522" y="51227"/>
                  <a:pt x="149611" y="50620"/>
                </a:cubicBezTo>
                <a:cubicBezTo>
                  <a:pt x="149701" y="50013"/>
                  <a:pt x="149848" y="49518"/>
                  <a:pt x="150050" y="49136"/>
                </a:cubicBezTo>
                <a:cubicBezTo>
                  <a:pt x="150252" y="48754"/>
                  <a:pt x="150488" y="48473"/>
                  <a:pt x="150758" y="48293"/>
                </a:cubicBezTo>
                <a:cubicBezTo>
                  <a:pt x="151028" y="48113"/>
                  <a:pt x="151365" y="48023"/>
                  <a:pt x="151770" y="48023"/>
                </a:cubicBezTo>
                <a:lnTo>
                  <a:pt x="179491" y="48023"/>
                </a:lnTo>
                <a:cubicBezTo>
                  <a:pt x="179986" y="48023"/>
                  <a:pt x="180480" y="48113"/>
                  <a:pt x="180975" y="48293"/>
                </a:cubicBezTo>
                <a:cubicBezTo>
                  <a:pt x="181469" y="48473"/>
                  <a:pt x="181919" y="48743"/>
                  <a:pt x="182324" y="49102"/>
                </a:cubicBezTo>
                <a:cubicBezTo>
                  <a:pt x="182729" y="49462"/>
                  <a:pt x="183043" y="49957"/>
                  <a:pt x="183268" y="50586"/>
                </a:cubicBezTo>
                <a:cubicBezTo>
                  <a:pt x="183493" y="51216"/>
                  <a:pt x="183605" y="51935"/>
                  <a:pt x="183605" y="52744"/>
                </a:cubicBezTo>
                <a:lnTo>
                  <a:pt x="183605" y="85996"/>
                </a:lnTo>
                <a:cubicBezTo>
                  <a:pt x="183605" y="87166"/>
                  <a:pt x="183403" y="88177"/>
                  <a:pt x="182998" y="89032"/>
                </a:cubicBezTo>
                <a:cubicBezTo>
                  <a:pt x="182594" y="89886"/>
                  <a:pt x="181739" y="90639"/>
                  <a:pt x="180435" y="91291"/>
                </a:cubicBezTo>
                <a:cubicBezTo>
                  <a:pt x="179131" y="91943"/>
                  <a:pt x="177445" y="92651"/>
                  <a:pt x="175377" y="93416"/>
                </a:cubicBezTo>
                <a:cubicBezTo>
                  <a:pt x="173308" y="94180"/>
                  <a:pt x="171172" y="94832"/>
                  <a:pt x="168969" y="95372"/>
                </a:cubicBezTo>
                <a:cubicBezTo>
                  <a:pt x="166766" y="95911"/>
                  <a:pt x="164540" y="96316"/>
                  <a:pt x="162292" y="96586"/>
                </a:cubicBezTo>
                <a:cubicBezTo>
                  <a:pt x="160043" y="96856"/>
                  <a:pt x="157818" y="96990"/>
                  <a:pt x="155614" y="96990"/>
                </a:cubicBezTo>
                <a:cubicBezTo>
                  <a:pt x="148870" y="96990"/>
                  <a:pt x="142844" y="95945"/>
                  <a:pt x="137538" y="93854"/>
                </a:cubicBezTo>
                <a:cubicBezTo>
                  <a:pt x="132232" y="91763"/>
                  <a:pt x="127747" y="88784"/>
                  <a:pt x="124082" y="84917"/>
                </a:cubicBezTo>
                <a:cubicBezTo>
                  <a:pt x="120418" y="81050"/>
                  <a:pt x="117619" y="76419"/>
                  <a:pt x="115685" y="71023"/>
                </a:cubicBezTo>
                <a:cubicBezTo>
                  <a:pt x="113752" y="65627"/>
                  <a:pt x="112785" y="59602"/>
                  <a:pt x="112785" y="52947"/>
                </a:cubicBezTo>
                <a:cubicBezTo>
                  <a:pt x="112785" y="46022"/>
                  <a:pt x="113830" y="39749"/>
                  <a:pt x="115921" y="34129"/>
                </a:cubicBezTo>
                <a:cubicBezTo>
                  <a:pt x="118012" y="28508"/>
                  <a:pt x="120957" y="23719"/>
                  <a:pt x="124757" y="19762"/>
                </a:cubicBezTo>
                <a:cubicBezTo>
                  <a:pt x="128556" y="15805"/>
                  <a:pt x="133120" y="12736"/>
                  <a:pt x="138449" y="10556"/>
                </a:cubicBezTo>
                <a:cubicBezTo>
                  <a:pt x="143777" y="8375"/>
                  <a:pt x="149679" y="7284"/>
                  <a:pt x="156154" y="7284"/>
                </a:cubicBezTo>
                <a:cubicBezTo>
                  <a:pt x="159481" y="7284"/>
                  <a:pt x="162606" y="7577"/>
                  <a:pt x="165529" y="8161"/>
                </a:cubicBezTo>
                <a:cubicBezTo>
                  <a:pt x="168452" y="8746"/>
                  <a:pt x="171049" y="9432"/>
                  <a:pt x="173319" y="10218"/>
                </a:cubicBezTo>
                <a:cubicBezTo>
                  <a:pt x="175590" y="11005"/>
                  <a:pt x="177501" y="11860"/>
                  <a:pt x="179053" y="12781"/>
                </a:cubicBezTo>
                <a:cubicBezTo>
                  <a:pt x="180604" y="13703"/>
                  <a:pt x="181672" y="14456"/>
                  <a:pt x="182256" y="15041"/>
                </a:cubicBezTo>
                <a:cubicBezTo>
                  <a:pt x="182841" y="15625"/>
                  <a:pt x="183246" y="16300"/>
                  <a:pt x="183470" y="17064"/>
                </a:cubicBezTo>
                <a:cubicBezTo>
                  <a:pt x="183695" y="17829"/>
                  <a:pt x="183808" y="18930"/>
                  <a:pt x="183808" y="20369"/>
                </a:cubicBezTo>
                <a:close/>
                <a:moveTo>
                  <a:pt x="262943" y="70753"/>
                </a:moveTo>
                <a:cubicBezTo>
                  <a:pt x="262943" y="73496"/>
                  <a:pt x="262595" y="76025"/>
                  <a:pt x="261898" y="78341"/>
                </a:cubicBezTo>
                <a:cubicBezTo>
                  <a:pt x="261201" y="80657"/>
                  <a:pt x="260223" y="82736"/>
                  <a:pt x="258964" y="84580"/>
                </a:cubicBezTo>
                <a:cubicBezTo>
                  <a:pt x="257705" y="86424"/>
                  <a:pt x="256187" y="88042"/>
                  <a:pt x="254411" y="89436"/>
                </a:cubicBezTo>
                <a:cubicBezTo>
                  <a:pt x="252635" y="90830"/>
                  <a:pt x="250634" y="91999"/>
                  <a:pt x="248408" y="92944"/>
                </a:cubicBezTo>
                <a:cubicBezTo>
                  <a:pt x="246183" y="93888"/>
                  <a:pt x="243799" y="94596"/>
                  <a:pt x="241259" y="95068"/>
                </a:cubicBezTo>
                <a:cubicBezTo>
                  <a:pt x="238718" y="95540"/>
                  <a:pt x="235807" y="95776"/>
                  <a:pt x="232524" y="95776"/>
                </a:cubicBezTo>
                <a:lnTo>
                  <a:pt x="209727" y="95776"/>
                </a:lnTo>
                <a:cubicBezTo>
                  <a:pt x="208693" y="95776"/>
                  <a:pt x="207715" y="95428"/>
                  <a:pt x="206793" y="94731"/>
                </a:cubicBezTo>
                <a:cubicBezTo>
                  <a:pt x="205871" y="94034"/>
                  <a:pt x="205410" y="92809"/>
                  <a:pt x="205410" y="91055"/>
                </a:cubicBezTo>
                <a:lnTo>
                  <a:pt x="205410" y="13220"/>
                </a:lnTo>
                <a:cubicBezTo>
                  <a:pt x="205410" y="11466"/>
                  <a:pt x="205871" y="10241"/>
                  <a:pt x="206793" y="9544"/>
                </a:cubicBezTo>
                <a:cubicBezTo>
                  <a:pt x="207715" y="8847"/>
                  <a:pt x="208693" y="8498"/>
                  <a:pt x="209727" y="8498"/>
                </a:cubicBezTo>
                <a:lnTo>
                  <a:pt x="229557" y="8498"/>
                </a:lnTo>
                <a:cubicBezTo>
                  <a:pt x="234773" y="8498"/>
                  <a:pt x="239044" y="8993"/>
                  <a:pt x="242372" y="9982"/>
                </a:cubicBezTo>
                <a:cubicBezTo>
                  <a:pt x="245699" y="10972"/>
                  <a:pt x="248476" y="12410"/>
                  <a:pt x="250702" y="14299"/>
                </a:cubicBezTo>
                <a:cubicBezTo>
                  <a:pt x="252927" y="16188"/>
                  <a:pt x="254602" y="18503"/>
                  <a:pt x="255726" y="21246"/>
                </a:cubicBezTo>
                <a:cubicBezTo>
                  <a:pt x="256851" y="23989"/>
                  <a:pt x="257413" y="27092"/>
                  <a:pt x="257413" y="30554"/>
                </a:cubicBezTo>
                <a:cubicBezTo>
                  <a:pt x="257413" y="32622"/>
                  <a:pt x="257165" y="34601"/>
                  <a:pt x="256671" y="36489"/>
                </a:cubicBezTo>
                <a:cubicBezTo>
                  <a:pt x="256176" y="38378"/>
                  <a:pt x="255445" y="40120"/>
                  <a:pt x="254479" y="41717"/>
                </a:cubicBezTo>
                <a:cubicBezTo>
                  <a:pt x="253512" y="43313"/>
                  <a:pt x="252298" y="44741"/>
                  <a:pt x="250836" y="46000"/>
                </a:cubicBezTo>
                <a:cubicBezTo>
                  <a:pt x="249375" y="47259"/>
                  <a:pt x="247700" y="48293"/>
                  <a:pt x="245812" y="49102"/>
                </a:cubicBezTo>
                <a:cubicBezTo>
                  <a:pt x="248195" y="49552"/>
                  <a:pt x="250421" y="50373"/>
                  <a:pt x="252489" y="51564"/>
                </a:cubicBezTo>
                <a:cubicBezTo>
                  <a:pt x="254557" y="52756"/>
                  <a:pt x="256367" y="54273"/>
                  <a:pt x="257919" y="56117"/>
                </a:cubicBezTo>
                <a:cubicBezTo>
                  <a:pt x="259470" y="57960"/>
                  <a:pt x="260695" y="60119"/>
                  <a:pt x="261594" y="62592"/>
                </a:cubicBezTo>
                <a:cubicBezTo>
                  <a:pt x="262494" y="65065"/>
                  <a:pt x="262943" y="67785"/>
                  <a:pt x="262943" y="70753"/>
                </a:cubicBezTo>
                <a:moveTo>
                  <a:pt x="245474" y="31701"/>
                </a:moveTo>
                <a:cubicBezTo>
                  <a:pt x="245474" y="29587"/>
                  <a:pt x="245182" y="27676"/>
                  <a:pt x="244597" y="25968"/>
                </a:cubicBezTo>
                <a:cubicBezTo>
                  <a:pt x="244013" y="24259"/>
                  <a:pt x="243091" y="22809"/>
                  <a:pt x="241832" y="21617"/>
                </a:cubicBezTo>
                <a:cubicBezTo>
                  <a:pt x="240573" y="20426"/>
                  <a:pt x="238932" y="19515"/>
                  <a:pt x="236908" y="18885"/>
                </a:cubicBezTo>
                <a:cubicBezTo>
                  <a:pt x="234885" y="18256"/>
                  <a:pt x="232210" y="17941"/>
                  <a:pt x="228882" y="17941"/>
                </a:cubicBezTo>
                <a:lnTo>
                  <a:pt x="216876" y="17941"/>
                </a:lnTo>
                <a:lnTo>
                  <a:pt x="216876" y="46202"/>
                </a:lnTo>
                <a:lnTo>
                  <a:pt x="230096" y="46202"/>
                </a:lnTo>
                <a:cubicBezTo>
                  <a:pt x="233109" y="46202"/>
                  <a:pt x="235537" y="45809"/>
                  <a:pt x="237381" y="45022"/>
                </a:cubicBezTo>
                <a:cubicBezTo>
                  <a:pt x="239224" y="44235"/>
                  <a:pt x="240753" y="43178"/>
                  <a:pt x="241967" y="41852"/>
                </a:cubicBezTo>
                <a:cubicBezTo>
                  <a:pt x="243181" y="40525"/>
                  <a:pt x="244069" y="38974"/>
                  <a:pt x="244631" y="37198"/>
                </a:cubicBezTo>
                <a:cubicBezTo>
                  <a:pt x="245193" y="35422"/>
                  <a:pt x="245474" y="33589"/>
                  <a:pt x="245474" y="31701"/>
                </a:cubicBezTo>
                <a:moveTo>
                  <a:pt x="250735" y="71428"/>
                </a:moveTo>
                <a:cubicBezTo>
                  <a:pt x="250735" y="68820"/>
                  <a:pt x="250319" y="66526"/>
                  <a:pt x="249487" y="64548"/>
                </a:cubicBezTo>
                <a:cubicBezTo>
                  <a:pt x="248656" y="62569"/>
                  <a:pt x="247442" y="60906"/>
                  <a:pt x="245845" y="59557"/>
                </a:cubicBezTo>
                <a:cubicBezTo>
                  <a:pt x="244249" y="58208"/>
                  <a:pt x="242248" y="57185"/>
                  <a:pt x="239842" y="56488"/>
                </a:cubicBezTo>
                <a:cubicBezTo>
                  <a:pt x="237437" y="55791"/>
                  <a:pt x="234413" y="55442"/>
                  <a:pt x="230771" y="55442"/>
                </a:cubicBezTo>
                <a:lnTo>
                  <a:pt x="216876" y="55442"/>
                </a:lnTo>
                <a:lnTo>
                  <a:pt x="216876" y="86199"/>
                </a:lnTo>
                <a:lnTo>
                  <a:pt x="233738" y="86199"/>
                </a:lnTo>
                <a:cubicBezTo>
                  <a:pt x="236391" y="86199"/>
                  <a:pt x="238707" y="85884"/>
                  <a:pt x="240685" y="85254"/>
                </a:cubicBezTo>
                <a:cubicBezTo>
                  <a:pt x="242664" y="84625"/>
                  <a:pt x="244406" y="83692"/>
                  <a:pt x="245913" y="82455"/>
                </a:cubicBezTo>
                <a:cubicBezTo>
                  <a:pt x="247419" y="81219"/>
                  <a:pt x="248599" y="79679"/>
                  <a:pt x="249454" y="77835"/>
                </a:cubicBezTo>
                <a:cubicBezTo>
                  <a:pt x="250308" y="75992"/>
                  <a:pt x="250735" y="73856"/>
                  <a:pt x="250735" y="71428"/>
                </a:cubicBezTo>
                <a:close/>
                <a:moveTo>
                  <a:pt x="295731" y="41784"/>
                </a:moveTo>
                <a:cubicBezTo>
                  <a:pt x="295731" y="43230"/>
                  <a:pt x="295630" y="44450"/>
                  <a:pt x="295428" y="45443"/>
                </a:cubicBezTo>
                <a:cubicBezTo>
                  <a:pt x="295225" y="46437"/>
                  <a:pt x="294843" y="47238"/>
                  <a:pt x="294281" y="47848"/>
                </a:cubicBezTo>
                <a:cubicBezTo>
                  <a:pt x="293719" y="48457"/>
                  <a:pt x="292988" y="48885"/>
                  <a:pt x="292089" y="49134"/>
                </a:cubicBezTo>
                <a:cubicBezTo>
                  <a:pt x="291190" y="49383"/>
                  <a:pt x="290043" y="49507"/>
                  <a:pt x="288649" y="49507"/>
                </a:cubicBezTo>
                <a:cubicBezTo>
                  <a:pt x="287210" y="49507"/>
                  <a:pt x="286041" y="49383"/>
                  <a:pt x="285142" y="49134"/>
                </a:cubicBezTo>
                <a:cubicBezTo>
                  <a:pt x="284242" y="48885"/>
                  <a:pt x="283523" y="48457"/>
                  <a:pt x="282983" y="47848"/>
                </a:cubicBezTo>
                <a:cubicBezTo>
                  <a:pt x="282444" y="47238"/>
                  <a:pt x="282073" y="46437"/>
                  <a:pt x="281870" y="45443"/>
                </a:cubicBezTo>
                <a:cubicBezTo>
                  <a:pt x="281668" y="44450"/>
                  <a:pt x="281567" y="43230"/>
                  <a:pt x="281567" y="41784"/>
                </a:cubicBezTo>
                <a:cubicBezTo>
                  <a:pt x="281567" y="40248"/>
                  <a:pt x="281668" y="38972"/>
                  <a:pt x="281870" y="37956"/>
                </a:cubicBezTo>
                <a:cubicBezTo>
                  <a:pt x="282073" y="36941"/>
                  <a:pt x="282444" y="36128"/>
                  <a:pt x="282983" y="35520"/>
                </a:cubicBezTo>
                <a:cubicBezTo>
                  <a:pt x="283523" y="34910"/>
                  <a:pt x="284242" y="34481"/>
                  <a:pt x="285142" y="34232"/>
                </a:cubicBezTo>
                <a:cubicBezTo>
                  <a:pt x="286041" y="33983"/>
                  <a:pt x="287210" y="33859"/>
                  <a:pt x="288649" y="33859"/>
                </a:cubicBezTo>
                <a:cubicBezTo>
                  <a:pt x="290043" y="33859"/>
                  <a:pt x="291190" y="33983"/>
                  <a:pt x="292089" y="34232"/>
                </a:cubicBezTo>
                <a:cubicBezTo>
                  <a:pt x="292988" y="34481"/>
                  <a:pt x="293719" y="34910"/>
                  <a:pt x="294281" y="35520"/>
                </a:cubicBezTo>
                <a:cubicBezTo>
                  <a:pt x="294843" y="36128"/>
                  <a:pt x="295225" y="36941"/>
                  <a:pt x="295428" y="37956"/>
                </a:cubicBezTo>
                <a:cubicBezTo>
                  <a:pt x="295630" y="38972"/>
                  <a:pt x="295731" y="40248"/>
                  <a:pt x="295731" y="41784"/>
                </a:cubicBezTo>
                <a:moveTo>
                  <a:pt x="295731" y="88661"/>
                </a:moveTo>
                <a:cubicBezTo>
                  <a:pt x="295731" y="90151"/>
                  <a:pt x="295630" y="91394"/>
                  <a:pt x="295428" y="92387"/>
                </a:cubicBezTo>
                <a:cubicBezTo>
                  <a:pt x="295225" y="93381"/>
                  <a:pt x="294843" y="94182"/>
                  <a:pt x="294281" y="94792"/>
                </a:cubicBezTo>
                <a:cubicBezTo>
                  <a:pt x="293719" y="95401"/>
                  <a:pt x="292988" y="95829"/>
                  <a:pt x="292089" y="96078"/>
                </a:cubicBezTo>
                <a:cubicBezTo>
                  <a:pt x="291190" y="96327"/>
                  <a:pt x="290043" y="96451"/>
                  <a:pt x="288649" y="96451"/>
                </a:cubicBezTo>
                <a:cubicBezTo>
                  <a:pt x="287210" y="96451"/>
                  <a:pt x="286041" y="96327"/>
                  <a:pt x="285142" y="96078"/>
                </a:cubicBezTo>
                <a:cubicBezTo>
                  <a:pt x="284242" y="95829"/>
                  <a:pt x="283523" y="95401"/>
                  <a:pt x="282983" y="94792"/>
                </a:cubicBezTo>
                <a:cubicBezTo>
                  <a:pt x="282444" y="94182"/>
                  <a:pt x="282073" y="93381"/>
                  <a:pt x="281870" y="92387"/>
                </a:cubicBezTo>
                <a:cubicBezTo>
                  <a:pt x="281668" y="91394"/>
                  <a:pt x="281567" y="90151"/>
                  <a:pt x="281567" y="88661"/>
                </a:cubicBezTo>
                <a:cubicBezTo>
                  <a:pt x="281567" y="87170"/>
                  <a:pt x="281668" y="85916"/>
                  <a:pt x="281870" y="84900"/>
                </a:cubicBezTo>
                <a:cubicBezTo>
                  <a:pt x="282073" y="83884"/>
                  <a:pt x="282444" y="83083"/>
                  <a:pt x="282983" y="82498"/>
                </a:cubicBezTo>
                <a:cubicBezTo>
                  <a:pt x="283523" y="81910"/>
                  <a:pt x="284242" y="81481"/>
                  <a:pt x="285142" y="81210"/>
                </a:cubicBezTo>
                <a:cubicBezTo>
                  <a:pt x="286041" y="80938"/>
                  <a:pt x="287210" y="80803"/>
                  <a:pt x="288649" y="80803"/>
                </a:cubicBezTo>
                <a:cubicBezTo>
                  <a:pt x="290043" y="80803"/>
                  <a:pt x="291190" y="80938"/>
                  <a:pt x="292089" y="81210"/>
                </a:cubicBezTo>
                <a:cubicBezTo>
                  <a:pt x="292988" y="81481"/>
                  <a:pt x="293719" y="81910"/>
                  <a:pt x="294281" y="82498"/>
                </a:cubicBezTo>
                <a:cubicBezTo>
                  <a:pt x="294843" y="83083"/>
                  <a:pt x="295225" y="83884"/>
                  <a:pt x="295428" y="84900"/>
                </a:cubicBezTo>
                <a:cubicBezTo>
                  <a:pt x="295630" y="85916"/>
                  <a:pt x="295731" y="87170"/>
                  <a:pt x="295731" y="88661"/>
                </a:cubicBezTo>
                <a:close/>
                <a:moveTo>
                  <a:pt x="399716" y="91190"/>
                </a:moveTo>
                <a:cubicBezTo>
                  <a:pt x="399716" y="92044"/>
                  <a:pt x="399649" y="92764"/>
                  <a:pt x="399514" y="93348"/>
                </a:cubicBezTo>
                <a:cubicBezTo>
                  <a:pt x="399379" y="93933"/>
                  <a:pt x="399199" y="94405"/>
                  <a:pt x="398974" y="94765"/>
                </a:cubicBezTo>
                <a:cubicBezTo>
                  <a:pt x="398749" y="95124"/>
                  <a:pt x="398491" y="95383"/>
                  <a:pt x="398198" y="95540"/>
                </a:cubicBezTo>
                <a:cubicBezTo>
                  <a:pt x="397906" y="95698"/>
                  <a:pt x="397603" y="95776"/>
                  <a:pt x="397288" y="95776"/>
                </a:cubicBezTo>
                <a:lnTo>
                  <a:pt x="351693" y="95776"/>
                </a:lnTo>
                <a:cubicBezTo>
                  <a:pt x="351378" y="95776"/>
                  <a:pt x="351086" y="95698"/>
                  <a:pt x="350816" y="95540"/>
                </a:cubicBezTo>
                <a:cubicBezTo>
                  <a:pt x="350546" y="95383"/>
                  <a:pt x="350288" y="95124"/>
                  <a:pt x="350040" y="94765"/>
                </a:cubicBezTo>
                <a:cubicBezTo>
                  <a:pt x="349793" y="94405"/>
                  <a:pt x="349602" y="93933"/>
                  <a:pt x="349467" y="93348"/>
                </a:cubicBezTo>
                <a:cubicBezTo>
                  <a:pt x="349332" y="92764"/>
                  <a:pt x="349265" y="92044"/>
                  <a:pt x="349265" y="91190"/>
                </a:cubicBezTo>
                <a:cubicBezTo>
                  <a:pt x="349265" y="90381"/>
                  <a:pt x="349332" y="89684"/>
                  <a:pt x="349467" y="89099"/>
                </a:cubicBezTo>
                <a:cubicBezTo>
                  <a:pt x="349602" y="88514"/>
                  <a:pt x="349771" y="88031"/>
                  <a:pt x="349973" y="87649"/>
                </a:cubicBezTo>
                <a:cubicBezTo>
                  <a:pt x="350175" y="87267"/>
                  <a:pt x="350423" y="86974"/>
                  <a:pt x="350715" y="86772"/>
                </a:cubicBezTo>
                <a:cubicBezTo>
                  <a:pt x="351007" y="86570"/>
                  <a:pt x="351333" y="86469"/>
                  <a:pt x="351693" y="86469"/>
                </a:cubicBezTo>
                <a:lnTo>
                  <a:pt x="369904" y="86469"/>
                </a:lnTo>
                <a:lnTo>
                  <a:pt x="369904" y="20032"/>
                </a:lnTo>
                <a:lnTo>
                  <a:pt x="353042" y="30149"/>
                </a:lnTo>
                <a:cubicBezTo>
                  <a:pt x="352187" y="30599"/>
                  <a:pt x="351502" y="30869"/>
                  <a:pt x="350985" y="30959"/>
                </a:cubicBezTo>
                <a:cubicBezTo>
                  <a:pt x="350468" y="31049"/>
                  <a:pt x="350052" y="30947"/>
                  <a:pt x="349737" y="30655"/>
                </a:cubicBezTo>
                <a:cubicBezTo>
                  <a:pt x="349422" y="30363"/>
                  <a:pt x="349209" y="29879"/>
                  <a:pt x="349096" y="29203"/>
                </a:cubicBezTo>
                <a:cubicBezTo>
                  <a:pt x="348984" y="28526"/>
                  <a:pt x="348927" y="27669"/>
                  <a:pt x="348927" y="26631"/>
                </a:cubicBezTo>
                <a:cubicBezTo>
                  <a:pt x="348927" y="25864"/>
                  <a:pt x="348961" y="25210"/>
                  <a:pt x="349029" y="24669"/>
                </a:cubicBezTo>
                <a:cubicBezTo>
                  <a:pt x="349096" y="24128"/>
                  <a:pt x="349197" y="23677"/>
                  <a:pt x="349332" y="23316"/>
                </a:cubicBezTo>
                <a:cubicBezTo>
                  <a:pt x="349467" y="22955"/>
                  <a:pt x="349658" y="22639"/>
                  <a:pt x="349905" y="22370"/>
                </a:cubicBezTo>
                <a:cubicBezTo>
                  <a:pt x="350153" y="22098"/>
                  <a:pt x="350479" y="21828"/>
                  <a:pt x="350883" y="21558"/>
                </a:cubicBezTo>
                <a:lnTo>
                  <a:pt x="370983" y="8635"/>
                </a:lnTo>
                <a:cubicBezTo>
                  <a:pt x="371163" y="8501"/>
                  <a:pt x="371388" y="8388"/>
                  <a:pt x="371658" y="8298"/>
                </a:cubicBezTo>
                <a:cubicBezTo>
                  <a:pt x="371927" y="8207"/>
                  <a:pt x="372265" y="8116"/>
                  <a:pt x="372669" y="8026"/>
                </a:cubicBezTo>
                <a:cubicBezTo>
                  <a:pt x="373074" y="7936"/>
                  <a:pt x="373546" y="7880"/>
                  <a:pt x="374086" y="7858"/>
                </a:cubicBezTo>
                <a:cubicBezTo>
                  <a:pt x="374625" y="7835"/>
                  <a:pt x="375300" y="7824"/>
                  <a:pt x="376109" y="7824"/>
                </a:cubicBezTo>
                <a:cubicBezTo>
                  <a:pt x="377188" y="7824"/>
                  <a:pt x="378088" y="7869"/>
                  <a:pt x="378807" y="7959"/>
                </a:cubicBezTo>
                <a:cubicBezTo>
                  <a:pt x="379526" y="8049"/>
                  <a:pt x="380089" y="8172"/>
                  <a:pt x="380493" y="8330"/>
                </a:cubicBezTo>
                <a:cubicBezTo>
                  <a:pt x="380898" y="8487"/>
                  <a:pt x="381168" y="8690"/>
                  <a:pt x="381303" y="8939"/>
                </a:cubicBezTo>
                <a:cubicBezTo>
                  <a:pt x="381438" y="9186"/>
                  <a:pt x="381505" y="9445"/>
                  <a:pt x="381505" y="9715"/>
                </a:cubicBezTo>
                <a:lnTo>
                  <a:pt x="381505" y="86469"/>
                </a:lnTo>
                <a:lnTo>
                  <a:pt x="397288" y="86469"/>
                </a:lnTo>
                <a:cubicBezTo>
                  <a:pt x="397648" y="86469"/>
                  <a:pt x="397985" y="86570"/>
                  <a:pt x="398300" y="86772"/>
                </a:cubicBezTo>
                <a:cubicBezTo>
                  <a:pt x="398614" y="86974"/>
                  <a:pt x="398873" y="87267"/>
                  <a:pt x="399075" y="87649"/>
                </a:cubicBezTo>
                <a:cubicBezTo>
                  <a:pt x="399278" y="88031"/>
                  <a:pt x="399435" y="88514"/>
                  <a:pt x="399547" y="89099"/>
                </a:cubicBezTo>
                <a:cubicBezTo>
                  <a:pt x="399660" y="89684"/>
                  <a:pt x="399716" y="90381"/>
                  <a:pt x="399716" y="91190"/>
                </a:cubicBezTo>
                <a:close/>
                <a:moveTo>
                  <a:pt x="469548" y="90785"/>
                </a:moveTo>
                <a:cubicBezTo>
                  <a:pt x="469548" y="91595"/>
                  <a:pt x="469491" y="92314"/>
                  <a:pt x="469379" y="92944"/>
                </a:cubicBezTo>
                <a:cubicBezTo>
                  <a:pt x="469266" y="93573"/>
                  <a:pt x="469109" y="94101"/>
                  <a:pt x="468907" y="94529"/>
                </a:cubicBezTo>
                <a:cubicBezTo>
                  <a:pt x="468704" y="94956"/>
                  <a:pt x="468435" y="95271"/>
                  <a:pt x="468097" y="95473"/>
                </a:cubicBezTo>
                <a:cubicBezTo>
                  <a:pt x="467760" y="95675"/>
                  <a:pt x="467389" y="95776"/>
                  <a:pt x="466984" y="95776"/>
                </a:cubicBezTo>
                <a:lnTo>
                  <a:pt x="418759" y="95776"/>
                </a:lnTo>
                <a:cubicBezTo>
                  <a:pt x="418130" y="95776"/>
                  <a:pt x="417579" y="95698"/>
                  <a:pt x="417107" y="95540"/>
                </a:cubicBezTo>
                <a:cubicBezTo>
                  <a:pt x="416634" y="95383"/>
                  <a:pt x="416230" y="95124"/>
                  <a:pt x="415893" y="94765"/>
                </a:cubicBezTo>
                <a:cubicBezTo>
                  <a:pt x="415555" y="94405"/>
                  <a:pt x="415308" y="93888"/>
                  <a:pt x="415151" y="93213"/>
                </a:cubicBezTo>
                <a:cubicBezTo>
                  <a:pt x="414993" y="92539"/>
                  <a:pt x="414915" y="91707"/>
                  <a:pt x="414915" y="90718"/>
                </a:cubicBezTo>
                <a:cubicBezTo>
                  <a:pt x="414915" y="89818"/>
                  <a:pt x="414948" y="89032"/>
                  <a:pt x="415016" y="88357"/>
                </a:cubicBezTo>
                <a:cubicBezTo>
                  <a:pt x="415083" y="87683"/>
                  <a:pt x="415229" y="87087"/>
                  <a:pt x="415454" y="86570"/>
                </a:cubicBezTo>
                <a:cubicBezTo>
                  <a:pt x="415679" y="86053"/>
                  <a:pt x="415960" y="85536"/>
                  <a:pt x="416297" y="85018"/>
                </a:cubicBezTo>
                <a:cubicBezTo>
                  <a:pt x="416634" y="84501"/>
                  <a:pt x="417073" y="83950"/>
                  <a:pt x="417612" y="83366"/>
                </a:cubicBezTo>
                <a:lnTo>
                  <a:pt x="434542" y="65402"/>
                </a:lnTo>
                <a:cubicBezTo>
                  <a:pt x="438454" y="61262"/>
                  <a:pt x="441590" y="57549"/>
                  <a:pt x="443951" y="54264"/>
                </a:cubicBezTo>
                <a:cubicBezTo>
                  <a:pt x="446312" y="50979"/>
                  <a:pt x="448133" y="47987"/>
                  <a:pt x="449414" y="45287"/>
                </a:cubicBezTo>
                <a:cubicBezTo>
                  <a:pt x="450696" y="42586"/>
                  <a:pt x="451539" y="40134"/>
                  <a:pt x="451944" y="37929"/>
                </a:cubicBezTo>
                <a:cubicBezTo>
                  <a:pt x="452348" y="35724"/>
                  <a:pt x="452551" y="33655"/>
                  <a:pt x="452551" y="31720"/>
                </a:cubicBezTo>
                <a:cubicBezTo>
                  <a:pt x="452551" y="29783"/>
                  <a:pt x="452236" y="27949"/>
                  <a:pt x="451606" y="26216"/>
                </a:cubicBezTo>
                <a:cubicBezTo>
                  <a:pt x="450977" y="24482"/>
                  <a:pt x="450066" y="22963"/>
                  <a:pt x="448875" y="21657"/>
                </a:cubicBezTo>
                <a:cubicBezTo>
                  <a:pt x="447683" y="20350"/>
                  <a:pt x="446188" y="19315"/>
                  <a:pt x="444389" y="18550"/>
                </a:cubicBezTo>
                <a:cubicBezTo>
                  <a:pt x="442591" y="17785"/>
                  <a:pt x="440522" y="17402"/>
                  <a:pt x="438184" y="17402"/>
                </a:cubicBezTo>
                <a:cubicBezTo>
                  <a:pt x="435441" y="17402"/>
                  <a:pt x="432979" y="17784"/>
                  <a:pt x="430799" y="18548"/>
                </a:cubicBezTo>
                <a:cubicBezTo>
                  <a:pt x="428618" y="19313"/>
                  <a:pt x="426707" y="20145"/>
                  <a:pt x="425065" y="21044"/>
                </a:cubicBezTo>
                <a:cubicBezTo>
                  <a:pt x="423424" y="21943"/>
                  <a:pt x="422053" y="22775"/>
                  <a:pt x="420951" y="23539"/>
                </a:cubicBezTo>
                <a:cubicBezTo>
                  <a:pt x="419849" y="24304"/>
                  <a:pt x="419029" y="24686"/>
                  <a:pt x="418489" y="24686"/>
                </a:cubicBezTo>
                <a:cubicBezTo>
                  <a:pt x="418174" y="24686"/>
                  <a:pt x="417893" y="24596"/>
                  <a:pt x="417646" y="24416"/>
                </a:cubicBezTo>
                <a:cubicBezTo>
                  <a:pt x="417399" y="24236"/>
                  <a:pt x="417196" y="23944"/>
                  <a:pt x="417039" y="23539"/>
                </a:cubicBezTo>
                <a:cubicBezTo>
                  <a:pt x="416882" y="23135"/>
                  <a:pt x="416758" y="22595"/>
                  <a:pt x="416668" y="21921"/>
                </a:cubicBezTo>
                <a:cubicBezTo>
                  <a:pt x="416578" y="21246"/>
                  <a:pt x="416533" y="20437"/>
                  <a:pt x="416533" y="19493"/>
                </a:cubicBezTo>
                <a:cubicBezTo>
                  <a:pt x="416533" y="18818"/>
                  <a:pt x="416556" y="18233"/>
                  <a:pt x="416601" y="17739"/>
                </a:cubicBezTo>
                <a:cubicBezTo>
                  <a:pt x="416646" y="17244"/>
                  <a:pt x="416724" y="16817"/>
                  <a:pt x="416837" y="16457"/>
                </a:cubicBezTo>
                <a:cubicBezTo>
                  <a:pt x="416949" y="16098"/>
                  <a:pt x="417095" y="15760"/>
                  <a:pt x="417275" y="15446"/>
                </a:cubicBezTo>
                <a:cubicBezTo>
                  <a:pt x="417455" y="15131"/>
                  <a:pt x="417815" y="14737"/>
                  <a:pt x="418354" y="14265"/>
                </a:cubicBezTo>
                <a:cubicBezTo>
                  <a:pt x="418894" y="13793"/>
                  <a:pt x="419827" y="13152"/>
                  <a:pt x="421153" y="12343"/>
                </a:cubicBezTo>
                <a:cubicBezTo>
                  <a:pt x="422480" y="11534"/>
                  <a:pt x="424144" y="10735"/>
                  <a:pt x="426145" y="9949"/>
                </a:cubicBezTo>
                <a:cubicBezTo>
                  <a:pt x="428146" y="9162"/>
                  <a:pt x="430349" y="8498"/>
                  <a:pt x="432755" y="7959"/>
                </a:cubicBezTo>
                <a:cubicBezTo>
                  <a:pt x="435160" y="7419"/>
                  <a:pt x="437689" y="7150"/>
                  <a:pt x="440342" y="7150"/>
                </a:cubicBezTo>
                <a:cubicBezTo>
                  <a:pt x="444569" y="7150"/>
                  <a:pt x="448268" y="7746"/>
                  <a:pt x="451438" y="8939"/>
                </a:cubicBezTo>
                <a:cubicBezTo>
                  <a:pt x="454608" y="10131"/>
                  <a:pt x="457238" y="11761"/>
                  <a:pt x="459329" y="13831"/>
                </a:cubicBezTo>
                <a:cubicBezTo>
                  <a:pt x="461420" y="15901"/>
                  <a:pt x="462983" y="18309"/>
                  <a:pt x="464017" y="21054"/>
                </a:cubicBezTo>
                <a:cubicBezTo>
                  <a:pt x="465051" y="23799"/>
                  <a:pt x="465568" y="26724"/>
                  <a:pt x="465568" y="29829"/>
                </a:cubicBezTo>
                <a:cubicBezTo>
                  <a:pt x="465568" y="32620"/>
                  <a:pt x="465321" y="35399"/>
                  <a:pt x="464826" y="38167"/>
                </a:cubicBezTo>
                <a:cubicBezTo>
                  <a:pt x="464332" y="40934"/>
                  <a:pt x="463286" y="43926"/>
                  <a:pt x="461690" y="47144"/>
                </a:cubicBezTo>
                <a:cubicBezTo>
                  <a:pt x="460094" y="50362"/>
                  <a:pt x="457789" y="53940"/>
                  <a:pt x="454776" y="57877"/>
                </a:cubicBezTo>
                <a:cubicBezTo>
                  <a:pt x="451764" y="61814"/>
                  <a:pt x="447762" y="66348"/>
                  <a:pt x="442771" y="71478"/>
                </a:cubicBezTo>
                <a:lnTo>
                  <a:pt x="428944" y="85929"/>
                </a:lnTo>
                <a:lnTo>
                  <a:pt x="466917" y="85929"/>
                </a:lnTo>
                <a:cubicBezTo>
                  <a:pt x="467277" y="85929"/>
                  <a:pt x="467625" y="86030"/>
                  <a:pt x="467962" y="86232"/>
                </a:cubicBezTo>
                <a:cubicBezTo>
                  <a:pt x="468300" y="86435"/>
                  <a:pt x="468592" y="86738"/>
                  <a:pt x="468839" y="87143"/>
                </a:cubicBezTo>
                <a:cubicBezTo>
                  <a:pt x="469087" y="87548"/>
                  <a:pt x="469266" y="88054"/>
                  <a:pt x="469379" y="88661"/>
                </a:cubicBezTo>
                <a:cubicBezTo>
                  <a:pt x="469491" y="89268"/>
                  <a:pt x="469548" y="89976"/>
                  <a:pt x="469548" y="90785"/>
                </a:cubicBezTo>
                <a:close/>
                <a:moveTo>
                  <a:pt x="502282" y="86131"/>
                </a:moveTo>
                <a:cubicBezTo>
                  <a:pt x="502282" y="87525"/>
                  <a:pt x="502215" y="88807"/>
                  <a:pt x="502080" y="89976"/>
                </a:cubicBezTo>
                <a:cubicBezTo>
                  <a:pt x="501945" y="91145"/>
                  <a:pt x="501720" y="92247"/>
                  <a:pt x="501405" y="93281"/>
                </a:cubicBezTo>
                <a:cubicBezTo>
                  <a:pt x="501091" y="94315"/>
                  <a:pt x="500675" y="95338"/>
                  <a:pt x="500158" y="96350"/>
                </a:cubicBezTo>
                <a:cubicBezTo>
                  <a:pt x="499641" y="97361"/>
                  <a:pt x="499000" y="98429"/>
                  <a:pt x="498235" y="99553"/>
                </a:cubicBezTo>
                <a:lnTo>
                  <a:pt x="488995" y="113448"/>
                </a:lnTo>
                <a:cubicBezTo>
                  <a:pt x="488770" y="113763"/>
                  <a:pt x="488512" y="114032"/>
                  <a:pt x="488219" y="114257"/>
                </a:cubicBezTo>
                <a:cubicBezTo>
                  <a:pt x="487927" y="114482"/>
                  <a:pt x="487567" y="114684"/>
                  <a:pt x="487140" y="114864"/>
                </a:cubicBezTo>
                <a:cubicBezTo>
                  <a:pt x="486713" y="115044"/>
                  <a:pt x="486218" y="115168"/>
                  <a:pt x="485656" y="115235"/>
                </a:cubicBezTo>
                <a:cubicBezTo>
                  <a:pt x="485094" y="115303"/>
                  <a:pt x="484386" y="115336"/>
                  <a:pt x="483532" y="115336"/>
                </a:cubicBezTo>
                <a:cubicBezTo>
                  <a:pt x="482767" y="115336"/>
                  <a:pt x="482127" y="115303"/>
                  <a:pt x="481609" y="115235"/>
                </a:cubicBezTo>
                <a:cubicBezTo>
                  <a:pt x="481092" y="115168"/>
                  <a:pt x="480721" y="115055"/>
                  <a:pt x="480497" y="114898"/>
                </a:cubicBezTo>
                <a:cubicBezTo>
                  <a:pt x="480272" y="114741"/>
                  <a:pt x="480148" y="114527"/>
                  <a:pt x="480126" y="114257"/>
                </a:cubicBezTo>
                <a:cubicBezTo>
                  <a:pt x="480103" y="113987"/>
                  <a:pt x="480182" y="113673"/>
                  <a:pt x="480362" y="113313"/>
                </a:cubicBezTo>
                <a:lnTo>
                  <a:pt x="489332" y="94765"/>
                </a:lnTo>
                <a:lnTo>
                  <a:pt x="489332" y="86131"/>
                </a:lnTo>
                <a:cubicBezTo>
                  <a:pt x="489332" y="84917"/>
                  <a:pt x="489456" y="83950"/>
                  <a:pt x="489703" y="83231"/>
                </a:cubicBezTo>
                <a:cubicBezTo>
                  <a:pt x="489951" y="82512"/>
                  <a:pt x="490344" y="81972"/>
                  <a:pt x="490884" y="81612"/>
                </a:cubicBezTo>
                <a:cubicBezTo>
                  <a:pt x="491423" y="81253"/>
                  <a:pt x="492098" y="81005"/>
                  <a:pt x="492907" y="80870"/>
                </a:cubicBezTo>
                <a:cubicBezTo>
                  <a:pt x="493716" y="80735"/>
                  <a:pt x="494706" y="80668"/>
                  <a:pt x="495875" y="80668"/>
                </a:cubicBezTo>
                <a:cubicBezTo>
                  <a:pt x="496999" y="80668"/>
                  <a:pt x="497966" y="80735"/>
                  <a:pt x="498775" y="80870"/>
                </a:cubicBezTo>
                <a:cubicBezTo>
                  <a:pt x="499584" y="81005"/>
                  <a:pt x="500248" y="81253"/>
                  <a:pt x="500765" y="81612"/>
                </a:cubicBezTo>
                <a:cubicBezTo>
                  <a:pt x="501282" y="81972"/>
                  <a:pt x="501664" y="82512"/>
                  <a:pt x="501911" y="83231"/>
                </a:cubicBezTo>
                <a:cubicBezTo>
                  <a:pt x="502159" y="83950"/>
                  <a:pt x="502282" y="84917"/>
                  <a:pt x="502282" y="86131"/>
                </a:cubicBezTo>
                <a:close/>
                <a:moveTo>
                  <a:pt x="605535" y="91190"/>
                </a:moveTo>
                <a:cubicBezTo>
                  <a:pt x="605535" y="92044"/>
                  <a:pt x="605468" y="92764"/>
                  <a:pt x="605333" y="93348"/>
                </a:cubicBezTo>
                <a:cubicBezTo>
                  <a:pt x="605198" y="93933"/>
                  <a:pt x="605018" y="94405"/>
                  <a:pt x="604793" y="94765"/>
                </a:cubicBezTo>
                <a:cubicBezTo>
                  <a:pt x="604569" y="95124"/>
                  <a:pt x="604310" y="95383"/>
                  <a:pt x="604018" y="95540"/>
                </a:cubicBezTo>
                <a:cubicBezTo>
                  <a:pt x="603726" y="95698"/>
                  <a:pt x="603422" y="95776"/>
                  <a:pt x="603107" y="95776"/>
                </a:cubicBezTo>
                <a:lnTo>
                  <a:pt x="557512" y="95776"/>
                </a:lnTo>
                <a:cubicBezTo>
                  <a:pt x="557198" y="95776"/>
                  <a:pt x="556905" y="95698"/>
                  <a:pt x="556635" y="95540"/>
                </a:cubicBezTo>
                <a:cubicBezTo>
                  <a:pt x="556366" y="95383"/>
                  <a:pt x="556107" y="95124"/>
                  <a:pt x="555860" y="94765"/>
                </a:cubicBezTo>
                <a:cubicBezTo>
                  <a:pt x="555613" y="94405"/>
                  <a:pt x="555421" y="93933"/>
                  <a:pt x="555287" y="93348"/>
                </a:cubicBezTo>
                <a:cubicBezTo>
                  <a:pt x="555152" y="92764"/>
                  <a:pt x="555084" y="92044"/>
                  <a:pt x="555084" y="91190"/>
                </a:cubicBezTo>
                <a:cubicBezTo>
                  <a:pt x="555084" y="90381"/>
                  <a:pt x="555152" y="89684"/>
                  <a:pt x="555287" y="89099"/>
                </a:cubicBezTo>
                <a:cubicBezTo>
                  <a:pt x="555421" y="88514"/>
                  <a:pt x="555590" y="88031"/>
                  <a:pt x="555792" y="87649"/>
                </a:cubicBezTo>
                <a:cubicBezTo>
                  <a:pt x="555995" y="87267"/>
                  <a:pt x="556242" y="86974"/>
                  <a:pt x="556534" y="86772"/>
                </a:cubicBezTo>
                <a:cubicBezTo>
                  <a:pt x="556827" y="86570"/>
                  <a:pt x="557153" y="86469"/>
                  <a:pt x="557512" y="86469"/>
                </a:cubicBezTo>
                <a:lnTo>
                  <a:pt x="575723" y="86469"/>
                </a:lnTo>
                <a:lnTo>
                  <a:pt x="575723" y="20032"/>
                </a:lnTo>
                <a:lnTo>
                  <a:pt x="558861" y="30149"/>
                </a:lnTo>
                <a:cubicBezTo>
                  <a:pt x="558007" y="30599"/>
                  <a:pt x="557321" y="30869"/>
                  <a:pt x="556804" y="30959"/>
                </a:cubicBezTo>
                <a:cubicBezTo>
                  <a:pt x="556287" y="31049"/>
                  <a:pt x="555871" y="30947"/>
                  <a:pt x="555556" y="30655"/>
                </a:cubicBezTo>
                <a:cubicBezTo>
                  <a:pt x="555242" y="30363"/>
                  <a:pt x="555028" y="29879"/>
                  <a:pt x="554916" y="29203"/>
                </a:cubicBezTo>
                <a:cubicBezTo>
                  <a:pt x="554803" y="28526"/>
                  <a:pt x="554747" y="27669"/>
                  <a:pt x="554747" y="26631"/>
                </a:cubicBezTo>
                <a:cubicBezTo>
                  <a:pt x="554747" y="25864"/>
                  <a:pt x="554781" y="25210"/>
                  <a:pt x="554848" y="24669"/>
                </a:cubicBezTo>
                <a:cubicBezTo>
                  <a:pt x="554916" y="24128"/>
                  <a:pt x="555017" y="23677"/>
                  <a:pt x="555152" y="23316"/>
                </a:cubicBezTo>
                <a:cubicBezTo>
                  <a:pt x="555287" y="22955"/>
                  <a:pt x="555478" y="22639"/>
                  <a:pt x="555725" y="22370"/>
                </a:cubicBezTo>
                <a:cubicBezTo>
                  <a:pt x="555972" y="22098"/>
                  <a:pt x="556298" y="21828"/>
                  <a:pt x="556703" y="21558"/>
                </a:cubicBezTo>
                <a:lnTo>
                  <a:pt x="576802" y="8635"/>
                </a:lnTo>
                <a:cubicBezTo>
                  <a:pt x="576982" y="8501"/>
                  <a:pt x="577207" y="8388"/>
                  <a:pt x="577477" y="8298"/>
                </a:cubicBezTo>
                <a:cubicBezTo>
                  <a:pt x="577747" y="8207"/>
                  <a:pt x="578084" y="8116"/>
                  <a:pt x="578489" y="8026"/>
                </a:cubicBezTo>
                <a:cubicBezTo>
                  <a:pt x="578893" y="7936"/>
                  <a:pt x="579366" y="7880"/>
                  <a:pt x="579905" y="7858"/>
                </a:cubicBezTo>
                <a:cubicBezTo>
                  <a:pt x="580445" y="7835"/>
                  <a:pt x="581119" y="7824"/>
                  <a:pt x="581929" y="7824"/>
                </a:cubicBezTo>
                <a:cubicBezTo>
                  <a:pt x="583008" y="7824"/>
                  <a:pt x="583907" y="7869"/>
                  <a:pt x="584626" y="7959"/>
                </a:cubicBezTo>
                <a:cubicBezTo>
                  <a:pt x="585346" y="8049"/>
                  <a:pt x="585908" y="8172"/>
                  <a:pt x="586313" y="8330"/>
                </a:cubicBezTo>
                <a:cubicBezTo>
                  <a:pt x="586717" y="8487"/>
                  <a:pt x="586987" y="8690"/>
                  <a:pt x="587122" y="8939"/>
                </a:cubicBezTo>
                <a:cubicBezTo>
                  <a:pt x="587257" y="9186"/>
                  <a:pt x="587324" y="9445"/>
                  <a:pt x="587324" y="9715"/>
                </a:cubicBezTo>
                <a:lnTo>
                  <a:pt x="587324" y="86469"/>
                </a:lnTo>
                <a:lnTo>
                  <a:pt x="603107" y="86469"/>
                </a:lnTo>
                <a:cubicBezTo>
                  <a:pt x="603467" y="86469"/>
                  <a:pt x="603804" y="86570"/>
                  <a:pt x="604119" y="86772"/>
                </a:cubicBezTo>
                <a:cubicBezTo>
                  <a:pt x="604434" y="86974"/>
                  <a:pt x="604692" y="87267"/>
                  <a:pt x="604895" y="87649"/>
                </a:cubicBezTo>
                <a:cubicBezTo>
                  <a:pt x="605097" y="88031"/>
                  <a:pt x="605254" y="88514"/>
                  <a:pt x="605367" y="89099"/>
                </a:cubicBezTo>
                <a:cubicBezTo>
                  <a:pt x="605479" y="89684"/>
                  <a:pt x="605535" y="90381"/>
                  <a:pt x="605535" y="91190"/>
                </a:cubicBezTo>
                <a:close/>
                <a:moveTo>
                  <a:pt x="674692" y="70888"/>
                </a:moveTo>
                <a:cubicBezTo>
                  <a:pt x="674692" y="74890"/>
                  <a:pt x="673995" y="78498"/>
                  <a:pt x="672601" y="81713"/>
                </a:cubicBezTo>
                <a:cubicBezTo>
                  <a:pt x="671207" y="84928"/>
                  <a:pt x="669206" y="87683"/>
                  <a:pt x="666598" y="89976"/>
                </a:cubicBezTo>
                <a:cubicBezTo>
                  <a:pt x="663990" y="92269"/>
                  <a:pt x="660775" y="94034"/>
                  <a:pt x="656953" y="95271"/>
                </a:cubicBezTo>
                <a:cubicBezTo>
                  <a:pt x="653131" y="96507"/>
                  <a:pt x="648814" y="97125"/>
                  <a:pt x="644003" y="97125"/>
                </a:cubicBezTo>
                <a:cubicBezTo>
                  <a:pt x="641080" y="97125"/>
                  <a:pt x="638349" y="96888"/>
                  <a:pt x="635808" y="96413"/>
                </a:cubicBezTo>
                <a:cubicBezTo>
                  <a:pt x="633267" y="95939"/>
                  <a:pt x="631008" y="95375"/>
                  <a:pt x="629029" y="94720"/>
                </a:cubicBezTo>
                <a:cubicBezTo>
                  <a:pt x="627051" y="94066"/>
                  <a:pt x="625410" y="93388"/>
                  <a:pt x="624106" y="92689"/>
                </a:cubicBezTo>
                <a:cubicBezTo>
                  <a:pt x="622802" y="91989"/>
                  <a:pt x="621981" y="91481"/>
                  <a:pt x="621644" y="91165"/>
                </a:cubicBezTo>
                <a:cubicBezTo>
                  <a:pt x="621307" y="90848"/>
                  <a:pt x="621048" y="90533"/>
                  <a:pt x="620868" y="90218"/>
                </a:cubicBezTo>
                <a:cubicBezTo>
                  <a:pt x="620688" y="89902"/>
                  <a:pt x="620531" y="89518"/>
                  <a:pt x="620396" y="89067"/>
                </a:cubicBezTo>
                <a:cubicBezTo>
                  <a:pt x="620261" y="88615"/>
                  <a:pt x="620160" y="88061"/>
                  <a:pt x="620093" y="87406"/>
                </a:cubicBezTo>
                <a:cubicBezTo>
                  <a:pt x="620025" y="86752"/>
                  <a:pt x="619991" y="85950"/>
                  <a:pt x="619991" y="85002"/>
                </a:cubicBezTo>
                <a:cubicBezTo>
                  <a:pt x="619991" y="83377"/>
                  <a:pt x="620149" y="82249"/>
                  <a:pt x="620464" y="81616"/>
                </a:cubicBezTo>
                <a:cubicBezTo>
                  <a:pt x="620778" y="80984"/>
                  <a:pt x="621228" y="80668"/>
                  <a:pt x="621813" y="80668"/>
                </a:cubicBezTo>
                <a:cubicBezTo>
                  <a:pt x="622217" y="80668"/>
                  <a:pt x="623015" y="81031"/>
                  <a:pt x="624207" y="81758"/>
                </a:cubicBezTo>
                <a:cubicBezTo>
                  <a:pt x="625399" y="82484"/>
                  <a:pt x="626927" y="83268"/>
                  <a:pt x="628793" y="84108"/>
                </a:cubicBezTo>
                <a:cubicBezTo>
                  <a:pt x="630659" y="84948"/>
                  <a:pt x="632840" y="85732"/>
                  <a:pt x="635336" y="86458"/>
                </a:cubicBezTo>
                <a:cubicBezTo>
                  <a:pt x="637831" y="87184"/>
                  <a:pt x="640608" y="87548"/>
                  <a:pt x="643666" y="87548"/>
                </a:cubicBezTo>
                <a:cubicBezTo>
                  <a:pt x="646633" y="87548"/>
                  <a:pt x="649241" y="87166"/>
                  <a:pt x="651490" y="86401"/>
                </a:cubicBezTo>
                <a:cubicBezTo>
                  <a:pt x="653738" y="85637"/>
                  <a:pt x="655627" y="84558"/>
                  <a:pt x="657155" y="83164"/>
                </a:cubicBezTo>
                <a:cubicBezTo>
                  <a:pt x="658684" y="81770"/>
                  <a:pt x="659831" y="80117"/>
                  <a:pt x="660595" y="78206"/>
                </a:cubicBezTo>
                <a:cubicBezTo>
                  <a:pt x="661360" y="76295"/>
                  <a:pt x="661742" y="74215"/>
                  <a:pt x="661742" y="71967"/>
                </a:cubicBezTo>
                <a:cubicBezTo>
                  <a:pt x="661742" y="69494"/>
                  <a:pt x="661258" y="67268"/>
                  <a:pt x="660292" y="65290"/>
                </a:cubicBezTo>
                <a:cubicBezTo>
                  <a:pt x="659325" y="63311"/>
                  <a:pt x="657909" y="61603"/>
                  <a:pt x="656042" y="60164"/>
                </a:cubicBezTo>
                <a:cubicBezTo>
                  <a:pt x="654176" y="58725"/>
                  <a:pt x="651883" y="57623"/>
                  <a:pt x="649163" y="56859"/>
                </a:cubicBezTo>
                <a:cubicBezTo>
                  <a:pt x="646442" y="56094"/>
                  <a:pt x="643351" y="55712"/>
                  <a:pt x="639889" y="55712"/>
                </a:cubicBezTo>
                <a:lnTo>
                  <a:pt x="631593" y="55712"/>
                </a:lnTo>
                <a:cubicBezTo>
                  <a:pt x="631233" y="55712"/>
                  <a:pt x="630884" y="55633"/>
                  <a:pt x="630547" y="55476"/>
                </a:cubicBezTo>
                <a:cubicBezTo>
                  <a:pt x="630210" y="55319"/>
                  <a:pt x="629918" y="55060"/>
                  <a:pt x="629670" y="54700"/>
                </a:cubicBezTo>
                <a:cubicBezTo>
                  <a:pt x="629423" y="54341"/>
                  <a:pt x="629221" y="53869"/>
                  <a:pt x="629063" y="53284"/>
                </a:cubicBezTo>
                <a:cubicBezTo>
                  <a:pt x="628906" y="52699"/>
                  <a:pt x="628827" y="51935"/>
                  <a:pt x="628827" y="50991"/>
                </a:cubicBezTo>
                <a:cubicBezTo>
                  <a:pt x="628827" y="50136"/>
                  <a:pt x="628895" y="49428"/>
                  <a:pt x="629029" y="48866"/>
                </a:cubicBezTo>
                <a:cubicBezTo>
                  <a:pt x="629164" y="48304"/>
                  <a:pt x="629355" y="47854"/>
                  <a:pt x="629603" y="47517"/>
                </a:cubicBezTo>
                <a:cubicBezTo>
                  <a:pt x="629850" y="47180"/>
                  <a:pt x="630131" y="46933"/>
                  <a:pt x="630446" y="46775"/>
                </a:cubicBezTo>
                <a:cubicBezTo>
                  <a:pt x="630761" y="46618"/>
                  <a:pt x="631120" y="46539"/>
                  <a:pt x="631525" y="46539"/>
                </a:cubicBezTo>
                <a:lnTo>
                  <a:pt x="639147" y="46539"/>
                </a:lnTo>
                <a:cubicBezTo>
                  <a:pt x="642114" y="46539"/>
                  <a:pt x="644779" y="46156"/>
                  <a:pt x="647139" y="45388"/>
                </a:cubicBezTo>
                <a:cubicBezTo>
                  <a:pt x="649500" y="44620"/>
                  <a:pt x="651501" y="43513"/>
                  <a:pt x="653142" y="42069"/>
                </a:cubicBezTo>
                <a:cubicBezTo>
                  <a:pt x="654783" y="40623"/>
                  <a:pt x="656042" y="38895"/>
                  <a:pt x="656919" y="36886"/>
                </a:cubicBezTo>
                <a:cubicBezTo>
                  <a:pt x="657796" y="34875"/>
                  <a:pt x="658235" y="32627"/>
                  <a:pt x="658235" y="30143"/>
                </a:cubicBezTo>
                <a:cubicBezTo>
                  <a:pt x="658235" y="28336"/>
                  <a:pt x="657942" y="26608"/>
                  <a:pt x="657358" y="24960"/>
                </a:cubicBezTo>
                <a:cubicBezTo>
                  <a:pt x="656773" y="23310"/>
                  <a:pt x="655896" y="21876"/>
                  <a:pt x="654727" y="20658"/>
                </a:cubicBezTo>
                <a:cubicBezTo>
                  <a:pt x="653558" y="19438"/>
                  <a:pt x="652063" y="18479"/>
                  <a:pt x="650242" y="17779"/>
                </a:cubicBezTo>
                <a:cubicBezTo>
                  <a:pt x="648421" y="17078"/>
                  <a:pt x="646319" y="16727"/>
                  <a:pt x="643936" y="16727"/>
                </a:cubicBezTo>
                <a:cubicBezTo>
                  <a:pt x="641328" y="16727"/>
                  <a:pt x="638933" y="17121"/>
                  <a:pt x="636752" y="17907"/>
                </a:cubicBezTo>
                <a:cubicBezTo>
                  <a:pt x="634571" y="18694"/>
                  <a:pt x="632627" y="19537"/>
                  <a:pt x="630918" y="20437"/>
                </a:cubicBezTo>
                <a:cubicBezTo>
                  <a:pt x="629209" y="21336"/>
                  <a:pt x="627793" y="22179"/>
                  <a:pt x="626669" y="22966"/>
                </a:cubicBezTo>
                <a:cubicBezTo>
                  <a:pt x="625545" y="23753"/>
                  <a:pt x="624758" y="24146"/>
                  <a:pt x="624308" y="24146"/>
                </a:cubicBezTo>
                <a:cubicBezTo>
                  <a:pt x="623993" y="24146"/>
                  <a:pt x="623712" y="24090"/>
                  <a:pt x="623465" y="23978"/>
                </a:cubicBezTo>
                <a:cubicBezTo>
                  <a:pt x="623218" y="23865"/>
                  <a:pt x="623015" y="23641"/>
                  <a:pt x="622858" y="23303"/>
                </a:cubicBezTo>
                <a:cubicBezTo>
                  <a:pt x="622701" y="22966"/>
                  <a:pt x="622588" y="22494"/>
                  <a:pt x="622521" y="21887"/>
                </a:cubicBezTo>
                <a:cubicBezTo>
                  <a:pt x="622453" y="21280"/>
                  <a:pt x="622420" y="20482"/>
                  <a:pt x="622420" y="19493"/>
                </a:cubicBezTo>
                <a:cubicBezTo>
                  <a:pt x="622420" y="18818"/>
                  <a:pt x="622442" y="18222"/>
                  <a:pt x="622487" y="17705"/>
                </a:cubicBezTo>
                <a:cubicBezTo>
                  <a:pt x="622532" y="17188"/>
                  <a:pt x="622622" y="16738"/>
                  <a:pt x="622757" y="16356"/>
                </a:cubicBezTo>
                <a:cubicBezTo>
                  <a:pt x="622892" y="15974"/>
                  <a:pt x="623049" y="15625"/>
                  <a:pt x="623229" y="15311"/>
                </a:cubicBezTo>
                <a:cubicBezTo>
                  <a:pt x="623409" y="14996"/>
                  <a:pt x="623712" y="14625"/>
                  <a:pt x="624140" y="14198"/>
                </a:cubicBezTo>
                <a:cubicBezTo>
                  <a:pt x="624567" y="13771"/>
                  <a:pt x="625432" y="13152"/>
                  <a:pt x="626736" y="12343"/>
                </a:cubicBezTo>
                <a:cubicBezTo>
                  <a:pt x="628040" y="11534"/>
                  <a:pt x="629648" y="10735"/>
                  <a:pt x="631559" y="9949"/>
                </a:cubicBezTo>
                <a:cubicBezTo>
                  <a:pt x="633470" y="9162"/>
                  <a:pt x="635673" y="8498"/>
                  <a:pt x="638169" y="7959"/>
                </a:cubicBezTo>
                <a:cubicBezTo>
                  <a:pt x="640664" y="7419"/>
                  <a:pt x="643351" y="7150"/>
                  <a:pt x="646229" y="7150"/>
                </a:cubicBezTo>
                <a:cubicBezTo>
                  <a:pt x="650276" y="7150"/>
                  <a:pt x="653828" y="7669"/>
                  <a:pt x="656886" y="8707"/>
                </a:cubicBezTo>
                <a:cubicBezTo>
                  <a:pt x="659943" y="9744"/>
                  <a:pt x="662495" y="11210"/>
                  <a:pt x="664541" y="13104"/>
                </a:cubicBezTo>
                <a:cubicBezTo>
                  <a:pt x="666587" y="14998"/>
                  <a:pt x="668116" y="17265"/>
                  <a:pt x="669127" y="19904"/>
                </a:cubicBezTo>
                <a:cubicBezTo>
                  <a:pt x="670139" y="22542"/>
                  <a:pt x="670645" y="25463"/>
                  <a:pt x="670645" y="28665"/>
                </a:cubicBezTo>
                <a:cubicBezTo>
                  <a:pt x="670645" y="31417"/>
                  <a:pt x="670285" y="33977"/>
                  <a:pt x="669566" y="36346"/>
                </a:cubicBezTo>
                <a:cubicBezTo>
                  <a:pt x="668846" y="38714"/>
                  <a:pt x="667790" y="40811"/>
                  <a:pt x="666396" y="42638"/>
                </a:cubicBezTo>
                <a:cubicBezTo>
                  <a:pt x="665002" y="44464"/>
                  <a:pt x="663293" y="46021"/>
                  <a:pt x="661270" y="47306"/>
                </a:cubicBezTo>
                <a:cubicBezTo>
                  <a:pt x="659246" y="48592"/>
                  <a:pt x="656908" y="49483"/>
                  <a:pt x="654255" y="49979"/>
                </a:cubicBezTo>
                <a:lnTo>
                  <a:pt x="654255" y="50114"/>
                </a:lnTo>
                <a:cubicBezTo>
                  <a:pt x="657268" y="50429"/>
                  <a:pt x="660022" y="51182"/>
                  <a:pt x="662518" y="52373"/>
                </a:cubicBezTo>
                <a:cubicBezTo>
                  <a:pt x="665013" y="53565"/>
                  <a:pt x="667160" y="55060"/>
                  <a:pt x="668959" y="56859"/>
                </a:cubicBezTo>
                <a:cubicBezTo>
                  <a:pt x="670757" y="58657"/>
                  <a:pt x="672163" y="60760"/>
                  <a:pt x="673174" y="63165"/>
                </a:cubicBezTo>
                <a:cubicBezTo>
                  <a:pt x="674186" y="65571"/>
                  <a:pt x="674692" y="68145"/>
                  <a:pt x="674692" y="70888"/>
                </a:cubicBezTo>
                <a:close/>
                <a:moveTo>
                  <a:pt x="708102" y="86131"/>
                </a:moveTo>
                <a:cubicBezTo>
                  <a:pt x="708102" y="87525"/>
                  <a:pt x="708034" y="88807"/>
                  <a:pt x="707899" y="89976"/>
                </a:cubicBezTo>
                <a:cubicBezTo>
                  <a:pt x="707764" y="91145"/>
                  <a:pt x="707540" y="92247"/>
                  <a:pt x="707225" y="93281"/>
                </a:cubicBezTo>
                <a:cubicBezTo>
                  <a:pt x="706910" y="94315"/>
                  <a:pt x="706494" y="95338"/>
                  <a:pt x="705977" y="96350"/>
                </a:cubicBezTo>
                <a:cubicBezTo>
                  <a:pt x="705460" y="97361"/>
                  <a:pt x="704819" y="98429"/>
                  <a:pt x="704055" y="99553"/>
                </a:cubicBezTo>
                <a:lnTo>
                  <a:pt x="694814" y="113448"/>
                </a:lnTo>
                <a:cubicBezTo>
                  <a:pt x="694590" y="113763"/>
                  <a:pt x="694331" y="114032"/>
                  <a:pt x="694039" y="114257"/>
                </a:cubicBezTo>
                <a:cubicBezTo>
                  <a:pt x="693747" y="114482"/>
                  <a:pt x="693387" y="114684"/>
                  <a:pt x="692960" y="114864"/>
                </a:cubicBezTo>
                <a:cubicBezTo>
                  <a:pt x="692532" y="115044"/>
                  <a:pt x="692038" y="115168"/>
                  <a:pt x="691476" y="115235"/>
                </a:cubicBezTo>
                <a:cubicBezTo>
                  <a:pt x="690914" y="115303"/>
                  <a:pt x="690205" y="115336"/>
                  <a:pt x="689351" y="115336"/>
                </a:cubicBezTo>
                <a:cubicBezTo>
                  <a:pt x="688587" y="115336"/>
                  <a:pt x="687946" y="115303"/>
                  <a:pt x="687429" y="115235"/>
                </a:cubicBezTo>
                <a:cubicBezTo>
                  <a:pt x="686912" y="115168"/>
                  <a:pt x="686541" y="115055"/>
                  <a:pt x="686316" y="114898"/>
                </a:cubicBezTo>
                <a:cubicBezTo>
                  <a:pt x="686091" y="114741"/>
                  <a:pt x="685967" y="114527"/>
                  <a:pt x="685945" y="114257"/>
                </a:cubicBezTo>
                <a:cubicBezTo>
                  <a:pt x="685923" y="113987"/>
                  <a:pt x="686001" y="113673"/>
                  <a:pt x="686181" y="113313"/>
                </a:cubicBezTo>
                <a:lnTo>
                  <a:pt x="695152" y="94765"/>
                </a:lnTo>
                <a:lnTo>
                  <a:pt x="695152" y="86131"/>
                </a:lnTo>
                <a:cubicBezTo>
                  <a:pt x="695152" y="84917"/>
                  <a:pt x="695275" y="83950"/>
                  <a:pt x="695523" y="83231"/>
                </a:cubicBezTo>
                <a:cubicBezTo>
                  <a:pt x="695770" y="82512"/>
                  <a:pt x="696163" y="81972"/>
                  <a:pt x="696703" y="81612"/>
                </a:cubicBezTo>
                <a:cubicBezTo>
                  <a:pt x="697243" y="81253"/>
                  <a:pt x="697917" y="81005"/>
                  <a:pt x="698726" y="80870"/>
                </a:cubicBezTo>
                <a:cubicBezTo>
                  <a:pt x="699536" y="80735"/>
                  <a:pt x="700525" y="80668"/>
                  <a:pt x="701694" y="80668"/>
                </a:cubicBezTo>
                <a:cubicBezTo>
                  <a:pt x="702818" y="80668"/>
                  <a:pt x="703785" y="80735"/>
                  <a:pt x="704594" y="80870"/>
                </a:cubicBezTo>
                <a:cubicBezTo>
                  <a:pt x="705404" y="81005"/>
                  <a:pt x="706067" y="81253"/>
                  <a:pt x="706584" y="81612"/>
                </a:cubicBezTo>
                <a:cubicBezTo>
                  <a:pt x="707101" y="81972"/>
                  <a:pt x="707483" y="82512"/>
                  <a:pt x="707731" y="83231"/>
                </a:cubicBezTo>
                <a:cubicBezTo>
                  <a:pt x="707978" y="83950"/>
                  <a:pt x="708102" y="84917"/>
                  <a:pt x="708102" y="86131"/>
                </a:cubicBezTo>
                <a:close/>
                <a:moveTo>
                  <a:pt x="811354" y="91190"/>
                </a:moveTo>
                <a:cubicBezTo>
                  <a:pt x="811354" y="92044"/>
                  <a:pt x="811287" y="92764"/>
                  <a:pt x="811152" y="93348"/>
                </a:cubicBezTo>
                <a:cubicBezTo>
                  <a:pt x="811017" y="93933"/>
                  <a:pt x="810837" y="94405"/>
                  <a:pt x="810612" y="94765"/>
                </a:cubicBezTo>
                <a:cubicBezTo>
                  <a:pt x="810388" y="95124"/>
                  <a:pt x="810129" y="95383"/>
                  <a:pt x="809837" y="95540"/>
                </a:cubicBezTo>
                <a:cubicBezTo>
                  <a:pt x="809544" y="95698"/>
                  <a:pt x="809241" y="95776"/>
                  <a:pt x="808926" y="95776"/>
                </a:cubicBezTo>
                <a:lnTo>
                  <a:pt x="763331" y="95776"/>
                </a:lnTo>
                <a:cubicBezTo>
                  <a:pt x="763016" y="95776"/>
                  <a:pt x="762724" y="95698"/>
                  <a:pt x="762454" y="95540"/>
                </a:cubicBezTo>
                <a:cubicBezTo>
                  <a:pt x="762185" y="95383"/>
                  <a:pt x="761926" y="95124"/>
                  <a:pt x="761679" y="94765"/>
                </a:cubicBezTo>
                <a:cubicBezTo>
                  <a:pt x="761431" y="94405"/>
                  <a:pt x="761240" y="93933"/>
                  <a:pt x="761105" y="93348"/>
                </a:cubicBezTo>
                <a:cubicBezTo>
                  <a:pt x="760970" y="92764"/>
                  <a:pt x="760903" y="92044"/>
                  <a:pt x="760903" y="91190"/>
                </a:cubicBezTo>
                <a:cubicBezTo>
                  <a:pt x="760903" y="90381"/>
                  <a:pt x="760970" y="89684"/>
                  <a:pt x="761105" y="89099"/>
                </a:cubicBezTo>
                <a:cubicBezTo>
                  <a:pt x="761240" y="88514"/>
                  <a:pt x="761409" y="88031"/>
                  <a:pt x="761611" y="87649"/>
                </a:cubicBezTo>
                <a:cubicBezTo>
                  <a:pt x="761814" y="87267"/>
                  <a:pt x="762061" y="86974"/>
                  <a:pt x="762353" y="86772"/>
                </a:cubicBezTo>
                <a:cubicBezTo>
                  <a:pt x="762645" y="86570"/>
                  <a:pt x="762971" y="86469"/>
                  <a:pt x="763331" y="86469"/>
                </a:cubicBezTo>
                <a:lnTo>
                  <a:pt x="781542" y="86469"/>
                </a:lnTo>
                <a:lnTo>
                  <a:pt x="781542" y="20032"/>
                </a:lnTo>
                <a:lnTo>
                  <a:pt x="764680" y="30149"/>
                </a:lnTo>
                <a:cubicBezTo>
                  <a:pt x="763826" y="30599"/>
                  <a:pt x="763140" y="30869"/>
                  <a:pt x="762623" y="30959"/>
                </a:cubicBezTo>
                <a:cubicBezTo>
                  <a:pt x="762106" y="31049"/>
                  <a:pt x="761690" y="30947"/>
                  <a:pt x="761375" y="30655"/>
                </a:cubicBezTo>
                <a:cubicBezTo>
                  <a:pt x="761060" y="30363"/>
                  <a:pt x="760847" y="29879"/>
                  <a:pt x="760734" y="29203"/>
                </a:cubicBezTo>
                <a:cubicBezTo>
                  <a:pt x="760622" y="28526"/>
                  <a:pt x="760566" y="27669"/>
                  <a:pt x="760566" y="26631"/>
                </a:cubicBezTo>
                <a:cubicBezTo>
                  <a:pt x="760566" y="25864"/>
                  <a:pt x="760600" y="25210"/>
                  <a:pt x="760667" y="24669"/>
                </a:cubicBezTo>
                <a:cubicBezTo>
                  <a:pt x="760734" y="24128"/>
                  <a:pt x="760836" y="23677"/>
                  <a:pt x="760970" y="23316"/>
                </a:cubicBezTo>
                <a:cubicBezTo>
                  <a:pt x="761105" y="22955"/>
                  <a:pt x="761296" y="22639"/>
                  <a:pt x="761544" y="22370"/>
                </a:cubicBezTo>
                <a:cubicBezTo>
                  <a:pt x="761791" y="22098"/>
                  <a:pt x="762117" y="21828"/>
                  <a:pt x="762522" y="21558"/>
                </a:cubicBezTo>
                <a:lnTo>
                  <a:pt x="782621" y="8635"/>
                </a:lnTo>
                <a:cubicBezTo>
                  <a:pt x="782801" y="8501"/>
                  <a:pt x="783026" y="8388"/>
                  <a:pt x="783296" y="8298"/>
                </a:cubicBezTo>
                <a:cubicBezTo>
                  <a:pt x="783566" y="8207"/>
                  <a:pt x="783903" y="8116"/>
                  <a:pt x="784308" y="8026"/>
                </a:cubicBezTo>
                <a:cubicBezTo>
                  <a:pt x="784712" y="7936"/>
                  <a:pt x="785184" y="7880"/>
                  <a:pt x="785724" y="7858"/>
                </a:cubicBezTo>
                <a:cubicBezTo>
                  <a:pt x="786264" y="7835"/>
                  <a:pt x="786938" y="7824"/>
                  <a:pt x="787747" y="7824"/>
                </a:cubicBezTo>
                <a:cubicBezTo>
                  <a:pt x="788827" y="7824"/>
                  <a:pt x="789726" y="7869"/>
                  <a:pt x="790445" y="7959"/>
                </a:cubicBezTo>
                <a:cubicBezTo>
                  <a:pt x="791165" y="8049"/>
                  <a:pt x="791727" y="8172"/>
                  <a:pt x="792132" y="8330"/>
                </a:cubicBezTo>
                <a:cubicBezTo>
                  <a:pt x="792536" y="8487"/>
                  <a:pt x="792806" y="8690"/>
                  <a:pt x="792941" y="8939"/>
                </a:cubicBezTo>
                <a:cubicBezTo>
                  <a:pt x="793076" y="9186"/>
                  <a:pt x="793143" y="9445"/>
                  <a:pt x="793143" y="9715"/>
                </a:cubicBezTo>
                <a:lnTo>
                  <a:pt x="793143" y="86469"/>
                </a:lnTo>
                <a:lnTo>
                  <a:pt x="808926" y="86469"/>
                </a:lnTo>
                <a:cubicBezTo>
                  <a:pt x="809286" y="86469"/>
                  <a:pt x="809623" y="86570"/>
                  <a:pt x="809938" y="86772"/>
                </a:cubicBezTo>
                <a:cubicBezTo>
                  <a:pt x="810253" y="86974"/>
                  <a:pt x="810511" y="87267"/>
                  <a:pt x="810714" y="87649"/>
                </a:cubicBezTo>
                <a:cubicBezTo>
                  <a:pt x="810916" y="88031"/>
                  <a:pt x="811073" y="88514"/>
                  <a:pt x="811186" y="89099"/>
                </a:cubicBezTo>
                <a:cubicBezTo>
                  <a:pt x="811298" y="89684"/>
                  <a:pt x="811354" y="90381"/>
                  <a:pt x="811354" y="91190"/>
                </a:cubicBezTo>
                <a:close/>
                <a:moveTo>
                  <a:pt x="884895" y="70888"/>
                </a:moveTo>
                <a:cubicBezTo>
                  <a:pt x="884895" y="72372"/>
                  <a:pt x="884671" y="73541"/>
                  <a:pt x="884221" y="74395"/>
                </a:cubicBezTo>
                <a:cubicBezTo>
                  <a:pt x="883771" y="75250"/>
                  <a:pt x="883142" y="75677"/>
                  <a:pt x="882332" y="75677"/>
                </a:cubicBezTo>
                <a:lnTo>
                  <a:pt x="872485" y="75677"/>
                </a:lnTo>
                <a:lnTo>
                  <a:pt x="872485" y="94084"/>
                </a:lnTo>
                <a:cubicBezTo>
                  <a:pt x="872485" y="94445"/>
                  <a:pt x="872395" y="94750"/>
                  <a:pt x="872215" y="94999"/>
                </a:cubicBezTo>
                <a:cubicBezTo>
                  <a:pt x="872035" y="95246"/>
                  <a:pt x="871721" y="95460"/>
                  <a:pt x="871271" y="95641"/>
                </a:cubicBezTo>
                <a:cubicBezTo>
                  <a:pt x="870821" y="95821"/>
                  <a:pt x="870237" y="95956"/>
                  <a:pt x="869517" y="96046"/>
                </a:cubicBezTo>
                <a:cubicBezTo>
                  <a:pt x="868798" y="96136"/>
                  <a:pt x="867876" y="96181"/>
                  <a:pt x="866752" y="96181"/>
                </a:cubicBezTo>
                <a:cubicBezTo>
                  <a:pt x="865673" y="96181"/>
                  <a:pt x="864773" y="96136"/>
                  <a:pt x="864054" y="96046"/>
                </a:cubicBezTo>
                <a:cubicBezTo>
                  <a:pt x="863335" y="95956"/>
                  <a:pt x="862761" y="95821"/>
                  <a:pt x="862334" y="95641"/>
                </a:cubicBezTo>
                <a:cubicBezTo>
                  <a:pt x="861907" y="95460"/>
                  <a:pt x="861615" y="95246"/>
                  <a:pt x="861457" y="94999"/>
                </a:cubicBezTo>
                <a:cubicBezTo>
                  <a:pt x="861300" y="94750"/>
                  <a:pt x="861221" y="94445"/>
                  <a:pt x="861221" y="94084"/>
                </a:cubicBezTo>
                <a:lnTo>
                  <a:pt x="861221" y="75677"/>
                </a:lnTo>
                <a:lnTo>
                  <a:pt x="825204" y="75677"/>
                </a:lnTo>
                <a:cubicBezTo>
                  <a:pt x="824664" y="75677"/>
                  <a:pt x="824215" y="75609"/>
                  <a:pt x="823855" y="75474"/>
                </a:cubicBezTo>
                <a:cubicBezTo>
                  <a:pt x="823495" y="75340"/>
                  <a:pt x="823169" y="75092"/>
                  <a:pt x="822877" y="74733"/>
                </a:cubicBezTo>
                <a:cubicBezTo>
                  <a:pt x="822585" y="74373"/>
                  <a:pt x="822382" y="73856"/>
                  <a:pt x="822270" y="73181"/>
                </a:cubicBezTo>
                <a:cubicBezTo>
                  <a:pt x="822157" y="72507"/>
                  <a:pt x="822101" y="71630"/>
                  <a:pt x="822101" y="70551"/>
                </a:cubicBezTo>
                <a:cubicBezTo>
                  <a:pt x="822101" y="69696"/>
                  <a:pt x="822124" y="68932"/>
                  <a:pt x="822169" y="68258"/>
                </a:cubicBezTo>
                <a:cubicBezTo>
                  <a:pt x="822214" y="67583"/>
                  <a:pt x="822304" y="66965"/>
                  <a:pt x="822438" y="66403"/>
                </a:cubicBezTo>
                <a:cubicBezTo>
                  <a:pt x="822573" y="65841"/>
                  <a:pt x="822753" y="65301"/>
                  <a:pt x="822978" y="64784"/>
                </a:cubicBezTo>
                <a:cubicBezTo>
                  <a:pt x="823203" y="64267"/>
                  <a:pt x="823473" y="63716"/>
                  <a:pt x="823787" y="63131"/>
                </a:cubicBezTo>
                <a:lnTo>
                  <a:pt x="855218" y="10183"/>
                </a:lnTo>
                <a:cubicBezTo>
                  <a:pt x="855443" y="9823"/>
                  <a:pt x="855769" y="9509"/>
                  <a:pt x="856196" y="9240"/>
                </a:cubicBezTo>
                <a:cubicBezTo>
                  <a:pt x="856623" y="8971"/>
                  <a:pt x="857174" y="8746"/>
                  <a:pt x="857849" y="8566"/>
                </a:cubicBezTo>
                <a:cubicBezTo>
                  <a:pt x="858523" y="8386"/>
                  <a:pt x="859355" y="8262"/>
                  <a:pt x="860344" y="8195"/>
                </a:cubicBezTo>
                <a:cubicBezTo>
                  <a:pt x="861334" y="8128"/>
                  <a:pt x="862503" y="8094"/>
                  <a:pt x="863852" y="8094"/>
                </a:cubicBezTo>
                <a:cubicBezTo>
                  <a:pt x="865336" y="8094"/>
                  <a:pt x="866628" y="8150"/>
                  <a:pt x="867730" y="8262"/>
                </a:cubicBezTo>
                <a:cubicBezTo>
                  <a:pt x="868832" y="8375"/>
                  <a:pt x="869720" y="8521"/>
                  <a:pt x="870394" y="8701"/>
                </a:cubicBezTo>
                <a:cubicBezTo>
                  <a:pt x="871069" y="8881"/>
                  <a:pt x="871586" y="9117"/>
                  <a:pt x="871945" y="9409"/>
                </a:cubicBezTo>
                <a:cubicBezTo>
                  <a:pt x="872305" y="9700"/>
                  <a:pt x="872485" y="10048"/>
                  <a:pt x="872485" y="10452"/>
                </a:cubicBezTo>
                <a:lnTo>
                  <a:pt x="872485" y="66099"/>
                </a:lnTo>
                <a:lnTo>
                  <a:pt x="882332" y="66099"/>
                </a:lnTo>
                <a:cubicBezTo>
                  <a:pt x="883097" y="66099"/>
                  <a:pt x="883715" y="66493"/>
                  <a:pt x="884187" y="67280"/>
                </a:cubicBezTo>
                <a:cubicBezTo>
                  <a:pt x="884659" y="68066"/>
                  <a:pt x="884895" y="69269"/>
                  <a:pt x="884895" y="70888"/>
                </a:cubicBezTo>
                <a:moveTo>
                  <a:pt x="861221" y="18268"/>
                </a:moveTo>
                <a:lnTo>
                  <a:pt x="861086" y="18268"/>
                </a:lnTo>
                <a:lnTo>
                  <a:pt x="832691" y="66099"/>
                </a:lnTo>
                <a:lnTo>
                  <a:pt x="861221" y="66099"/>
                </a:lnTo>
                <a:lnTo>
                  <a:pt x="861221" y="18268"/>
                </a:lnTo>
                <a:close/>
                <a:moveTo>
                  <a:pt x="921744" y="59557"/>
                </a:moveTo>
                <a:cubicBezTo>
                  <a:pt x="921744" y="64643"/>
                  <a:pt x="921430" y="69674"/>
                  <a:pt x="920800" y="74648"/>
                </a:cubicBezTo>
                <a:cubicBezTo>
                  <a:pt x="920171" y="79623"/>
                  <a:pt x="919226" y="84541"/>
                  <a:pt x="917967" y="89403"/>
                </a:cubicBezTo>
                <a:cubicBezTo>
                  <a:pt x="916708" y="94264"/>
                  <a:pt x="915168" y="99048"/>
                  <a:pt x="913347" y="103752"/>
                </a:cubicBezTo>
                <a:cubicBezTo>
                  <a:pt x="911526" y="108457"/>
                  <a:pt x="909401" y="113104"/>
                  <a:pt x="906973" y="117695"/>
                </a:cubicBezTo>
                <a:cubicBezTo>
                  <a:pt x="906838" y="117920"/>
                  <a:pt x="906636" y="118122"/>
                  <a:pt x="906366" y="118302"/>
                </a:cubicBezTo>
                <a:cubicBezTo>
                  <a:pt x="906096" y="118483"/>
                  <a:pt x="905748" y="118641"/>
                  <a:pt x="905321" y="118776"/>
                </a:cubicBezTo>
                <a:cubicBezTo>
                  <a:pt x="904893" y="118911"/>
                  <a:pt x="904388" y="119001"/>
                  <a:pt x="903803" y="119046"/>
                </a:cubicBezTo>
                <a:cubicBezTo>
                  <a:pt x="903219" y="119091"/>
                  <a:pt x="902522" y="119113"/>
                  <a:pt x="901712" y="119113"/>
                </a:cubicBezTo>
                <a:cubicBezTo>
                  <a:pt x="900543" y="119113"/>
                  <a:pt x="899633" y="119057"/>
                  <a:pt x="898981" y="118945"/>
                </a:cubicBezTo>
                <a:cubicBezTo>
                  <a:pt x="898329" y="118832"/>
                  <a:pt x="897856" y="118652"/>
                  <a:pt x="897564" y="118403"/>
                </a:cubicBezTo>
                <a:cubicBezTo>
                  <a:pt x="897272" y="118156"/>
                  <a:pt x="897137" y="117841"/>
                  <a:pt x="897159" y="117459"/>
                </a:cubicBezTo>
                <a:cubicBezTo>
                  <a:pt x="897182" y="117077"/>
                  <a:pt x="897306" y="116615"/>
                  <a:pt x="897530" y="116074"/>
                </a:cubicBezTo>
                <a:cubicBezTo>
                  <a:pt x="901667" y="106981"/>
                  <a:pt x="904792" y="97675"/>
                  <a:pt x="906906" y="88155"/>
                </a:cubicBezTo>
                <a:cubicBezTo>
                  <a:pt x="909019" y="78633"/>
                  <a:pt x="910076" y="69033"/>
                  <a:pt x="910076" y="59354"/>
                </a:cubicBezTo>
                <a:cubicBezTo>
                  <a:pt x="910076" y="49721"/>
                  <a:pt x="909019" y="40144"/>
                  <a:pt x="906906" y="30624"/>
                </a:cubicBezTo>
                <a:cubicBezTo>
                  <a:pt x="904792" y="21102"/>
                  <a:pt x="901622" y="11817"/>
                  <a:pt x="897396" y="2767"/>
                </a:cubicBezTo>
                <a:cubicBezTo>
                  <a:pt x="897216" y="2363"/>
                  <a:pt x="897148" y="1981"/>
                  <a:pt x="897193" y="1621"/>
                </a:cubicBezTo>
                <a:cubicBezTo>
                  <a:pt x="897238" y="1261"/>
                  <a:pt x="897440" y="969"/>
                  <a:pt x="897800" y="744"/>
                </a:cubicBezTo>
                <a:cubicBezTo>
                  <a:pt x="898160" y="518"/>
                  <a:pt x="898655" y="337"/>
                  <a:pt x="899284" y="202"/>
                </a:cubicBezTo>
                <a:cubicBezTo>
                  <a:pt x="899914" y="67"/>
                  <a:pt x="900745" y="0"/>
                  <a:pt x="901780" y="0"/>
                </a:cubicBezTo>
                <a:cubicBezTo>
                  <a:pt x="902724" y="0"/>
                  <a:pt x="903511" y="34"/>
                  <a:pt x="904140" y="101"/>
                </a:cubicBezTo>
                <a:cubicBezTo>
                  <a:pt x="904770" y="169"/>
                  <a:pt x="905276" y="270"/>
                  <a:pt x="905658" y="405"/>
                </a:cubicBezTo>
                <a:cubicBezTo>
                  <a:pt x="906040" y="540"/>
                  <a:pt x="906321" y="675"/>
                  <a:pt x="906501" y="811"/>
                </a:cubicBezTo>
                <a:cubicBezTo>
                  <a:pt x="906681" y="946"/>
                  <a:pt x="906816" y="1104"/>
                  <a:pt x="906906" y="1284"/>
                </a:cubicBezTo>
                <a:cubicBezTo>
                  <a:pt x="911537" y="10511"/>
                  <a:pt x="915168" y="19998"/>
                  <a:pt x="917799" y="29745"/>
                </a:cubicBezTo>
                <a:cubicBezTo>
                  <a:pt x="920429" y="39491"/>
                  <a:pt x="921744" y="49428"/>
                  <a:pt x="921744" y="595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CuriousBlue,">
            <a:extLst xmlns:a="http://schemas.openxmlformats.org/drawingml/2006/main">
              <a:ext uri="{FF2B5EF4-FFF2-40B4-BE49-F238E27FC236}">
                <a16:creationId xmlns:a16="http://schemas.microsoft.com/office/drawing/2014/main" id="{6154FA8B-0712-4521-8C88-DEECC294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2879" y="707129"/>
            <a:ext cx="723240" cy="113583"/>
          </a:xfrm>
          <a:custGeom xmlns:a="http://schemas.openxmlformats.org/drawingml/2006/main">
            <a:pathLst>
              <a:path w="723240" h="113583">
                <a:moveTo>
                  <a:pt x="63334" y="81612"/>
                </a:moveTo>
                <a:cubicBezTo>
                  <a:pt x="63334" y="82332"/>
                  <a:pt x="63311" y="82961"/>
                  <a:pt x="63266" y="83501"/>
                </a:cubicBezTo>
                <a:cubicBezTo>
                  <a:pt x="63221" y="84040"/>
                  <a:pt x="63143" y="84513"/>
                  <a:pt x="63030" y="84917"/>
                </a:cubicBezTo>
                <a:cubicBezTo>
                  <a:pt x="62918" y="85322"/>
                  <a:pt x="62772" y="85682"/>
                  <a:pt x="62592" y="85996"/>
                </a:cubicBezTo>
                <a:cubicBezTo>
                  <a:pt x="62412" y="86311"/>
                  <a:pt x="62097" y="86695"/>
                  <a:pt x="61648" y="87149"/>
                </a:cubicBezTo>
                <a:cubicBezTo>
                  <a:pt x="61198" y="87602"/>
                  <a:pt x="60254" y="88292"/>
                  <a:pt x="58815" y="89221"/>
                </a:cubicBezTo>
                <a:cubicBezTo>
                  <a:pt x="57376" y="90150"/>
                  <a:pt x="55589" y="91056"/>
                  <a:pt x="53453" y="91940"/>
                </a:cubicBezTo>
                <a:cubicBezTo>
                  <a:pt x="51317" y="92824"/>
                  <a:pt x="48866" y="93572"/>
                  <a:pt x="46101" y="94183"/>
                </a:cubicBezTo>
                <a:cubicBezTo>
                  <a:pt x="43335" y="94796"/>
                  <a:pt x="40312" y="95102"/>
                  <a:pt x="37029" y="95102"/>
                </a:cubicBezTo>
                <a:cubicBezTo>
                  <a:pt x="31363" y="95102"/>
                  <a:pt x="26249" y="94158"/>
                  <a:pt x="21685" y="92269"/>
                </a:cubicBezTo>
                <a:cubicBezTo>
                  <a:pt x="17121" y="90381"/>
                  <a:pt x="13231" y="87593"/>
                  <a:pt x="10016" y="83906"/>
                </a:cubicBezTo>
                <a:cubicBezTo>
                  <a:pt x="6801" y="80218"/>
                  <a:pt x="4328" y="75666"/>
                  <a:pt x="2597" y="70247"/>
                </a:cubicBezTo>
                <a:cubicBezTo>
                  <a:pt x="866" y="64829"/>
                  <a:pt x="0" y="58590"/>
                  <a:pt x="0" y="51530"/>
                </a:cubicBezTo>
                <a:cubicBezTo>
                  <a:pt x="0" y="44291"/>
                  <a:pt x="933" y="37838"/>
                  <a:pt x="2799" y="32173"/>
                </a:cubicBezTo>
                <a:cubicBezTo>
                  <a:pt x="4665" y="26507"/>
                  <a:pt x="7284" y="21707"/>
                  <a:pt x="10657" y="17773"/>
                </a:cubicBezTo>
                <a:cubicBezTo>
                  <a:pt x="14029" y="13838"/>
                  <a:pt x="18065" y="10837"/>
                  <a:pt x="22764" y="8768"/>
                </a:cubicBezTo>
                <a:cubicBezTo>
                  <a:pt x="27463" y="6700"/>
                  <a:pt x="32667" y="5666"/>
                  <a:pt x="38378" y="5666"/>
                </a:cubicBezTo>
                <a:cubicBezTo>
                  <a:pt x="40896" y="5666"/>
                  <a:pt x="43347" y="5904"/>
                  <a:pt x="45730" y="6380"/>
                </a:cubicBezTo>
                <a:cubicBezTo>
                  <a:pt x="48113" y="6857"/>
                  <a:pt x="50316" y="7457"/>
                  <a:pt x="52340" y="8182"/>
                </a:cubicBezTo>
                <a:cubicBezTo>
                  <a:pt x="54363" y="8907"/>
                  <a:pt x="56162" y="9746"/>
                  <a:pt x="57736" y="10699"/>
                </a:cubicBezTo>
                <a:cubicBezTo>
                  <a:pt x="59309" y="11650"/>
                  <a:pt x="60400" y="12432"/>
                  <a:pt x="61007" y="13045"/>
                </a:cubicBezTo>
                <a:cubicBezTo>
                  <a:pt x="61614" y="13656"/>
                  <a:pt x="62007" y="14119"/>
                  <a:pt x="62187" y="14434"/>
                </a:cubicBezTo>
                <a:cubicBezTo>
                  <a:pt x="62367" y="14749"/>
                  <a:pt x="62513" y="15120"/>
                  <a:pt x="62626" y="15547"/>
                </a:cubicBezTo>
                <a:cubicBezTo>
                  <a:pt x="62738" y="15974"/>
                  <a:pt x="62828" y="16480"/>
                  <a:pt x="62895" y="17064"/>
                </a:cubicBezTo>
                <a:cubicBezTo>
                  <a:pt x="62963" y="17649"/>
                  <a:pt x="62997" y="18346"/>
                  <a:pt x="62997" y="19155"/>
                </a:cubicBezTo>
                <a:cubicBezTo>
                  <a:pt x="62997" y="20055"/>
                  <a:pt x="62952" y="20819"/>
                  <a:pt x="62862" y="21449"/>
                </a:cubicBezTo>
                <a:cubicBezTo>
                  <a:pt x="62772" y="22078"/>
                  <a:pt x="62637" y="22606"/>
                  <a:pt x="62457" y="23034"/>
                </a:cubicBezTo>
                <a:cubicBezTo>
                  <a:pt x="62277" y="23461"/>
                  <a:pt x="62064" y="23775"/>
                  <a:pt x="61816" y="23978"/>
                </a:cubicBezTo>
                <a:cubicBezTo>
                  <a:pt x="61569" y="24180"/>
                  <a:pt x="61265" y="24281"/>
                  <a:pt x="60906" y="24281"/>
                </a:cubicBezTo>
                <a:cubicBezTo>
                  <a:pt x="60276" y="24281"/>
                  <a:pt x="59399" y="23839"/>
                  <a:pt x="58275" y="22956"/>
                </a:cubicBezTo>
                <a:cubicBezTo>
                  <a:pt x="57151" y="22072"/>
                  <a:pt x="55701" y="21097"/>
                  <a:pt x="53925" y="20032"/>
                </a:cubicBezTo>
                <a:cubicBezTo>
                  <a:pt x="52149" y="18967"/>
                  <a:pt x="49990" y="17992"/>
                  <a:pt x="47450" y="17109"/>
                </a:cubicBezTo>
                <a:cubicBezTo>
                  <a:pt x="44909" y="16225"/>
                  <a:pt x="41863" y="15783"/>
                  <a:pt x="38311" y="15783"/>
                </a:cubicBezTo>
                <a:cubicBezTo>
                  <a:pt x="34444" y="15783"/>
                  <a:pt x="30925" y="16559"/>
                  <a:pt x="27755" y="18110"/>
                </a:cubicBezTo>
                <a:cubicBezTo>
                  <a:pt x="24585" y="19661"/>
                  <a:pt x="21876" y="21943"/>
                  <a:pt x="19627" y="24956"/>
                </a:cubicBezTo>
                <a:cubicBezTo>
                  <a:pt x="17379" y="27969"/>
                  <a:pt x="15637" y="31644"/>
                  <a:pt x="14400" y="35984"/>
                </a:cubicBezTo>
                <a:cubicBezTo>
                  <a:pt x="13164" y="40323"/>
                  <a:pt x="12545" y="45280"/>
                  <a:pt x="12545" y="50856"/>
                </a:cubicBezTo>
                <a:cubicBezTo>
                  <a:pt x="12545" y="56387"/>
                  <a:pt x="13141" y="61277"/>
                  <a:pt x="14333" y="65526"/>
                </a:cubicBezTo>
                <a:cubicBezTo>
                  <a:pt x="15524" y="69775"/>
                  <a:pt x="17233" y="73327"/>
                  <a:pt x="19459" y="76183"/>
                </a:cubicBezTo>
                <a:cubicBezTo>
                  <a:pt x="21685" y="79038"/>
                  <a:pt x="24416" y="81196"/>
                  <a:pt x="27654" y="82658"/>
                </a:cubicBezTo>
                <a:cubicBezTo>
                  <a:pt x="30891" y="84119"/>
                  <a:pt x="34556" y="84850"/>
                  <a:pt x="38648" y="84850"/>
                </a:cubicBezTo>
                <a:cubicBezTo>
                  <a:pt x="42110" y="84850"/>
                  <a:pt x="45134" y="84419"/>
                  <a:pt x="47720" y="83558"/>
                </a:cubicBezTo>
                <a:cubicBezTo>
                  <a:pt x="50305" y="82696"/>
                  <a:pt x="52508" y="81733"/>
                  <a:pt x="54329" y="80668"/>
                </a:cubicBezTo>
                <a:cubicBezTo>
                  <a:pt x="56151" y="79603"/>
                  <a:pt x="57646" y="78640"/>
                  <a:pt x="58815" y="77778"/>
                </a:cubicBezTo>
                <a:cubicBezTo>
                  <a:pt x="59984" y="76917"/>
                  <a:pt x="60906" y="76486"/>
                  <a:pt x="61580" y="76486"/>
                </a:cubicBezTo>
                <a:cubicBezTo>
                  <a:pt x="61895" y="76486"/>
                  <a:pt x="62165" y="76554"/>
                  <a:pt x="62390" y="76689"/>
                </a:cubicBezTo>
                <a:cubicBezTo>
                  <a:pt x="62614" y="76823"/>
                  <a:pt x="62794" y="77082"/>
                  <a:pt x="62929" y="77464"/>
                </a:cubicBezTo>
                <a:cubicBezTo>
                  <a:pt x="63064" y="77846"/>
                  <a:pt x="63165" y="78375"/>
                  <a:pt x="63233" y="79049"/>
                </a:cubicBezTo>
                <a:cubicBezTo>
                  <a:pt x="63300" y="79724"/>
                  <a:pt x="63334" y="80578"/>
                  <a:pt x="63334" y="81612"/>
                </a:cubicBezTo>
                <a:close/>
                <a:moveTo>
                  <a:pt x="129405" y="92337"/>
                </a:moveTo>
                <a:cubicBezTo>
                  <a:pt x="129405" y="92696"/>
                  <a:pt x="129326" y="93000"/>
                  <a:pt x="129169" y="93247"/>
                </a:cubicBezTo>
                <a:cubicBezTo>
                  <a:pt x="129012" y="93494"/>
                  <a:pt x="128731" y="93708"/>
                  <a:pt x="128326" y="93888"/>
                </a:cubicBezTo>
                <a:cubicBezTo>
                  <a:pt x="127921" y="94068"/>
                  <a:pt x="127393" y="94203"/>
                  <a:pt x="126741" y="94293"/>
                </a:cubicBezTo>
                <a:cubicBezTo>
                  <a:pt x="126089" y="94382"/>
                  <a:pt x="125291" y="94427"/>
                  <a:pt x="124347" y="94427"/>
                </a:cubicBezTo>
                <a:cubicBezTo>
                  <a:pt x="123312" y="94427"/>
                  <a:pt x="122469" y="94382"/>
                  <a:pt x="121817" y="94293"/>
                </a:cubicBezTo>
                <a:cubicBezTo>
                  <a:pt x="121165" y="94203"/>
                  <a:pt x="120648" y="94068"/>
                  <a:pt x="120266" y="93888"/>
                </a:cubicBezTo>
                <a:cubicBezTo>
                  <a:pt x="119884" y="93708"/>
                  <a:pt x="119625" y="93494"/>
                  <a:pt x="119490" y="93247"/>
                </a:cubicBezTo>
                <a:cubicBezTo>
                  <a:pt x="119355" y="93000"/>
                  <a:pt x="119288" y="92696"/>
                  <a:pt x="119288" y="92337"/>
                </a:cubicBezTo>
                <a:lnTo>
                  <a:pt x="119288" y="84310"/>
                </a:lnTo>
                <a:cubicBezTo>
                  <a:pt x="115826" y="88156"/>
                  <a:pt x="112408" y="90962"/>
                  <a:pt x="109036" y="92726"/>
                </a:cubicBezTo>
                <a:cubicBezTo>
                  <a:pt x="105663" y="94490"/>
                  <a:pt x="102246" y="95372"/>
                  <a:pt x="98784" y="95372"/>
                </a:cubicBezTo>
                <a:cubicBezTo>
                  <a:pt x="94737" y="95372"/>
                  <a:pt x="91331" y="94697"/>
                  <a:pt x="88565" y="93346"/>
                </a:cubicBezTo>
                <a:cubicBezTo>
                  <a:pt x="85800" y="91996"/>
                  <a:pt x="83563" y="90162"/>
                  <a:pt x="81854" y="87845"/>
                </a:cubicBezTo>
                <a:cubicBezTo>
                  <a:pt x="80145" y="85526"/>
                  <a:pt x="78920" y="82826"/>
                  <a:pt x="78178" y="79743"/>
                </a:cubicBezTo>
                <a:cubicBezTo>
                  <a:pt x="77436" y="76658"/>
                  <a:pt x="77065" y="72911"/>
                  <a:pt x="77065" y="68500"/>
                </a:cubicBezTo>
                <a:lnTo>
                  <a:pt x="77065" y="31635"/>
                </a:lnTo>
                <a:cubicBezTo>
                  <a:pt x="77065" y="31276"/>
                  <a:pt x="77144" y="30972"/>
                  <a:pt x="77301" y="30725"/>
                </a:cubicBezTo>
                <a:cubicBezTo>
                  <a:pt x="77459" y="30476"/>
                  <a:pt x="77762" y="30251"/>
                  <a:pt x="78212" y="30048"/>
                </a:cubicBezTo>
                <a:cubicBezTo>
                  <a:pt x="78662" y="29846"/>
                  <a:pt x="79246" y="29711"/>
                  <a:pt x="79966" y="29643"/>
                </a:cubicBezTo>
                <a:cubicBezTo>
                  <a:pt x="80685" y="29576"/>
                  <a:pt x="81584" y="29542"/>
                  <a:pt x="82664" y="29542"/>
                </a:cubicBezTo>
                <a:cubicBezTo>
                  <a:pt x="83743" y="29542"/>
                  <a:pt x="84642" y="29576"/>
                  <a:pt x="85361" y="29643"/>
                </a:cubicBezTo>
                <a:cubicBezTo>
                  <a:pt x="86081" y="29711"/>
                  <a:pt x="86654" y="29846"/>
                  <a:pt x="87081" y="30048"/>
                </a:cubicBezTo>
                <a:cubicBezTo>
                  <a:pt x="87509" y="30251"/>
                  <a:pt x="87812" y="30476"/>
                  <a:pt x="87992" y="30725"/>
                </a:cubicBezTo>
                <a:cubicBezTo>
                  <a:pt x="88172" y="30972"/>
                  <a:pt x="88262" y="31276"/>
                  <a:pt x="88262" y="31635"/>
                </a:cubicBezTo>
                <a:lnTo>
                  <a:pt x="88262" y="67020"/>
                </a:lnTo>
                <a:cubicBezTo>
                  <a:pt x="88262" y="70577"/>
                  <a:pt x="88520" y="73424"/>
                  <a:pt x="89037" y="75563"/>
                </a:cubicBezTo>
                <a:cubicBezTo>
                  <a:pt x="89554" y="77702"/>
                  <a:pt x="90341" y="79526"/>
                  <a:pt x="91398" y="81035"/>
                </a:cubicBezTo>
                <a:cubicBezTo>
                  <a:pt x="92455" y="82543"/>
                  <a:pt x="93792" y="83713"/>
                  <a:pt x="95411" y="84546"/>
                </a:cubicBezTo>
                <a:cubicBezTo>
                  <a:pt x="97030" y="85378"/>
                  <a:pt x="98919" y="85794"/>
                  <a:pt x="101077" y="85794"/>
                </a:cubicBezTo>
                <a:cubicBezTo>
                  <a:pt x="103865" y="85794"/>
                  <a:pt x="106641" y="84799"/>
                  <a:pt x="109407" y="82809"/>
                </a:cubicBezTo>
                <a:cubicBezTo>
                  <a:pt x="112172" y="80820"/>
                  <a:pt x="115106" y="77903"/>
                  <a:pt x="118209" y="74058"/>
                </a:cubicBezTo>
                <a:lnTo>
                  <a:pt x="118209" y="31633"/>
                </a:lnTo>
                <a:cubicBezTo>
                  <a:pt x="118209" y="31273"/>
                  <a:pt x="118287" y="30970"/>
                  <a:pt x="118445" y="30723"/>
                </a:cubicBezTo>
                <a:cubicBezTo>
                  <a:pt x="118602" y="30475"/>
                  <a:pt x="118906" y="30251"/>
                  <a:pt x="119355" y="30048"/>
                </a:cubicBezTo>
                <a:cubicBezTo>
                  <a:pt x="119805" y="29846"/>
                  <a:pt x="120378" y="29711"/>
                  <a:pt x="121075" y="29643"/>
                </a:cubicBezTo>
                <a:cubicBezTo>
                  <a:pt x="121772" y="29576"/>
                  <a:pt x="122683" y="29542"/>
                  <a:pt x="123807" y="29542"/>
                </a:cubicBezTo>
                <a:cubicBezTo>
                  <a:pt x="124886" y="29542"/>
                  <a:pt x="125785" y="29576"/>
                  <a:pt x="126505" y="29643"/>
                </a:cubicBezTo>
                <a:cubicBezTo>
                  <a:pt x="127224" y="29711"/>
                  <a:pt x="127786" y="29846"/>
                  <a:pt x="128191" y="30048"/>
                </a:cubicBezTo>
                <a:cubicBezTo>
                  <a:pt x="128596" y="30251"/>
                  <a:pt x="128899" y="30475"/>
                  <a:pt x="129102" y="30723"/>
                </a:cubicBezTo>
                <a:cubicBezTo>
                  <a:pt x="129304" y="30970"/>
                  <a:pt x="129405" y="31273"/>
                  <a:pt x="129405" y="31633"/>
                </a:cubicBezTo>
                <a:lnTo>
                  <a:pt x="129405" y="92337"/>
                </a:lnTo>
                <a:close/>
                <a:moveTo>
                  <a:pt x="185401" y="35613"/>
                </a:moveTo>
                <a:cubicBezTo>
                  <a:pt x="185401" y="36602"/>
                  <a:pt x="185378" y="37434"/>
                  <a:pt x="185333" y="38108"/>
                </a:cubicBezTo>
                <a:cubicBezTo>
                  <a:pt x="185288" y="38783"/>
                  <a:pt x="185198" y="39311"/>
                  <a:pt x="185064" y="39693"/>
                </a:cubicBezTo>
                <a:cubicBezTo>
                  <a:pt x="184929" y="40075"/>
                  <a:pt x="184760" y="40368"/>
                  <a:pt x="184558" y="40570"/>
                </a:cubicBezTo>
                <a:cubicBezTo>
                  <a:pt x="184355" y="40772"/>
                  <a:pt x="184074" y="40874"/>
                  <a:pt x="183715" y="40874"/>
                </a:cubicBezTo>
                <a:cubicBezTo>
                  <a:pt x="183355" y="40874"/>
                  <a:pt x="182916" y="40772"/>
                  <a:pt x="182399" y="40570"/>
                </a:cubicBezTo>
                <a:cubicBezTo>
                  <a:pt x="181882" y="40368"/>
                  <a:pt x="181298" y="40165"/>
                  <a:pt x="180646" y="39963"/>
                </a:cubicBezTo>
                <a:cubicBezTo>
                  <a:pt x="179994" y="39761"/>
                  <a:pt x="179263" y="39570"/>
                  <a:pt x="178454" y="39390"/>
                </a:cubicBezTo>
                <a:cubicBezTo>
                  <a:pt x="177644" y="39210"/>
                  <a:pt x="176767" y="39120"/>
                  <a:pt x="175823" y="39120"/>
                </a:cubicBezTo>
                <a:cubicBezTo>
                  <a:pt x="174699" y="39120"/>
                  <a:pt x="173597" y="39345"/>
                  <a:pt x="172518" y="39794"/>
                </a:cubicBezTo>
                <a:cubicBezTo>
                  <a:pt x="171439" y="40244"/>
                  <a:pt x="170304" y="40986"/>
                  <a:pt x="169112" y="42020"/>
                </a:cubicBezTo>
                <a:cubicBezTo>
                  <a:pt x="167920" y="43054"/>
                  <a:pt x="166673" y="44426"/>
                  <a:pt x="165369" y="46135"/>
                </a:cubicBezTo>
                <a:cubicBezTo>
                  <a:pt x="164065" y="47843"/>
                  <a:pt x="162626" y="49934"/>
                  <a:pt x="161052" y="52407"/>
                </a:cubicBezTo>
                <a:lnTo>
                  <a:pt x="161052" y="92337"/>
                </a:lnTo>
                <a:cubicBezTo>
                  <a:pt x="161052" y="92696"/>
                  <a:pt x="160962" y="93000"/>
                  <a:pt x="160782" y="93247"/>
                </a:cubicBezTo>
                <a:cubicBezTo>
                  <a:pt x="160602" y="93494"/>
                  <a:pt x="160310" y="93708"/>
                  <a:pt x="159905" y="93888"/>
                </a:cubicBezTo>
                <a:cubicBezTo>
                  <a:pt x="159501" y="94068"/>
                  <a:pt x="158939" y="94203"/>
                  <a:pt x="158219" y="94293"/>
                </a:cubicBezTo>
                <a:cubicBezTo>
                  <a:pt x="157500" y="94382"/>
                  <a:pt x="156578" y="94427"/>
                  <a:pt x="155454" y="94427"/>
                </a:cubicBezTo>
                <a:cubicBezTo>
                  <a:pt x="154375" y="94427"/>
                  <a:pt x="153475" y="94382"/>
                  <a:pt x="152756" y="94293"/>
                </a:cubicBezTo>
                <a:cubicBezTo>
                  <a:pt x="152036" y="94203"/>
                  <a:pt x="151463" y="94068"/>
                  <a:pt x="151036" y="93888"/>
                </a:cubicBezTo>
                <a:cubicBezTo>
                  <a:pt x="150609" y="93708"/>
                  <a:pt x="150317" y="93494"/>
                  <a:pt x="150159" y="93247"/>
                </a:cubicBezTo>
                <a:cubicBezTo>
                  <a:pt x="150002" y="93000"/>
                  <a:pt x="149923" y="92696"/>
                  <a:pt x="149923" y="92337"/>
                </a:cubicBezTo>
                <a:lnTo>
                  <a:pt x="149923" y="31633"/>
                </a:lnTo>
                <a:cubicBezTo>
                  <a:pt x="149923" y="31273"/>
                  <a:pt x="149991" y="30970"/>
                  <a:pt x="150125" y="30723"/>
                </a:cubicBezTo>
                <a:cubicBezTo>
                  <a:pt x="150260" y="30475"/>
                  <a:pt x="150530" y="30251"/>
                  <a:pt x="150935" y="30048"/>
                </a:cubicBezTo>
                <a:cubicBezTo>
                  <a:pt x="151339" y="29846"/>
                  <a:pt x="151857" y="29711"/>
                  <a:pt x="152486" y="29643"/>
                </a:cubicBezTo>
                <a:cubicBezTo>
                  <a:pt x="153116" y="29576"/>
                  <a:pt x="153947" y="29542"/>
                  <a:pt x="154982" y="29542"/>
                </a:cubicBezTo>
                <a:cubicBezTo>
                  <a:pt x="155971" y="29542"/>
                  <a:pt x="156792" y="29576"/>
                  <a:pt x="157444" y="29643"/>
                </a:cubicBezTo>
                <a:cubicBezTo>
                  <a:pt x="158096" y="29711"/>
                  <a:pt x="158601" y="29846"/>
                  <a:pt x="158961" y="30048"/>
                </a:cubicBezTo>
                <a:cubicBezTo>
                  <a:pt x="159321" y="30251"/>
                  <a:pt x="159579" y="30475"/>
                  <a:pt x="159737" y="30723"/>
                </a:cubicBezTo>
                <a:cubicBezTo>
                  <a:pt x="159894" y="30970"/>
                  <a:pt x="159973" y="31273"/>
                  <a:pt x="159973" y="31633"/>
                </a:cubicBezTo>
                <a:lnTo>
                  <a:pt x="159973" y="40469"/>
                </a:lnTo>
                <a:cubicBezTo>
                  <a:pt x="161637" y="38041"/>
                  <a:pt x="163199" y="36062"/>
                  <a:pt x="164661" y="34533"/>
                </a:cubicBezTo>
                <a:cubicBezTo>
                  <a:pt x="166122" y="33005"/>
                  <a:pt x="167505" y="31802"/>
                  <a:pt x="168809" y="30925"/>
                </a:cubicBezTo>
                <a:cubicBezTo>
                  <a:pt x="170113" y="30048"/>
                  <a:pt x="171405" y="29441"/>
                  <a:pt x="172687" y="29104"/>
                </a:cubicBezTo>
                <a:cubicBezTo>
                  <a:pt x="173968" y="28767"/>
                  <a:pt x="175261" y="28598"/>
                  <a:pt x="176565" y="28598"/>
                </a:cubicBezTo>
                <a:cubicBezTo>
                  <a:pt x="177150" y="28598"/>
                  <a:pt x="177813" y="28632"/>
                  <a:pt x="178555" y="28699"/>
                </a:cubicBezTo>
                <a:cubicBezTo>
                  <a:pt x="179297" y="28767"/>
                  <a:pt x="180072" y="28890"/>
                  <a:pt x="180882" y="29070"/>
                </a:cubicBezTo>
                <a:cubicBezTo>
                  <a:pt x="181691" y="29250"/>
                  <a:pt x="182422" y="29452"/>
                  <a:pt x="183074" y="29677"/>
                </a:cubicBezTo>
                <a:cubicBezTo>
                  <a:pt x="183726" y="29902"/>
                  <a:pt x="184187" y="30127"/>
                  <a:pt x="184457" y="30352"/>
                </a:cubicBezTo>
                <a:cubicBezTo>
                  <a:pt x="184726" y="30577"/>
                  <a:pt x="184906" y="30790"/>
                  <a:pt x="184996" y="30992"/>
                </a:cubicBezTo>
                <a:cubicBezTo>
                  <a:pt x="185086" y="31195"/>
                  <a:pt x="185165" y="31453"/>
                  <a:pt x="185232" y="31768"/>
                </a:cubicBezTo>
                <a:cubicBezTo>
                  <a:pt x="185300" y="32083"/>
                  <a:pt x="185345" y="32544"/>
                  <a:pt x="185367" y="33151"/>
                </a:cubicBezTo>
                <a:cubicBezTo>
                  <a:pt x="185390" y="33758"/>
                  <a:pt x="185401" y="34578"/>
                  <a:pt x="185401" y="35613"/>
                </a:cubicBezTo>
                <a:close/>
                <a:moveTo>
                  <a:pt x="209537" y="92337"/>
                </a:moveTo>
                <a:cubicBezTo>
                  <a:pt x="209537" y="92696"/>
                  <a:pt x="209447" y="93000"/>
                  <a:pt x="209267" y="93247"/>
                </a:cubicBezTo>
                <a:cubicBezTo>
                  <a:pt x="209087" y="93494"/>
                  <a:pt x="208795" y="93708"/>
                  <a:pt x="208390" y="93888"/>
                </a:cubicBezTo>
                <a:cubicBezTo>
                  <a:pt x="207985" y="94068"/>
                  <a:pt x="207423" y="94203"/>
                  <a:pt x="206704" y="94293"/>
                </a:cubicBezTo>
                <a:cubicBezTo>
                  <a:pt x="205984" y="94382"/>
                  <a:pt x="205063" y="94427"/>
                  <a:pt x="203938" y="94427"/>
                </a:cubicBezTo>
                <a:cubicBezTo>
                  <a:pt x="202859" y="94427"/>
                  <a:pt x="201960" y="94382"/>
                  <a:pt x="201241" y="94293"/>
                </a:cubicBezTo>
                <a:cubicBezTo>
                  <a:pt x="200521" y="94203"/>
                  <a:pt x="199948" y="94068"/>
                  <a:pt x="199521" y="93888"/>
                </a:cubicBezTo>
                <a:cubicBezTo>
                  <a:pt x="199093" y="93708"/>
                  <a:pt x="198801" y="93494"/>
                  <a:pt x="198644" y="93247"/>
                </a:cubicBezTo>
                <a:cubicBezTo>
                  <a:pt x="198486" y="93000"/>
                  <a:pt x="198408" y="92696"/>
                  <a:pt x="198408" y="92337"/>
                </a:cubicBezTo>
                <a:lnTo>
                  <a:pt x="198408" y="31633"/>
                </a:lnTo>
                <a:cubicBezTo>
                  <a:pt x="198408" y="31318"/>
                  <a:pt x="198486" y="31026"/>
                  <a:pt x="198644" y="30756"/>
                </a:cubicBezTo>
                <a:cubicBezTo>
                  <a:pt x="198801" y="30487"/>
                  <a:pt x="199093" y="30262"/>
                  <a:pt x="199521" y="30082"/>
                </a:cubicBezTo>
                <a:cubicBezTo>
                  <a:pt x="199948" y="29902"/>
                  <a:pt x="200521" y="29767"/>
                  <a:pt x="201241" y="29677"/>
                </a:cubicBezTo>
                <a:cubicBezTo>
                  <a:pt x="201960" y="29587"/>
                  <a:pt x="202859" y="29542"/>
                  <a:pt x="203938" y="29542"/>
                </a:cubicBezTo>
                <a:cubicBezTo>
                  <a:pt x="205063" y="29542"/>
                  <a:pt x="205984" y="29587"/>
                  <a:pt x="206704" y="29677"/>
                </a:cubicBezTo>
                <a:cubicBezTo>
                  <a:pt x="207423" y="29767"/>
                  <a:pt x="207985" y="29902"/>
                  <a:pt x="208390" y="30082"/>
                </a:cubicBezTo>
                <a:cubicBezTo>
                  <a:pt x="208795" y="30262"/>
                  <a:pt x="209087" y="30487"/>
                  <a:pt x="209267" y="30756"/>
                </a:cubicBezTo>
                <a:cubicBezTo>
                  <a:pt x="209447" y="31026"/>
                  <a:pt x="209537" y="31318"/>
                  <a:pt x="209537" y="31633"/>
                </a:cubicBezTo>
                <a:lnTo>
                  <a:pt x="209537" y="92337"/>
                </a:lnTo>
                <a:moveTo>
                  <a:pt x="210818" y="11061"/>
                </a:moveTo>
                <a:cubicBezTo>
                  <a:pt x="210818" y="13669"/>
                  <a:pt x="210324" y="15446"/>
                  <a:pt x="209334" y="16390"/>
                </a:cubicBezTo>
                <a:cubicBezTo>
                  <a:pt x="208345" y="17334"/>
                  <a:pt x="206524" y="17806"/>
                  <a:pt x="203871" y="17806"/>
                </a:cubicBezTo>
                <a:cubicBezTo>
                  <a:pt x="201263" y="17806"/>
                  <a:pt x="199476" y="17345"/>
                  <a:pt x="198509" y="16424"/>
                </a:cubicBezTo>
                <a:cubicBezTo>
                  <a:pt x="197542" y="15502"/>
                  <a:pt x="197059" y="13759"/>
                  <a:pt x="197059" y="11196"/>
                </a:cubicBezTo>
                <a:cubicBezTo>
                  <a:pt x="197059" y="8588"/>
                  <a:pt x="197553" y="6812"/>
                  <a:pt x="198543" y="5868"/>
                </a:cubicBezTo>
                <a:cubicBezTo>
                  <a:pt x="199532" y="4924"/>
                  <a:pt x="201353" y="4452"/>
                  <a:pt x="204006" y="4452"/>
                </a:cubicBezTo>
                <a:cubicBezTo>
                  <a:pt x="206614" y="4452"/>
                  <a:pt x="208401" y="4912"/>
                  <a:pt x="209368" y="5834"/>
                </a:cubicBezTo>
                <a:cubicBezTo>
                  <a:pt x="210335" y="6756"/>
                  <a:pt x="210818" y="8498"/>
                  <a:pt x="210818" y="11061"/>
                </a:cubicBezTo>
                <a:close/>
                <a:moveTo>
                  <a:pt x="286633" y="61344"/>
                </a:moveTo>
                <a:cubicBezTo>
                  <a:pt x="286633" y="66295"/>
                  <a:pt x="285981" y="70851"/>
                  <a:pt x="284677" y="75015"/>
                </a:cubicBezTo>
                <a:cubicBezTo>
                  <a:pt x="283373" y="79179"/>
                  <a:pt x="281428" y="82769"/>
                  <a:pt x="278843" y="85786"/>
                </a:cubicBezTo>
                <a:cubicBezTo>
                  <a:pt x="276257" y="88801"/>
                  <a:pt x="273020" y="91153"/>
                  <a:pt x="269130" y="92840"/>
                </a:cubicBezTo>
                <a:cubicBezTo>
                  <a:pt x="265241" y="94528"/>
                  <a:pt x="260733" y="95372"/>
                  <a:pt x="255607" y="95372"/>
                </a:cubicBezTo>
                <a:cubicBezTo>
                  <a:pt x="250616" y="95372"/>
                  <a:pt x="246265" y="94629"/>
                  <a:pt x="242556" y="93144"/>
                </a:cubicBezTo>
                <a:cubicBezTo>
                  <a:pt x="238846" y="91659"/>
                  <a:pt x="235755" y="89498"/>
                  <a:pt x="233281" y="86662"/>
                </a:cubicBezTo>
                <a:cubicBezTo>
                  <a:pt x="230808" y="83827"/>
                  <a:pt x="228965" y="80383"/>
                  <a:pt x="227751" y="76332"/>
                </a:cubicBezTo>
                <a:cubicBezTo>
                  <a:pt x="226537" y="72281"/>
                  <a:pt x="225930" y="67690"/>
                  <a:pt x="225930" y="62558"/>
                </a:cubicBezTo>
                <a:cubicBezTo>
                  <a:pt x="225930" y="57608"/>
                  <a:pt x="226570" y="53051"/>
                  <a:pt x="227852" y="48887"/>
                </a:cubicBezTo>
                <a:cubicBezTo>
                  <a:pt x="229133" y="44724"/>
                  <a:pt x="231067" y="41134"/>
                  <a:pt x="233652" y="38119"/>
                </a:cubicBezTo>
                <a:cubicBezTo>
                  <a:pt x="236238" y="35102"/>
                  <a:pt x="239464" y="32761"/>
                  <a:pt x="243331" y="31096"/>
                </a:cubicBezTo>
                <a:cubicBezTo>
                  <a:pt x="247198" y="29431"/>
                  <a:pt x="251717" y="28598"/>
                  <a:pt x="256888" y="28598"/>
                </a:cubicBezTo>
                <a:cubicBezTo>
                  <a:pt x="261879" y="28598"/>
                  <a:pt x="266230" y="29341"/>
                  <a:pt x="269940" y="30826"/>
                </a:cubicBezTo>
                <a:cubicBezTo>
                  <a:pt x="273649" y="32311"/>
                  <a:pt x="276741" y="34472"/>
                  <a:pt x="279214" y="37307"/>
                </a:cubicBezTo>
                <a:cubicBezTo>
                  <a:pt x="281687" y="40143"/>
                  <a:pt x="283542" y="43586"/>
                  <a:pt x="284778" y="47637"/>
                </a:cubicBezTo>
                <a:cubicBezTo>
                  <a:pt x="286015" y="51688"/>
                  <a:pt x="286633" y="56257"/>
                  <a:pt x="286633" y="61344"/>
                </a:cubicBezTo>
                <a:moveTo>
                  <a:pt x="274897" y="62086"/>
                </a:moveTo>
                <a:cubicBezTo>
                  <a:pt x="274897" y="58799"/>
                  <a:pt x="274593" y="55693"/>
                  <a:pt x="273986" y="52766"/>
                </a:cubicBezTo>
                <a:cubicBezTo>
                  <a:pt x="273379" y="49839"/>
                  <a:pt x="272379" y="47272"/>
                  <a:pt x="270985" y="45066"/>
                </a:cubicBezTo>
                <a:cubicBezTo>
                  <a:pt x="269591" y="42860"/>
                  <a:pt x="267702" y="41115"/>
                  <a:pt x="265319" y="39832"/>
                </a:cubicBezTo>
                <a:cubicBezTo>
                  <a:pt x="262936" y="38548"/>
                  <a:pt x="259968" y="37906"/>
                  <a:pt x="256416" y="37906"/>
                </a:cubicBezTo>
                <a:cubicBezTo>
                  <a:pt x="253134" y="37906"/>
                  <a:pt x="250312" y="38491"/>
                  <a:pt x="247951" y="39662"/>
                </a:cubicBezTo>
                <a:cubicBezTo>
                  <a:pt x="245591" y="40832"/>
                  <a:pt x="243646" y="42487"/>
                  <a:pt x="242117" y="44627"/>
                </a:cubicBezTo>
                <a:cubicBezTo>
                  <a:pt x="240588" y="46766"/>
                  <a:pt x="239453" y="49299"/>
                  <a:pt x="238711" y="52226"/>
                </a:cubicBezTo>
                <a:cubicBezTo>
                  <a:pt x="237969" y="55152"/>
                  <a:pt x="237598" y="58348"/>
                  <a:pt x="237598" y="61816"/>
                </a:cubicBezTo>
                <a:cubicBezTo>
                  <a:pt x="237598" y="65148"/>
                  <a:pt x="237902" y="68277"/>
                  <a:pt x="238509" y="71204"/>
                </a:cubicBezTo>
                <a:cubicBezTo>
                  <a:pt x="239116" y="74131"/>
                  <a:pt x="240127" y="76686"/>
                  <a:pt x="241544" y="78870"/>
                </a:cubicBezTo>
                <a:cubicBezTo>
                  <a:pt x="242960" y="81054"/>
                  <a:pt x="244860" y="82788"/>
                  <a:pt x="247243" y="84072"/>
                </a:cubicBezTo>
                <a:cubicBezTo>
                  <a:pt x="249626" y="85355"/>
                  <a:pt x="252594" y="85996"/>
                  <a:pt x="256146" y="85996"/>
                </a:cubicBezTo>
                <a:cubicBezTo>
                  <a:pt x="259384" y="85996"/>
                  <a:pt x="262194" y="85411"/>
                  <a:pt x="264577" y="84241"/>
                </a:cubicBezTo>
                <a:cubicBezTo>
                  <a:pt x="266961" y="83070"/>
                  <a:pt x="268917" y="81427"/>
                  <a:pt x="270445" y="79311"/>
                </a:cubicBezTo>
                <a:cubicBezTo>
                  <a:pt x="271974" y="77193"/>
                  <a:pt x="273098" y="74671"/>
                  <a:pt x="273818" y="71746"/>
                </a:cubicBezTo>
                <a:cubicBezTo>
                  <a:pt x="274537" y="68819"/>
                  <a:pt x="274897" y="65599"/>
                  <a:pt x="274897" y="62086"/>
                </a:cubicBezTo>
                <a:close/>
                <a:moveTo>
                  <a:pt x="354978" y="92337"/>
                </a:moveTo>
                <a:cubicBezTo>
                  <a:pt x="354978" y="92696"/>
                  <a:pt x="354899" y="93000"/>
                  <a:pt x="354742" y="93247"/>
                </a:cubicBezTo>
                <a:cubicBezTo>
                  <a:pt x="354584" y="93494"/>
                  <a:pt x="354303" y="93708"/>
                  <a:pt x="353899" y="93888"/>
                </a:cubicBezTo>
                <a:cubicBezTo>
                  <a:pt x="353494" y="94068"/>
                  <a:pt x="352966" y="94203"/>
                  <a:pt x="352314" y="94293"/>
                </a:cubicBezTo>
                <a:cubicBezTo>
                  <a:pt x="351662" y="94382"/>
                  <a:pt x="350864" y="94427"/>
                  <a:pt x="349919" y="94427"/>
                </a:cubicBezTo>
                <a:cubicBezTo>
                  <a:pt x="348885" y="94427"/>
                  <a:pt x="348042" y="94382"/>
                  <a:pt x="347390" y="94293"/>
                </a:cubicBezTo>
                <a:cubicBezTo>
                  <a:pt x="346738" y="94203"/>
                  <a:pt x="346221" y="94068"/>
                  <a:pt x="345839" y="93888"/>
                </a:cubicBezTo>
                <a:cubicBezTo>
                  <a:pt x="345456" y="93708"/>
                  <a:pt x="345198" y="93494"/>
                  <a:pt x="345063" y="93247"/>
                </a:cubicBezTo>
                <a:cubicBezTo>
                  <a:pt x="344928" y="93000"/>
                  <a:pt x="344861" y="92696"/>
                  <a:pt x="344861" y="92337"/>
                </a:cubicBezTo>
                <a:lnTo>
                  <a:pt x="344861" y="84310"/>
                </a:lnTo>
                <a:cubicBezTo>
                  <a:pt x="341398" y="88156"/>
                  <a:pt x="337981" y="90962"/>
                  <a:pt x="334609" y="92726"/>
                </a:cubicBezTo>
                <a:cubicBezTo>
                  <a:pt x="331236" y="94490"/>
                  <a:pt x="327819" y="95372"/>
                  <a:pt x="324356" y="95372"/>
                </a:cubicBezTo>
                <a:cubicBezTo>
                  <a:pt x="320310" y="95372"/>
                  <a:pt x="316903" y="94697"/>
                  <a:pt x="314138" y="93346"/>
                </a:cubicBezTo>
                <a:cubicBezTo>
                  <a:pt x="311373" y="91996"/>
                  <a:pt x="309136" y="90162"/>
                  <a:pt x="307427" y="87845"/>
                </a:cubicBezTo>
                <a:cubicBezTo>
                  <a:pt x="305718" y="85526"/>
                  <a:pt x="304493" y="82826"/>
                  <a:pt x="303751" y="79743"/>
                </a:cubicBezTo>
                <a:cubicBezTo>
                  <a:pt x="303009" y="76658"/>
                  <a:pt x="302638" y="72911"/>
                  <a:pt x="302638" y="68500"/>
                </a:cubicBezTo>
                <a:lnTo>
                  <a:pt x="302638" y="31635"/>
                </a:lnTo>
                <a:cubicBezTo>
                  <a:pt x="302638" y="31276"/>
                  <a:pt x="302717" y="30972"/>
                  <a:pt x="302874" y="30725"/>
                </a:cubicBezTo>
                <a:cubicBezTo>
                  <a:pt x="303032" y="30476"/>
                  <a:pt x="303335" y="30251"/>
                  <a:pt x="303785" y="30048"/>
                </a:cubicBezTo>
                <a:cubicBezTo>
                  <a:pt x="304234" y="29846"/>
                  <a:pt x="304819" y="29711"/>
                  <a:pt x="305538" y="29643"/>
                </a:cubicBezTo>
                <a:cubicBezTo>
                  <a:pt x="306258" y="29576"/>
                  <a:pt x="307157" y="29542"/>
                  <a:pt x="308236" y="29542"/>
                </a:cubicBezTo>
                <a:cubicBezTo>
                  <a:pt x="309315" y="29542"/>
                  <a:pt x="310215" y="29576"/>
                  <a:pt x="310934" y="29643"/>
                </a:cubicBezTo>
                <a:cubicBezTo>
                  <a:pt x="311654" y="29711"/>
                  <a:pt x="312227" y="29846"/>
                  <a:pt x="312654" y="30048"/>
                </a:cubicBezTo>
                <a:cubicBezTo>
                  <a:pt x="313081" y="30251"/>
                  <a:pt x="313385" y="30476"/>
                  <a:pt x="313565" y="30725"/>
                </a:cubicBezTo>
                <a:cubicBezTo>
                  <a:pt x="313745" y="30972"/>
                  <a:pt x="313835" y="31276"/>
                  <a:pt x="313835" y="31635"/>
                </a:cubicBezTo>
                <a:lnTo>
                  <a:pt x="313835" y="67020"/>
                </a:lnTo>
                <a:cubicBezTo>
                  <a:pt x="313835" y="70577"/>
                  <a:pt x="314093" y="73424"/>
                  <a:pt x="314610" y="75563"/>
                </a:cubicBezTo>
                <a:cubicBezTo>
                  <a:pt x="315127" y="77702"/>
                  <a:pt x="315914" y="79526"/>
                  <a:pt x="316971" y="81035"/>
                </a:cubicBezTo>
                <a:cubicBezTo>
                  <a:pt x="318028" y="82543"/>
                  <a:pt x="319365" y="83713"/>
                  <a:pt x="320984" y="84546"/>
                </a:cubicBezTo>
                <a:cubicBezTo>
                  <a:pt x="322603" y="85378"/>
                  <a:pt x="324491" y="85794"/>
                  <a:pt x="326650" y="85794"/>
                </a:cubicBezTo>
                <a:cubicBezTo>
                  <a:pt x="329438" y="85794"/>
                  <a:pt x="332214" y="84799"/>
                  <a:pt x="334980" y="82809"/>
                </a:cubicBezTo>
                <a:cubicBezTo>
                  <a:pt x="337745" y="80820"/>
                  <a:pt x="340679" y="77903"/>
                  <a:pt x="343781" y="74058"/>
                </a:cubicBezTo>
                <a:lnTo>
                  <a:pt x="343781" y="31633"/>
                </a:lnTo>
                <a:cubicBezTo>
                  <a:pt x="343781" y="31273"/>
                  <a:pt x="343860" y="30970"/>
                  <a:pt x="344018" y="30723"/>
                </a:cubicBezTo>
                <a:cubicBezTo>
                  <a:pt x="344175" y="30475"/>
                  <a:pt x="344478" y="30251"/>
                  <a:pt x="344928" y="30048"/>
                </a:cubicBezTo>
                <a:cubicBezTo>
                  <a:pt x="345378" y="29846"/>
                  <a:pt x="345951" y="29711"/>
                  <a:pt x="346648" y="29643"/>
                </a:cubicBezTo>
                <a:cubicBezTo>
                  <a:pt x="347345" y="29576"/>
                  <a:pt x="348256" y="29542"/>
                  <a:pt x="349380" y="29542"/>
                </a:cubicBezTo>
                <a:cubicBezTo>
                  <a:pt x="350459" y="29542"/>
                  <a:pt x="351358" y="29576"/>
                  <a:pt x="352078" y="29643"/>
                </a:cubicBezTo>
                <a:cubicBezTo>
                  <a:pt x="352797" y="29711"/>
                  <a:pt x="353359" y="29846"/>
                  <a:pt x="353764" y="30048"/>
                </a:cubicBezTo>
                <a:cubicBezTo>
                  <a:pt x="354169" y="30251"/>
                  <a:pt x="354472" y="30475"/>
                  <a:pt x="354674" y="30723"/>
                </a:cubicBezTo>
                <a:cubicBezTo>
                  <a:pt x="354877" y="30970"/>
                  <a:pt x="354978" y="31273"/>
                  <a:pt x="354978" y="31633"/>
                </a:cubicBezTo>
                <a:lnTo>
                  <a:pt x="354978" y="92337"/>
                </a:lnTo>
                <a:close/>
                <a:moveTo>
                  <a:pt x="413604" y="75860"/>
                </a:moveTo>
                <a:cubicBezTo>
                  <a:pt x="413604" y="78966"/>
                  <a:pt x="413031" y="81734"/>
                  <a:pt x="411884" y="84165"/>
                </a:cubicBezTo>
                <a:cubicBezTo>
                  <a:pt x="410738" y="86594"/>
                  <a:pt x="409108" y="88642"/>
                  <a:pt x="406994" y="90309"/>
                </a:cubicBezTo>
                <a:cubicBezTo>
                  <a:pt x="404881" y="91974"/>
                  <a:pt x="402363" y="93234"/>
                  <a:pt x="399440" y="94088"/>
                </a:cubicBezTo>
                <a:cubicBezTo>
                  <a:pt x="396517" y="94944"/>
                  <a:pt x="393302" y="95372"/>
                  <a:pt x="389795" y="95372"/>
                </a:cubicBezTo>
                <a:cubicBezTo>
                  <a:pt x="387637" y="95372"/>
                  <a:pt x="385579" y="95203"/>
                  <a:pt x="383623" y="94866"/>
                </a:cubicBezTo>
                <a:cubicBezTo>
                  <a:pt x="381667" y="94529"/>
                  <a:pt x="379914" y="94101"/>
                  <a:pt x="378362" y="93584"/>
                </a:cubicBezTo>
                <a:cubicBezTo>
                  <a:pt x="376811" y="93067"/>
                  <a:pt x="375496" y="92528"/>
                  <a:pt x="374417" y="91966"/>
                </a:cubicBezTo>
                <a:cubicBezTo>
                  <a:pt x="373338" y="91404"/>
                  <a:pt x="372551" y="90898"/>
                  <a:pt x="372056" y="90448"/>
                </a:cubicBezTo>
                <a:cubicBezTo>
                  <a:pt x="371561" y="89998"/>
                  <a:pt x="371202" y="89369"/>
                  <a:pt x="370977" y="88559"/>
                </a:cubicBezTo>
                <a:cubicBezTo>
                  <a:pt x="370752" y="87750"/>
                  <a:pt x="370640" y="86648"/>
                  <a:pt x="370640" y="85254"/>
                </a:cubicBezTo>
                <a:cubicBezTo>
                  <a:pt x="370640" y="84400"/>
                  <a:pt x="370685" y="83681"/>
                  <a:pt x="370774" y="83096"/>
                </a:cubicBezTo>
                <a:cubicBezTo>
                  <a:pt x="370864" y="82512"/>
                  <a:pt x="370977" y="82039"/>
                  <a:pt x="371112" y="81680"/>
                </a:cubicBezTo>
                <a:cubicBezTo>
                  <a:pt x="371247" y="81320"/>
                  <a:pt x="371438" y="81061"/>
                  <a:pt x="371685" y="80904"/>
                </a:cubicBezTo>
                <a:cubicBezTo>
                  <a:pt x="371932" y="80747"/>
                  <a:pt x="372213" y="80668"/>
                  <a:pt x="372528" y="80668"/>
                </a:cubicBezTo>
                <a:cubicBezTo>
                  <a:pt x="373023" y="80668"/>
                  <a:pt x="373753" y="80972"/>
                  <a:pt x="374720" y="81579"/>
                </a:cubicBezTo>
                <a:cubicBezTo>
                  <a:pt x="375687" y="82186"/>
                  <a:pt x="376879" y="82849"/>
                  <a:pt x="378295" y="83568"/>
                </a:cubicBezTo>
                <a:cubicBezTo>
                  <a:pt x="379711" y="84288"/>
                  <a:pt x="381386" y="84951"/>
                  <a:pt x="383320" y="85558"/>
                </a:cubicBezTo>
                <a:cubicBezTo>
                  <a:pt x="385253" y="86165"/>
                  <a:pt x="387479" y="86469"/>
                  <a:pt x="389997" y="86469"/>
                </a:cubicBezTo>
                <a:cubicBezTo>
                  <a:pt x="391886" y="86469"/>
                  <a:pt x="393594" y="86266"/>
                  <a:pt x="395123" y="85862"/>
                </a:cubicBezTo>
                <a:cubicBezTo>
                  <a:pt x="396652" y="85455"/>
                  <a:pt x="397979" y="84858"/>
                  <a:pt x="399103" y="84070"/>
                </a:cubicBezTo>
                <a:cubicBezTo>
                  <a:pt x="400227" y="83282"/>
                  <a:pt x="401092" y="82279"/>
                  <a:pt x="401699" y="81062"/>
                </a:cubicBezTo>
                <a:cubicBezTo>
                  <a:pt x="402306" y="79845"/>
                  <a:pt x="402610" y="78404"/>
                  <a:pt x="402610" y="76737"/>
                </a:cubicBezTo>
                <a:cubicBezTo>
                  <a:pt x="402610" y="75027"/>
                  <a:pt x="402172" y="73587"/>
                  <a:pt x="401295" y="72416"/>
                </a:cubicBezTo>
                <a:cubicBezTo>
                  <a:pt x="400418" y="71246"/>
                  <a:pt x="399260" y="70211"/>
                  <a:pt x="397821" y="69311"/>
                </a:cubicBezTo>
                <a:cubicBezTo>
                  <a:pt x="396382" y="68411"/>
                  <a:pt x="394764" y="67612"/>
                  <a:pt x="392965" y="66915"/>
                </a:cubicBezTo>
                <a:cubicBezTo>
                  <a:pt x="391166" y="66217"/>
                  <a:pt x="389311" y="65485"/>
                  <a:pt x="387400" y="64721"/>
                </a:cubicBezTo>
                <a:cubicBezTo>
                  <a:pt x="385489" y="63955"/>
                  <a:pt x="383623" y="63088"/>
                  <a:pt x="381802" y="62120"/>
                </a:cubicBezTo>
                <a:cubicBezTo>
                  <a:pt x="379981" y="61152"/>
                  <a:pt x="378351" y="59970"/>
                  <a:pt x="376912" y="58575"/>
                </a:cubicBezTo>
                <a:cubicBezTo>
                  <a:pt x="375473" y="57179"/>
                  <a:pt x="374315" y="55514"/>
                  <a:pt x="373439" y="53579"/>
                </a:cubicBezTo>
                <a:cubicBezTo>
                  <a:pt x="372562" y="51644"/>
                  <a:pt x="372123" y="49326"/>
                  <a:pt x="372123" y="46626"/>
                </a:cubicBezTo>
                <a:cubicBezTo>
                  <a:pt x="372123" y="44240"/>
                  <a:pt x="372584" y="41956"/>
                  <a:pt x="373506" y="39773"/>
                </a:cubicBezTo>
                <a:cubicBezTo>
                  <a:pt x="374428" y="37590"/>
                  <a:pt x="375811" y="35677"/>
                  <a:pt x="377654" y="34034"/>
                </a:cubicBezTo>
                <a:cubicBezTo>
                  <a:pt x="379498" y="32390"/>
                  <a:pt x="381802" y="31073"/>
                  <a:pt x="384568" y="30084"/>
                </a:cubicBezTo>
                <a:cubicBezTo>
                  <a:pt x="387333" y="29093"/>
                  <a:pt x="390559" y="28598"/>
                  <a:pt x="394246" y="28598"/>
                </a:cubicBezTo>
                <a:cubicBezTo>
                  <a:pt x="395865" y="28598"/>
                  <a:pt x="397484" y="28735"/>
                  <a:pt x="399103" y="29009"/>
                </a:cubicBezTo>
                <a:cubicBezTo>
                  <a:pt x="400721" y="29283"/>
                  <a:pt x="402183" y="29625"/>
                  <a:pt x="403487" y="30036"/>
                </a:cubicBezTo>
                <a:cubicBezTo>
                  <a:pt x="404791" y="30446"/>
                  <a:pt x="405904" y="30891"/>
                  <a:pt x="406826" y="31370"/>
                </a:cubicBezTo>
                <a:cubicBezTo>
                  <a:pt x="407747" y="31849"/>
                  <a:pt x="408444" y="32271"/>
                  <a:pt x="408916" y="32636"/>
                </a:cubicBezTo>
                <a:cubicBezTo>
                  <a:pt x="409389" y="33002"/>
                  <a:pt x="409703" y="33319"/>
                  <a:pt x="409861" y="33589"/>
                </a:cubicBezTo>
                <a:cubicBezTo>
                  <a:pt x="410018" y="33859"/>
                  <a:pt x="410130" y="34162"/>
                  <a:pt x="410198" y="34500"/>
                </a:cubicBezTo>
                <a:cubicBezTo>
                  <a:pt x="410265" y="34837"/>
                  <a:pt x="410333" y="35253"/>
                  <a:pt x="410400" y="35748"/>
                </a:cubicBezTo>
                <a:cubicBezTo>
                  <a:pt x="410468" y="36242"/>
                  <a:pt x="410501" y="36849"/>
                  <a:pt x="410501" y="37569"/>
                </a:cubicBezTo>
                <a:cubicBezTo>
                  <a:pt x="410501" y="38333"/>
                  <a:pt x="410468" y="38996"/>
                  <a:pt x="410400" y="39558"/>
                </a:cubicBezTo>
                <a:cubicBezTo>
                  <a:pt x="410333" y="40120"/>
                  <a:pt x="410220" y="40581"/>
                  <a:pt x="410063" y="40941"/>
                </a:cubicBezTo>
                <a:cubicBezTo>
                  <a:pt x="409906" y="41301"/>
                  <a:pt x="409715" y="41559"/>
                  <a:pt x="409490" y="41717"/>
                </a:cubicBezTo>
                <a:cubicBezTo>
                  <a:pt x="409265" y="41874"/>
                  <a:pt x="409018" y="41953"/>
                  <a:pt x="408748" y="41953"/>
                </a:cubicBezTo>
                <a:cubicBezTo>
                  <a:pt x="408343" y="41953"/>
                  <a:pt x="407759" y="41702"/>
                  <a:pt x="406994" y="41200"/>
                </a:cubicBezTo>
                <a:cubicBezTo>
                  <a:pt x="406230" y="40699"/>
                  <a:pt x="405240" y="40163"/>
                  <a:pt x="404026" y="39592"/>
                </a:cubicBezTo>
                <a:cubicBezTo>
                  <a:pt x="402812" y="39022"/>
                  <a:pt x="401385" y="38486"/>
                  <a:pt x="399743" y="37984"/>
                </a:cubicBezTo>
                <a:cubicBezTo>
                  <a:pt x="398102" y="37482"/>
                  <a:pt x="396225" y="37231"/>
                  <a:pt x="394112" y="37231"/>
                </a:cubicBezTo>
                <a:cubicBezTo>
                  <a:pt x="392223" y="37231"/>
                  <a:pt x="390559" y="37446"/>
                  <a:pt x="389120" y="37874"/>
                </a:cubicBezTo>
                <a:cubicBezTo>
                  <a:pt x="387681" y="38301"/>
                  <a:pt x="386501" y="38909"/>
                  <a:pt x="385579" y="39697"/>
                </a:cubicBezTo>
                <a:cubicBezTo>
                  <a:pt x="384658" y="40486"/>
                  <a:pt x="383961" y="41421"/>
                  <a:pt x="383488" y="42503"/>
                </a:cubicBezTo>
                <a:cubicBezTo>
                  <a:pt x="383016" y="43583"/>
                  <a:pt x="382780" y="44755"/>
                  <a:pt x="382780" y="46017"/>
                </a:cubicBezTo>
                <a:cubicBezTo>
                  <a:pt x="382780" y="47772"/>
                  <a:pt x="383230" y="49246"/>
                  <a:pt x="384129" y="50439"/>
                </a:cubicBezTo>
                <a:cubicBezTo>
                  <a:pt x="385029" y="51632"/>
                  <a:pt x="386198" y="52678"/>
                  <a:pt x="387637" y="53579"/>
                </a:cubicBezTo>
                <a:cubicBezTo>
                  <a:pt x="389075" y="54478"/>
                  <a:pt x="390717" y="55289"/>
                  <a:pt x="392560" y="56009"/>
                </a:cubicBezTo>
                <a:cubicBezTo>
                  <a:pt x="394404" y="56729"/>
                  <a:pt x="396281" y="57471"/>
                  <a:pt x="398192" y="58237"/>
                </a:cubicBezTo>
                <a:cubicBezTo>
                  <a:pt x="400103" y="59002"/>
                  <a:pt x="401992" y="59857"/>
                  <a:pt x="403858" y="60802"/>
                </a:cubicBezTo>
                <a:cubicBezTo>
                  <a:pt x="405724" y="61748"/>
                  <a:pt x="407376" y="62896"/>
                  <a:pt x="408815" y="64246"/>
                </a:cubicBezTo>
                <a:cubicBezTo>
                  <a:pt x="410254" y="65597"/>
                  <a:pt x="411412" y="67218"/>
                  <a:pt x="412289" y="69109"/>
                </a:cubicBezTo>
                <a:cubicBezTo>
                  <a:pt x="413166" y="70999"/>
                  <a:pt x="413604" y="73249"/>
                  <a:pt x="413604" y="75860"/>
                </a:cubicBezTo>
                <a:close/>
                <a:moveTo>
                  <a:pt x="519539" y="68999"/>
                </a:moveTo>
                <a:cubicBezTo>
                  <a:pt x="519539" y="71742"/>
                  <a:pt x="519191" y="74272"/>
                  <a:pt x="518494" y="76587"/>
                </a:cubicBezTo>
                <a:cubicBezTo>
                  <a:pt x="517797" y="78903"/>
                  <a:pt x="516819" y="80983"/>
                  <a:pt x="515560" y="82826"/>
                </a:cubicBezTo>
                <a:cubicBezTo>
                  <a:pt x="514301" y="84670"/>
                  <a:pt x="512783" y="86289"/>
                  <a:pt x="511007" y="87683"/>
                </a:cubicBezTo>
                <a:cubicBezTo>
                  <a:pt x="509231" y="89077"/>
                  <a:pt x="507230" y="90246"/>
                  <a:pt x="505004" y="91190"/>
                </a:cubicBezTo>
                <a:cubicBezTo>
                  <a:pt x="502778" y="92134"/>
                  <a:pt x="500395" y="92842"/>
                  <a:pt x="497854" y="93315"/>
                </a:cubicBezTo>
                <a:cubicBezTo>
                  <a:pt x="495314" y="93787"/>
                  <a:pt x="492402" y="94023"/>
                  <a:pt x="489120" y="94023"/>
                </a:cubicBezTo>
                <a:lnTo>
                  <a:pt x="466322" y="94023"/>
                </a:lnTo>
                <a:cubicBezTo>
                  <a:pt x="465288" y="94023"/>
                  <a:pt x="464310" y="93674"/>
                  <a:pt x="463388" y="92977"/>
                </a:cubicBezTo>
                <a:cubicBezTo>
                  <a:pt x="462467" y="92280"/>
                  <a:pt x="462006" y="91055"/>
                  <a:pt x="462006" y="89301"/>
                </a:cubicBezTo>
                <a:lnTo>
                  <a:pt x="462006" y="11466"/>
                </a:lnTo>
                <a:cubicBezTo>
                  <a:pt x="462006" y="9713"/>
                  <a:pt x="462467" y="8487"/>
                  <a:pt x="463388" y="7790"/>
                </a:cubicBezTo>
                <a:cubicBezTo>
                  <a:pt x="464310" y="7093"/>
                  <a:pt x="465288" y="6745"/>
                  <a:pt x="466322" y="6745"/>
                </a:cubicBezTo>
                <a:lnTo>
                  <a:pt x="486152" y="6745"/>
                </a:lnTo>
                <a:cubicBezTo>
                  <a:pt x="491368" y="6745"/>
                  <a:pt x="495640" y="7239"/>
                  <a:pt x="498967" y="8229"/>
                </a:cubicBezTo>
                <a:cubicBezTo>
                  <a:pt x="502295" y="9218"/>
                  <a:pt x="505071" y="10657"/>
                  <a:pt x="507297" y="12545"/>
                </a:cubicBezTo>
                <a:cubicBezTo>
                  <a:pt x="509523" y="14434"/>
                  <a:pt x="511198" y="16750"/>
                  <a:pt x="512322" y="19493"/>
                </a:cubicBezTo>
                <a:cubicBezTo>
                  <a:pt x="513446" y="22235"/>
                  <a:pt x="514008" y="25338"/>
                  <a:pt x="514008" y="28800"/>
                </a:cubicBezTo>
                <a:cubicBezTo>
                  <a:pt x="514008" y="30869"/>
                  <a:pt x="513761" y="32847"/>
                  <a:pt x="513266" y="34736"/>
                </a:cubicBezTo>
                <a:cubicBezTo>
                  <a:pt x="512772" y="36624"/>
                  <a:pt x="512041" y="38367"/>
                  <a:pt x="511074" y="39963"/>
                </a:cubicBezTo>
                <a:cubicBezTo>
                  <a:pt x="510108" y="41559"/>
                  <a:pt x="508893" y="42987"/>
                  <a:pt x="507432" y="44246"/>
                </a:cubicBezTo>
                <a:cubicBezTo>
                  <a:pt x="505971" y="45505"/>
                  <a:pt x="504296" y="46539"/>
                  <a:pt x="502407" y="47349"/>
                </a:cubicBezTo>
                <a:cubicBezTo>
                  <a:pt x="504790" y="47798"/>
                  <a:pt x="507016" y="48619"/>
                  <a:pt x="509085" y="49810"/>
                </a:cubicBezTo>
                <a:cubicBezTo>
                  <a:pt x="511153" y="51002"/>
                  <a:pt x="512963" y="52520"/>
                  <a:pt x="514514" y="54363"/>
                </a:cubicBezTo>
                <a:cubicBezTo>
                  <a:pt x="516065" y="56207"/>
                  <a:pt x="517291" y="58365"/>
                  <a:pt x="518190" y="60838"/>
                </a:cubicBezTo>
                <a:cubicBezTo>
                  <a:pt x="519089" y="63311"/>
                  <a:pt x="519539" y="66032"/>
                  <a:pt x="519539" y="68999"/>
                </a:cubicBezTo>
                <a:moveTo>
                  <a:pt x="502070" y="29947"/>
                </a:moveTo>
                <a:cubicBezTo>
                  <a:pt x="502070" y="27834"/>
                  <a:pt x="501778" y="25923"/>
                  <a:pt x="501193" y="24214"/>
                </a:cubicBezTo>
                <a:cubicBezTo>
                  <a:pt x="500609" y="22505"/>
                  <a:pt x="499687" y="21055"/>
                  <a:pt x="498428" y="19863"/>
                </a:cubicBezTo>
                <a:cubicBezTo>
                  <a:pt x="497169" y="18672"/>
                  <a:pt x="495527" y="17761"/>
                  <a:pt x="493504" y="17132"/>
                </a:cubicBezTo>
                <a:cubicBezTo>
                  <a:pt x="491481" y="16502"/>
                  <a:pt x="488805" y="16188"/>
                  <a:pt x="485478" y="16188"/>
                </a:cubicBezTo>
                <a:lnTo>
                  <a:pt x="473472" y="16188"/>
                </a:lnTo>
                <a:lnTo>
                  <a:pt x="473472" y="44448"/>
                </a:lnTo>
                <a:lnTo>
                  <a:pt x="486692" y="44448"/>
                </a:lnTo>
                <a:cubicBezTo>
                  <a:pt x="489704" y="44448"/>
                  <a:pt x="492133" y="44055"/>
                  <a:pt x="493976" y="43268"/>
                </a:cubicBezTo>
                <a:cubicBezTo>
                  <a:pt x="495820" y="42481"/>
                  <a:pt x="497349" y="41424"/>
                  <a:pt x="498563" y="40098"/>
                </a:cubicBezTo>
                <a:cubicBezTo>
                  <a:pt x="499777" y="38771"/>
                  <a:pt x="500665" y="37220"/>
                  <a:pt x="501227" y="35444"/>
                </a:cubicBezTo>
                <a:cubicBezTo>
                  <a:pt x="501789" y="33668"/>
                  <a:pt x="502070" y="31836"/>
                  <a:pt x="502070" y="29947"/>
                </a:cubicBezTo>
                <a:moveTo>
                  <a:pt x="507331" y="69674"/>
                </a:moveTo>
                <a:cubicBezTo>
                  <a:pt x="507331" y="67066"/>
                  <a:pt x="506915" y="64773"/>
                  <a:pt x="506083" y="62794"/>
                </a:cubicBezTo>
                <a:cubicBezTo>
                  <a:pt x="505251" y="60816"/>
                  <a:pt x="504037" y="59152"/>
                  <a:pt x="502441" y="57803"/>
                </a:cubicBezTo>
                <a:cubicBezTo>
                  <a:pt x="500845" y="56454"/>
                  <a:pt x="498844" y="55431"/>
                  <a:pt x="496438" y="54734"/>
                </a:cubicBezTo>
                <a:cubicBezTo>
                  <a:pt x="494032" y="54037"/>
                  <a:pt x="491008" y="53689"/>
                  <a:pt x="487366" y="53689"/>
                </a:cubicBezTo>
                <a:lnTo>
                  <a:pt x="473472" y="53689"/>
                </a:lnTo>
                <a:lnTo>
                  <a:pt x="473472" y="84445"/>
                </a:lnTo>
                <a:lnTo>
                  <a:pt x="490334" y="84445"/>
                </a:lnTo>
                <a:cubicBezTo>
                  <a:pt x="492987" y="84445"/>
                  <a:pt x="495303" y="84130"/>
                  <a:pt x="497281" y="83501"/>
                </a:cubicBezTo>
                <a:cubicBezTo>
                  <a:pt x="499260" y="82871"/>
                  <a:pt x="501002" y="81938"/>
                  <a:pt x="502508" y="80702"/>
                </a:cubicBezTo>
                <a:cubicBezTo>
                  <a:pt x="504015" y="79465"/>
                  <a:pt x="505195" y="77925"/>
                  <a:pt x="506049" y="76082"/>
                </a:cubicBezTo>
                <a:cubicBezTo>
                  <a:pt x="506904" y="74238"/>
                  <a:pt x="507331" y="72102"/>
                  <a:pt x="507331" y="69674"/>
                </a:cubicBezTo>
                <a:close/>
                <a:moveTo>
                  <a:pt x="546584" y="92334"/>
                </a:moveTo>
                <a:cubicBezTo>
                  <a:pt x="546584" y="92694"/>
                  <a:pt x="546494" y="92998"/>
                  <a:pt x="546314" y="93247"/>
                </a:cubicBezTo>
                <a:cubicBezTo>
                  <a:pt x="546134" y="93494"/>
                  <a:pt x="545842" y="93708"/>
                  <a:pt x="545437" y="93888"/>
                </a:cubicBezTo>
                <a:cubicBezTo>
                  <a:pt x="545032" y="94068"/>
                  <a:pt x="544470" y="94203"/>
                  <a:pt x="543751" y="94293"/>
                </a:cubicBezTo>
                <a:cubicBezTo>
                  <a:pt x="543031" y="94382"/>
                  <a:pt x="542110" y="94427"/>
                  <a:pt x="540985" y="94427"/>
                </a:cubicBezTo>
                <a:cubicBezTo>
                  <a:pt x="539906" y="94427"/>
                  <a:pt x="539007" y="94382"/>
                  <a:pt x="538288" y="94293"/>
                </a:cubicBezTo>
                <a:cubicBezTo>
                  <a:pt x="537568" y="94203"/>
                  <a:pt x="536995" y="94068"/>
                  <a:pt x="536568" y="93888"/>
                </a:cubicBezTo>
                <a:cubicBezTo>
                  <a:pt x="536140" y="93708"/>
                  <a:pt x="535848" y="93494"/>
                  <a:pt x="535691" y="93247"/>
                </a:cubicBezTo>
                <a:cubicBezTo>
                  <a:pt x="535533" y="92998"/>
                  <a:pt x="535455" y="92694"/>
                  <a:pt x="535455" y="92334"/>
                </a:cubicBezTo>
                <a:lnTo>
                  <a:pt x="535455" y="2160"/>
                </a:lnTo>
                <a:cubicBezTo>
                  <a:pt x="535455" y="1801"/>
                  <a:pt x="535533" y="1486"/>
                  <a:pt x="535691" y="1216"/>
                </a:cubicBezTo>
                <a:cubicBezTo>
                  <a:pt x="535848" y="945"/>
                  <a:pt x="536140" y="719"/>
                  <a:pt x="536568" y="540"/>
                </a:cubicBezTo>
                <a:cubicBezTo>
                  <a:pt x="536995" y="360"/>
                  <a:pt x="537568" y="225"/>
                  <a:pt x="538288" y="135"/>
                </a:cubicBezTo>
                <a:cubicBezTo>
                  <a:pt x="539007" y="45"/>
                  <a:pt x="539906" y="0"/>
                  <a:pt x="540985" y="0"/>
                </a:cubicBezTo>
                <a:cubicBezTo>
                  <a:pt x="542110" y="0"/>
                  <a:pt x="543031" y="45"/>
                  <a:pt x="543751" y="135"/>
                </a:cubicBezTo>
                <a:cubicBezTo>
                  <a:pt x="544470" y="225"/>
                  <a:pt x="545032" y="360"/>
                  <a:pt x="545437" y="540"/>
                </a:cubicBezTo>
                <a:cubicBezTo>
                  <a:pt x="545842" y="719"/>
                  <a:pt x="546134" y="945"/>
                  <a:pt x="546314" y="1216"/>
                </a:cubicBezTo>
                <a:cubicBezTo>
                  <a:pt x="546494" y="1486"/>
                  <a:pt x="546584" y="1801"/>
                  <a:pt x="546584" y="2160"/>
                </a:cubicBezTo>
                <a:lnTo>
                  <a:pt x="546584" y="92334"/>
                </a:lnTo>
                <a:close/>
                <a:moveTo>
                  <a:pt x="619228" y="92337"/>
                </a:moveTo>
                <a:cubicBezTo>
                  <a:pt x="619228" y="92696"/>
                  <a:pt x="619150" y="93000"/>
                  <a:pt x="618992" y="93247"/>
                </a:cubicBezTo>
                <a:cubicBezTo>
                  <a:pt x="618835" y="93494"/>
                  <a:pt x="618554" y="93708"/>
                  <a:pt x="618149" y="93888"/>
                </a:cubicBezTo>
                <a:cubicBezTo>
                  <a:pt x="617744" y="94068"/>
                  <a:pt x="617216" y="94203"/>
                  <a:pt x="616564" y="94293"/>
                </a:cubicBezTo>
                <a:cubicBezTo>
                  <a:pt x="615912" y="94382"/>
                  <a:pt x="615114" y="94427"/>
                  <a:pt x="614170" y="94427"/>
                </a:cubicBezTo>
                <a:cubicBezTo>
                  <a:pt x="613136" y="94427"/>
                  <a:pt x="612292" y="94382"/>
                  <a:pt x="611640" y="94293"/>
                </a:cubicBezTo>
                <a:cubicBezTo>
                  <a:pt x="610988" y="94203"/>
                  <a:pt x="610471" y="94068"/>
                  <a:pt x="610089" y="93888"/>
                </a:cubicBezTo>
                <a:cubicBezTo>
                  <a:pt x="609707" y="93708"/>
                  <a:pt x="609448" y="93494"/>
                  <a:pt x="609313" y="93247"/>
                </a:cubicBezTo>
                <a:cubicBezTo>
                  <a:pt x="609179" y="93000"/>
                  <a:pt x="609111" y="92696"/>
                  <a:pt x="609111" y="92337"/>
                </a:cubicBezTo>
                <a:lnTo>
                  <a:pt x="609111" y="84310"/>
                </a:lnTo>
                <a:cubicBezTo>
                  <a:pt x="605649" y="88156"/>
                  <a:pt x="602231" y="90962"/>
                  <a:pt x="598859" y="92726"/>
                </a:cubicBezTo>
                <a:cubicBezTo>
                  <a:pt x="595487" y="94490"/>
                  <a:pt x="592069" y="95372"/>
                  <a:pt x="588607" y="95372"/>
                </a:cubicBezTo>
                <a:cubicBezTo>
                  <a:pt x="584560" y="95372"/>
                  <a:pt x="581154" y="94697"/>
                  <a:pt x="578388" y="93346"/>
                </a:cubicBezTo>
                <a:cubicBezTo>
                  <a:pt x="575623" y="91996"/>
                  <a:pt x="573386" y="90162"/>
                  <a:pt x="571677" y="87845"/>
                </a:cubicBezTo>
                <a:cubicBezTo>
                  <a:pt x="569969" y="85526"/>
                  <a:pt x="568743" y="82826"/>
                  <a:pt x="568001" y="79743"/>
                </a:cubicBezTo>
                <a:cubicBezTo>
                  <a:pt x="567260" y="76658"/>
                  <a:pt x="566889" y="72911"/>
                  <a:pt x="566889" y="68500"/>
                </a:cubicBezTo>
                <a:lnTo>
                  <a:pt x="566889" y="31635"/>
                </a:lnTo>
                <a:cubicBezTo>
                  <a:pt x="566889" y="31276"/>
                  <a:pt x="566967" y="30972"/>
                  <a:pt x="567125" y="30725"/>
                </a:cubicBezTo>
                <a:cubicBezTo>
                  <a:pt x="567282" y="30476"/>
                  <a:pt x="567586" y="30251"/>
                  <a:pt x="568035" y="30048"/>
                </a:cubicBezTo>
                <a:cubicBezTo>
                  <a:pt x="568485" y="29846"/>
                  <a:pt x="569069" y="29711"/>
                  <a:pt x="569789" y="29643"/>
                </a:cubicBezTo>
                <a:cubicBezTo>
                  <a:pt x="570508" y="29576"/>
                  <a:pt x="571408" y="29542"/>
                  <a:pt x="572487" y="29542"/>
                </a:cubicBezTo>
                <a:cubicBezTo>
                  <a:pt x="573566" y="29542"/>
                  <a:pt x="574465" y="29576"/>
                  <a:pt x="575185" y="29643"/>
                </a:cubicBezTo>
                <a:cubicBezTo>
                  <a:pt x="575904" y="29711"/>
                  <a:pt x="576477" y="29846"/>
                  <a:pt x="576905" y="30048"/>
                </a:cubicBezTo>
                <a:cubicBezTo>
                  <a:pt x="577332" y="30251"/>
                  <a:pt x="577635" y="30476"/>
                  <a:pt x="577815" y="30725"/>
                </a:cubicBezTo>
                <a:cubicBezTo>
                  <a:pt x="577995" y="30972"/>
                  <a:pt x="578085" y="31276"/>
                  <a:pt x="578085" y="31635"/>
                </a:cubicBezTo>
                <a:lnTo>
                  <a:pt x="578085" y="67020"/>
                </a:lnTo>
                <a:cubicBezTo>
                  <a:pt x="578085" y="70577"/>
                  <a:pt x="578344" y="73424"/>
                  <a:pt x="578861" y="75563"/>
                </a:cubicBezTo>
                <a:cubicBezTo>
                  <a:pt x="579378" y="77702"/>
                  <a:pt x="580165" y="79526"/>
                  <a:pt x="581221" y="81035"/>
                </a:cubicBezTo>
                <a:cubicBezTo>
                  <a:pt x="582278" y="82543"/>
                  <a:pt x="583616" y="83713"/>
                  <a:pt x="585234" y="84546"/>
                </a:cubicBezTo>
                <a:cubicBezTo>
                  <a:pt x="586853" y="85378"/>
                  <a:pt x="588742" y="85794"/>
                  <a:pt x="590900" y="85794"/>
                </a:cubicBezTo>
                <a:cubicBezTo>
                  <a:pt x="593688" y="85794"/>
                  <a:pt x="596465" y="84799"/>
                  <a:pt x="599230" y="82809"/>
                </a:cubicBezTo>
                <a:cubicBezTo>
                  <a:pt x="601995" y="80820"/>
                  <a:pt x="604929" y="77903"/>
                  <a:pt x="608032" y="74058"/>
                </a:cubicBezTo>
                <a:lnTo>
                  <a:pt x="608032" y="31633"/>
                </a:lnTo>
                <a:cubicBezTo>
                  <a:pt x="608032" y="31273"/>
                  <a:pt x="608111" y="30970"/>
                  <a:pt x="608268" y="30723"/>
                </a:cubicBezTo>
                <a:cubicBezTo>
                  <a:pt x="608425" y="30475"/>
                  <a:pt x="608729" y="30251"/>
                  <a:pt x="609179" y="30048"/>
                </a:cubicBezTo>
                <a:cubicBezTo>
                  <a:pt x="609628" y="29846"/>
                  <a:pt x="610202" y="29711"/>
                  <a:pt x="610898" y="29643"/>
                </a:cubicBezTo>
                <a:cubicBezTo>
                  <a:pt x="611595" y="29576"/>
                  <a:pt x="612506" y="29542"/>
                  <a:pt x="613630" y="29542"/>
                </a:cubicBezTo>
                <a:cubicBezTo>
                  <a:pt x="614709" y="29542"/>
                  <a:pt x="615609" y="29576"/>
                  <a:pt x="616328" y="29643"/>
                </a:cubicBezTo>
                <a:cubicBezTo>
                  <a:pt x="617048" y="29711"/>
                  <a:pt x="617610" y="29846"/>
                  <a:pt x="618014" y="30048"/>
                </a:cubicBezTo>
                <a:cubicBezTo>
                  <a:pt x="618419" y="30251"/>
                  <a:pt x="618722" y="30475"/>
                  <a:pt x="618925" y="30723"/>
                </a:cubicBezTo>
                <a:cubicBezTo>
                  <a:pt x="619127" y="30970"/>
                  <a:pt x="619228" y="31273"/>
                  <a:pt x="619228" y="31633"/>
                </a:cubicBezTo>
                <a:lnTo>
                  <a:pt x="619228" y="92337"/>
                </a:lnTo>
                <a:close/>
                <a:moveTo>
                  <a:pt x="691546" y="59354"/>
                </a:moveTo>
                <a:cubicBezTo>
                  <a:pt x="691546" y="61108"/>
                  <a:pt x="691107" y="62356"/>
                  <a:pt x="690230" y="63098"/>
                </a:cubicBezTo>
                <a:cubicBezTo>
                  <a:pt x="689354" y="63840"/>
                  <a:pt x="688353" y="64211"/>
                  <a:pt x="687229" y="64211"/>
                </a:cubicBezTo>
                <a:lnTo>
                  <a:pt x="647435" y="64211"/>
                </a:lnTo>
                <a:cubicBezTo>
                  <a:pt x="647435" y="67593"/>
                  <a:pt x="647772" y="70637"/>
                  <a:pt x="648446" y="73344"/>
                </a:cubicBezTo>
                <a:cubicBezTo>
                  <a:pt x="649121" y="76050"/>
                  <a:pt x="650245" y="78373"/>
                  <a:pt x="651819" y="80312"/>
                </a:cubicBezTo>
                <a:cubicBezTo>
                  <a:pt x="653392" y="82251"/>
                  <a:pt x="655438" y="83740"/>
                  <a:pt x="657956" y="84778"/>
                </a:cubicBezTo>
                <a:cubicBezTo>
                  <a:pt x="660475" y="85815"/>
                  <a:pt x="663555" y="86334"/>
                  <a:pt x="667197" y="86334"/>
                </a:cubicBezTo>
                <a:cubicBezTo>
                  <a:pt x="670075" y="86334"/>
                  <a:pt x="672638" y="86098"/>
                  <a:pt x="674886" y="85625"/>
                </a:cubicBezTo>
                <a:cubicBezTo>
                  <a:pt x="677134" y="85153"/>
                  <a:pt x="679079" y="84625"/>
                  <a:pt x="680720" y="84040"/>
                </a:cubicBezTo>
                <a:cubicBezTo>
                  <a:pt x="682361" y="83456"/>
                  <a:pt x="683710" y="82928"/>
                  <a:pt x="684767" y="82455"/>
                </a:cubicBezTo>
                <a:cubicBezTo>
                  <a:pt x="685824" y="81983"/>
                  <a:pt x="686622" y="81747"/>
                  <a:pt x="687161" y="81747"/>
                </a:cubicBezTo>
                <a:cubicBezTo>
                  <a:pt x="687476" y="81747"/>
                  <a:pt x="687757" y="81826"/>
                  <a:pt x="688005" y="81983"/>
                </a:cubicBezTo>
                <a:cubicBezTo>
                  <a:pt x="688252" y="82141"/>
                  <a:pt x="688443" y="82377"/>
                  <a:pt x="688578" y="82691"/>
                </a:cubicBezTo>
                <a:cubicBezTo>
                  <a:pt x="688713" y="83006"/>
                  <a:pt x="688814" y="83445"/>
                  <a:pt x="688881" y="84007"/>
                </a:cubicBezTo>
                <a:cubicBezTo>
                  <a:pt x="688949" y="84569"/>
                  <a:pt x="688983" y="85254"/>
                  <a:pt x="688983" y="86064"/>
                </a:cubicBezTo>
                <a:cubicBezTo>
                  <a:pt x="688983" y="86648"/>
                  <a:pt x="688960" y="87154"/>
                  <a:pt x="688915" y="87581"/>
                </a:cubicBezTo>
                <a:cubicBezTo>
                  <a:pt x="688870" y="88009"/>
                  <a:pt x="688814" y="88391"/>
                  <a:pt x="688747" y="88728"/>
                </a:cubicBezTo>
                <a:cubicBezTo>
                  <a:pt x="688679" y="89065"/>
                  <a:pt x="688567" y="89369"/>
                  <a:pt x="688409" y="89639"/>
                </a:cubicBezTo>
                <a:cubicBezTo>
                  <a:pt x="688252" y="89908"/>
                  <a:pt x="688050" y="90167"/>
                  <a:pt x="687802" y="90414"/>
                </a:cubicBezTo>
                <a:cubicBezTo>
                  <a:pt x="687555" y="90662"/>
                  <a:pt x="686824" y="91066"/>
                  <a:pt x="685610" y="91628"/>
                </a:cubicBezTo>
                <a:cubicBezTo>
                  <a:pt x="684396" y="92190"/>
                  <a:pt x="682822" y="92741"/>
                  <a:pt x="680889" y="93281"/>
                </a:cubicBezTo>
                <a:cubicBezTo>
                  <a:pt x="678955" y="93820"/>
                  <a:pt x="676718" y="94304"/>
                  <a:pt x="674178" y="94731"/>
                </a:cubicBezTo>
                <a:cubicBezTo>
                  <a:pt x="671637" y="95158"/>
                  <a:pt x="668928" y="95372"/>
                  <a:pt x="666050" y="95372"/>
                </a:cubicBezTo>
                <a:cubicBezTo>
                  <a:pt x="661059" y="95372"/>
                  <a:pt x="656686" y="94674"/>
                  <a:pt x="652932" y="93279"/>
                </a:cubicBezTo>
                <a:cubicBezTo>
                  <a:pt x="649177" y="91883"/>
                  <a:pt x="646018" y="89813"/>
                  <a:pt x="643455" y="87067"/>
                </a:cubicBezTo>
                <a:cubicBezTo>
                  <a:pt x="640892" y="84321"/>
                  <a:pt x="638959" y="80878"/>
                  <a:pt x="637655" y="76737"/>
                </a:cubicBezTo>
                <a:cubicBezTo>
                  <a:pt x="636351" y="72596"/>
                  <a:pt x="635699" y="67780"/>
                  <a:pt x="635699" y="62288"/>
                </a:cubicBezTo>
                <a:cubicBezTo>
                  <a:pt x="635699" y="57067"/>
                  <a:pt x="636373" y="52374"/>
                  <a:pt x="637722" y="48211"/>
                </a:cubicBezTo>
                <a:cubicBezTo>
                  <a:pt x="639071" y="44047"/>
                  <a:pt x="641016" y="40514"/>
                  <a:pt x="643556" y="37611"/>
                </a:cubicBezTo>
                <a:cubicBezTo>
                  <a:pt x="646097" y="34708"/>
                  <a:pt x="649166" y="32480"/>
                  <a:pt x="652763" y="30927"/>
                </a:cubicBezTo>
                <a:cubicBezTo>
                  <a:pt x="656360" y="29374"/>
                  <a:pt x="660385" y="28598"/>
                  <a:pt x="664836" y="28598"/>
                </a:cubicBezTo>
                <a:cubicBezTo>
                  <a:pt x="669602" y="28598"/>
                  <a:pt x="673661" y="29362"/>
                  <a:pt x="677011" y="30891"/>
                </a:cubicBezTo>
                <a:cubicBezTo>
                  <a:pt x="680360" y="32420"/>
                  <a:pt x="683115" y="34477"/>
                  <a:pt x="685273" y="37063"/>
                </a:cubicBezTo>
                <a:cubicBezTo>
                  <a:pt x="687431" y="39648"/>
                  <a:pt x="689016" y="42683"/>
                  <a:pt x="690028" y="46168"/>
                </a:cubicBezTo>
                <a:cubicBezTo>
                  <a:pt x="691040" y="49653"/>
                  <a:pt x="691546" y="53374"/>
                  <a:pt x="691546" y="57331"/>
                </a:cubicBezTo>
                <a:lnTo>
                  <a:pt x="691546" y="59354"/>
                </a:lnTo>
                <a:moveTo>
                  <a:pt x="680349" y="56049"/>
                </a:moveTo>
                <a:cubicBezTo>
                  <a:pt x="680484" y="50204"/>
                  <a:pt x="679191" y="45617"/>
                  <a:pt x="676471" y="42290"/>
                </a:cubicBezTo>
                <a:cubicBezTo>
                  <a:pt x="673751" y="38963"/>
                  <a:pt x="669715" y="37299"/>
                  <a:pt x="664364" y="37299"/>
                </a:cubicBezTo>
                <a:cubicBezTo>
                  <a:pt x="661621" y="37299"/>
                  <a:pt x="659215" y="37816"/>
                  <a:pt x="657147" y="38850"/>
                </a:cubicBezTo>
                <a:cubicBezTo>
                  <a:pt x="655079" y="39884"/>
                  <a:pt x="653347" y="41256"/>
                  <a:pt x="651954" y="42964"/>
                </a:cubicBezTo>
                <a:cubicBezTo>
                  <a:pt x="650560" y="44673"/>
                  <a:pt x="649480" y="46663"/>
                  <a:pt x="648716" y="48934"/>
                </a:cubicBezTo>
                <a:cubicBezTo>
                  <a:pt x="647952" y="51204"/>
                  <a:pt x="647524" y="53576"/>
                  <a:pt x="647435" y="56049"/>
                </a:cubicBezTo>
                <a:lnTo>
                  <a:pt x="680349" y="56049"/>
                </a:lnTo>
                <a:close/>
                <a:moveTo>
                  <a:pt x="723240" y="84378"/>
                </a:moveTo>
                <a:cubicBezTo>
                  <a:pt x="723240" y="85772"/>
                  <a:pt x="723173" y="87053"/>
                  <a:pt x="723038" y="88222"/>
                </a:cubicBezTo>
                <a:cubicBezTo>
                  <a:pt x="722903" y="89391"/>
                  <a:pt x="722678" y="90493"/>
                  <a:pt x="722363" y="91527"/>
                </a:cubicBezTo>
                <a:cubicBezTo>
                  <a:pt x="722048" y="92561"/>
                  <a:pt x="721633" y="93584"/>
                  <a:pt x="721115" y="94596"/>
                </a:cubicBezTo>
                <a:cubicBezTo>
                  <a:pt x="720598" y="95608"/>
                  <a:pt x="719958" y="96676"/>
                  <a:pt x="719193" y="97800"/>
                </a:cubicBezTo>
                <a:lnTo>
                  <a:pt x="709953" y="111694"/>
                </a:lnTo>
                <a:cubicBezTo>
                  <a:pt x="709728" y="112009"/>
                  <a:pt x="709469" y="112279"/>
                  <a:pt x="709177" y="112504"/>
                </a:cubicBezTo>
                <a:cubicBezTo>
                  <a:pt x="708885" y="112728"/>
                  <a:pt x="708525" y="112931"/>
                  <a:pt x="708098" y="113111"/>
                </a:cubicBezTo>
                <a:cubicBezTo>
                  <a:pt x="707671" y="113290"/>
                  <a:pt x="707176" y="113414"/>
                  <a:pt x="706614" y="113482"/>
                </a:cubicBezTo>
                <a:cubicBezTo>
                  <a:pt x="706052" y="113549"/>
                  <a:pt x="705344" y="113583"/>
                  <a:pt x="704489" y="113583"/>
                </a:cubicBezTo>
                <a:cubicBezTo>
                  <a:pt x="703725" y="113583"/>
                  <a:pt x="703084" y="113549"/>
                  <a:pt x="702567" y="113482"/>
                </a:cubicBezTo>
                <a:cubicBezTo>
                  <a:pt x="702050" y="113414"/>
                  <a:pt x="701679" y="113302"/>
                  <a:pt x="701454" y="113144"/>
                </a:cubicBezTo>
                <a:cubicBezTo>
                  <a:pt x="701229" y="112987"/>
                  <a:pt x="701106" y="112773"/>
                  <a:pt x="701083" y="112504"/>
                </a:cubicBezTo>
                <a:cubicBezTo>
                  <a:pt x="701061" y="112234"/>
                  <a:pt x="701140" y="111919"/>
                  <a:pt x="701319" y="111559"/>
                </a:cubicBezTo>
                <a:lnTo>
                  <a:pt x="710290" y="93011"/>
                </a:lnTo>
                <a:lnTo>
                  <a:pt x="710290" y="84378"/>
                </a:lnTo>
                <a:cubicBezTo>
                  <a:pt x="710290" y="83164"/>
                  <a:pt x="710414" y="82197"/>
                  <a:pt x="710661" y="81477"/>
                </a:cubicBezTo>
                <a:cubicBezTo>
                  <a:pt x="710908" y="80758"/>
                  <a:pt x="711302" y="80218"/>
                  <a:pt x="711841" y="79859"/>
                </a:cubicBezTo>
                <a:cubicBezTo>
                  <a:pt x="712381" y="79499"/>
                  <a:pt x="713055" y="79252"/>
                  <a:pt x="713865" y="79117"/>
                </a:cubicBezTo>
                <a:cubicBezTo>
                  <a:pt x="714674" y="78982"/>
                  <a:pt x="715663" y="78914"/>
                  <a:pt x="716832" y="78914"/>
                </a:cubicBezTo>
                <a:cubicBezTo>
                  <a:pt x="717957" y="78914"/>
                  <a:pt x="718923" y="78982"/>
                  <a:pt x="719733" y="79117"/>
                </a:cubicBezTo>
                <a:cubicBezTo>
                  <a:pt x="720542" y="79252"/>
                  <a:pt x="721205" y="79499"/>
                  <a:pt x="721722" y="79859"/>
                </a:cubicBezTo>
                <a:cubicBezTo>
                  <a:pt x="722240" y="80218"/>
                  <a:pt x="722622" y="80758"/>
                  <a:pt x="722869" y="81477"/>
                </a:cubicBezTo>
                <a:cubicBezTo>
                  <a:pt x="723116" y="82197"/>
                  <a:pt x="723240" y="83164"/>
                  <a:pt x="723240" y="843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(RGB:55,151,230)">
            <a:extLst xmlns:a="http://schemas.openxmlformats.org/drawingml/2006/main">
              <a:ext uri="{FF2B5EF4-FFF2-40B4-BE49-F238E27FC236}">
                <a16:creationId xmlns:a16="http://schemas.microsoft.com/office/drawing/2014/main" id="{670D81CB-33BF-44EE-9580-58B409F9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403" y="871135"/>
            <a:ext cx="1061397" cy="119113"/>
          </a:xfrm>
          <a:custGeom xmlns:a="http://schemas.openxmlformats.org/drawingml/2006/main">
            <a:pathLst>
              <a:path w="1061397" h="119113">
                <a:moveTo>
                  <a:pt x="24416" y="2767"/>
                </a:moveTo>
                <a:cubicBezTo>
                  <a:pt x="20145" y="11817"/>
                  <a:pt x="16963" y="21102"/>
                  <a:pt x="14872" y="30624"/>
                </a:cubicBezTo>
                <a:cubicBezTo>
                  <a:pt x="12781" y="40144"/>
                  <a:pt x="11736" y="49721"/>
                  <a:pt x="11736" y="59354"/>
                </a:cubicBezTo>
                <a:cubicBezTo>
                  <a:pt x="11736" y="69033"/>
                  <a:pt x="12804" y="78622"/>
                  <a:pt x="14940" y="88121"/>
                </a:cubicBezTo>
                <a:cubicBezTo>
                  <a:pt x="17076" y="97619"/>
                  <a:pt x="20189" y="106936"/>
                  <a:pt x="24281" y="116074"/>
                </a:cubicBezTo>
                <a:cubicBezTo>
                  <a:pt x="24506" y="116615"/>
                  <a:pt x="24630" y="117077"/>
                  <a:pt x="24652" y="117459"/>
                </a:cubicBezTo>
                <a:cubicBezTo>
                  <a:pt x="24675" y="117841"/>
                  <a:pt x="24529" y="118156"/>
                  <a:pt x="24214" y="118403"/>
                </a:cubicBezTo>
                <a:cubicBezTo>
                  <a:pt x="23899" y="118652"/>
                  <a:pt x="23416" y="118832"/>
                  <a:pt x="22764" y="118945"/>
                </a:cubicBezTo>
                <a:cubicBezTo>
                  <a:pt x="22112" y="119057"/>
                  <a:pt x="21224" y="119113"/>
                  <a:pt x="20100" y="119113"/>
                </a:cubicBezTo>
                <a:cubicBezTo>
                  <a:pt x="19290" y="119113"/>
                  <a:pt x="18593" y="119091"/>
                  <a:pt x="18009" y="119046"/>
                </a:cubicBezTo>
                <a:cubicBezTo>
                  <a:pt x="17424" y="119001"/>
                  <a:pt x="16918" y="118911"/>
                  <a:pt x="16491" y="118776"/>
                </a:cubicBezTo>
                <a:cubicBezTo>
                  <a:pt x="16064" y="118641"/>
                  <a:pt x="15715" y="118483"/>
                  <a:pt x="15446" y="118302"/>
                </a:cubicBezTo>
                <a:cubicBezTo>
                  <a:pt x="15176" y="118122"/>
                  <a:pt x="14973" y="117920"/>
                  <a:pt x="14839" y="117695"/>
                </a:cubicBezTo>
                <a:cubicBezTo>
                  <a:pt x="12410" y="113104"/>
                  <a:pt x="10275" y="108457"/>
                  <a:pt x="8431" y="103752"/>
                </a:cubicBezTo>
                <a:cubicBezTo>
                  <a:pt x="6587" y="99048"/>
                  <a:pt x="5036" y="94264"/>
                  <a:pt x="3777" y="89403"/>
                </a:cubicBezTo>
                <a:cubicBezTo>
                  <a:pt x="2518" y="84541"/>
                  <a:pt x="1574" y="79623"/>
                  <a:pt x="944" y="74648"/>
                </a:cubicBezTo>
                <a:cubicBezTo>
                  <a:pt x="315" y="69674"/>
                  <a:pt x="0" y="64643"/>
                  <a:pt x="0" y="59557"/>
                </a:cubicBezTo>
                <a:cubicBezTo>
                  <a:pt x="0" y="54470"/>
                  <a:pt x="348" y="49451"/>
                  <a:pt x="1045" y="44499"/>
                </a:cubicBezTo>
                <a:cubicBezTo>
                  <a:pt x="1742" y="39547"/>
                  <a:pt x="2732" y="34629"/>
                  <a:pt x="4013" y="29745"/>
                </a:cubicBezTo>
                <a:cubicBezTo>
                  <a:pt x="5295" y="24860"/>
                  <a:pt x="6857" y="20055"/>
                  <a:pt x="8701" y="15328"/>
                </a:cubicBezTo>
                <a:cubicBezTo>
                  <a:pt x="10544" y="10601"/>
                  <a:pt x="12613" y="5919"/>
                  <a:pt x="14906" y="1284"/>
                </a:cubicBezTo>
                <a:cubicBezTo>
                  <a:pt x="14951" y="1104"/>
                  <a:pt x="15075" y="946"/>
                  <a:pt x="15277" y="811"/>
                </a:cubicBezTo>
                <a:cubicBezTo>
                  <a:pt x="15479" y="675"/>
                  <a:pt x="15760" y="540"/>
                  <a:pt x="16120" y="405"/>
                </a:cubicBezTo>
                <a:cubicBezTo>
                  <a:pt x="16480" y="270"/>
                  <a:pt x="16974" y="169"/>
                  <a:pt x="17604" y="101"/>
                </a:cubicBezTo>
                <a:cubicBezTo>
                  <a:pt x="18233" y="34"/>
                  <a:pt x="19043" y="0"/>
                  <a:pt x="20032" y="0"/>
                </a:cubicBezTo>
                <a:cubicBezTo>
                  <a:pt x="21066" y="0"/>
                  <a:pt x="21898" y="67"/>
                  <a:pt x="22528" y="202"/>
                </a:cubicBezTo>
                <a:cubicBezTo>
                  <a:pt x="23157" y="337"/>
                  <a:pt x="23652" y="518"/>
                  <a:pt x="24012" y="744"/>
                </a:cubicBezTo>
                <a:cubicBezTo>
                  <a:pt x="24371" y="969"/>
                  <a:pt x="24574" y="1261"/>
                  <a:pt x="24619" y="1621"/>
                </a:cubicBezTo>
                <a:cubicBezTo>
                  <a:pt x="24664" y="1981"/>
                  <a:pt x="24596" y="2363"/>
                  <a:pt x="24416" y="2767"/>
                </a:cubicBezTo>
                <a:close/>
                <a:moveTo>
                  <a:pt x="102692" y="94023"/>
                </a:moveTo>
                <a:cubicBezTo>
                  <a:pt x="102692" y="94382"/>
                  <a:pt x="102625" y="94697"/>
                  <a:pt x="102490" y="94967"/>
                </a:cubicBezTo>
                <a:cubicBezTo>
                  <a:pt x="102355" y="95237"/>
                  <a:pt x="102063" y="95462"/>
                  <a:pt x="101613" y="95641"/>
                </a:cubicBezTo>
                <a:cubicBezTo>
                  <a:pt x="101164" y="95821"/>
                  <a:pt x="100534" y="95956"/>
                  <a:pt x="99725" y="96046"/>
                </a:cubicBezTo>
                <a:cubicBezTo>
                  <a:pt x="98915" y="96136"/>
                  <a:pt x="97836" y="96181"/>
                  <a:pt x="96487" y="96181"/>
                </a:cubicBezTo>
                <a:cubicBezTo>
                  <a:pt x="95318" y="96181"/>
                  <a:pt x="94362" y="96136"/>
                  <a:pt x="93621" y="96046"/>
                </a:cubicBezTo>
                <a:cubicBezTo>
                  <a:pt x="92879" y="95956"/>
                  <a:pt x="92283" y="95810"/>
                  <a:pt x="91833" y="95608"/>
                </a:cubicBezTo>
                <a:cubicBezTo>
                  <a:pt x="91384" y="95405"/>
                  <a:pt x="91035" y="95124"/>
                  <a:pt x="90788" y="94765"/>
                </a:cubicBezTo>
                <a:cubicBezTo>
                  <a:pt x="90540" y="94405"/>
                  <a:pt x="90327" y="93955"/>
                  <a:pt x="90147" y="93416"/>
                </a:cubicBezTo>
                <a:lnTo>
                  <a:pt x="82121" y="72844"/>
                </a:lnTo>
                <a:cubicBezTo>
                  <a:pt x="81176" y="70506"/>
                  <a:pt x="80198" y="68359"/>
                  <a:pt x="79187" y="66403"/>
                </a:cubicBezTo>
                <a:cubicBezTo>
                  <a:pt x="78175" y="64447"/>
                  <a:pt x="76972" y="62761"/>
                  <a:pt x="75578" y="61344"/>
                </a:cubicBezTo>
                <a:cubicBezTo>
                  <a:pt x="74184" y="59928"/>
                  <a:pt x="72543" y="58826"/>
                  <a:pt x="70654" y="58039"/>
                </a:cubicBezTo>
                <a:cubicBezTo>
                  <a:pt x="68766" y="57252"/>
                  <a:pt x="66495" y="56859"/>
                  <a:pt x="63842" y="56859"/>
                </a:cubicBezTo>
                <a:lnTo>
                  <a:pt x="56086" y="56859"/>
                </a:lnTo>
                <a:lnTo>
                  <a:pt x="56086" y="94023"/>
                </a:lnTo>
                <a:cubicBezTo>
                  <a:pt x="56086" y="94382"/>
                  <a:pt x="55984" y="94697"/>
                  <a:pt x="55782" y="94967"/>
                </a:cubicBezTo>
                <a:cubicBezTo>
                  <a:pt x="55580" y="95237"/>
                  <a:pt x="55265" y="95450"/>
                  <a:pt x="54838" y="95608"/>
                </a:cubicBezTo>
                <a:cubicBezTo>
                  <a:pt x="54411" y="95765"/>
                  <a:pt x="53826" y="95900"/>
                  <a:pt x="53084" y="96012"/>
                </a:cubicBezTo>
                <a:cubicBezTo>
                  <a:pt x="52342" y="96125"/>
                  <a:pt x="51409" y="96181"/>
                  <a:pt x="50285" y="96181"/>
                </a:cubicBezTo>
                <a:cubicBezTo>
                  <a:pt x="49161" y="96181"/>
                  <a:pt x="48228" y="96125"/>
                  <a:pt x="47486" y="96012"/>
                </a:cubicBezTo>
                <a:cubicBezTo>
                  <a:pt x="46744" y="95900"/>
                  <a:pt x="46148" y="95765"/>
                  <a:pt x="45699" y="95608"/>
                </a:cubicBezTo>
                <a:cubicBezTo>
                  <a:pt x="45249" y="95450"/>
                  <a:pt x="44934" y="95237"/>
                  <a:pt x="44754" y="94967"/>
                </a:cubicBezTo>
                <a:cubicBezTo>
                  <a:pt x="44574" y="94697"/>
                  <a:pt x="44485" y="94382"/>
                  <a:pt x="44485" y="94023"/>
                </a:cubicBezTo>
                <a:lnTo>
                  <a:pt x="44485" y="13220"/>
                </a:lnTo>
                <a:cubicBezTo>
                  <a:pt x="44485" y="11466"/>
                  <a:pt x="44945" y="10241"/>
                  <a:pt x="45867" y="9544"/>
                </a:cubicBezTo>
                <a:cubicBezTo>
                  <a:pt x="46789" y="8847"/>
                  <a:pt x="47767" y="8498"/>
                  <a:pt x="48801" y="8498"/>
                </a:cubicBezTo>
                <a:lnTo>
                  <a:pt x="67349" y="8498"/>
                </a:lnTo>
                <a:cubicBezTo>
                  <a:pt x="69553" y="8498"/>
                  <a:pt x="71385" y="8555"/>
                  <a:pt x="72847" y="8667"/>
                </a:cubicBezTo>
                <a:cubicBezTo>
                  <a:pt x="74308" y="8779"/>
                  <a:pt x="75623" y="8903"/>
                  <a:pt x="76792" y="9038"/>
                </a:cubicBezTo>
                <a:cubicBezTo>
                  <a:pt x="80165" y="9623"/>
                  <a:pt x="83144" y="10544"/>
                  <a:pt x="85729" y="11803"/>
                </a:cubicBezTo>
                <a:cubicBezTo>
                  <a:pt x="88315" y="13062"/>
                  <a:pt x="90484" y="14659"/>
                  <a:pt x="92238" y="16592"/>
                </a:cubicBezTo>
                <a:cubicBezTo>
                  <a:pt x="93992" y="18526"/>
                  <a:pt x="95307" y="20740"/>
                  <a:pt x="96184" y="23236"/>
                </a:cubicBezTo>
                <a:cubicBezTo>
                  <a:pt x="97060" y="25731"/>
                  <a:pt x="97499" y="28486"/>
                  <a:pt x="97499" y="31498"/>
                </a:cubicBezTo>
                <a:cubicBezTo>
                  <a:pt x="97499" y="34421"/>
                  <a:pt x="97105" y="37040"/>
                  <a:pt x="96318" y="39356"/>
                </a:cubicBezTo>
                <a:cubicBezTo>
                  <a:pt x="95532" y="41672"/>
                  <a:pt x="94396" y="43718"/>
                  <a:pt x="92912" y="45494"/>
                </a:cubicBezTo>
                <a:cubicBezTo>
                  <a:pt x="91428" y="47270"/>
                  <a:pt x="89652" y="48810"/>
                  <a:pt x="87584" y="50114"/>
                </a:cubicBezTo>
                <a:cubicBezTo>
                  <a:pt x="85516" y="51418"/>
                  <a:pt x="83200" y="52520"/>
                  <a:pt x="80637" y="53419"/>
                </a:cubicBezTo>
                <a:cubicBezTo>
                  <a:pt x="82076" y="54048"/>
                  <a:pt x="83380" y="54847"/>
                  <a:pt x="84549" y="55813"/>
                </a:cubicBezTo>
                <a:cubicBezTo>
                  <a:pt x="85718" y="56780"/>
                  <a:pt x="86808" y="57938"/>
                  <a:pt x="87820" y="59287"/>
                </a:cubicBezTo>
                <a:cubicBezTo>
                  <a:pt x="88832" y="60636"/>
                  <a:pt x="89787" y="62187"/>
                  <a:pt x="90687" y="63941"/>
                </a:cubicBezTo>
                <a:cubicBezTo>
                  <a:pt x="91586" y="65695"/>
                  <a:pt x="92485" y="67673"/>
                  <a:pt x="93384" y="69876"/>
                </a:cubicBezTo>
                <a:lnTo>
                  <a:pt x="101208" y="89099"/>
                </a:lnTo>
                <a:cubicBezTo>
                  <a:pt x="101838" y="90718"/>
                  <a:pt x="102243" y="91853"/>
                  <a:pt x="102423" y="92505"/>
                </a:cubicBezTo>
                <a:cubicBezTo>
                  <a:pt x="102602" y="93157"/>
                  <a:pt x="102692" y="93663"/>
                  <a:pt x="102692" y="94023"/>
                </a:cubicBezTo>
                <a:moveTo>
                  <a:pt x="85223" y="32712"/>
                </a:moveTo>
                <a:cubicBezTo>
                  <a:pt x="85223" y="29295"/>
                  <a:pt x="84459" y="26406"/>
                  <a:pt x="82930" y="24045"/>
                </a:cubicBezTo>
                <a:cubicBezTo>
                  <a:pt x="81401" y="21685"/>
                  <a:pt x="78838" y="19987"/>
                  <a:pt x="75241" y="18953"/>
                </a:cubicBezTo>
                <a:cubicBezTo>
                  <a:pt x="74117" y="18638"/>
                  <a:pt x="72847" y="18413"/>
                  <a:pt x="71430" y="18278"/>
                </a:cubicBezTo>
                <a:cubicBezTo>
                  <a:pt x="70014" y="18144"/>
                  <a:pt x="68159" y="18076"/>
                  <a:pt x="65866" y="18076"/>
                </a:cubicBezTo>
                <a:lnTo>
                  <a:pt x="56086" y="18076"/>
                </a:lnTo>
                <a:lnTo>
                  <a:pt x="56086" y="47484"/>
                </a:lnTo>
                <a:lnTo>
                  <a:pt x="67417" y="47484"/>
                </a:lnTo>
                <a:cubicBezTo>
                  <a:pt x="70475" y="47484"/>
                  <a:pt x="73116" y="47113"/>
                  <a:pt x="75342" y="46371"/>
                </a:cubicBezTo>
                <a:cubicBezTo>
                  <a:pt x="77568" y="45629"/>
                  <a:pt x="79423" y="44594"/>
                  <a:pt x="80907" y="43268"/>
                </a:cubicBezTo>
                <a:cubicBezTo>
                  <a:pt x="82390" y="41942"/>
                  <a:pt x="83481" y="40379"/>
                  <a:pt x="84178" y="38580"/>
                </a:cubicBezTo>
                <a:cubicBezTo>
                  <a:pt x="84875" y="36782"/>
                  <a:pt x="85223" y="34826"/>
                  <a:pt x="85223" y="32712"/>
                </a:cubicBezTo>
                <a:close/>
                <a:moveTo>
                  <a:pt x="183808" y="20369"/>
                </a:moveTo>
                <a:cubicBezTo>
                  <a:pt x="183808" y="21224"/>
                  <a:pt x="183763" y="21977"/>
                  <a:pt x="183673" y="22629"/>
                </a:cubicBezTo>
                <a:cubicBezTo>
                  <a:pt x="183583" y="23281"/>
                  <a:pt x="183448" y="23820"/>
                  <a:pt x="183268" y="24248"/>
                </a:cubicBezTo>
                <a:cubicBezTo>
                  <a:pt x="183089" y="24675"/>
                  <a:pt x="182864" y="24978"/>
                  <a:pt x="182594" y="25158"/>
                </a:cubicBezTo>
                <a:cubicBezTo>
                  <a:pt x="182324" y="25338"/>
                  <a:pt x="182032" y="25428"/>
                  <a:pt x="181717" y="25428"/>
                </a:cubicBezTo>
                <a:cubicBezTo>
                  <a:pt x="181177" y="25428"/>
                  <a:pt x="180278" y="25001"/>
                  <a:pt x="179019" y="24146"/>
                </a:cubicBezTo>
                <a:cubicBezTo>
                  <a:pt x="177760" y="23292"/>
                  <a:pt x="176074" y="22348"/>
                  <a:pt x="173961" y="21314"/>
                </a:cubicBezTo>
                <a:cubicBezTo>
                  <a:pt x="171847" y="20279"/>
                  <a:pt x="169318" y="19335"/>
                  <a:pt x="166373" y="18481"/>
                </a:cubicBezTo>
                <a:cubicBezTo>
                  <a:pt x="163427" y="17626"/>
                  <a:pt x="159931" y="17199"/>
                  <a:pt x="155884" y="17199"/>
                </a:cubicBezTo>
                <a:cubicBezTo>
                  <a:pt x="151073" y="17199"/>
                  <a:pt x="146756" y="18076"/>
                  <a:pt x="142934" y="19830"/>
                </a:cubicBezTo>
                <a:cubicBezTo>
                  <a:pt x="139112" y="21583"/>
                  <a:pt x="135875" y="24012"/>
                  <a:pt x="133222" y="27114"/>
                </a:cubicBezTo>
                <a:cubicBezTo>
                  <a:pt x="130569" y="30217"/>
                  <a:pt x="128534" y="33904"/>
                  <a:pt x="127118" y="38176"/>
                </a:cubicBezTo>
                <a:cubicBezTo>
                  <a:pt x="125701" y="42447"/>
                  <a:pt x="124993" y="47079"/>
                  <a:pt x="124993" y="52070"/>
                </a:cubicBezTo>
                <a:cubicBezTo>
                  <a:pt x="124993" y="57646"/>
                  <a:pt x="125769" y="62592"/>
                  <a:pt x="127320" y="66909"/>
                </a:cubicBezTo>
                <a:cubicBezTo>
                  <a:pt x="128871" y="71225"/>
                  <a:pt x="131019" y="74867"/>
                  <a:pt x="133761" y="77835"/>
                </a:cubicBezTo>
                <a:cubicBezTo>
                  <a:pt x="136504" y="80803"/>
                  <a:pt x="139776" y="83051"/>
                  <a:pt x="143575" y="84580"/>
                </a:cubicBezTo>
                <a:cubicBezTo>
                  <a:pt x="147375" y="86109"/>
                  <a:pt x="151545" y="86873"/>
                  <a:pt x="156087" y="86873"/>
                </a:cubicBezTo>
                <a:cubicBezTo>
                  <a:pt x="158785" y="86873"/>
                  <a:pt x="161516" y="86547"/>
                  <a:pt x="164282" y="85895"/>
                </a:cubicBezTo>
                <a:cubicBezTo>
                  <a:pt x="167047" y="85243"/>
                  <a:pt x="169621" y="84265"/>
                  <a:pt x="172005" y="82961"/>
                </a:cubicBezTo>
                <a:lnTo>
                  <a:pt x="172005" y="57533"/>
                </a:lnTo>
                <a:lnTo>
                  <a:pt x="151770" y="57533"/>
                </a:lnTo>
                <a:cubicBezTo>
                  <a:pt x="151006" y="57533"/>
                  <a:pt x="150432" y="57151"/>
                  <a:pt x="150050" y="56387"/>
                </a:cubicBezTo>
                <a:cubicBezTo>
                  <a:pt x="149668" y="55622"/>
                  <a:pt x="149477" y="54431"/>
                  <a:pt x="149477" y="52812"/>
                </a:cubicBezTo>
                <a:cubicBezTo>
                  <a:pt x="149477" y="51958"/>
                  <a:pt x="149522" y="51227"/>
                  <a:pt x="149612" y="50620"/>
                </a:cubicBezTo>
                <a:cubicBezTo>
                  <a:pt x="149702" y="50013"/>
                  <a:pt x="149848" y="49518"/>
                  <a:pt x="150050" y="49136"/>
                </a:cubicBezTo>
                <a:cubicBezTo>
                  <a:pt x="150253" y="48754"/>
                  <a:pt x="150489" y="48473"/>
                  <a:pt x="150758" y="48293"/>
                </a:cubicBezTo>
                <a:cubicBezTo>
                  <a:pt x="151028" y="48113"/>
                  <a:pt x="151365" y="48023"/>
                  <a:pt x="151770" y="48023"/>
                </a:cubicBezTo>
                <a:lnTo>
                  <a:pt x="179491" y="48023"/>
                </a:lnTo>
                <a:cubicBezTo>
                  <a:pt x="179986" y="48023"/>
                  <a:pt x="180481" y="48113"/>
                  <a:pt x="180975" y="48293"/>
                </a:cubicBezTo>
                <a:cubicBezTo>
                  <a:pt x="181470" y="48473"/>
                  <a:pt x="181919" y="48743"/>
                  <a:pt x="182324" y="49102"/>
                </a:cubicBezTo>
                <a:cubicBezTo>
                  <a:pt x="182729" y="49462"/>
                  <a:pt x="183044" y="49957"/>
                  <a:pt x="183268" y="50586"/>
                </a:cubicBezTo>
                <a:cubicBezTo>
                  <a:pt x="183493" y="51216"/>
                  <a:pt x="183606" y="51935"/>
                  <a:pt x="183606" y="52744"/>
                </a:cubicBezTo>
                <a:lnTo>
                  <a:pt x="183606" y="85996"/>
                </a:lnTo>
                <a:cubicBezTo>
                  <a:pt x="183606" y="87166"/>
                  <a:pt x="183403" y="88177"/>
                  <a:pt x="182999" y="89032"/>
                </a:cubicBezTo>
                <a:cubicBezTo>
                  <a:pt x="182594" y="89886"/>
                  <a:pt x="181740" y="90639"/>
                  <a:pt x="180436" y="91291"/>
                </a:cubicBezTo>
                <a:cubicBezTo>
                  <a:pt x="179132" y="91943"/>
                  <a:pt x="177445" y="92651"/>
                  <a:pt x="175377" y="93416"/>
                </a:cubicBezTo>
                <a:cubicBezTo>
                  <a:pt x="173309" y="94180"/>
                  <a:pt x="171173" y="94832"/>
                  <a:pt x="168969" y="95372"/>
                </a:cubicBezTo>
                <a:cubicBezTo>
                  <a:pt x="166766" y="95911"/>
                  <a:pt x="164540" y="96316"/>
                  <a:pt x="162292" y="96586"/>
                </a:cubicBezTo>
                <a:cubicBezTo>
                  <a:pt x="160044" y="96856"/>
                  <a:pt x="157818" y="96990"/>
                  <a:pt x="155615" y="96990"/>
                </a:cubicBezTo>
                <a:cubicBezTo>
                  <a:pt x="148870" y="96990"/>
                  <a:pt x="142844" y="95945"/>
                  <a:pt x="137539" y="93854"/>
                </a:cubicBezTo>
                <a:cubicBezTo>
                  <a:pt x="132233" y="91763"/>
                  <a:pt x="127747" y="88784"/>
                  <a:pt x="124083" y="84917"/>
                </a:cubicBezTo>
                <a:cubicBezTo>
                  <a:pt x="120418" y="81050"/>
                  <a:pt x="117619" y="76419"/>
                  <a:pt x="115685" y="71023"/>
                </a:cubicBezTo>
                <a:cubicBezTo>
                  <a:pt x="113752" y="65627"/>
                  <a:pt x="112785" y="59602"/>
                  <a:pt x="112785" y="52947"/>
                </a:cubicBezTo>
                <a:cubicBezTo>
                  <a:pt x="112785" y="46022"/>
                  <a:pt x="113831" y="39749"/>
                  <a:pt x="115921" y="34129"/>
                </a:cubicBezTo>
                <a:cubicBezTo>
                  <a:pt x="118012" y="28508"/>
                  <a:pt x="120958" y="23719"/>
                  <a:pt x="124757" y="19762"/>
                </a:cubicBezTo>
                <a:cubicBezTo>
                  <a:pt x="128557" y="15805"/>
                  <a:pt x="133121" y="12736"/>
                  <a:pt x="138449" y="10556"/>
                </a:cubicBezTo>
                <a:cubicBezTo>
                  <a:pt x="143777" y="8375"/>
                  <a:pt x="149679" y="7284"/>
                  <a:pt x="156154" y="7284"/>
                </a:cubicBezTo>
                <a:cubicBezTo>
                  <a:pt x="159482" y="7284"/>
                  <a:pt x="162607" y="7577"/>
                  <a:pt x="165530" y="8161"/>
                </a:cubicBezTo>
                <a:cubicBezTo>
                  <a:pt x="168452" y="8746"/>
                  <a:pt x="171049" y="9432"/>
                  <a:pt x="173320" y="10218"/>
                </a:cubicBezTo>
                <a:cubicBezTo>
                  <a:pt x="175591" y="11005"/>
                  <a:pt x="177502" y="11860"/>
                  <a:pt x="179053" y="12781"/>
                </a:cubicBezTo>
                <a:cubicBezTo>
                  <a:pt x="180604" y="13703"/>
                  <a:pt x="181672" y="14456"/>
                  <a:pt x="182257" y="15041"/>
                </a:cubicBezTo>
                <a:cubicBezTo>
                  <a:pt x="182841" y="15625"/>
                  <a:pt x="183246" y="16300"/>
                  <a:pt x="183471" y="17064"/>
                </a:cubicBezTo>
                <a:cubicBezTo>
                  <a:pt x="183696" y="17829"/>
                  <a:pt x="183808" y="18930"/>
                  <a:pt x="183808" y="20369"/>
                </a:cubicBezTo>
                <a:close/>
                <a:moveTo>
                  <a:pt x="262944" y="70753"/>
                </a:moveTo>
                <a:cubicBezTo>
                  <a:pt x="262944" y="73496"/>
                  <a:pt x="262595" y="76025"/>
                  <a:pt x="261898" y="78341"/>
                </a:cubicBezTo>
                <a:cubicBezTo>
                  <a:pt x="261201" y="80657"/>
                  <a:pt x="260223" y="82736"/>
                  <a:pt x="258964" y="84580"/>
                </a:cubicBezTo>
                <a:cubicBezTo>
                  <a:pt x="257705" y="86424"/>
                  <a:pt x="256188" y="88042"/>
                  <a:pt x="254411" y="89436"/>
                </a:cubicBezTo>
                <a:cubicBezTo>
                  <a:pt x="252635" y="90830"/>
                  <a:pt x="250634" y="91999"/>
                  <a:pt x="248409" y="92944"/>
                </a:cubicBezTo>
                <a:cubicBezTo>
                  <a:pt x="246183" y="93888"/>
                  <a:pt x="243800" y="94596"/>
                  <a:pt x="241259" y="95068"/>
                </a:cubicBezTo>
                <a:cubicBezTo>
                  <a:pt x="238719" y="95540"/>
                  <a:pt x="235807" y="95776"/>
                  <a:pt x="232525" y="95776"/>
                </a:cubicBezTo>
                <a:lnTo>
                  <a:pt x="209727" y="95776"/>
                </a:lnTo>
                <a:cubicBezTo>
                  <a:pt x="208693" y="95776"/>
                  <a:pt x="207715" y="95428"/>
                  <a:pt x="206793" y="94731"/>
                </a:cubicBezTo>
                <a:cubicBezTo>
                  <a:pt x="205871" y="94034"/>
                  <a:pt x="205410" y="92809"/>
                  <a:pt x="205410" y="91055"/>
                </a:cubicBezTo>
                <a:lnTo>
                  <a:pt x="205410" y="13220"/>
                </a:lnTo>
                <a:cubicBezTo>
                  <a:pt x="205410" y="11466"/>
                  <a:pt x="205871" y="10241"/>
                  <a:pt x="206793" y="9544"/>
                </a:cubicBezTo>
                <a:cubicBezTo>
                  <a:pt x="207715" y="8847"/>
                  <a:pt x="208693" y="8498"/>
                  <a:pt x="209727" y="8498"/>
                </a:cubicBezTo>
                <a:lnTo>
                  <a:pt x="229557" y="8498"/>
                </a:lnTo>
                <a:cubicBezTo>
                  <a:pt x="234773" y="8498"/>
                  <a:pt x="239045" y="8993"/>
                  <a:pt x="242372" y="9982"/>
                </a:cubicBezTo>
                <a:cubicBezTo>
                  <a:pt x="245699" y="10972"/>
                  <a:pt x="248476" y="12410"/>
                  <a:pt x="250702" y="14299"/>
                </a:cubicBezTo>
                <a:cubicBezTo>
                  <a:pt x="252928" y="16188"/>
                  <a:pt x="254603" y="18503"/>
                  <a:pt x="255727" y="21246"/>
                </a:cubicBezTo>
                <a:cubicBezTo>
                  <a:pt x="256851" y="23989"/>
                  <a:pt x="257413" y="27092"/>
                  <a:pt x="257413" y="30554"/>
                </a:cubicBezTo>
                <a:cubicBezTo>
                  <a:pt x="257413" y="32622"/>
                  <a:pt x="257166" y="34601"/>
                  <a:pt x="256671" y="36489"/>
                </a:cubicBezTo>
                <a:cubicBezTo>
                  <a:pt x="256176" y="38378"/>
                  <a:pt x="255446" y="40120"/>
                  <a:pt x="254479" y="41717"/>
                </a:cubicBezTo>
                <a:cubicBezTo>
                  <a:pt x="253512" y="43313"/>
                  <a:pt x="252298" y="44741"/>
                  <a:pt x="250837" y="46000"/>
                </a:cubicBezTo>
                <a:cubicBezTo>
                  <a:pt x="249375" y="47259"/>
                  <a:pt x="247700" y="48293"/>
                  <a:pt x="245812" y="49102"/>
                </a:cubicBezTo>
                <a:cubicBezTo>
                  <a:pt x="248195" y="49552"/>
                  <a:pt x="250421" y="50373"/>
                  <a:pt x="252489" y="51564"/>
                </a:cubicBezTo>
                <a:cubicBezTo>
                  <a:pt x="254558" y="52756"/>
                  <a:pt x="256367" y="54273"/>
                  <a:pt x="257919" y="56117"/>
                </a:cubicBezTo>
                <a:cubicBezTo>
                  <a:pt x="259470" y="57960"/>
                  <a:pt x="260695" y="60119"/>
                  <a:pt x="261595" y="62592"/>
                </a:cubicBezTo>
                <a:cubicBezTo>
                  <a:pt x="262494" y="65065"/>
                  <a:pt x="262944" y="67785"/>
                  <a:pt x="262944" y="70753"/>
                </a:cubicBezTo>
                <a:moveTo>
                  <a:pt x="245475" y="31701"/>
                </a:moveTo>
                <a:cubicBezTo>
                  <a:pt x="245475" y="29587"/>
                  <a:pt x="245182" y="27676"/>
                  <a:pt x="244598" y="25968"/>
                </a:cubicBezTo>
                <a:cubicBezTo>
                  <a:pt x="244013" y="24259"/>
                  <a:pt x="243091" y="22809"/>
                  <a:pt x="241832" y="21617"/>
                </a:cubicBezTo>
                <a:cubicBezTo>
                  <a:pt x="240573" y="20426"/>
                  <a:pt x="238932" y="19515"/>
                  <a:pt x="236909" y="18885"/>
                </a:cubicBezTo>
                <a:cubicBezTo>
                  <a:pt x="234885" y="18256"/>
                  <a:pt x="232210" y="17941"/>
                  <a:pt x="228882" y="17941"/>
                </a:cubicBezTo>
                <a:lnTo>
                  <a:pt x="216877" y="17941"/>
                </a:lnTo>
                <a:lnTo>
                  <a:pt x="216877" y="46202"/>
                </a:lnTo>
                <a:lnTo>
                  <a:pt x="230096" y="46202"/>
                </a:lnTo>
                <a:cubicBezTo>
                  <a:pt x="233109" y="46202"/>
                  <a:pt x="235537" y="45809"/>
                  <a:pt x="237381" y="45022"/>
                </a:cubicBezTo>
                <a:cubicBezTo>
                  <a:pt x="239224" y="44235"/>
                  <a:pt x="240753" y="43178"/>
                  <a:pt x="241967" y="41852"/>
                </a:cubicBezTo>
                <a:cubicBezTo>
                  <a:pt x="243181" y="40525"/>
                  <a:pt x="244069" y="38974"/>
                  <a:pt x="244632" y="37198"/>
                </a:cubicBezTo>
                <a:cubicBezTo>
                  <a:pt x="245194" y="35422"/>
                  <a:pt x="245475" y="33589"/>
                  <a:pt x="245475" y="31701"/>
                </a:cubicBezTo>
                <a:moveTo>
                  <a:pt x="250736" y="71428"/>
                </a:moveTo>
                <a:cubicBezTo>
                  <a:pt x="250736" y="68820"/>
                  <a:pt x="250320" y="66526"/>
                  <a:pt x="249488" y="64548"/>
                </a:cubicBezTo>
                <a:cubicBezTo>
                  <a:pt x="248656" y="62569"/>
                  <a:pt x="247442" y="60906"/>
                  <a:pt x="245846" y="59557"/>
                </a:cubicBezTo>
                <a:cubicBezTo>
                  <a:pt x="244249" y="58208"/>
                  <a:pt x="242248" y="57185"/>
                  <a:pt x="239843" y="56488"/>
                </a:cubicBezTo>
                <a:cubicBezTo>
                  <a:pt x="237437" y="55791"/>
                  <a:pt x="234413" y="55442"/>
                  <a:pt x="230771" y="55442"/>
                </a:cubicBezTo>
                <a:lnTo>
                  <a:pt x="216877" y="55442"/>
                </a:lnTo>
                <a:lnTo>
                  <a:pt x="216877" y="86199"/>
                </a:lnTo>
                <a:lnTo>
                  <a:pt x="233739" y="86199"/>
                </a:lnTo>
                <a:cubicBezTo>
                  <a:pt x="236392" y="86199"/>
                  <a:pt x="238707" y="85884"/>
                  <a:pt x="240686" y="85254"/>
                </a:cubicBezTo>
                <a:cubicBezTo>
                  <a:pt x="242664" y="84625"/>
                  <a:pt x="244407" y="83692"/>
                  <a:pt x="245913" y="82455"/>
                </a:cubicBezTo>
                <a:cubicBezTo>
                  <a:pt x="247419" y="81219"/>
                  <a:pt x="248600" y="79679"/>
                  <a:pt x="249454" y="77835"/>
                </a:cubicBezTo>
                <a:cubicBezTo>
                  <a:pt x="250308" y="75992"/>
                  <a:pt x="250736" y="73856"/>
                  <a:pt x="250736" y="71428"/>
                </a:cubicBezTo>
                <a:close/>
                <a:moveTo>
                  <a:pt x="295731" y="41784"/>
                </a:moveTo>
                <a:cubicBezTo>
                  <a:pt x="295731" y="43230"/>
                  <a:pt x="295630" y="44450"/>
                  <a:pt x="295428" y="45443"/>
                </a:cubicBezTo>
                <a:cubicBezTo>
                  <a:pt x="295225" y="46437"/>
                  <a:pt x="294843" y="47238"/>
                  <a:pt x="294281" y="47848"/>
                </a:cubicBezTo>
                <a:cubicBezTo>
                  <a:pt x="293719" y="48457"/>
                  <a:pt x="292988" y="48885"/>
                  <a:pt x="292089" y="49134"/>
                </a:cubicBezTo>
                <a:cubicBezTo>
                  <a:pt x="291190" y="49383"/>
                  <a:pt x="290043" y="49507"/>
                  <a:pt x="288649" y="49507"/>
                </a:cubicBezTo>
                <a:cubicBezTo>
                  <a:pt x="287210" y="49507"/>
                  <a:pt x="286041" y="49383"/>
                  <a:pt x="285142" y="49134"/>
                </a:cubicBezTo>
                <a:cubicBezTo>
                  <a:pt x="284242" y="48885"/>
                  <a:pt x="283523" y="48457"/>
                  <a:pt x="282983" y="47848"/>
                </a:cubicBezTo>
                <a:cubicBezTo>
                  <a:pt x="282444" y="47238"/>
                  <a:pt x="282073" y="46437"/>
                  <a:pt x="281870" y="45443"/>
                </a:cubicBezTo>
                <a:cubicBezTo>
                  <a:pt x="281668" y="44450"/>
                  <a:pt x="281567" y="43230"/>
                  <a:pt x="281567" y="41784"/>
                </a:cubicBezTo>
                <a:cubicBezTo>
                  <a:pt x="281567" y="40248"/>
                  <a:pt x="281668" y="38972"/>
                  <a:pt x="281870" y="37956"/>
                </a:cubicBezTo>
                <a:cubicBezTo>
                  <a:pt x="282073" y="36941"/>
                  <a:pt x="282444" y="36128"/>
                  <a:pt x="282983" y="35520"/>
                </a:cubicBezTo>
                <a:cubicBezTo>
                  <a:pt x="283523" y="34910"/>
                  <a:pt x="284242" y="34481"/>
                  <a:pt x="285142" y="34232"/>
                </a:cubicBezTo>
                <a:cubicBezTo>
                  <a:pt x="286041" y="33983"/>
                  <a:pt x="287210" y="33859"/>
                  <a:pt x="288649" y="33859"/>
                </a:cubicBezTo>
                <a:cubicBezTo>
                  <a:pt x="290043" y="33859"/>
                  <a:pt x="291190" y="33983"/>
                  <a:pt x="292089" y="34232"/>
                </a:cubicBezTo>
                <a:cubicBezTo>
                  <a:pt x="292988" y="34481"/>
                  <a:pt x="293719" y="34910"/>
                  <a:pt x="294281" y="35520"/>
                </a:cubicBezTo>
                <a:cubicBezTo>
                  <a:pt x="294843" y="36128"/>
                  <a:pt x="295225" y="36941"/>
                  <a:pt x="295428" y="37956"/>
                </a:cubicBezTo>
                <a:cubicBezTo>
                  <a:pt x="295630" y="38972"/>
                  <a:pt x="295731" y="40248"/>
                  <a:pt x="295731" y="41784"/>
                </a:cubicBezTo>
                <a:moveTo>
                  <a:pt x="295731" y="88661"/>
                </a:moveTo>
                <a:cubicBezTo>
                  <a:pt x="295731" y="90151"/>
                  <a:pt x="295630" y="91394"/>
                  <a:pt x="295428" y="92387"/>
                </a:cubicBezTo>
                <a:cubicBezTo>
                  <a:pt x="295225" y="93381"/>
                  <a:pt x="294843" y="94182"/>
                  <a:pt x="294281" y="94792"/>
                </a:cubicBezTo>
                <a:cubicBezTo>
                  <a:pt x="293719" y="95401"/>
                  <a:pt x="292988" y="95829"/>
                  <a:pt x="292089" y="96078"/>
                </a:cubicBezTo>
                <a:cubicBezTo>
                  <a:pt x="291190" y="96327"/>
                  <a:pt x="290043" y="96451"/>
                  <a:pt x="288649" y="96451"/>
                </a:cubicBezTo>
                <a:cubicBezTo>
                  <a:pt x="287210" y="96451"/>
                  <a:pt x="286041" y="96327"/>
                  <a:pt x="285142" y="96078"/>
                </a:cubicBezTo>
                <a:cubicBezTo>
                  <a:pt x="284242" y="95829"/>
                  <a:pt x="283523" y="95401"/>
                  <a:pt x="282983" y="94792"/>
                </a:cubicBezTo>
                <a:cubicBezTo>
                  <a:pt x="282444" y="94182"/>
                  <a:pt x="282073" y="93381"/>
                  <a:pt x="281870" y="92387"/>
                </a:cubicBezTo>
                <a:cubicBezTo>
                  <a:pt x="281668" y="91394"/>
                  <a:pt x="281567" y="90151"/>
                  <a:pt x="281567" y="88661"/>
                </a:cubicBezTo>
                <a:cubicBezTo>
                  <a:pt x="281567" y="87170"/>
                  <a:pt x="281668" y="85916"/>
                  <a:pt x="281870" y="84900"/>
                </a:cubicBezTo>
                <a:cubicBezTo>
                  <a:pt x="282073" y="83884"/>
                  <a:pt x="282444" y="83083"/>
                  <a:pt x="282983" y="82498"/>
                </a:cubicBezTo>
                <a:cubicBezTo>
                  <a:pt x="283523" y="81910"/>
                  <a:pt x="284242" y="81481"/>
                  <a:pt x="285142" y="81210"/>
                </a:cubicBezTo>
                <a:cubicBezTo>
                  <a:pt x="286041" y="80938"/>
                  <a:pt x="287210" y="80803"/>
                  <a:pt x="288649" y="80803"/>
                </a:cubicBezTo>
                <a:cubicBezTo>
                  <a:pt x="290043" y="80803"/>
                  <a:pt x="291190" y="80938"/>
                  <a:pt x="292089" y="81210"/>
                </a:cubicBezTo>
                <a:cubicBezTo>
                  <a:pt x="292988" y="81481"/>
                  <a:pt x="293719" y="81910"/>
                  <a:pt x="294281" y="82498"/>
                </a:cubicBezTo>
                <a:cubicBezTo>
                  <a:pt x="294843" y="83083"/>
                  <a:pt x="295225" y="83884"/>
                  <a:pt x="295428" y="84900"/>
                </a:cubicBezTo>
                <a:cubicBezTo>
                  <a:pt x="295630" y="85916"/>
                  <a:pt x="295731" y="87170"/>
                  <a:pt x="295731" y="88661"/>
                </a:cubicBezTo>
                <a:close/>
                <a:moveTo>
                  <a:pt x="399109" y="67785"/>
                </a:moveTo>
                <a:cubicBezTo>
                  <a:pt x="399109" y="72462"/>
                  <a:pt x="398322" y="76621"/>
                  <a:pt x="396748" y="80263"/>
                </a:cubicBezTo>
                <a:cubicBezTo>
                  <a:pt x="395174" y="83906"/>
                  <a:pt x="392949" y="86974"/>
                  <a:pt x="390071" y="89470"/>
                </a:cubicBezTo>
                <a:cubicBezTo>
                  <a:pt x="387193" y="91966"/>
                  <a:pt x="383764" y="93865"/>
                  <a:pt x="379785" y="95169"/>
                </a:cubicBezTo>
                <a:cubicBezTo>
                  <a:pt x="375806" y="96473"/>
                  <a:pt x="371388" y="97125"/>
                  <a:pt x="366531" y="97125"/>
                </a:cubicBezTo>
                <a:cubicBezTo>
                  <a:pt x="363834" y="97125"/>
                  <a:pt x="361271" y="96934"/>
                  <a:pt x="358842" y="96552"/>
                </a:cubicBezTo>
                <a:cubicBezTo>
                  <a:pt x="356414" y="96170"/>
                  <a:pt x="354256" y="95698"/>
                  <a:pt x="352367" y="95136"/>
                </a:cubicBezTo>
                <a:cubicBezTo>
                  <a:pt x="350479" y="94574"/>
                  <a:pt x="348927" y="94023"/>
                  <a:pt x="347713" y="93483"/>
                </a:cubicBezTo>
                <a:cubicBezTo>
                  <a:pt x="346499" y="92944"/>
                  <a:pt x="345724" y="92516"/>
                  <a:pt x="345386" y="92202"/>
                </a:cubicBezTo>
                <a:cubicBezTo>
                  <a:pt x="345049" y="91887"/>
                  <a:pt x="344813" y="91595"/>
                  <a:pt x="344678" y="91325"/>
                </a:cubicBezTo>
                <a:cubicBezTo>
                  <a:pt x="344543" y="91055"/>
                  <a:pt x="344420" y="90729"/>
                  <a:pt x="344307" y="90347"/>
                </a:cubicBezTo>
                <a:cubicBezTo>
                  <a:pt x="344195" y="89965"/>
                  <a:pt x="344116" y="89481"/>
                  <a:pt x="344071" y="88897"/>
                </a:cubicBezTo>
                <a:cubicBezTo>
                  <a:pt x="344026" y="88312"/>
                  <a:pt x="344004" y="87615"/>
                  <a:pt x="344004" y="86806"/>
                </a:cubicBezTo>
                <a:cubicBezTo>
                  <a:pt x="344004" y="86041"/>
                  <a:pt x="344038" y="85356"/>
                  <a:pt x="344105" y="84749"/>
                </a:cubicBezTo>
                <a:cubicBezTo>
                  <a:pt x="344172" y="84142"/>
                  <a:pt x="344296" y="83647"/>
                  <a:pt x="344476" y="83265"/>
                </a:cubicBezTo>
                <a:cubicBezTo>
                  <a:pt x="344656" y="82883"/>
                  <a:pt x="344869" y="82602"/>
                  <a:pt x="345117" y="82422"/>
                </a:cubicBezTo>
                <a:cubicBezTo>
                  <a:pt x="345364" y="82242"/>
                  <a:pt x="345645" y="82152"/>
                  <a:pt x="345960" y="82152"/>
                </a:cubicBezTo>
                <a:cubicBezTo>
                  <a:pt x="346409" y="82152"/>
                  <a:pt x="347106" y="82433"/>
                  <a:pt x="348051" y="82995"/>
                </a:cubicBezTo>
                <a:cubicBezTo>
                  <a:pt x="348995" y="83557"/>
                  <a:pt x="350265" y="84164"/>
                  <a:pt x="351861" y="84816"/>
                </a:cubicBezTo>
                <a:cubicBezTo>
                  <a:pt x="353458" y="85468"/>
                  <a:pt x="355436" y="86086"/>
                  <a:pt x="357797" y="86671"/>
                </a:cubicBezTo>
                <a:cubicBezTo>
                  <a:pt x="360158" y="87255"/>
                  <a:pt x="362957" y="87548"/>
                  <a:pt x="366194" y="87548"/>
                </a:cubicBezTo>
                <a:cubicBezTo>
                  <a:pt x="369207" y="87548"/>
                  <a:pt x="371972" y="87188"/>
                  <a:pt x="374490" y="86469"/>
                </a:cubicBezTo>
                <a:cubicBezTo>
                  <a:pt x="377008" y="85749"/>
                  <a:pt x="379178" y="84625"/>
                  <a:pt x="380999" y="83096"/>
                </a:cubicBezTo>
                <a:cubicBezTo>
                  <a:pt x="382820" y="81567"/>
                  <a:pt x="384248" y="79645"/>
                  <a:pt x="385282" y="77329"/>
                </a:cubicBezTo>
                <a:cubicBezTo>
                  <a:pt x="386316" y="75014"/>
                  <a:pt x="386833" y="72192"/>
                  <a:pt x="386833" y="68865"/>
                </a:cubicBezTo>
                <a:cubicBezTo>
                  <a:pt x="386833" y="66077"/>
                  <a:pt x="386395" y="63615"/>
                  <a:pt x="385518" y="61479"/>
                </a:cubicBezTo>
                <a:cubicBezTo>
                  <a:pt x="384641" y="59343"/>
                  <a:pt x="383292" y="57567"/>
                  <a:pt x="381471" y="56151"/>
                </a:cubicBezTo>
                <a:cubicBezTo>
                  <a:pt x="379650" y="54734"/>
                  <a:pt x="377346" y="53677"/>
                  <a:pt x="374558" y="52981"/>
                </a:cubicBezTo>
                <a:cubicBezTo>
                  <a:pt x="371770" y="52284"/>
                  <a:pt x="368442" y="51935"/>
                  <a:pt x="364575" y="51935"/>
                </a:cubicBezTo>
                <a:cubicBezTo>
                  <a:pt x="361833" y="51935"/>
                  <a:pt x="359472" y="52070"/>
                  <a:pt x="357493" y="52340"/>
                </a:cubicBezTo>
                <a:cubicBezTo>
                  <a:pt x="355515" y="52610"/>
                  <a:pt x="353671" y="52744"/>
                  <a:pt x="351963" y="52744"/>
                </a:cubicBezTo>
                <a:cubicBezTo>
                  <a:pt x="350704" y="52744"/>
                  <a:pt x="349804" y="52452"/>
                  <a:pt x="349265" y="51868"/>
                </a:cubicBezTo>
                <a:cubicBezTo>
                  <a:pt x="348725" y="51282"/>
                  <a:pt x="348455" y="50155"/>
                  <a:pt x="348455" y="48489"/>
                </a:cubicBezTo>
                <a:lnTo>
                  <a:pt x="348455" y="12889"/>
                </a:lnTo>
                <a:cubicBezTo>
                  <a:pt x="348455" y="11404"/>
                  <a:pt x="348804" y="10301"/>
                  <a:pt x="349501" y="9580"/>
                </a:cubicBezTo>
                <a:cubicBezTo>
                  <a:pt x="350198" y="8859"/>
                  <a:pt x="351198" y="8498"/>
                  <a:pt x="352502" y="8498"/>
                </a:cubicBezTo>
                <a:lnTo>
                  <a:pt x="391150" y="8498"/>
                </a:lnTo>
                <a:cubicBezTo>
                  <a:pt x="391510" y="8498"/>
                  <a:pt x="391858" y="8600"/>
                  <a:pt x="392195" y="8802"/>
                </a:cubicBezTo>
                <a:cubicBezTo>
                  <a:pt x="392533" y="9004"/>
                  <a:pt x="392814" y="9308"/>
                  <a:pt x="393039" y="9713"/>
                </a:cubicBezTo>
                <a:cubicBezTo>
                  <a:pt x="393263" y="10117"/>
                  <a:pt x="393432" y="10634"/>
                  <a:pt x="393544" y="11264"/>
                </a:cubicBezTo>
                <a:cubicBezTo>
                  <a:pt x="393657" y="11893"/>
                  <a:pt x="393713" y="12635"/>
                  <a:pt x="393713" y="13490"/>
                </a:cubicBezTo>
                <a:cubicBezTo>
                  <a:pt x="393713" y="15108"/>
                  <a:pt x="393488" y="16367"/>
                  <a:pt x="393039" y="17267"/>
                </a:cubicBezTo>
                <a:cubicBezTo>
                  <a:pt x="392589" y="18166"/>
                  <a:pt x="391959" y="18616"/>
                  <a:pt x="391150" y="18616"/>
                </a:cubicBezTo>
                <a:lnTo>
                  <a:pt x="358573" y="18616"/>
                </a:lnTo>
                <a:lnTo>
                  <a:pt x="358573" y="43167"/>
                </a:lnTo>
                <a:cubicBezTo>
                  <a:pt x="360146" y="42942"/>
                  <a:pt x="361754" y="42807"/>
                  <a:pt x="363395" y="42762"/>
                </a:cubicBezTo>
                <a:cubicBezTo>
                  <a:pt x="365036" y="42717"/>
                  <a:pt x="366936" y="42695"/>
                  <a:pt x="369094" y="42695"/>
                </a:cubicBezTo>
                <a:cubicBezTo>
                  <a:pt x="374086" y="42695"/>
                  <a:pt x="378447" y="43290"/>
                  <a:pt x="382179" y="44482"/>
                </a:cubicBezTo>
                <a:cubicBezTo>
                  <a:pt x="385912" y="45674"/>
                  <a:pt x="389025" y="47360"/>
                  <a:pt x="391521" y="49541"/>
                </a:cubicBezTo>
                <a:cubicBezTo>
                  <a:pt x="394017" y="51721"/>
                  <a:pt x="395905" y="54363"/>
                  <a:pt x="397187" y="57466"/>
                </a:cubicBezTo>
                <a:cubicBezTo>
                  <a:pt x="398468" y="60568"/>
                  <a:pt x="399109" y="64008"/>
                  <a:pt x="399109" y="67785"/>
                </a:cubicBezTo>
                <a:close/>
                <a:moveTo>
                  <a:pt x="469143" y="67785"/>
                </a:moveTo>
                <a:cubicBezTo>
                  <a:pt x="469143" y="72462"/>
                  <a:pt x="468356" y="76621"/>
                  <a:pt x="466782" y="80263"/>
                </a:cubicBezTo>
                <a:cubicBezTo>
                  <a:pt x="465209" y="83906"/>
                  <a:pt x="462983" y="86974"/>
                  <a:pt x="460105" y="89470"/>
                </a:cubicBezTo>
                <a:cubicBezTo>
                  <a:pt x="457227" y="91966"/>
                  <a:pt x="453799" y="93865"/>
                  <a:pt x="449819" y="95169"/>
                </a:cubicBezTo>
                <a:cubicBezTo>
                  <a:pt x="445840" y="96473"/>
                  <a:pt x="441422" y="97125"/>
                  <a:pt x="436566" y="97125"/>
                </a:cubicBezTo>
                <a:cubicBezTo>
                  <a:pt x="433868" y="97125"/>
                  <a:pt x="431305" y="96934"/>
                  <a:pt x="428877" y="96552"/>
                </a:cubicBezTo>
                <a:cubicBezTo>
                  <a:pt x="426448" y="96170"/>
                  <a:pt x="424290" y="95698"/>
                  <a:pt x="422402" y="95136"/>
                </a:cubicBezTo>
                <a:cubicBezTo>
                  <a:pt x="420513" y="94574"/>
                  <a:pt x="418962" y="94023"/>
                  <a:pt x="417748" y="93483"/>
                </a:cubicBezTo>
                <a:cubicBezTo>
                  <a:pt x="416534" y="92944"/>
                  <a:pt x="415758" y="92516"/>
                  <a:pt x="415421" y="92202"/>
                </a:cubicBezTo>
                <a:cubicBezTo>
                  <a:pt x="415083" y="91887"/>
                  <a:pt x="414847" y="91595"/>
                  <a:pt x="414712" y="91325"/>
                </a:cubicBezTo>
                <a:cubicBezTo>
                  <a:pt x="414578" y="91055"/>
                  <a:pt x="414454" y="90729"/>
                  <a:pt x="414341" y="90347"/>
                </a:cubicBezTo>
                <a:cubicBezTo>
                  <a:pt x="414229" y="89965"/>
                  <a:pt x="414150" y="89481"/>
                  <a:pt x="414105" y="88897"/>
                </a:cubicBezTo>
                <a:cubicBezTo>
                  <a:pt x="414060" y="88312"/>
                  <a:pt x="414038" y="87615"/>
                  <a:pt x="414038" y="86806"/>
                </a:cubicBezTo>
                <a:cubicBezTo>
                  <a:pt x="414038" y="86041"/>
                  <a:pt x="414072" y="85356"/>
                  <a:pt x="414139" y="84749"/>
                </a:cubicBezTo>
                <a:cubicBezTo>
                  <a:pt x="414207" y="84142"/>
                  <a:pt x="414330" y="83647"/>
                  <a:pt x="414510" y="83265"/>
                </a:cubicBezTo>
                <a:cubicBezTo>
                  <a:pt x="414690" y="82883"/>
                  <a:pt x="414904" y="82602"/>
                  <a:pt x="415151" y="82422"/>
                </a:cubicBezTo>
                <a:cubicBezTo>
                  <a:pt x="415398" y="82242"/>
                  <a:pt x="415679" y="82152"/>
                  <a:pt x="415994" y="82152"/>
                </a:cubicBezTo>
                <a:cubicBezTo>
                  <a:pt x="416444" y="82152"/>
                  <a:pt x="417141" y="82433"/>
                  <a:pt x="418085" y="82995"/>
                </a:cubicBezTo>
                <a:cubicBezTo>
                  <a:pt x="419029" y="83557"/>
                  <a:pt x="420299" y="84164"/>
                  <a:pt x="421896" y="84816"/>
                </a:cubicBezTo>
                <a:cubicBezTo>
                  <a:pt x="423492" y="85468"/>
                  <a:pt x="425470" y="86086"/>
                  <a:pt x="427831" y="86671"/>
                </a:cubicBezTo>
                <a:cubicBezTo>
                  <a:pt x="430192" y="87255"/>
                  <a:pt x="432991" y="87548"/>
                  <a:pt x="436228" y="87548"/>
                </a:cubicBezTo>
                <a:cubicBezTo>
                  <a:pt x="439241" y="87548"/>
                  <a:pt x="442006" y="87188"/>
                  <a:pt x="444525" y="86469"/>
                </a:cubicBezTo>
                <a:cubicBezTo>
                  <a:pt x="447043" y="85749"/>
                  <a:pt x="449212" y="84625"/>
                  <a:pt x="451033" y="83096"/>
                </a:cubicBezTo>
                <a:cubicBezTo>
                  <a:pt x="452854" y="81567"/>
                  <a:pt x="454282" y="79645"/>
                  <a:pt x="455316" y="77329"/>
                </a:cubicBezTo>
                <a:cubicBezTo>
                  <a:pt x="456350" y="75014"/>
                  <a:pt x="456868" y="72192"/>
                  <a:pt x="456868" y="68865"/>
                </a:cubicBezTo>
                <a:cubicBezTo>
                  <a:pt x="456868" y="66077"/>
                  <a:pt x="456429" y="63615"/>
                  <a:pt x="455552" y="61479"/>
                </a:cubicBezTo>
                <a:cubicBezTo>
                  <a:pt x="454675" y="59343"/>
                  <a:pt x="453327" y="57567"/>
                  <a:pt x="451505" y="56151"/>
                </a:cubicBezTo>
                <a:cubicBezTo>
                  <a:pt x="449684" y="54734"/>
                  <a:pt x="447380" y="53677"/>
                  <a:pt x="444592" y="52981"/>
                </a:cubicBezTo>
                <a:cubicBezTo>
                  <a:pt x="441804" y="52284"/>
                  <a:pt x="438477" y="51935"/>
                  <a:pt x="434610" y="51935"/>
                </a:cubicBezTo>
                <a:cubicBezTo>
                  <a:pt x="431867" y="51935"/>
                  <a:pt x="429506" y="52070"/>
                  <a:pt x="427528" y="52340"/>
                </a:cubicBezTo>
                <a:cubicBezTo>
                  <a:pt x="425549" y="52610"/>
                  <a:pt x="423706" y="52744"/>
                  <a:pt x="421997" y="52744"/>
                </a:cubicBezTo>
                <a:cubicBezTo>
                  <a:pt x="420738" y="52744"/>
                  <a:pt x="419839" y="52452"/>
                  <a:pt x="419299" y="51868"/>
                </a:cubicBezTo>
                <a:cubicBezTo>
                  <a:pt x="418759" y="51282"/>
                  <a:pt x="418490" y="50155"/>
                  <a:pt x="418490" y="48489"/>
                </a:cubicBezTo>
                <a:lnTo>
                  <a:pt x="418490" y="12889"/>
                </a:lnTo>
                <a:cubicBezTo>
                  <a:pt x="418490" y="11404"/>
                  <a:pt x="418838" y="10301"/>
                  <a:pt x="419535" y="9580"/>
                </a:cubicBezTo>
                <a:cubicBezTo>
                  <a:pt x="420232" y="8859"/>
                  <a:pt x="421232" y="8498"/>
                  <a:pt x="422536" y="8498"/>
                </a:cubicBezTo>
                <a:lnTo>
                  <a:pt x="461184" y="8498"/>
                </a:lnTo>
                <a:cubicBezTo>
                  <a:pt x="461544" y="8498"/>
                  <a:pt x="461892" y="8600"/>
                  <a:pt x="462230" y="8802"/>
                </a:cubicBezTo>
                <a:cubicBezTo>
                  <a:pt x="462567" y="9004"/>
                  <a:pt x="462848" y="9308"/>
                  <a:pt x="463073" y="9713"/>
                </a:cubicBezTo>
                <a:cubicBezTo>
                  <a:pt x="463298" y="10117"/>
                  <a:pt x="463466" y="10634"/>
                  <a:pt x="463579" y="11264"/>
                </a:cubicBezTo>
                <a:cubicBezTo>
                  <a:pt x="463691" y="11893"/>
                  <a:pt x="463747" y="12635"/>
                  <a:pt x="463747" y="13490"/>
                </a:cubicBezTo>
                <a:cubicBezTo>
                  <a:pt x="463747" y="15108"/>
                  <a:pt x="463522" y="16367"/>
                  <a:pt x="463073" y="17267"/>
                </a:cubicBezTo>
                <a:cubicBezTo>
                  <a:pt x="462623" y="18166"/>
                  <a:pt x="461994" y="18616"/>
                  <a:pt x="461184" y="18616"/>
                </a:cubicBezTo>
                <a:lnTo>
                  <a:pt x="428607" y="18616"/>
                </a:lnTo>
                <a:lnTo>
                  <a:pt x="428607" y="43167"/>
                </a:lnTo>
                <a:cubicBezTo>
                  <a:pt x="430181" y="42942"/>
                  <a:pt x="431788" y="42807"/>
                  <a:pt x="433429" y="42762"/>
                </a:cubicBezTo>
                <a:cubicBezTo>
                  <a:pt x="435071" y="42717"/>
                  <a:pt x="436970" y="42695"/>
                  <a:pt x="439129" y="42695"/>
                </a:cubicBezTo>
                <a:cubicBezTo>
                  <a:pt x="444120" y="42695"/>
                  <a:pt x="448481" y="43290"/>
                  <a:pt x="452214" y="44482"/>
                </a:cubicBezTo>
                <a:cubicBezTo>
                  <a:pt x="455946" y="45674"/>
                  <a:pt x="459060" y="47360"/>
                  <a:pt x="461555" y="49541"/>
                </a:cubicBezTo>
                <a:cubicBezTo>
                  <a:pt x="464051" y="51721"/>
                  <a:pt x="465939" y="54363"/>
                  <a:pt x="467221" y="57466"/>
                </a:cubicBezTo>
                <a:cubicBezTo>
                  <a:pt x="468502" y="60568"/>
                  <a:pt x="469143" y="64008"/>
                  <a:pt x="469143" y="67785"/>
                </a:cubicBezTo>
                <a:close/>
                <a:moveTo>
                  <a:pt x="502283" y="86131"/>
                </a:moveTo>
                <a:cubicBezTo>
                  <a:pt x="502283" y="87525"/>
                  <a:pt x="502215" y="88807"/>
                  <a:pt x="502080" y="89976"/>
                </a:cubicBezTo>
                <a:cubicBezTo>
                  <a:pt x="501945" y="91145"/>
                  <a:pt x="501721" y="92247"/>
                  <a:pt x="501406" y="93281"/>
                </a:cubicBezTo>
                <a:cubicBezTo>
                  <a:pt x="501091" y="94315"/>
                  <a:pt x="500675" y="95338"/>
                  <a:pt x="500158" y="96350"/>
                </a:cubicBezTo>
                <a:cubicBezTo>
                  <a:pt x="499641" y="97361"/>
                  <a:pt x="499000" y="98429"/>
                  <a:pt x="498236" y="99553"/>
                </a:cubicBezTo>
                <a:lnTo>
                  <a:pt x="488995" y="113448"/>
                </a:lnTo>
                <a:cubicBezTo>
                  <a:pt x="488770" y="113763"/>
                  <a:pt x="488512" y="114032"/>
                  <a:pt x="488220" y="114257"/>
                </a:cubicBezTo>
                <a:cubicBezTo>
                  <a:pt x="487927" y="114482"/>
                  <a:pt x="487568" y="114684"/>
                  <a:pt x="487140" y="114864"/>
                </a:cubicBezTo>
                <a:cubicBezTo>
                  <a:pt x="486713" y="115044"/>
                  <a:pt x="486219" y="115168"/>
                  <a:pt x="485657" y="115235"/>
                </a:cubicBezTo>
                <a:cubicBezTo>
                  <a:pt x="485095" y="115303"/>
                  <a:pt x="484386" y="115336"/>
                  <a:pt x="483532" y="115336"/>
                </a:cubicBezTo>
                <a:cubicBezTo>
                  <a:pt x="482768" y="115336"/>
                  <a:pt x="482127" y="115303"/>
                  <a:pt x="481610" y="115235"/>
                </a:cubicBezTo>
                <a:cubicBezTo>
                  <a:pt x="481093" y="115168"/>
                  <a:pt x="480722" y="115055"/>
                  <a:pt x="480497" y="114898"/>
                </a:cubicBezTo>
                <a:cubicBezTo>
                  <a:pt x="480272" y="114741"/>
                  <a:pt x="480148" y="114527"/>
                  <a:pt x="480126" y="114257"/>
                </a:cubicBezTo>
                <a:cubicBezTo>
                  <a:pt x="480103" y="113987"/>
                  <a:pt x="480182" y="113673"/>
                  <a:pt x="480362" y="113313"/>
                </a:cubicBezTo>
                <a:lnTo>
                  <a:pt x="489333" y="94765"/>
                </a:lnTo>
                <a:lnTo>
                  <a:pt x="489333" y="86131"/>
                </a:lnTo>
                <a:cubicBezTo>
                  <a:pt x="489333" y="84917"/>
                  <a:pt x="489456" y="83950"/>
                  <a:pt x="489703" y="83231"/>
                </a:cubicBezTo>
                <a:cubicBezTo>
                  <a:pt x="489951" y="82512"/>
                  <a:pt x="490344" y="81972"/>
                  <a:pt x="490884" y="81612"/>
                </a:cubicBezTo>
                <a:cubicBezTo>
                  <a:pt x="491423" y="81253"/>
                  <a:pt x="492098" y="81005"/>
                  <a:pt x="492907" y="80870"/>
                </a:cubicBezTo>
                <a:cubicBezTo>
                  <a:pt x="493717" y="80735"/>
                  <a:pt x="494706" y="80668"/>
                  <a:pt x="495875" y="80668"/>
                </a:cubicBezTo>
                <a:cubicBezTo>
                  <a:pt x="496999" y="80668"/>
                  <a:pt x="497966" y="80735"/>
                  <a:pt x="498775" y="80870"/>
                </a:cubicBezTo>
                <a:cubicBezTo>
                  <a:pt x="499585" y="81005"/>
                  <a:pt x="500248" y="81253"/>
                  <a:pt x="500765" y="81612"/>
                </a:cubicBezTo>
                <a:cubicBezTo>
                  <a:pt x="501282" y="81972"/>
                  <a:pt x="501664" y="82512"/>
                  <a:pt x="501912" y="83231"/>
                </a:cubicBezTo>
                <a:cubicBezTo>
                  <a:pt x="502159" y="83950"/>
                  <a:pt x="502283" y="84917"/>
                  <a:pt x="502283" y="86131"/>
                </a:cubicBezTo>
                <a:close/>
                <a:moveTo>
                  <a:pt x="605535" y="91190"/>
                </a:moveTo>
                <a:cubicBezTo>
                  <a:pt x="605535" y="92044"/>
                  <a:pt x="605468" y="92764"/>
                  <a:pt x="605333" y="93348"/>
                </a:cubicBezTo>
                <a:cubicBezTo>
                  <a:pt x="605198" y="93933"/>
                  <a:pt x="605018" y="94405"/>
                  <a:pt x="604793" y="94765"/>
                </a:cubicBezTo>
                <a:cubicBezTo>
                  <a:pt x="604569" y="95124"/>
                  <a:pt x="604310" y="95383"/>
                  <a:pt x="604018" y="95540"/>
                </a:cubicBezTo>
                <a:cubicBezTo>
                  <a:pt x="603726" y="95698"/>
                  <a:pt x="603422" y="95776"/>
                  <a:pt x="603107" y="95776"/>
                </a:cubicBezTo>
                <a:lnTo>
                  <a:pt x="557512" y="95776"/>
                </a:lnTo>
                <a:cubicBezTo>
                  <a:pt x="557198" y="95776"/>
                  <a:pt x="556905" y="95698"/>
                  <a:pt x="556635" y="95540"/>
                </a:cubicBezTo>
                <a:cubicBezTo>
                  <a:pt x="556366" y="95383"/>
                  <a:pt x="556107" y="95124"/>
                  <a:pt x="555860" y="94765"/>
                </a:cubicBezTo>
                <a:cubicBezTo>
                  <a:pt x="555613" y="94405"/>
                  <a:pt x="555421" y="93933"/>
                  <a:pt x="555287" y="93348"/>
                </a:cubicBezTo>
                <a:cubicBezTo>
                  <a:pt x="555152" y="92764"/>
                  <a:pt x="555084" y="92044"/>
                  <a:pt x="555084" y="91190"/>
                </a:cubicBezTo>
                <a:cubicBezTo>
                  <a:pt x="555084" y="90381"/>
                  <a:pt x="555152" y="89684"/>
                  <a:pt x="555287" y="89099"/>
                </a:cubicBezTo>
                <a:cubicBezTo>
                  <a:pt x="555421" y="88514"/>
                  <a:pt x="555590" y="88031"/>
                  <a:pt x="555792" y="87649"/>
                </a:cubicBezTo>
                <a:cubicBezTo>
                  <a:pt x="555995" y="87267"/>
                  <a:pt x="556242" y="86974"/>
                  <a:pt x="556534" y="86772"/>
                </a:cubicBezTo>
                <a:cubicBezTo>
                  <a:pt x="556827" y="86570"/>
                  <a:pt x="557153" y="86469"/>
                  <a:pt x="557512" y="86469"/>
                </a:cubicBezTo>
                <a:lnTo>
                  <a:pt x="575723" y="86469"/>
                </a:lnTo>
                <a:lnTo>
                  <a:pt x="575723" y="20032"/>
                </a:lnTo>
                <a:lnTo>
                  <a:pt x="558861" y="30149"/>
                </a:lnTo>
                <a:cubicBezTo>
                  <a:pt x="558007" y="30599"/>
                  <a:pt x="557321" y="30869"/>
                  <a:pt x="556804" y="30959"/>
                </a:cubicBezTo>
                <a:cubicBezTo>
                  <a:pt x="556287" y="31049"/>
                  <a:pt x="555871" y="30947"/>
                  <a:pt x="555556" y="30655"/>
                </a:cubicBezTo>
                <a:cubicBezTo>
                  <a:pt x="555242" y="30363"/>
                  <a:pt x="555028" y="29879"/>
                  <a:pt x="554916" y="29203"/>
                </a:cubicBezTo>
                <a:cubicBezTo>
                  <a:pt x="554803" y="28526"/>
                  <a:pt x="554747" y="27669"/>
                  <a:pt x="554747" y="26631"/>
                </a:cubicBezTo>
                <a:cubicBezTo>
                  <a:pt x="554747" y="25864"/>
                  <a:pt x="554781" y="25210"/>
                  <a:pt x="554848" y="24669"/>
                </a:cubicBezTo>
                <a:cubicBezTo>
                  <a:pt x="554916" y="24128"/>
                  <a:pt x="555017" y="23677"/>
                  <a:pt x="555152" y="23316"/>
                </a:cubicBezTo>
                <a:cubicBezTo>
                  <a:pt x="555287" y="22955"/>
                  <a:pt x="555478" y="22639"/>
                  <a:pt x="555725" y="22370"/>
                </a:cubicBezTo>
                <a:cubicBezTo>
                  <a:pt x="555972" y="22098"/>
                  <a:pt x="556298" y="21828"/>
                  <a:pt x="556703" y="21558"/>
                </a:cubicBezTo>
                <a:lnTo>
                  <a:pt x="576802" y="8635"/>
                </a:lnTo>
                <a:cubicBezTo>
                  <a:pt x="576982" y="8501"/>
                  <a:pt x="577207" y="8388"/>
                  <a:pt x="577477" y="8298"/>
                </a:cubicBezTo>
                <a:cubicBezTo>
                  <a:pt x="577747" y="8207"/>
                  <a:pt x="578084" y="8116"/>
                  <a:pt x="578489" y="8026"/>
                </a:cubicBezTo>
                <a:cubicBezTo>
                  <a:pt x="578893" y="7936"/>
                  <a:pt x="579366" y="7880"/>
                  <a:pt x="579905" y="7858"/>
                </a:cubicBezTo>
                <a:cubicBezTo>
                  <a:pt x="580445" y="7835"/>
                  <a:pt x="581119" y="7824"/>
                  <a:pt x="581929" y="7824"/>
                </a:cubicBezTo>
                <a:cubicBezTo>
                  <a:pt x="583008" y="7824"/>
                  <a:pt x="583907" y="7869"/>
                  <a:pt x="584626" y="7959"/>
                </a:cubicBezTo>
                <a:cubicBezTo>
                  <a:pt x="585346" y="8049"/>
                  <a:pt x="585908" y="8172"/>
                  <a:pt x="586313" y="8330"/>
                </a:cubicBezTo>
                <a:cubicBezTo>
                  <a:pt x="586717" y="8487"/>
                  <a:pt x="586987" y="8690"/>
                  <a:pt x="587122" y="8939"/>
                </a:cubicBezTo>
                <a:cubicBezTo>
                  <a:pt x="587257" y="9186"/>
                  <a:pt x="587324" y="9445"/>
                  <a:pt x="587324" y="9715"/>
                </a:cubicBezTo>
                <a:lnTo>
                  <a:pt x="587324" y="86469"/>
                </a:lnTo>
                <a:lnTo>
                  <a:pt x="603107" y="86469"/>
                </a:lnTo>
                <a:cubicBezTo>
                  <a:pt x="603467" y="86469"/>
                  <a:pt x="603804" y="86570"/>
                  <a:pt x="604119" y="86772"/>
                </a:cubicBezTo>
                <a:cubicBezTo>
                  <a:pt x="604434" y="86974"/>
                  <a:pt x="604692" y="87267"/>
                  <a:pt x="604895" y="87649"/>
                </a:cubicBezTo>
                <a:cubicBezTo>
                  <a:pt x="605097" y="88031"/>
                  <a:pt x="605254" y="88514"/>
                  <a:pt x="605367" y="89099"/>
                </a:cubicBezTo>
                <a:cubicBezTo>
                  <a:pt x="605479" y="89684"/>
                  <a:pt x="605535" y="90381"/>
                  <a:pt x="605535" y="91190"/>
                </a:cubicBezTo>
                <a:close/>
                <a:moveTo>
                  <a:pt x="674962" y="67785"/>
                </a:moveTo>
                <a:cubicBezTo>
                  <a:pt x="674962" y="72462"/>
                  <a:pt x="674175" y="76621"/>
                  <a:pt x="672602" y="80263"/>
                </a:cubicBezTo>
                <a:cubicBezTo>
                  <a:pt x="671028" y="83906"/>
                  <a:pt x="668802" y="86974"/>
                  <a:pt x="665924" y="89470"/>
                </a:cubicBezTo>
                <a:cubicBezTo>
                  <a:pt x="663046" y="91966"/>
                  <a:pt x="659618" y="93865"/>
                  <a:pt x="655638" y="95169"/>
                </a:cubicBezTo>
                <a:cubicBezTo>
                  <a:pt x="651659" y="96473"/>
                  <a:pt x="647241" y="97125"/>
                  <a:pt x="642385" y="97125"/>
                </a:cubicBezTo>
                <a:cubicBezTo>
                  <a:pt x="639687" y="97125"/>
                  <a:pt x="637124" y="96934"/>
                  <a:pt x="634696" y="96552"/>
                </a:cubicBezTo>
                <a:cubicBezTo>
                  <a:pt x="632268" y="96170"/>
                  <a:pt x="630109" y="95698"/>
                  <a:pt x="628221" y="95136"/>
                </a:cubicBezTo>
                <a:cubicBezTo>
                  <a:pt x="626332" y="94574"/>
                  <a:pt x="624781" y="94023"/>
                  <a:pt x="623567" y="93483"/>
                </a:cubicBezTo>
                <a:cubicBezTo>
                  <a:pt x="622353" y="92944"/>
                  <a:pt x="621577" y="92516"/>
                  <a:pt x="621240" y="92202"/>
                </a:cubicBezTo>
                <a:cubicBezTo>
                  <a:pt x="620903" y="91887"/>
                  <a:pt x="620666" y="91595"/>
                  <a:pt x="620532" y="91325"/>
                </a:cubicBezTo>
                <a:cubicBezTo>
                  <a:pt x="620397" y="91055"/>
                  <a:pt x="620273" y="90729"/>
                  <a:pt x="620161" y="90347"/>
                </a:cubicBezTo>
                <a:cubicBezTo>
                  <a:pt x="620048" y="89965"/>
                  <a:pt x="619970" y="89481"/>
                  <a:pt x="619925" y="88897"/>
                </a:cubicBezTo>
                <a:cubicBezTo>
                  <a:pt x="619880" y="88312"/>
                  <a:pt x="619857" y="87615"/>
                  <a:pt x="619857" y="86806"/>
                </a:cubicBezTo>
                <a:cubicBezTo>
                  <a:pt x="619857" y="86041"/>
                  <a:pt x="619891" y="85356"/>
                  <a:pt x="619958" y="84749"/>
                </a:cubicBezTo>
                <a:cubicBezTo>
                  <a:pt x="620026" y="84142"/>
                  <a:pt x="620149" y="83647"/>
                  <a:pt x="620329" y="83265"/>
                </a:cubicBezTo>
                <a:cubicBezTo>
                  <a:pt x="620509" y="82883"/>
                  <a:pt x="620723" y="82602"/>
                  <a:pt x="620970" y="82422"/>
                </a:cubicBezTo>
                <a:cubicBezTo>
                  <a:pt x="621217" y="82242"/>
                  <a:pt x="621498" y="82152"/>
                  <a:pt x="621813" y="82152"/>
                </a:cubicBezTo>
                <a:cubicBezTo>
                  <a:pt x="622263" y="82152"/>
                  <a:pt x="622960" y="82433"/>
                  <a:pt x="623904" y="82995"/>
                </a:cubicBezTo>
                <a:cubicBezTo>
                  <a:pt x="624848" y="83557"/>
                  <a:pt x="626119" y="84164"/>
                  <a:pt x="627715" y="84816"/>
                </a:cubicBezTo>
                <a:cubicBezTo>
                  <a:pt x="629311" y="85468"/>
                  <a:pt x="631290" y="86086"/>
                  <a:pt x="633650" y="86671"/>
                </a:cubicBezTo>
                <a:cubicBezTo>
                  <a:pt x="636011" y="87255"/>
                  <a:pt x="638810" y="87548"/>
                  <a:pt x="642048" y="87548"/>
                </a:cubicBezTo>
                <a:cubicBezTo>
                  <a:pt x="645060" y="87548"/>
                  <a:pt x="647826" y="87188"/>
                  <a:pt x="650344" y="86469"/>
                </a:cubicBezTo>
                <a:cubicBezTo>
                  <a:pt x="652862" y="85749"/>
                  <a:pt x="655031" y="84625"/>
                  <a:pt x="656852" y="83096"/>
                </a:cubicBezTo>
                <a:cubicBezTo>
                  <a:pt x="658674" y="81567"/>
                  <a:pt x="660101" y="79645"/>
                  <a:pt x="661135" y="77329"/>
                </a:cubicBezTo>
                <a:cubicBezTo>
                  <a:pt x="662170" y="75014"/>
                  <a:pt x="662687" y="72192"/>
                  <a:pt x="662687" y="68865"/>
                </a:cubicBezTo>
                <a:cubicBezTo>
                  <a:pt x="662687" y="66077"/>
                  <a:pt x="662248" y="63615"/>
                  <a:pt x="661371" y="61479"/>
                </a:cubicBezTo>
                <a:cubicBezTo>
                  <a:pt x="660495" y="59343"/>
                  <a:pt x="659146" y="57567"/>
                  <a:pt x="657325" y="56151"/>
                </a:cubicBezTo>
                <a:cubicBezTo>
                  <a:pt x="655503" y="54734"/>
                  <a:pt x="653199" y="53677"/>
                  <a:pt x="650411" y="52981"/>
                </a:cubicBezTo>
                <a:cubicBezTo>
                  <a:pt x="647623" y="52284"/>
                  <a:pt x="644296" y="51935"/>
                  <a:pt x="640429" y="51935"/>
                </a:cubicBezTo>
                <a:cubicBezTo>
                  <a:pt x="637686" y="51935"/>
                  <a:pt x="635325" y="52070"/>
                  <a:pt x="633347" y="52340"/>
                </a:cubicBezTo>
                <a:cubicBezTo>
                  <a:pt x="631368" y="52610"/>
                  <a:pt x="629525" y="52744"/>
                  <a:pt x="627816" y="52744"/>
                </a:cubicBezTo>
                <a:cubicBezTo>
                  <a:pt x="626557" y="52744"/>
                  <a:pt x="625658" y="52452"/>
                  <a:pt x="625118" y="51868"/>
                </a:cubicBezTo>
                <a:cubicBezTo>
                  <a:pt x="624578" y="51282"/>
                  <a:pt x="624309" y="50155"/>
                  <a:pt x="624309" y="48489"/>
                </a:cubicBezTo>
                <a:lnTo>
                  <a:pt x="624309" y="12889"/>
                </a:lnTo>
                <a:cubicBezTo>
                  <a:pt x="624309" y="11404"/>
                  <a:pt x="624657" y="10301"/>
                  <a:pt x="625354" y="9580"/>
                </a:cubicBezTo>
                <a:cubicBezTo>
                  <a:pt x="626051" y="8859"/>
                  <a:pt x="627052" y="8498"/>
                  <a:pt x="628356" y="8498"/>
                </a:cubicBezTo>
                <a:lnTo>
                  <a:pt x="667003" y="8498"/>
                </a:lnTo>
                <a:cubicBezTo>
                  <a:pt x="667363" y="8498"/>
                  <a:pt x="667712" y="8600"/>
                  <a:pt x="668049" y="8802"/>
                </a:cubicBezTo>
                <a:cubicBezTo>
                  <a:pt x="668386" y="9004"/>
                  <a:pt x="668667" y="9308"/>
                  <a:pt x="668892" y="9713"/>
                </a:cubicBezTo>
                <a:cubicBezTo>
                  <a:pt x="669117" y="10117"/>
                  <a:pt x="669285" y="10634"/>
                  <a:pt x="669398" y="11264"/>
                </a:cubicBezTo>
                <a:cubicBezTo>
                  <a:pt x="669510" y="11893"/>
                  <a:pt x="669566" y="12635"/>
                  <a:pt x="669566" y="13490"/>
                </a:cubicBezTo>
                <a:cubicBezTo>
                  <a:pt x="669566" y="15108"/>
                  <a:pt x="669342" y="16367"/>
                  <a:pt x="668892" y="17267"/>
                </a:cubicBezTo>
                <a:cubicBezTo>
                  <a:pt x="668442" y="18166"/>
                  <a:pt x="667813" y="18616"/>
                  <a:pt x="667003" y="18616"/>
                </a:cubicBezTo>
                <a:lnTo>
                  <a:pt x="634426" y="18616"/>
                </a:lnTo>
                <a:lnTo>
                  <a:pt x="634426" y="43167"/>
                </a:lnTo>
                <a:cubicBezTo>
                  <a:pt x="636000" y="42942"/>
                  <a:pt x="637607" y="42807"/>
                  <a:pt x="639248" y="42762"/>
                </a:cubicBezTo>
                <a:cubicBezTo>
                  <a:pt x="640890" y="42717"/>
                  <a:pt x="642789" y="42695"/>
                  <a:pt x="644948" y="42695"/>
                </a:cubicBezTo>
                <a:cubicBezTo>
                  <a:pt x="649939" y="42695"/>
                  <a:pt x="654301" y="43290"/>
                  <a:pt x="658033" y="44482"/>
                </a:cubicBezTo>
                <a:cubicBezTo>
                  <a:pt x="661765" y="45674"/>
                  <a:pt x="664879" y="47360"/>
                  <a:pt x="667374" y="49541"/>
                </a:cubicBezTo>
                <a:cubicBezTo>
                  <a:pt x="669870" y="51721"/>
                  <a:pt x="671758" y="54363"/>
                  <a:pt x="673040" y="57466"/>
                </a:cubicBezTo>
                <a:cubicBezTo>
                  <a:pt x="674322" y="60568"/>
                  <a:pt x="674962" y="64008"/>
                  <a:pt x="674962" y="67785"/>
                </a:cubicBezTo>
                <a:close/>
                <a:moveTo>
                  <a:pt x="745602" y="91190"/>
                </a:moveTo>
                <a:cubicBezTo>
                  <a:pt x="745602" y="92044"/>
                  <a:pt x="745535" y="92764"/>
                  <a:pt x="745400" y="93348"/>
                </a:cubicBezTo>
                <a:cubicBezTo>
                  <a:pt x="745265" y="93933"/>
                  <a:pt x="745085" y="94405"/>
                  <a:pt x="744860" y="94765"/>
                </a:cubicBezTo>
                <a:cubicBezTo>
                  <a:pt x="744635" y="95124"/>
                  <a:pt x="744377" y="95383"/>
                  <a:pt x="744084" y="95540"/>
                </a:cubicBezTo>
                <a:cubicBezTo>
                  <a:pt x="743792" y="95698"/>
                  <a:pt x="743489" y="95776"/>
                  <a:pt x="743174" y="95776"/>
                </a:cubicBezTo>
                <a:lnTo>
                  <a:pt x="697579" y="95776"/>
                </a:lnTo>
                <a:cubicBezTo>
                  <a:pt x="697264" y="95776"/>
                  <a:pt x="696972" y="95698"/>
                  <a:pt x="696702" y="95540"/>
                </a:cubicBezTo>
                <a:cubicBezTo>
                  <a:pt x="696432" y="95383"/>
                  <a:pt x="696174" y="95124"/>
                  <a:pt x="695926" y="94765"/>
                </a:cubicBezTo>
                <a:cubicBezTo>
                  <a:pt x="695679" y="94405"/>
                  <a:pt x="695488" y="93933"/>
                  <a:pt x="695353" y="93348"/>
                </a:cubicBezTo>
                <a:cubicBezTo>
                  <a:pt x="695218" y="92764"/>
                  <a:pt x="695151" y="92044"/>
                  <a:pt x="695151" y="91190"/>
                </a:cubicBezTo>
                <a:cubicBezTo>
                  <a:pt x="695151" y="90381"/>
                  <a:pt x="695218" y="89684"/>
                  <a:pt x="695353" y="89099"/>
                </a:cubicBezTo>
                <a:cubicBezTo>
                  <a:pt x="695488" y="88514"/>
                  <a:pt x="695657" y="88031"/>
                  <a:pt x="695859" y="87649"/>
                </a:cubicBezTo>
                <a:cubicBezTo>
                  <a:pt x="696061" y="87267"/>
                  <a:pt x="696309" y="86974"/>
                  <a:pt x="696601" y="86772"/>
                </a:cubicBezTo>
                <a:cubicBezTo>
                  <a:pt x="696893" y="86570"/>
                  <a:pt x="697219" y="86469"/>
                  <a:pt x="697579" y="86469"/>
                </a:cubicBezTo>
                <a:lnTo>
                  <a:pt x="715790" y="86469"/>
                </a:lnTo>
                <a:lnTo>
                  <a:pt x="715790" y="20032"/>
                </a:lnTo>
                <a:lnTo>
                  <a:pt x="698928" y="30149"/>
                </a:lnTo>
                <a:cubicBezTo>
                  <a:pt x="698074" y="30599"/>
                  <a:pt x="697388" y="30869"/>
                  <a:pt x="696871" y="30959"/>
                </a:cubicBezTo>
                <a:cubicBezTo>
                  <a:pt x="696354" y="31049"/>
                  <a:pt x="695938" y="30947"/>
                  <a:pt x="695623" y="30655"/>
                </a:cubicBezTo>
                <a:cubicBezTo>
                  <a:pt x="695308" y="30363"/>
                  <a:pt x="695095" y="29879"/>
                  <a:pt x="694982" y="29203"/>
                </a:cubicBezTo>
                <a:cubicBezTo>
                  <a:pt x="694870" y="28526"/>
                  <a:pt x="694814" y="27669"/>
                  <a:pt x="694814" y="26631"/>
                </a:cubicBezTo>
                <a:cubicBezTo>
                  <a:pt x="694814" y="25864"/>
                  <a:pt x="694847" y="25210"/>
                  <a:pt x="694915" y="24669"/>
                </a:cubicBezTo>
                <a:cubicBezTo>
                  <a:pt x="694982" y="24128"/>
                  <a:pt x="695083" y="23677"/>
                  <a:pt x="695218" y="23316"/>
                </a:cubicBezTo>
                <a:cubicBezTo>
                  <a:pt x="695353" y="22955"/>
                  <a:pt x="695544" y="22639"/>
                  <a:pt x="695792" y="22370"/>
                </a:cubicBezTo>
                <a:cubicBezTo>
                  <a:pt x="696039" y="22098"/>
                  <a:pt x="696365" y="21828"/>
                  <a:pt x="696770" y="21558"/>
                </a:cubicBezTo>
                <a:lnTo>
                  <a:pt x="716869" y="8635"/>
                </a:lnTo>
                <a:cubicBezTo>
                  <a:pt x="717049" y="8501"/>
                  <a:pt x="717274" y="8388"/>
                  <a:pt x="717544" y="8298"/>
                </a:cubicBezTo>
                <a:cubicBezTo>
                  <a:pt x="717813" y="8207"/>
                  <a:pt x="718151" y="8116"/>
                  <a:pt x="718555" y="8026"/>
                </a:cubicBezTo>
                <a:cubicBezTo>
                  <a:pt x="718960" y="7936"/>
                  <a:pt x="719432" y="7880"/>
                  <a:pt x="719972" y="7858"/>
                </a:cubicBezTo>
                <a:cubicBezTo>
                  <a:pt x="720511" y="7835"/>
                  <a:pt x="721186" y="7824"/>
                  <a:pt x="721995" y="7824"/>
                </a:cubicBezTo>
                <a:cubicBezTo>
                  <a:pt x="723074" y="7824"/>
                  <a:pt x="723974" y="7869"/>
                  <a:pt x="724693" y="7959"/>
                </a:cubicBezTo>
                <a:cubicBezTo>
                  <a:pt x="725413" y="8049"/>
                  <a:pt x="725975" y="8172"/>
                  <a:pt x="726379" y="8330"/>
                </a:cubicBezTo>
                <a:cubicBezTo>
                  <a:pt x="726784" y="8487"/>
                  <a:pt x="727054" y="8690"/>
                  <a:pt x="727189" y="8939"/>
                </a:cubicBezTo>
                <a:cubicBezTo>
                  <a:pt x="727324" y="9186"/>
                  <a:pt x="727391" y="9445"/>
                  <a:pt x="727391" y="9715"/>
                </a:cubicBezTo>
                <a:lnTo>
                  <a:pt x="727391" y="86469"/>
                </a:lnTo>
                <a:lnTo>
                  <a:pt x="743174" y="86469"/>
                </a:lnTo>
                <a:cubicBezTo>
                  <a:pt x="743534" y="86469"/>
                  <a:pt x="743871" y="86570"/>
                  <a:pt x="744186" y="86772"/>
                </a:cubicBezTo>
                <a:cubicBezTo>
                  <a:pt x="744500" y="86974"/>
                  <a:pt x="744759" y="87267"/>
                  <a:pt x="744961" y="87649"/>
                </a:cubicBezTo>
                <a:cubicBezTo>
                  <a:pt x="745164" y="88031"/>
                  <a:pt x="745321" y="88514"/>
                  <a:pt x="745433" y="89099"/>
                </a:cubicBezTo>
                <a:cubicBezTo>
                  <a:pt x="745546" y="89684"/>
                  <a:pt x="745602" y="90381"/>
                  <a:pt x="745602" y="91190"/>
                </a:cubicBezTo>
                <a:close/>
                <a:moveTo>
                  <a:pt x="777721" y="86131"/>
                </a:moveTo>
                <a:cubicBezTo>
                  <a:pt x="777721" y="87525"/>
                  <a:pt x="777654" y="88807"/>
                  <a:pt x="777519" y="89976"/>
                </a:cubicBezTo>
                <a:cubicBezTo>
                  <a:pt x="777384" y="91145"/>
                  <a:pt x="777159" y="92247"/>
                  <a:pt x="776844" y="93281"/>
                </a:cubicBezTo>
                <a:cubicBezTo>
                  <a:pt x="776529" y="94315"/>
                  <a:pt x="776113" y="95338"/>
                  <a:pt x="775596" y="96350"/>
                </a:cubicBezTo>
                <a:cubicBezTo>
                  <a:pt x="775079" y="97361"/>
                  <a:pt x="774439" y="98429"/>
                  <a:pt x="773674" y="99553"/>
                </a:cubicBezTo>
                <a:lnTo>
                  <a:pt x="764434" y="113448"/>
                </a:lnTo>
                <a:cubicBezTo>
                  <a:pt x="764209" y="113763"/>
                  <a:pt x="763950" y="114032"/>
                  <a:pt x="763658" y="114257"/>
                </a:cubicBezTo>
                <a:cubicBezTo>
                  <a:pt x="763366" y="114482"/>
                  <a:pt x="763006" y="114684"/>
                  <a:pt x="762579" y="114864"/>
                </a:cubicBezTo>
                <a:cubicBezTo>
                  <a:pt x="762152" y="115044"/>
                  <a:pt x="761657" y="115168"/>
                  <a:pt x="761095" y="115235"/>
                </a:cubicBezTo>
                <a:cubicBezTo>
                  <a:pt x="760533" y="115303"/>
                  <a:pt x="759825" y="115336"/>
                  <a:pt x="758970" y="115336"/>
                </a:cubicBezTo>
                <a:cubicBezTo>
                  <a:pt x="758206" y="115336"/>
                  <a:pt x="757565" y="115303"/>
                  <a:pt x="757048" y="115235"/>
                </a:cubicBezTo>
                <a:cubicBezTo>
                  <a:pt x="756531" y="115168"/>
                  <a:pt x="756160" y="115055"/>
                  <a:pt x="755935" y="114898"/>
                </a:cubicBezTo>
                <a:cubicBezTo>
                  <a:pt x="755710" y="114741"/>
                  <a:pt x="755587" y="114527"/>
                  <a:pt x="755564" y="114257"/>
                </a:cubicBezTo>
                <a:cubicBezTo>
                  <a:pt x="755542" y="113987"/>
                  <a:pt x="755620" y="113673"/>
                  <a:pt x="755800" y="113313"/>
                </a:cubicBezTo>
                <a:lnTo>
                  <a:pt x="764771" y="94765"/>
                </a:lnTo>
                <a:lnTo>
                  <a:pt x="764771" y="86131"/>
                </a:lnTo>
                <a:cubicBezTo>
                  <a:pt x="764771" y="84917"/>
                  <a:pt x="764895" y="83950"/>
                  <a:pt x="765142" y="83231"/>
                </a:cubicBezTo>
                <a:cubicBezTo>
                  <a:pt x="765389" y="82512"/>
                  <a:pt x="765783" y="81972"/>
                  <a:pt x="766322" y="81612"/>
                </a:cubicBezTo>
                <a:cubicBezTo>
                  <a:pt x="766862" y="81253"/>
                  <a:pt x="767536" y="81005"/>
                  <a:pt x="768346" y="80870"/>
                </a:cubicBezTo>
                <a:cubicBezTo>
                  <a:pt x="769155" y="80735"/>
                  <a:pt x="770144" y="80668"/>
                  <a:pt x="771313" y="80668"/>
                </a:cubicBezTo>
                <a:cubicBezTo>
                  <a:pt x="772438" y="80668"/>
                  <a:pt x="773404" y="80735"/>
                  <a:pt x="774214" y="80870"/>
                </a:cubicBezTo>
                <a:cubicBezTo>
                  <a:pt x="775023" y="81005"/>
                  <a:pt x="775686" y="81253"/>
                  <a:pt x="776203" y="81612"/>
                </a:cubicBezTo>
                <a:cubicBezTo>
                  <a:pt x="776721" y="81972"/>
                  <a:pt x="777103" y="82512"/>
                  <a:pt x="777350" y="83231"/>
                </a:cubicBezTo>
                <a:cubicBezTo>
                  <a:pt x="777597" y="83950"/>
                  <a:pt x="777721" y="84917"/>
                  <a:pt x="777721" y="86131"/>
                </a:cubicBezTo>
                <a:close/>
                <a:moveTo>
                  <a:pt x="880771" y="90785"/>
                </a:moveTo>
                <a:cubicBezTo>
                  <a:pt x="880771" y="91595"/>
                  <a:pt x="880714" y="92314"/>
                  <a:pt x="880602" y="92944"/>
                </a:cubicBezTo>
                <a:cubicBezTo>
                  <a:pt x="880490" y="93573"/>
                  <a:pt x="880332" y="94101"/>
                  <a:pt x="880130" y="94529"/>
                </a:cubicBezTo>
                <a:cubicBezTo>
                  <a:pt x="879928" y="94956"/>
                  <a:pt x="879658" y="95271"/>
                  <a:pt x="879320" y="95473"/>
                </a:cubicBezTo>
                <a:cubicBezTo>
                  <a:pt x="878983" y="95675"/>
                  <a:pt x="878612" y="95776"/>
                  <a:pt x="878208" y="95776"/>
                </a:cubicBezTo>
                <a:lnTo>
                  <a:pt x="829982" y="95776"/>
                </a:lnTo>
                <a:cubicBezTo>
                  <a:pt x="829353" y="95776"/>
                  <a:pt x="828802" y="95698"/>
                  <a:pt x="828330" y="95540"/>
                </a:cubicBezTo>
                <a:cubicBezTo>
                  <a:pt x="827858" y="95383"/>
                  <a:pt x="827453" y="95124"/>
                  <a:pt x="827116" y="94765"/>
                </a:cubicBezTo>
                <a:cubicBezTo>
                  <a:pt x="826778" y="94405"/>
                  <a:pt x="826531" y="93888"/>
                  <a:pt x="826374" y="93213"/>
                </a:cubicBezTo>
                <a:cubicBezTo>
                  <a:pt x="826216" y="92539"/>
                  <a:pt x="826138" y="91707"/>
                  <a:pt x="826138" y="90718"/>
                </a:cubicBezTo>
                <a:cubicBezTo>
                  <a:pt x="826138" y="89818"/>
                  <a:pt x="826171" y="89032"/>
                  <a:pt x="826239" y="88357"/>
                </a:cubicBezTo>
                <a:cubicBezTo>
                  <a:pt x="826306" y="87683"/>
                  <a:pt x="826452" y="87087"/>
                  <a:pt x="826677" y="86570"/>
                </a:cubicBezTo>
                <a:cubicBezTo>
                  <a:pt x="826902" y="86053"/>
                  <a:pt x="827183" y="85536"/>
                  <a:pt x="827520" y="85018"/>
                </a:cubicBezTo>
                <a:cubicBezTo>
                  <a:pt x="827858" y="84501"/>
                  <a:pt x="828296" y="83950"/>
                  <a:pt x="828836" y="83366"/>
                </a:cubicBezTo>
                <a:lnTo>
                  <a:pt x="845765" y="65402"/>
                </a:lnTo>
                <a:cubicBezTo>
                  <a:pt x="849677" y="61262"/>
                  <a:pt x="852813" y="57549"/>
                  <a:pt x="855174" y="54264"/>
                </a:cubicBezTo>
                <a:cubicBezTo>
                  <a:pt x="857535" y="50979"/>
                  <a:pt x="859356" y="47987"/>
                  <a:pt x="860637" y="45287"/>
                </a:cubicBezTo>
                <a:cubicBezTo>
                  <a:pt x="861919" y="42586"/>
                  <a:pt x="862762" y="40134"/>
                  <a:pt x="863167" y="37929"/>
                </a:cubicBezTo>
                <a:cubicBezTo>
                  <a:pt x="863571" y="35724"/>
                  <a:pt x="863774" y="33655"/>
                  <a:pt x="863774" y="31720"/>
                </a:cubicBezTo>
                <a:cubicBezTo>
                  <a:pt x="863774" y="29783"/>
                  <a:pt x="863459" y="27949"/>
                  <a:pt x="862829" y="26216"/>
                </a:cubicBezTo>
                <a:cubicBezTo>
                  <a:pt x="862200" y="24482"/>
                  <a:pt x="861289" y="22963"/>
                  <a:pt x="860098" y="21657"/>
                </a:cubicBezTo>
                <a:cubicBezTo>
                  <a:pt x="858906" y="20350"/>
                  <a:pt x="857411" y="19315"/>
                  <a:pt x="855612" y="18550"/>
                </a:cubicBezTo>
                <a:cubicBezTo>
                  <a:pt x="853814" y="17785"/>
                  <a:pt x="851745" y="17402"/>
                  <a:pt x="849407" y="17402"/>
                </a:cubicBezTo>
                <a:cubicBezTo>
                  <a:pt x="846664" y="17402"/>
                  <a:pt x="844202" y="17784"/>
                  <a:pt x="842022" y="18548"/>
                </a:cubicBezTo>
                <a:cubicBezTo>
                  <a:pt x="839841" y="19313"/>
                  <a:pt x="837930" y="20145"/>
                  <a:pt x="836289" y="21044"/>
                </a:cubicBezTo>
                <a:cubicBezTo>
                  <a:pt x="834647" y="21943"/>
                  <a:pt x="833276" y="22775"/>
                  <a:pt x="832174" y="23539"/>
                </a:cubicBezTo>
                <a:cubicBezTo>
                  <a:pt x="831073" y="24304"/>
                  <a:pt x="830252" y="24686"/>
                  <a:pt x="829712" y="24686"/>
                </a:cubicBezTo>
                <a:cubicBezTo>
                  <a:pt x="829398" y="24686"/>
                  <a:pt x="829117" y="24596"/>
                  <a:pt x="828869" y="24416"/>
                </a:cubicBezTo>
                <a:cubicBezTo>
                  <a:pt x="828622" y="24236"/>
                  <a:pt x="828420" y="23944"/>
                  <a:pt x="828262" y="23539"/>
                </a:cubicBezTo>
                <a:cubicBezTo>
                  <a:pt x="828105" y="23135"/>
                  <a:pt x="827981" y="22595"/>
                  <a:pt x="827891" y="21921"/>
                </a:cubicBezTo>
                <a:cubicBezTo>
                  <a:pt x="827801" y="21246"/>
                  <a:pt x="827756" y="20437"/>
                  <a:pt x="827756" y="19493"/>
                </a:cubicBezTo>
                <a:cubicBezTo>
                  <a:pt x="827756" y="18818"/>
                  <a:pt x="827779" y="18233"/>
                  <a:pt x="827824" y="17739"/>
                </a:cubicBezTo>
                <a:cubicBezTo>
                  <a:pt x="827869" y="17244"/>
                  <a:pt x="827947" y="16817"/>
                  <a:pt x="828060" y="16457"/>
                </a:cubicBezTo>
                <a:cubicBezTo>
                  <a:pt x="828172" y="16098"/>
                  <a:pt x="828318" y="15760"/>
                  <a:pt x="828498" y="15446"/>
                </a:cubicBezTo>
                <a:cubicBezTo>
                  <a:pt x="828678" y="15131"/>
                  <a:pt x="829038" y="14737"/>
                  <a:pt x="829577" y="14265"/>
                </a:cubicBezTo>
                <a:cubicBezTo>
                  <a:pt x="830117" y="13793"/>
                  <a:pt x="831050" y="13152"/>
                  <a:pt x="832377" y="12343"/>
                </a:cubicBezTo>
                <a:cubicBezTo>
                  <a:pt x="833703" y="11534"/>
                  <a:pt x="835367" y="10735"/>
                  <a:pt x="837368" y="9949"/>
                </a:cubicBezTo>
                <a:cubicBezTo>
                  <a:pt x="839369" y="9162"/>
                  <a:pt x="841572" y="8498"/>
                  <a:pt x="843978" y="7959"/>
                </a:cubicBezTo>
                <a:cubicBezTo>
                  <a:pt x="846383" y="7419"/>
                  <a:pt x="848913" y="7150"/>
                  <a:pt x="851566" y="7150"/>
                </a:cubicBezTo>
                <a:cubicBezTo>
                  <a:pt x="855792" y="7150"/>
                  <a:pt x="859491" y="7746"/>
                  <a:pt x="862661" y="8939"/>
                </a:cubicBezTo>
                <a:cubicBezTo>
                  <a:pt x="865831" y="10131"/>
                  <a:pt x="868461" y="11761"/>
                  <a:pt x="870552" y="13831"/>
                </a:cubicBezTo>
                <a:cubicBezTo>
                  <a:pt x="872643" y="15901"/>
                  <a:pt x="874206" y="18309"/>
                  <a:pt x="875240" y="21054"/>
                </a:cubicBezTo>
                <a:cubicBezTo>
                  <a:pt x="876274" y="23799"/>
                  <a:pt x="876791" y="26724"/>
                  <a:pt x="876791" y="29829"/>
                </a:cubicBezTo>
                <a:cubicBezTo>
                  <a:pt x="876791" y="32620"/>
                  <a:pt x="876544" y="35399"/>
                  <a:pt x="876049" y="38167"/>
                </a:cubicBezTo>
                <a:cubicBezTo>
                  <a:pt x="875555" y="40934"/>
                  <a:pt x="874509" y="43926"/>
                  <a:pt x="872913" y="47144"/>
                </a:cubicBezTo>
                <a:cubicBezTo>
                  <a:pt x="871317" y="50362"/>
                  <a:pt x="869012" y="53940"/>
                  <a:pt x="865999" y="57877"/>
                </a:cubicBezTo>
                <a:cubicBezTo>
                  <a:pt x="862987" y="61814"/>
                  <a:pt x="858985" y="66348"/>
                  <a:pt x="853994" y="71478"/>
                </a:cubicBezTo>
                <a:lnTo>
                  <a:pt x="840167" y="85929"/>
                </a:lnTo>
                <a:lnTo>
                  <a:pt x="878140" y="85929"/>
                </a:lnTo>
                <a:cubicBezTo>
                  <a:pt x="878500" y="85929"/>
                  <a:pt x="878848" y="86030"/>
                  <a:pt x="879186" y="86232"/>
                </a:cubicBezTo>
                <a:cubicBezTo>
                  <a:pt x="879523" y="86435"/>
                  <a:pt x="879815" y="86738"/>
                  <a:pt x="880062" y="87143"/>
                </a:cubicBezTo>
                <a:cubicBezTo>
                  <a:pt x="880310" y="87548"/>
                  <a:pt x="880490" y="88054"/>
                  <a:pt x="880602" y="88661"/>
                </a:cubicBezTo>
                <a:cubicBezTo>
                  <a:pt x="880714" y="89268"/>
                  <a:pt x="880771" y="89976"/>
                  <a:pt x="880771" y="90785"/>
                </a:cubicBezTo>
                <a:close/>
                <a:moveTo>
                  <a:pt x="950131" y="70888"/>
                </a:moveTo>
                <a:cubicBezTo>
                  <a:pt x="950131" y="74890"/>
                  <a:pt x="949434" y="78498"/>
                  <a:pt x="948040" y="81713"/>
                </a:cubicBezTo>
                <a:cubicBezTo>
                  <a:pt x="946646" y="84928"/>
                  <a:pt x="944645" y="87683"/>
                  <a:pt x="942037" y="89976"/>
                </a:cubicBezTo>
                <a:cubicBezTo>
                  <a:pt x="939429" y="92269"/>
                  <a:pt x="936214" y="94034"/>
                  <a:pt x="932392" y="95271"/>
                </a:cubicBezTo>
                <a:cubicBezTo>
                  <a:pt x="928570" y="96507"/>
                  <a:pt x="924253" y="97125"/>
                  <a:pt x="919442" y="97125"/>
                </a:cubicBezTo>
                <a:cubicBezTo>
                  <a:pt x="916519" y="97125"/>
                  <a:pt x="913787" y="96888"/>
                  <a:pt x="911247" y="96413"/>
                </a:cubicBezTo>
                <a:cubicBezTo>
                  <a:pt x="908706" y="95939"/>
                  <a:pt x="906447" y="95375"/>
                  <a:pt x="904468" y="94720"/>
                </a:cubicBezTo>
                <a:cubicBezTo>
                  <a:pt x="902490" y="94066"/>
                  <a:pt x="900848" y="93388"/>
                  <a:pt x="899544" y="92689"/>
                </a:cubicBezTo>
                <a:cubicBezTo>
                  <a:pt x="898240" y="91989"/>
                  <a:pt x="897420" y="91481"/>
                  <a:pt x="897083" y="91165"/>
                </a:cubicBezTo>
                <a:cubicBezTo>
                  <a:pt x="896745" y="90848"/>
                  <a:pt x="896487" y="90533"/>
                  <a:pt x="896307" y="90218"/>
                </a:cubicBezTo>
                <a:cubicBezTo>
                  <a:pt x="896127" y="89902"/>
                  <a:pt x="895970" y="89518"/>
                  <a:pt x="895835" y="89067"/>
                </a:cubicBezTo>
                <a:cubicBezTo>
                  <a:pt x="895700" y="88615"/>
                  <a:pt x="895599" y="88061"/>
                  <a:pt x="895531" y="87406"/>
                </a:cubicBezTo>
                <a:cubicBezTo>
                  <a:pt x="895464" y="86752"/>
                  <a:pt x="895430" y="85950"/>
                  <a:pt x="895430" y="85002"/>
                </a:cubicBezTo>
                <a:cubicBezTo>
                  <a:pt x="895430" y="83377"/>
                  <a:pt x="895588" y="82249"/>
                  <a:pt x="895902" y="81616"/>
                </a:cubicBezTo>
                <a:cubicBezTo>
                  <a:pt x="896217" y="80984"/>
                  <a:pt x="896667" y="80668"/>
                  <a:pt x="897251" y="80668"/>
                </a:cubicBezTo>
                <a:cubicBezTo>
                  <a:pt x="897656" y="80668"/>
                  <a:pt x="898454" y="81031"/>
                  <a:pt x="899646" y="81758"/>
                </a:cubicBezTo>
                <a:cubicBezTo>
                  <a:pt x="900837" y="82484"/>
                  <a:pt x="902366" y="83268"/>
                  <a:pt x="904232" y="84108"/>
                </a:cubicBezTo>
                <a:cubicBezTo>
                  <a:pt x="906098" y="84948"/>
                  <a:pt x="908279" y="85732"/>
                  <a:pt x="910775" y="86458"/>
                </a:cubicBezTo>
                <a:cubicBezTo>
                  <a:pt x="913270" y="87184"/>
                  <a:pt x="916047" y="87548"/>
                  <a:pt x="919104" y="87548"/>
                </a:cubicBezTo>
                <a:cubicBezTo>
                  <a:pt x="922072" y="87548"/>
                  <a:pt x="924680" y="87166"/>
                  <a:pt x="926928" y="86401"/>
                </a:cubicBezTo>
                <a:cubicBezTo>
                  <a:pt x="929177" y="85637"/>
                  <a:pt x="931065" y="84558"/>
                  <a:pt x="932594" y="83164"/>
                </a:cubicBezTo>
                <a:cubicBezTo>
                  <a:pt x="934123" y="81770"/>
                  <a:pt x="935270" y="80117"/>
                  <a:pt x="936034" y="78206"/>
                </a:cubicBezTo>
                <a:cubicBezTo>
                  <a:pt x="936798" y="76295"/>
                  <a:pt x="937181" y="74215"/>
                  <a:pt x="937181" y="71967"/>
                </a:cubicBezTo>
                <a:cubicBezTo>
                  <a:pt x="937181" y="69494"/>
                  <a:pt x="936697" y="67268"/>
                  <a:pt x="935730" y="65290"/>
                </a:cubicBezTo>
                <a:cubicBezTo>
                  <a:pt x="934764" y="63311"/>
                  <a:pt x="933347" y="61603"/>
                  <a:pt x="931481" y="60164"/>
                </a:cubicBezTo>
                <a:cubicBezTo>
                  <a:pt x="929615" y="58725"/>
                  <a:pt x="927322" y="57623"/>
                  <a:pt x="924601" y="56859"/>
                </a:cubicBezTo>
                <a:cubicBezTo>
                  <a:pt x="921881" y="56094"/>
                  <a:pt x="918790" y="55712"/>
                  <a:pt x="915327" y="55712"/>
                </a:cubicBezTo>
                <a:lnTo>
                  <a:pt x="907031" y="55712"/>
                </a:lnTo>
                <a:cubicBezTo>
                  <a:pt x="906672" y="55712"/>
                  <a:pt x="906323" y="55633"/>
                  <a:pt x="905986" y="55476"/>
                </a:cubicBezTo>
                <a:cubicBezTo>
                  <a:pt x="905649" y="55319"/>
                  <a:pt x="905356" y="55060"/>
                  <a:pt x="905109" y="54700"/>
                </a:cubicBezTo>
                <a:cubicBezTo>
                  <a:pt x="904862" y="54341"/>
                  <a:pt x="904659" y="53869"/>
                  <a:pt x="904502" y="53284"/>
                </a:cubicBezTo>
                <a:cubicBezTo>
                  <a:pt x="904345" y="52699"/>
                  <a:pt x="904266" y="51935"/>
                  <a:pt x="904266" y="50991"/>
                </a:cubicBezTo>
                <a:cubicBezTo>
                  <a:pt x="904266" y="50136"/>
                  <a:pt x="904333" y="49428"/>
                  <a:pt x="904468" y="48866"/>
                </a:cubicBezTo>
                <a:cubicBezTo>
                  <a:pt x="904603" y="48304"/>
                  <a:pt x="904794" y="47854"/>
                  <a:pt x="905042" y="47517"/>
                </a:cubicBezTo>
                <a:cubicBezTo>
                  <a:pt x="905289" y="47180"/>
                  <a:pt x="905570" y="46933"/>
                  <a:pt x="905885" y="46775"/>
                </a:cubicBezTo>
                <a:cubicBezTo>
                  <a:pt x="906199" y="46618"/>
                  <a:pt x="906559" y="46539"/>
                  <a:pt x="906964" y="46539"/>
                </a:cubicBezTo>
                <a:lnTo>
                  <a:pt x="914585" y="46539"/>
                </a:lnTo>
                <a:cubicBezTo>
                  <a:pt x="917553" y="46539"/>
                  <a:pt x="920217" y="46156"/>
                  <a:pt x="922578" y="45388"/>
                </a:cubicBezTo>
                <a:cubicBezTo>
                  <a:pt x="924939" y="44620"/>
                  <a:pt x="926940" y="43513"/>
                  <a:pt x="928581" y="42069"/>
                </a:cubicBezTo>
                <a:cubicBezTo>
                  <a:pt x="930222" y="40623"/>
                  <a:pt x="931481" y="38895"/>
                  <a:pt x="932358" y="36886"/>
                </a:cubicBezTo>
                <a:cubicBezTo>
                  <a:pt x="933235" y="34875"/>
                  <a:pt x="933673" y="32627"/>
                  <a:pt x="933673" y="30143"/>
                </a:cubicBezTo>
                <a:cubicBezTo>
                  <a:pt x="933673" y="28336"/>
                  <a:pt x="933381" y="26608"/>
                  <a:pt x="932796" y="24960"/>
                </a:cubicBezTo>
                <a:cubicBezTo>
                  <a:pt x="932212" y="23310"/>
                  <a:pt x="931335" y="21876"/>
                  <a:pt x="930166" y="20658"/>
                </a:cubicBezTo>
                <a:cubicBezTo>
                  <a:pt x="928997" y="19438"/>
                  <a:pt x="927502" y="18479"/>
                  <a:pt x="925681" y="17779"/>
                </a:cubicBezTo>
                <a:cubicBezTo>
                  <a:pt x="923860" y="17078"/>
                  <a:pt x="921757" y="16727"/>
                  <a:pt x="919374" y="16727"/>
                </a:cubicBezTo>
                <a:cubicBezTo>
                  <a:pt x="916766" y="16727"/>
                  <a:pt x="914372" y="17121"/>
                  <a:pt x="912191" y="17907"/>
                </a:cubicBezTo>
                <a:cubicBezTo>
                  <a:pt x="910010" y="18694"/>
                  <a:pt x="908065" y="19537"/>
                  <a:pt x="906357" y="20437"/>
                </a:cubicBezTo>
                <a:cubicBezTo>
                  <a:pt x="904648" y="21336"/>
                  <a:pt x="903232" y="22179"/>
                  <a:pt x="902108" y="22966"/>
                </a:cubicBezTo>
                <a:cubicBezTo>
                  <a:pt x="900983" y="23753"/>
                  <a:pt x="900196" y="24146"/>
                  <a:pt x="899747" y="24146"/>
                </a:cubicBezTo>
                <a:cubicBezTo>
                  <a:pt x="899432" y="24146"/>
                  <a:pt x="899151" y="24090"/>
                  <a:pt x="898904" y="23978"/>
                </a:cubicBezTo>
                <a:cubicBezTo>
                  <a:pt x="898656" y="23865"/>
                  <a:pt x="898454" y="23641"/>
                  <a:pt x="898297" y="23303"/>
                </a:cubicBezTo>
                <a:cubicBezTo>
                  <a:pt x="898139" y="22966"/>
                  <a:pt x="898027" y="22494"/>
                  <a:pt x="897959" y="21887"/>
                </a:cubicBezTo>
                <a:cubicBezTo>
                  <a:pt x="897892" y="21280"/>
                  <a:pt x="897858" y="20482"/>
                  <a:pt x="897858" y="19493"/>
                </a:cubicBezTo>
                <a:cubicBezTo>
                  <a:pt x="897858" y="18818"/>
                  <a:pt x="897881" y="18222"/>
                  <a:pt x="897926" y="17705"/>
                </a:cubicBezTo>
                <a:cubicBezTo>
                  <a:pt x="897971" y="17188"/>
                  <a:pt x="898061" y="16738"/>
                  <a:pt x="898196" y="16356"/>
                </a:cubicBezTo>
                <a:cubicBezTo>
                  <a:pt x="898330" y="15974"/>
                  <a:pt x="898488" y="15625"/>
                  <a:pt x="898668" y="15311"/>
                </a:cubicBezTo>
                <a:cubicBezTo>
                  <a:pt x="898848" y="14996"/>
                  <a:pt x="899151" y="14625"/>
                  <a:pt x="899578" y="14198"/>
                </a:cubicBezTo>
                <a:cubicBezTo>
                  <a:pt x="900005" y="13771"/>
                  <a:pt x="900871" y="13152"/>
                  <a:pt x="902175" y="12343"/>
                </a:cubicBezTo>
                <a:cubicBezTo>
                  <a:pt x="903479" y="11534"/>
                  <a:pt x="905086" y="10735"/>
                  <a:pt x="906998" y="9949"/>
                </a:cubicBezTo>
                <a:cubicBezTo>
                  <a:pt x="908909" y="9162"/>
                  <a:pt x="911112" y="8498"/>
                  <a:pt x="913607" y="7959"/>
                </a:cubicBezTo>
                <a:cubicBezTo>
                  <a:pt x="916103" y="7419"/>
                  <a:pt x="918790" y="7150"/>
                  <a:pt x="921667" y="7150"/>
                </a:cubicBezTo>
                <a:cubicBezTo>
                  <a:pt x="925714" y="7150"/>
                  <a:pt x="929267" y="7669"/>
                  <a:pt x="932324" y="8707"/>
                </a:cubicBezTo>
                <a:cubicBezTo>
                  <a:pt x="935382" y="9744"/>
                  <a:pt x="937934" y="11210"/>
                  <a:pt x="939980" y="13104"/>
                </a:cubicBezTo>
                <a:cubicBezTo>
                  <a:pt x="942026" y="14998"/>
                  <a:pt x="943554" y="17265"/>
                  <a:pt x="944566" y="19904"/>
                </a:cubicBezTo>
                <a:cubicBezTo>
                  <a:pt x="945578" y="22542"/>
                  <a:pt x="946084" y="25463"/>
                  <a:pt x="946084" y="28665"/>
                </a:cubicBezTo>
                <a:cubicBezTo>
                  <a:pt x="946084" y="31417"/>
                  <a:pt x="945724" y="33977"/>
                  <a:pt x="945005" y="36346"/>
                </a:cubicBezTo>
                <a:cubicBezTo>
                  <a:pt x="944285" y="38714"/>
                  <a:pt x="943228" y="40811"/>
                  <a:pt x="941834" y="42638"/>
                </a:cubicBezTo>
                <a:cubicBezTo>
                  <a:pt x="940441" y="44464"/>
                  <a:pt x="938732" y="46021"/>
                  <a:pt x="936708" y="47306"/>
                </a:cubicBezTo>
                <a:cubicBezTo>
                  <a:pt x="934685" y="48592"/>
                  <a:pt x="932347" y="49483"/>
                  <a:pt x="929694" y="49979"/>
                </a:cubicBezTo>
                <a:lnTo>
                  <a:pt x="929694" y="50114"/>
                </a:lnTo>
                <a:cubicBezTo>
                  <a:pt x="932707" y="50429"/>
                  <a:pt x="935461" y="51182"/>
                  <a:pt x="937956" y="52373"/>
                </a:cubicBezTo>
                <a:cubicBezTo>
                  <a:pt x="940452" y="53565"/>
                  <a:pt x="942599" y="55060"/>
                  <a:pt x="944398" y="56859"/>
                </a:cubicBezTo>
                <a:cubicBezTo>
                  <a:pt x="946196" y="58657"/>
                  <a:pt x="947601" y="60760"/>
                  <a:pt x="948613" y="63165"/>
                </a:cubicBezTo>
                <a:cubicBezTo>
                  <a:pt x="949625" y="65571"/>
                  <a:pt x="950131" y="68145"/>
                  <a:pt x="950131" y="70888"/>
                </a:cubicBezTo>
                <a:close/>
                <a:moveTo>
                  <a:pt x="1023739" y="51935"/>
                </a:moveTo>
                <a:cubicBezTo>
                  <a:pt x="1023739" y="58645"/>
                  <a:pt x="1023210" y="64769"/>
                  <a:pt x="1022154" y="70308"/>
                </a:cubicBezTo>
                <a:cubicBezTo>
                  <a:pt x="1021097" y="75848"/>
                  <a:pt x="1019343" y="80610"/>
                  <a:pt x="1016893" y="84595"/>
                </a:cubicBezTo>
                <a:cubicBezTo>
                  <a:pt x="1014442" y="88580"/>
                  <a:pt x="1011238" y="91665"/>
                  <a:pt x="1007281" y="93850"/>
                </a:cubicBezTo>
                <a:cubicBezTo>
                  <a:pt x="1003324" y="96034"/>
                  <a:pt x="998446" y="97125"/>
                  <a:pt x="992645" y="97125"/>
                </a:cubicBezTo>
                <a:cubicBezTo>
                  <a:pt x="987159" y="97125"/>
                  <a:pt x="982539" y="96146"/>
                  <a:pt x="978784" y="94187"/>
                </a:cubicBezTo>
                <a:cubicBezTo>
                  <a:pt x="975030" y="92228"/>
                  <a:pt x="972006" y="89346"/>
                  <a:pt x="969713" y="85541"/>
                </a:cubicBezTo>
                <a:cubicBezTo>
                  <a:pt x="967419" y="81736"/>
                  <a:pt x="965789" y="77053"/>
                  <a:pt x="964823" y="71491"/>
                </a:cubicBezTo>
                <a:cubicBezTo>
                  <a:pt x="963856" y="65929"/>
                  <a:pt x="963373" y="59545"/>
                  <a:pt x="963373" y="52340"/>
                </a:cubicBezTo>
                <a:cubicBezTo>
                  <a:pt x="963373" y="45675"/>
                  <a:pt x="963912" y="39562"/>
                  <a:pt x="964991" y="34000"/>
                </a:cubicBezTo>
                <a:cubicBezTo>
                  <a:pt x="966071" y="28439"/>
                  <a:pt x="967824" y="23665"/>
                  <a:pt x="970252" y="19680"/>
                </a:cubicBezTo>
                <a:cubicBezTo>
                  <a:pt x="972680" y="15695"/>
                  <a:pt x="975873" y="12611"/>
                  <a:pt x="979830" y="10427"/>
                </a:cubicBezTo>
                <a:cubicBezTo>
                  <a:pt x="983787" y="8242"/>
                  <a:pt x="988643" y="7150"/>
                  <a:pt x="994399" y="7150"/>
                </a:cubicBezTo>
                <a:cubicBezTo>
                  <a:pt x="999929" y="7150"/>
                  <a:pt x="1004572" y="8129"/>
                  <a:pt x="1008327" y="10088"/>
                </a:cubicBezTo>
                <a:cubicBezTo>
                  <a:pt x="1012081" y="12047"/>
                  <a:pt x="1015105" y="14929"/>
                  <a:pt x="1017399" y="18734"/>
                </a:cubicBezTo>
                <a:cubicBezTo>
                  <a:pt x="1019692" y="22539"/>
                  <a:pt x="1021322" y="27222"/>
                  <a:pt x="1022289" y="32784"/>
                </a:cubicBezTo>
                <a:cubicBezTo>
                  <a:pt x="1023255" y="38346"/>
                  <a:pt x="1023739" y="44729"/>
                  <a:pt x="1023739" y="51935"/>
                </a:cubicBezTo>
                <a:moveTo>
                  <a:pt x="1011868" y="52747"/>
                </a:moveTo>
                <a:cubicBezTo>
                  <a:pt x="1011868" y="48376"/>
                  <a:pt x="1011710" y="44457"/>
                  <a:pt x="1011396" y="40987"/>
                </a:cubicBezTo>
                <a:cubicBezTo>
                  <a:pt x="1011081" y="37518"/>
                  <a:pt x="1010620" y="34455"/>
                  <a:pt x="1010013" y="31798"/>
                </a:cubicBezTo>
                <a:cubicBezTo>
                  <a:pt x="1009406" y="29139"/>
                  <a:pt x="1008619" y="26853"/>
                  <a:pt x="1007652" y="24939"/>
                </a:cubicBezTo>
                <a:cubicBezTo>
                  <a:pt x="1006686" y="23024"/>
                  <a:pt x="1005528" y="21447"/>
                  <a:pt x="1004179" y="20209"/>
                </a:cubicBezTo>
                <a:cubicBezTo>
                  <a:pt x="1002830" y="18970"/>
                  <a:pt x="1001290" y="18068"/>
                  <a:pt x="999559" y="17505"/>
                </a:cubicBezTo>
                <a:cubicBezTo>
                  <a:pt x="997827" y="16941"/>
                  <a:pt x="995883" y="16660"/>
                  <a:pt x="993724" y="16660"/>
                </a:cubicBezTo>
                <a:cubicBezTo>
                  <a:pt x="989902" y="16660"/>
                  <a:pt x="986800" y="17561"/>
                  <a:pt x="984416" y="19364"/>
                </a:cubicBezTo>
                <a:cubicBezTo>
                  <a:pt x="982033" y="21165"/>
                  <a:pt x="980156" y="23643"/>
                  <a:pt x="978784" y="26796"/>
                </a:cubicBezTo>
                <a:cubicBezTo>
                  <a:pt x="977413" y="29949"/>
                  <a:pt x="976480" y="33643"/>
                  <a:pt x="975985" y="37878"/>
                </a:cubicBezTo>
                <a:cubicBezTo>
                  <a:pt x="975491" y="42114"/>
                  <a:pt x="975243" y="46664"/>
                  <a:pt x="975243" y="51528"/>
                </a:cubicBezTo>
                <a:cubicBezTo>
                  <a:pt x="975243" y="58061"/>
                  <a:pt x="975581" y="63614"/>
                  <a:pt x="976255" y="68188"/>
                </a:cubicBezTo>
                <a:cubicBezTo>
                  <a:pt x="976930" y="72760"/>
                  <a:pt x="977998" y="76488"/>
                  <a:pt x="979459" y="79372"/>
                </a:cubicBezTo>
                <a:cubicBezTo>
                  <a:pt x="980920" y="82254"/>
                  <a:pt x="982786" y="84348"/>
                  <a:pt x="985057" y="85655"/>
                </a:cubicBezTo>
                <a:cubicBezTo>
                  <a:pt x="987328" y="86962"/>
                  <a:pt x="990082" y="87615"/>
                  <a:pt x="993320" y="87615"/>
                </a:cubicBezTo>
                <a:cubicBezTo>
                  <a:pt x="995838" y="87615"/>
                  <a:pt x="998052" y="87210"/>
                  <a:pt x="999963" y="86399"/>
                </a:cubicBezTo>
                <a:cubicBezTo>
                  <a:pt x="1001874" y="85588"/>
                  <a:pt x="1003515" y="84428"/>
                  <a:pt x="1004887" y="82919"/>
                </a:cubicBezTo>
                <a:cubicBezTo>
                  <a:pt x="1006258" y="81410"/>
                  <a:pt x="1007394" y="79597"/>
                  <a:pt x="1008293" y="77479"/>
                </a:cubicBezTo>
                <a:cubicBezTo>
                  <a:pt x="1009192" y="75361"/>
                  <a:pt x="1009912" y="73019"/>
                  <a:pt x="1010451" y="70452"/>
                </a:cubicBezTo>
                <a:cubicBezTo>
                  <a:pt x="1010991" y="67883"/>
                  <a:pt x="1011362" y="65101"/>
                  <a:pt x="1011564" y="62105"/>
                </a:cubicBezTo>
                <a:cubicBezTo>
                  <a:pt x="1011767" y="59109"/>
                  <a:pt x="1011868" y="55990"/>
                  <a:pt x="1011868" y="52747"/>
                </a:cubicBezTo>
                <a:close/>
                <a:moveTo>
                  <a:pt x="1061397" y="59557"/>
                </a:moveTo>
                <a:cubicBezTo>
                  <a:pt x="1061397" y="64643"/>
                  <a:pt x="1061082" y="69674"/>
                  <a:pt x="1060452" y="74648"/>
                </a:cubicBezTo>
                <a:cubicBezTo>
                  <a:pt x="1059823" y="79623"/>
                  <a:pt x="1058879" y="84541"/>
                  <a:pt x="1057620" y="89403"/>
                </a:cubicBezTo>
                <a:cubicBezTo>
                  <a:pt x="1056360" y="94264"/>
                  <a:pt x="1054820" y="99048"/>
                  <a:pt x="1052999" y="103752"/>
                </a:cubicBezTo>
                <a:cubicBezTo>
                  <a:pt x="1051178" y="108457"/>
                  <a:pt x="1049054" y="113104"/>
                  <a:pt x="1046625" y="117695"/>
                </a:cubicBezTo>
                <a:cubicBezTo>
                  <a:pt x="1046491" y="117920"/>
                  <a:pt x="1046288" y="118122"/>
                  <a:pt x="1046018" y="118302"/>
                </a:cubicBezTo>
                <a:cubicBezTo>
                  <a:pt x="1045749" y="118483"/>
                  <a:pt x="1045400" y="118641"/>
                  <a:pt x="1044973" y="118776"/>
                </a:cubicBezTo>
                <a:cubicBezTo>
                  <a:pt x="1044546" y="118911"/>
                  <a:pt x="1044040" y="119001"/>
                  <a:pt x="1043455" y="119046"/>
                </a:cubicBezTo>
                <a:cubicBezTo>
                  <a:pt x="1042871" y="119091"/>
                  <a:pt x="1042174" y="119113"/>
                  <a:pt x="1041365" y="119113"/>
                </a:cubicBezTo>
                <a:cubicBezTo>
                  <a:pt x="1040195" y="119113"/>
                  <a:pt x="1039285" y="119057"/>
                  <a:pt x="1038633" y="118945"/>
                </a:cubicBezTo>
                <a:cubicBezTo>
                  <a:pt x="1037981" y="118832"/>
                  <a:pt x="1037509" y="118652"/>
                  <a:pt x="1037216" y="118403"/>
                </a:cubicBezTo>
                <a:cubicBezTo>
                  <a:pt x="1036924" y="118156"/>
                  <a:pt x="1036789" y="117841"/>
                  <a:pt x="1036812" y="117459"/>
                </a:cubicBezTo>
                <a:cubicBezTo>
                  <a:pt x="1036834" y="117077"/>
                  <a:pt x="1036958" y="116615"/>
                  <a:pt x="1037183" y="116074"/>
                </a:cubicBezTo>
                <a:cubicBezTo>
                  <a:pt x="1041320" y="106981"/>
                  <a:pt x="1044445" y="97675"/>
                  <a:pt x="1046558" y="88155"/>
                </a:cubicBezTo>
                <a:cubicBezTo>
                  <a:pt x="1048671" y="78633"/>
                  <a:pt x="1049728" y="69033"/>
                  <a:pt x="1049728" y="59354"/>
                </a:cubicBezTo>
                <a:cubicBezTo>
                  <a:pt x="1049728" y="49721"/>
                  <a:pt x="1048671" y="40144"/>
                  <a:pt x="1046558" y="30624"/>
                </a:cubicBezTo>
                <a:cubicBezTo>
                  <a:pt x="1044445" y="21102"/>
                  <a:pt x="1041275" y="11817"/>
                  <a:pt x="1037048" y="2767"/>
                </a:cubicBezTo>
                <a:cubicBezTo>
                  <a:pt x="1036868" y="2363"/>
                  <a:pt x="1036801" y="1981"/>
                  <a:pt x="1036845" y="1621"/>
                </a:cubicBezTo>
                <a:cubicBezTo>
                  <a:pt x="1036890" y="1261"/>
                  <a:pt x="1037093" y="969"/>
                  <a:pt x="1037453" y="744"/>
                </a:cubicBezTo>
                <a:cubicBezTo>
                  <a:pt x="1037812" y="518"/>
                  <a:pt x="1038307" y="337"/>
                  <a:pt x="1038936" y="202"/>
                </a:cubicBezTo>
                <a:cubicBezTo>
                  <a:pt x="1039566" y="67"/>
                  <a:pt x="1040398" y="0"/>
                  <a:pt x="1041432" y="0"/>
                </a:cubicBezTo>
                <a:cubicBezTo>
                  <a:pt x="1042376" y="0"/>
                  <a:pt x="1043163" y="34"/>
                  <a:pt x="1043793" y="101"/>
                </a:cubicBezTo>
                <a:cubicBezTo>
                  <a:pt x="1044422" y="169"/>
                  <a:pt x="1044928" y="270"/>
                  <a:pt x="1045310" y="405"/>
                </a:cubicBezTo>
                <a:cubicBezTo>
                  <a:pt x="1045692" y="540"/>
                  <a:pt x="1045973" y="675"/>
                  <a:pt x="1046153" y="811"/>
                </a:cubicBezTo>
                <a:cubicBezTo>
                  <a:pt x="1046333" y="946"/>
                  <a:pt x="1046468" y="1104"/>
                  <a:pt x="1046558" y="1284"/>
                </a:cubicBezTo>
                <a:cubicBezTo>
                  <a:pt x="1051189" y="10511"/>
                  <a:pt x="1054820" y="19998"/>
                  <a:pt x="1057451" y="29745"/>
                </a:cubicBezTo>
                <a:cubicBezTo>
                  <a:pt x="1060081" y="39491"/>
                  <a:pt x="1061397" y="49428"/>
                  <a:pt x="1061397" y="595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...">
            <a:extLst xmlns:a="http://schemas.openxmlformats.org/drawingml/2006/main">
              <a:ext uri="{FF2B5EF4-FFF2-40B4-BE49-F238E27FC236}">
                <a16:creationId xmlns:a16="http://schemas.microsoft.com/office/drawing/2014/main" id="{005628F2-98FD-4907-AD15-8EF47365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0616" y="1135713"/>
            <a:ext cx="84489" cy="15783"/>
          </a:xfrm>
          <a:custGeom xmlns:a="http://schemas.openxmlformats.org/drawingml/2006/main">
            <a:pathLst>
              <a:path w="84489" h="15783">
                <a:moveTo>
                  <a:pt x="14501" y="7790"/>
                </a:moveTo>
                <a:cubicBezTo>
                  <a:pt x="14501" y="10997"/>
                  <a:pt x="13973" y="13131"/>
                  <a:pt x="12916" y="14192"/>
                </a:cubicBezTo>
                <a:cubicBezTo>
                  <a:pt x="11860" y="15252"/>
                  <a:pt x="9937" y="15783"/>
                  <a:pt x="7150" y="15783"/>
                </a:cubicBezTo>
                <a:cubicBezTo>
                  <a:pt x="4452" y="15783"/>
                  <a:pt x="2586" y="15264"/>
                  <a:pt x="1551" y="14225"/>
                </a:cubicBezTo>
                <a:cubicBezTo>
                  <a:pt x="517" y="13187"/>
                  <a:pt x="0" y="11109"/>
                  <a:pt x="0" y="7993"/>
                </a:cubicBezTo>
                <a:cubicBezTo>
                  <a:pt x="0" y="4786"/>
                  <a:pt x="528" y="2652"/>
                  <a:pt x="1585" y="1591"/>
                </a:cubicBezTo>
                <a:cubicBezTo>
                  <a:pt x="2642" y="530"/>
                  <a:pt x="4564" y="0"/>
                  <a:pt x="7352" y="0"/>
                </a:cubicBezTo>
                <a:cubicBezTo>
                  <a:pt x="10050" y="0"/>
                  <a:pt x="11916" y="519"/>
                  <a:pt x="12950" y="1558"/>
                </a:cubicBezTo>
                <a:cubicBezTo>
                  <a:pt x="13984" y="2596"/>
                  <a:pt x="14501" y="4674"/>
                  <a:pt x="14501" y="7790"/>
                </a:cubicBezTo>
                <a:close/>
                <a:moveTo>
                  <a:pt x="49495" y="7790"/>
                </a:moveTo>
                <a:cubicBezTo>
                  <a:pt x="49495" y="10997"/>
                  <a:pt x="48967" y="13131"/>
                  <a:pt x="47910" y="14192"/>
                </a:cubicBezTo>
                <a:cubicBezTo>
                  <a:pt x="46853" y="15252"/>
                  <a:pt x="44931" y="15783"/>
                  <a:pt x="42143" y="15783"/>
                </a:cubicBezTo>
                <a:cubicBezTo>
                  <a:pt x="39445" y="15783"/>
                  <a:pt x="37579" y="15264"/>
                  <a:pt x="36545" y="14225"/>
                </a:cubicBezTo>
                <a:cubicBezTo>
                  <a:pt x="35511" y="13187"/>
                  <a:pt x="34994" y="11109"/>
                  <a:pt x="34994" y="7993"/>
                </a:cubicBezTo>
                <a:cubicBezTo>
                  <a:pt x="34994" y="4786"/>
                  <a:pt x="35522" y="2652"/>
                  <a:pt x="36579" y="1591"/>
                </a:cubicBezTo>
                <a:cubicBezTo>
                  <a:pt x="37636" y="530"/>
                  <a:pt x="39558" y="0"/>
                  <a:pt x="42346" y="0"/>
                </a:cubicBezTo>
                <a:cubicBezTo>
                  <a:pt x="45044" y="0"/>
                  <a:pt x="46910" y="519"/>
                  <a:pt x="47944" y="1558"/>
                </a:cubicBezTo>
                <a:cubicBezTo>
                  <a:pt x="48978" y="2596"/>
                  <a:pt x="49495" y="4674"/>
                  <a:pt x="49495" y="7790"/>
                </a:cubicBezTo>
                <a:close/>
                <a:moveTo>
                  <a:pt x="84489" y="7790"/>
                </a:moveTo>
                <a:cubicBezTo>
                  <a:pt x="84489" y="10997"/>
                  <a:pt x="83961" y="13131"/>
                  <a:pt x="82904" y="14192"/>
                </a:cubicBezTo>
                <a:cubicBezTo>
                  <a:pt x="81848" y="15252"/>
                  <a:pt x="79925" y="15783"/>
                  <a:pt x="77137" y="15783"/>
                </a:cubicBezTo>
                <a:cubicBezTo>
                  <a:pt x="74439" y="15783"/>
                  <a:pt x="72573" y="15264"/>
                  <a:pt x="71539" y="14225"/>
                </a:cubicBezTo>
                <a:cubicBezTo>
                  <a:pt x="70505" y="13187"/>
                  <a:pt x="69988" y="11109"/>
                  <a:pt x="69988" y="7993"/>
                </a:cubicBezTo>
                <a:cubicBezTo>
                  <a:pt x="69988" y="4786"/>
                  <a:pt x="70516" y="2652"/>
                  <a:pt x="71573" y="1591"/>
                </a:cubicBezTo>
                <a:cubicBezTo>
                  <a:pt x="72630" y="530"/>
                  <a:pt x="74552" y="0"/>
                  <a:pt x="77340" y="0"/>
                </a:cubicBezTo>
                <a:cubicBezTo>
                  <a:pt x="80038" y="0"/>
                  <a:pt x="81904" y="519"/>
                  <a:pt x="82938" y="1558"/>
                </a:cubicBezTo>
                <a:cubicBezTo>
                  <a:pt x="83972" y="2596"/>
                  <a:pt x="84489" y="4674"/>
                  <a:pt x="84489" y="77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…">
            <a:extLst xmlns:a="http://schemas.openxmlformats.org/drawingml/2006/main">
              <a:ext uri="{FF2B5EF4-FFF2-40B4-BE49-F238E27FC236}">
                <a16:creationId xmlns:a16="http://schemas.microsoft.com/office/drawing/2014/main" id="{65C46F8D-8581-44CD-AF99-A22F13799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683" y="1135848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…">
            <a:extLst xmlns:a="http://schemas.openxmlformats.org/drawingml/2006/main">
              <a:ext uri="{FF2B5EF4-FFF2-40B4-BE49-F238E27FC236}">
                <a16:creationId xmlns:a16="http://schemas.microsoft.com/office/drawing/2014/main" id="{3456870E-90CA-48EF-9DDA-758593A8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262" y="1135848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…">
            <a:extLst xmlns:a="http://schemas.openxmlformats.org/drawingml/2006/main">
              <a:ext uri="{FF2B5EF4-FFF2-40B4-BE49-F238E27FC236}">
                <a16:creationId xmlns:a16="http://schemas.microsoft.com/office/drawing/2014/main" id="{A95D2EAF-DD24-41BE-AF09-4667DA8D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5081" y="1135848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...">
            <a:extLst xmlns:a="http://schemas.openxmlformats.org/drawingml/2006/main">
              <a:ext uri="{FF2B5EF4-FFF2-40B4-BE49-F238E27FC236}">
                <a16:creationId xmlns:a16="http://schemas.microsoft.com/office/drawing/2014/main" id="{61603E32-05B7-47A2-8C91-DBB6B16B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9114" y="1135713"/>
            <a:ext cx="84489" cy="15783"/>
          </a:xfrm>
          <a:custGeom xmlns:a="http://schemas.openxmlformats.org/drawingml/2006/main">
            <a:pathLst>
              <a:path w="84489" h="15783">
                <a:moveTo>
                  <a:pt x="14501" y="7790"/>
                </a:moveTo>
                <a:cubicBezTo>
                  <a:pt x="14501" y="10997"/>
                  <a:pt x="13973" y="13131"/>
                  <a:pt x="12916" y="14192"/>
                </a:cubicBezTo>
                <a:cubicBezTo>
                  <a:pt x="11860" y="15252"/>
                  <a:pt x="9937" y="15783"/>
                  <a:pt x="7150" y="15783"/>
                </a:cubicBezTo>
                <a:cubicBezTo>
                  <a:pt x="4452" y="15783"/>
                  <a:pt x="2586" y="15264"/>
                  <a:pt x="1551" y="14225"/>
                </a:cubicBezTo>
                <a:cubicBezTo>
                  <a:pt x="517" y="13187"/>
                  <a:pt x="0" y="11109"/>
                  <a:pt x="0" y="7993"/>
                </a:cubicBezTo>
                <a:cubicBezTo>
                  <a:pt x="0" y="4786"/>
                  <a:pt x="528" y="2652"/>
                  <a:pt x="1585" y="1591"/>
                </a:cubicBezTo>
                <a:cubicBezTo>
                  <a:pt x="2642" y="530"/>
                  <a:pt x="4564" y="0"/>
                  <a:pt x="7352" y="0"/>
                </a:cubicBezTo>
                <a:cubicBezTo>
                  <a:pt x="10050" y="0"/>
                  <a:pt x="11916" y="519"/>
                  <a:pt x="12950" y="1558"/>
                </a:cubicBezTo>
                <a:cubicBezTo>
                  <a:pt x="13984" y="2596"/>
                  <a:pt x="14501" y="4674"/>
                  <a:pt x="14501" y="7790"/>
                </a:cubicBezTo>
                <a:close/>
                <a:moveTo>
                  <a:pt x="49495" y="7790"/>
                </a:moveTo>
                <a:cubicBezTo>
                  <a:pt x="49495" y="10997"/>
                  <a:pt x="48967" y="13131"/>
                  <a:pt x="47910" y="14192"/>
                </a:cubicBezTo>
                <a:cubicBezTo>
                  <a:pt x="46854" y="15252"/>
                  <a:pt x="44931" y="15783"/>
                  <a:pt x="42144" y="15783"/>
                </a:cubicBezTo>
                <a:cubicBezTo>
                  <a:pt x="39446" y="15783"/>
                  <a:pt x="37580" y="15264"/>
                  <a:pt x="36545" y="14225"/>
                </a:cubicBezTo>
                <a:cubicBezTo>
                  <a:pt x="35511" y="13187"/>
                  <a:pt x="34994" y="11109"/>
                  <a:pt x="34994" y="7993"/>
                </a:cubicBezTo>
                <a:cubicBezTo>
                  <a:pt x="34994" y="4786"/>
                  <a:pt x="35522" y="2652"/>
                  <a:pt x="36579" y="1591"/>
                </a:cubicBezTo>
                <a:cubicBezTo>
                  <a:pt x="37636" y="530"/>
                  <a:pt x="39558" y="0"/>
                  <a:pt x="42346" y="0"/>
                </a:cubicBezTo>
                <a:cubicBezTo>
                  <a:pt x="45044" y="0"/>
                  <a:pt x="46910" y="519"/>
                  <a:pt x="47944" y="1558"/>
                </a:cubicBezTo>
                <a:cubicBezTo>
                  <a:pt x="48978" y="2596"/>
                  <a:pt x="49495" y="4674"/>
                  <a:pt x="49495" y="7790"/>
                </a:cubicBezTo>
                <a:close/>
                <a:moveTo>
                  <a:pt x="84489" y="7790"/>
                </a:moveTo>
                <a:cubicBezTo>
                  <a:pt x="84489" y="10997"/>
                  <a:pt x="83961" y="13131"/>
                  <a:pt x="82904" y="14192"/>
                </a:cubicBezTo>
                <a:cubicBezTo>
                  <a:pt x="81848" y="15252"/>
                  <a:pt x="79925" y="15783"/>
                  <a:pt x="77137" y="15783"/>
                </a:cubicBezTo>
                <a:cubicBezTo>
                  <a:pt x="74439" y="15783"/>
                  <a:pt x="72573" y="15264"/>
                  <a:pt x="71539" y="14225"/>
                </a:cubicBezTo>
                <a:cubicBezTo>
                  <a:pt x="70505" y="13187"/>
                  <a:pt x="69988" y="11109"/>
                  <a:pt x="69988" y="7993"/>
                </a:cubicBezTo>
                <a:cubicBezTo>
                  <a:pt x="69988" y="4786"/>
                  <a:pt x="70516" y="2652"/>
                  <a:pt x="71573" y="1591"/>
                </a:cubicBezTo>
                <a:cubicBezTo>
                  <a:pt x="72630" y="530"/>
                  <a:pt x="74552" y="0"/>
                  <a:pt x="77340" y="0"/>
                </a:cubicBezTo>
                <a:cubicBezTo>
                  <a:pt x="80038" y="0"/>
                  <a:pt x="81904" y="519"/>
                  <a:pt x="82938" y="1558"/>
                </a:cubicBezTo>
                <a:cubicBezTo>
                  <a:pt x="83972" y="2596"/>
                  <a:pt x="84489" y="4674"/>
                  <a:pt x="84489" y="77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…">
            <a:extLst xmlns:a="http://schemas.openxmlformats.org/drawingml/2006/main">
              <a:ext uri="{FF2B5EF4-FFF2-40B4-BE49-F238E27FC236}">
                <a16:creationId xmlns:a16="http://schemas.microsoft.com/office/drawing/2014/main" id="{E4A0952C-47B7-49D0-A7BD-5BE6C56C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843" y="1135848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Acceptall">
            <a:extLst xmlns:a="http://schemas.openxmlformats.org/drawingml/2006/main">
              <a:ext uri="{FF2B5EF4-FFF2-40B4-BE49-F238E27FC236}">
                <a16:creationId xmlns:a16="http://schemas.microsoft.com/office/drawing/2014/main" id="{A238A570-19FC-47FC-BE6B-C8456FAA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2920" y="1240594"/>
            <a:ext cx="532244" cy="118574"/>
          </a:xfrm>
          <a:custGeom xmlns:a="http://schemas.openxmlformats.org/drawingml/2006/main">
            <a:pathLst>
              <a:path w="532244" h="118574">
                <a:moveTo>
                  <a:pt x="74586" y="89908"/>
                </a:moveTo>
                <a:cubicBezTo>
                  <a:pt x="74946" y="90898"/>
                  <a:pt x="75137" y="91696"/>
                  <a:pt x="75160" y="92303"/>
                </a:cubicBezTo>
                <a:cubicBezTo>
                  <a:pt x="75182" y="92910"/>
                  <a:pt x="75014" y="93371"/>
                  <a:pt x="74654" y="93685"/>
                </a:cubicBezTo>
                <a:cubicBezTo>
                  <a:pt x="74294" y="94000"/>
                  <a:pt x="73698" y="94203"/>
                  <a:pt x="72866" y="94293"/>
                </a:cubicBezTo>
                <a:cubicBezTo>
                  <a:pt x="72035" y="94382"/>
                  <a:pt x="70922" y="94427"/>
                  <a:pt x="69528" y="94427"/>
                </a:cubicBezTo>
                <a:cubicBezTo>
                  <a:pt x="68134" y="94427"/>
                  <a:pt x="67021" y="94394"/>
                  <a:pt x="66189" y="94326"/>
                </a:cubicBezTo>
                <a:cubicBezTo>
                  <a:pt x="65357" y="94259"/>
                  <a:pt x="64728" y="94146"/>
                  <a:pt x="64301" y="93989"/>
                </a:cubicBezTo>
                <a:cubicBezTo>
                  <a:pt x="63873" y="93832"/>
                  <a:pt x="63559" y="93618"/>
                  <a:pt x="63356" y="93348"/>
                </a:cubicBezTo>
                <a:cubicBezTo>
                  <a:pt x="63154" y="93078"/>
                  <a:pt x="62963" y="92741"/>
                  <a:pt x="62783" y="92337"/>
                </a:cubicBezTo>
                <a:lnTo>
                  <a:pt x="55296" y="71090"/>
                </a:lnTo>
                <a:lnTo>
                  <a:pt x="19009" y="71090"/>
                </a:lnTo>
                <a:lnTo>
                  <a:pt x="11860" y="92067"/>
                </a:lnTo>
                <a:cubicBezTo>
                  <a:pt x="11725" y="92471"/>
                  <a:pt x="11545" y="92820"/>
                  <a:pt x="11320" y="93112"/>
                </a:cubicBezTo>
                <a:cubicBezTo>
                  <a:pt x="11095" y="93404"/>
                  <a:pt x="10769" y="93652"/>
                  <a:pt x="10342" y="93854"/>
                </a:cubicBezTo>
                <a:cubicBezTo>
                  <a:pt x="9915" y="94056"/>
                  <a:pt x="9308" y="94203"/>
                  <a:pt x="8521" y="94293"/>
                </a:cubicBezTo>
                <a:cubicBezTo>
                  <a:pt x="7734" y="94382"/>
                  <a:pt x="6711" y="94427"/>
                  <a:pt x="5452" y="94427"/>
                </a:cubicBezTo>
                <a:cubicBezTo>
                  <a:pt x="4148" y="94427"/>
                  <a:pt x="3080" y="94371"/>
                  <a:pt x="2248" y="94259"/>
                </a:cubicBezTo>
                <a:cubicBezTo>
                  <a:pt x="1416" y="94146"/>
                  <a:pt x="832" y="93933"/>
                  <a:pt x="495" y="93618"/>
                </a:cubicBezTo>
                <a:cubicBezTo>
                  <a:pt x="157" y="93303"/>
                  <a:pt x="0" y="92842"/>
                  <a:pt x="22" y="92235"/>
                </a:cubicBezTo>
                <a:cubicBezTo>
                  <a:pt x="45" y="91628"/>
                  <a:pt x="236" y="90830"/>
                  <a:pt x="596" y="89841"/>
                </a:cubicBezTo>
                <a:lnTo>
                  <a:pt x="29868" y="8768"/>
                </a:lnTo>
                <a:cubicBezTo>
                  <a:pt x="30048" y="8274"/>
                  <a:pt x="30284" y="7869"/>
                  <a:pt x="30576" y="7554"/>
                </a:cubicBezTo>
                <a:cubicBezTo>
                  <a:pt x="30869" y="7239"/>
                  <a:pt x="31296" y="6992"/>
                  <a:pt x="31858" y="6812"/>
                </a:cubicBezTo>
                <a:cubicBezTo>
                  <a:pt x="32420" y="6632"/>
                  <a:pt x="33140" y="6509"/>
                  <a:pt x="34016" y="6441"/>
                </a:cubicBezTo>
                <a:cubicBezTo>
                  <a:pt x="34893" y="6374"/>
                  <a:pt x="36006" y="6340"/>
                  <a:pt x="37355" y="6340"/>
                </a:cubicBezTo>
                <a:cubicBezTo>
                  <a:pt x="38794" y="6340"/>
                  <a:pt x="39986" y="6374"/>
                  <a:pt x="40930" y="6441"/>
                </a:cubicBezTo>
                <a:cubicBezTo>
                  <a:pt x="41874" y="6509"/>
                  <a:pt x="42638" y="6632"/>
                  <a:pt x="43223" y="6812"/>
                </a:cubicBezTo>
                <a:cubicBezTo>
                  <a:pt x="43808" y="6992"/>
                  <a:pt x="44257" y="7251"/>
                  <a:pt x="44572" y="7588"/>
                </a:cubicBezTo>
                <a:cubicBezTo>
                  <a:pt x="44887" y="7925"/>
                  <a:pt x="45134" y="8341"/>
                  <a:pt x="45314" y="8836"/>
                </a:cubicBezTo>
                <a:lnTo>
                  <a:pt x="74586" y="89908"/>
                </a:lnTo>
                <a:moveTo>
                  <a:pt x="37018" y="18346"/>
                </a:moveTo>
                <a:lnTo>
                  <a:pt x="36950" y="18346"/>
                </a:lnTo>
                <a:lnTo>
                  <a:pt x="21909" y="61850"/>
                </a:lnTo>
                <a:lnTo>
                  <a:pt x="52261" y="61850"/>
                </a:lnTo>
                <a:lnTo>
                  <a:pt x="37018" y="18346"/>
                </a:lnTo>
                <a:close/>
                <a:moveTo>
                  <a:pt x="131566" y="83164"/>
                </a:moveTo>
                <a:cubicBezTo>
                  <a:pt x="131566" y="83928"/>
                  <a:pt x="131544" y="84591"/>
                  <a:pt x="131499" y="85153"/>
                </a:cubicBezTo>
                <a:cubicBezTo>
                  <a:pt x="131454" y="85715"/>
                  <a:pt x="131375" y="86188"/>
                  <a:pt x="131263" y="86570"/>
                </a:cubicBezTo>
                <a:cubicBezTo>
                  <a:pt x="131150" y="86952"/>
                  <a:pt x="131015" y="87289"/>
                  <a:pt x="130858" y="87581"/>
                </a:cubicBezTo>
                <a:cubicBezTo>
                  <a:pt x="130701" y="87874"/>
                  <a:pt x="130341" y="88301"/>
                  <a:pt x="129779" y="88863"/>
                </a:cubicBezTo>
                <a:cubicBezTo>
                  <a:pt x="129217" y="89425"/>
                  <a:pt x="128261" y="90122"/>
                  <a:pt x="126912" y="90954"/>
                </a:cubicBezTo>
                <a:cubicBezTo>
                  <a:pt x="125563" y="91786"/>
                  <a:pt x="124046" y="92528"/>
                  <a:pt x="122360" y="93180"/>
                </a:cubicBezTo>
                <a:cubicBezTo>
                  <a:pt x="120673" y="93832"/>
                  <a:pt x="118841" y="94360"/>
                  <a:pt x="116863" y="94765"/>
                </a:cubicBezTo>
                <a:cubicBezTo>
                  <a:pt x="114884" y="95169"/>
                  <a:pt x="112838" y="95372"/>
                  <a:pt x="110725" y="95372"/>
                </a:cubicBezTo>
                <a:cubicBezTo>
                  <a:pt x="106363" y="95372"/>
                  <a:pt x="102496" y="94651"/>
                  <a:pt x="99124" y="93209"/>
                </a:cubicBezTo>
                <a:cubicBezTo>
                  <a:pt x="95751" y="91767"/>
                  <a:pt x="92930" y="89661"/>
                  <a:pt x="90659" y="86890"/>
                </a:cubicBezTo>
                <a:cubicBezTo>
                  <a:pt x="88388" y="84119"/>
                  <a:pt x="86657" y="80717"/>
                  <a:pt x="85465" y="76684"/>
                </a:cubicBezTo>
                <a:cubicBezTo>
                  <a:pt x="84274" y="72652"/>
                  <a:pt x="83678" y="68000"/>
                  <a:pt x="83678" y="62729"/>
                </a:cubicBezTo>
                <a:cubicBezTo>
                  <a:pt x="83678" y="56736"/>
                  <a:pt x="84409" y="51588"/>
                  <a:pt x="85870" y="47285"/>
                </a:cubicBezTo>
                <a:cubicBezTo>
                  <a:pt x="87332" y="42983"/>
                  <a:pt x="89332" y="39457"/>
                  <a:pt x="91873" y="36709"/>
                </a:cubicBezTo>
                <a:cubicBezTo>
                  <a:pt x="94414" y="33960"/>
                  <a:pt x="97404" y="31921"/>
                  <a:pt x="100844" y="30592"/>
                </a:cubicBezTo>
                <a:cubicBezTo>
                  <a:pt x="104284" y="29263"/>
                  <a:pt x="108004" y="28598"/>
                  <a:pt x="112006" y="28598"/>
                </a:cubicBezTo>
                <a:cubicBezTo>
                  <a:pt x="113940" y="28598"/>
                  <a:pt x="115817" y="28778"/>
                  <a:pt x="117638" y="29138"/>
                </a:cubicBezTo>
                <a:cubicBezTo>
                  <a:pt x="119459" y="29497"/>
                  <a:pt x="121134" y="29969"/>
                  <a:pt x="122663" y="30554"/>
                </a:cubicBezTo>
                <a:cubicBezTo>
                  <a:pt x="124192" y="31139"/>
                  <a:pt x="125552" y="31813"/>
                  <a:pt x="126744" y="32577"/>
                </a:cubicBezTo>
                <a:cubicBezTo>
                  <a:pt x="127935" y="33342"/>
                  <a:pt x="128801" y="33994"/>
                  <a:pt x="129340" y="34533"/>
                </a:cubicBezTo>
                <a:cubicBezTo>
                  <a:pt x="129880" y="35073"/>
                  <a:pt x="130251" y="35500"/>
                  <a:pt x="130453" y="35815"/>
                </a:cubicBezTo>
                <a:cubicBezTo>
                  <a:pt x="130656" y="36130"/>
                  <a:pt x="130824" y="36501"/>
                  <a:pt x="130959" y="36928"/>
                </a:cubicBezTo>
                <a:cubicBezTo>
                  <a:pt x="131094" y="37355"/>
                  <a:pt x="131184" y="37838"/>
                  <a:pt x="131229" y="38378"/>
                </a:cubicBezTo>
                <a:cubicBezTo>
                  <a:pt x="131274" y="38918"/>
                  <a:pt x="131296" y="39592"/>
                  <a:pt x="131296" y="40401"/>
                </a:cubicBezTo>
                <a:cubicBezTo>
                  <a:pt x="131296" y="42155"/>
                  <a:pt x="131094" y="43380"/>
                  <a:pt x="130689" y="44077"/>
                </a:cubicBezTo>
                <a:cubicBezTo>
                  <a:pt x="130285" y="44774"/>
                  <a:pt x="129790" y="45123"/>
                  <a:pt x="129206" y="45123"/>
                </a:cubicBezTo>
                <a:cubicBezTo>
                  <a:pt x="128531" y="45123"/>
                  <a:pt x="127755" y="44752"/>
                  <a:pt x="126879" y="44010"/>
                </a:cubicBezTo>
                <a:cubicBezTo>
                  <a:pt x="126002" y="43268"/>
                  <a:pt x="124889" y="42447"/>
                  <a:pt x="123540" y="41548"/>
                </a:cubicBezTo>
                <a:cubicBezTo>
                  <a:pt x="122191" y="40649"/>
                  <a:pt x="120561" y="39828"/>
                  <a:pt x="118650" y="39086"/>
                </a:cubicBezTo>
                <a:cubicBezTo>
                  <a:pt x="116739" y="38344"/>
                  <a:pt x="114479" y="37973"/>
                  <a:pt x="111871" y="37973"/>
                </a:cubicBezTo>
                <a:cubicBezTo>
                  <a:pt x="106521" y="37973"/>
                  <a:pt x="102417" y="40037"/>
                  <a:pt x="99562" y="44164"/>
                </a:cubicBezTo>
                <a:cubicBezTo>
                  <a:pt x="96707" y="48289"/>
                  <a:pt x="95279" y="54275"/>
                  <a:pt x="95279" y="62120"/>
                </a:cubicBezTo>
                <a:cubicBezTo>
                  <a:pt x="95279" y="66043"/>
                  <a:pt x="95650" y="69481"/>
                  <a:pt x="96392" y="72435"/>
                </a:cubicBezTo>
                <a:cubicBezTo>
                  <a:pt x="97134" y="75389"/>
                  <a:pt x="98224" y="77858"/>
                  <a:pt x="99663" y="79842"/>
                </a:cubicBezTo>
                <a:cubicBezTo>
                  <a:pt x="101102" y="81826"/>
                  <a:pt x="102867" y="83303"/>
                  <a:pt x="104958" y="84272"/>
                </a:cubicBezTo>
                <a:cubicBezTo>
                  <a:pt x="107049" y="85242"/>
                  <a:pt x="109443" y="85727"/>
                  <a:pt x="112141" y="85727"/>
                </a:cubicBezTo>
                <a:cubicBezTo>
                  <a:pt x="114704" y="85727"/>
                  <a:pt x="116953" y="85322"/>
                  <a:pt x="118886" y="84513"/>
                </a:cubicBezTo>
                <a:cubicBezTo>
                  <a:pt x="120820" y="83703"/>
                  <a:pt x="122495" y="82815"/>
                  <a:pt x="123911" y="81848"/>
                </a:cubicBezTo>
                <a:cubicBezTo>
                  <a:pt x="125327" y="80882"/>
                  <a:pt x="126519" y="80005"/>
                  <a:pt x="127486" y="79218"/>
                </a:cubicBezTo>
                <a:cubicBezTo>
                  <a:pt x="128452" y="78431"/>
                  <a:pt x="129206" y="78038"/>
                  <a:pt x="129745" y="78038"/>
                </a:cubicBezTo>
                <a:cubicBezTo>
                  <a:pt x="130060" y="78038"/>
                  <a:pt x="130330" y="78127"/>
                  <a:pt x="130555" y="78307"/>
                </a:cubicBezTo>
                <a:cubicBezTo>
                  <a:pt x="130779" y="78487"/>
                  <a:pt x="130970" y="78791"/>
                  <a:pt x="131128" y="79218"/>
                </a:cubicBezTo>
                <a:cubicBezTo>
                  <a:pt x="131285" y="79645"/>
                  <a:pt x="131398" y="80185"/>
                  <a:pt x="131465" y="80837"/>
                </a:cubicBezTo>
                <a:cubicBezTo>
                  <a:pt x="131533" y="81489"/>
                  <a:pt x="131566" y="82264"/>
                  <a:pt x="131566" y="83164"/>
                </a:cubicBezTo>
                <a:close/>
                <a:moveTo>
                  <a:pt x="189997" y="83164"/>
                </a:moveTo>
                <a:cubicBezTo>
                  <a:pt x="189997" y="83928"/>
                  <a:pt x="189974" y="84591"/>
                  <a:pt x="189929" y="85153"/>
                </a:cubicBezTo>
                <a:cubicBezTo>
                  <a:pt x="189884" y="85715"/>
                  <a:pt x="189806" y="86188"/>
                  <a:pt x="189693" y="86570"/>
                </a:cubicBezTo>
                <a:cubicBezTo>
                  <a:pt x="189581" y="86952"/>
                  <a:pt x="189446" y="87289"/>
                  <a:pt x="189289" y="87581"/>
                </a:cubicBezTo>
                <a:cubicBezTo>
                  <a:pt x="189131" y="87874"/>
                  <a:pt x="188771" y="88301"/>
                  <a:pt x="188209" y="88863"/>
                </a:cubicBezTo>
                <a:cubicBezTo>
                  <a:pt x="187647" y="89425"/>
                  <a:pt x="186692" y="90122"/>
                  <a:pt x="185343" y="90954"/>
                </a:cubicBezTo>
                <a:cubicBezTo>
                  <a:pt x="183994" y="91786"/>
                  <a:pt x="182476" y="92528"/>
                  <a:pt x="180790" y="93180"/>
                </a:cubicBezTo>
                <a:cubicBezTo>
                  <a:pt x="179104" y="93832"/>
                  <a:pt x="177272" y="94360"/>
                  <a:pt x="175293" y="94765"/>
                </a:cubicBezTo>
                <a:cubicBezTo>
                  <a:pt x="173315" y="95169"/>
                  <a:pt x="171269" y="95372"/>
                  <a:pt x="169155" y="95372"/>
                </a:cubicBezTo>
                <a:cubicBezTo>
                  <a:pt x="164794" y="95372"/>
                  <a:pt x="160927" y="94651"/>
                  <a:pt x="157554" y="93209"/>
                </a:cubicBezTo>
                <a:cubicBezTo>
                  <a:pt x="154182" y="91767"/>
                  <a:pt x="151360" y="89661"/>
                  <a:pt x="149089" y="86890"/>
                </a:cubicBezTo>
                <a:cubicBezTo>
                  <a:pt x="146819" y="84119"/>
                  <a:pt x="145088" y="80717"/>
                  <a:pt x="143896" y="76684"/>
                </a:cubicBezTo>
                <a:cubicBezTo>
                  <a:pt x="142704" y="72652"/>
                  <a:pt x="142109" y="68000"/>
                  <a:pt x="142109" y="62729"/>
                </a:cubicBezTo>
                <a:cubicBezTo>
                  <a:pt x="142109" y="56736"/>
                  <a:pt x="142839" y="51588"/>
                  <a:pt x="144301" y="47285"/>
                </a:cubicBezTo>
                <a:cubicBezTo>
                  <a:pt x="145762" y="42983"/>
                  <a:pt x="147763" y="39457"/>
                  <a:pt x="150304" y="36709"/>
                </a:cubicBezTo>
                <a:cubicBezTo>
                  <a:pt x="152844" y="33960"/>
                  <a:pt x="155834" y="31921"/>
                  <a:pt x="159274" y="30592"/>
                </a:cubicBezTo>
                <a:cubicBezTo>
                  <a:pt x="162714" y="29263"/>
                  <a:pt x="166435" y="28598"/>
                  <a:pt x="170437" y="28598"/>
                </a:cubicBezTo>
                <a:cubicBezTo>
                  <a:pt x="172370" y="28598"/>
                  <a:pt x="174248" y="28778"/>
                  <a:pt x="176069" y="29138"/>
                </a:cubicBezTo>
                <a:cubicBezTo>
                  <a:pt x="177890" y="29497"/>
                  <a:pt x="179565" y="29969"/>
                  <a:pt x="181094" y="30554"/>
                </a:cubicBezTo>
                <a:cubicBezTo>
                  <a:pt x="182622" y="31139"/>
                  <a:pt x="183983" y="31813"/>
                  <a:pt x="185174" y="32577"/>
                </a:cubicBezTo>
                <a:cubicBezTo>
                  <a:pt x="186366" y="33342"/>
                  <a:pt x="187231" y="33994"/>
                  <a:pt x="187771" y="34533"/>
                </a:cubicBezTo>
                <a:cubicBezTo>
                  <a:pt x="188311" y="35073"/>
                  <a:pt x="188682" y="35500"/>
                  <a:pt x="188884" y="35815"/>
                </a:cubicBezTo>
                <a:cubicBezTo>
                  <a:pt x="189086" y="36130"/>
                  <a:pt x="189255" y="36501"/>
                  <a:pt x="189390" y="36928"/>
                </a:cubicBezTo>
                <a:cubicBezTo>
                  <a:pt x="189525" y="37355"/>
                  <a:pt x="189615" y="37838"/>
                  <a:pt x="189660" y="38378"/>
                </a:cubicBezTo>
                <a:cubicBezTo>
                  <a:pt x="189704" y="38918"/>
                  <a:pt x="189727" y="39592"/>
                  <a:pt x="189727" y="40401"/>
                </a:cubicBezTo>
                <a:cubicBezTo>
                  <a:pt x="189727" y="42155"/>
                  <a:pt x="189525" y="43380"/>
                  <a:pt x="189120" y="44077"/>
                </a:cubicBezTo>
                <a:cubicBezTo>
                  <a:pt x="188715" y="44774"/>
                  <a:pt x="188221" y="45123"/>
                  <a:pt x="187636" y="45123"/>
                </a:cubicBezTo>
                <a:cubicBezTo>
                  <a:pt x="186962" y="45123"/>
                  <a:pt x="186186" y="44752"/>
                  <a:pt x="185309" y="44010"/>
                </a:cubicBezTo>
                <a:cubicBezTo>
                  <a:pt x="184432" y="43268"/>
                  <a:pt x="183319" y="42447"/>
                  <a:pt x="181970" y="41548"/>
                </a:cubicBezTo>
                <a:cubicBezTo>
                  <a:pt x="180621" y="40649"/>
                  <a:pt x="178991" y="39828"/>
                  <a:pt x="177080" y="39086"/>
                </a:cubicBezTo>
                <a:cubicBezTo>
                  <a:pt x="175169" y="38344"/>
                  <a:pt x="172910" y="37973"/>
                  <a:pt x="170302" y="37973"/>
                </a:cubicBezTo>
                <a:cubicBezTo>
                  <a:pt x="164951" y="37973"/>
                  <a:pt x="160848" y="40037"/>
                  <a:pt x="157993" y="44164"/>
                </a:cubicBezTo>
                <a:cubicBezTo>
                  <a:pt x="155137" y="48289"/>
                  <a:pt x="153710" y="54275"/>
                  <a:pt x="153710" y="62120"/>
                </a:cubicBezTo>
                <a:cubicBezTo>
                  <a:pt x="153710" y="66043"/>
                  <a:pt x="154081" y="69481"/>
                  <a:pt x="154823" y="72435"/>
                </a:cubicBezTo>
                <a:cubicBezTo>
                  <a:pt x="155564" y="75389"/>
                  <a:pt x="156655" y="77858"/>
                  <a:pt x="158094" y="79842"/>
                </a:cubicBezTo>
                <a:cubicBezTo>
                  <a:pt x="159533" y="81826"/>
                  <a:pt x="161298" y="83303"/>
                  <a:pt x="163388" y="84272"/>
                </a:cubicBezTo>
                <a:cubicBezTo>
                  <a:pt x="165479" y="85242"/>
                  <a:pt x="167874" y="85727"/>
                  <a:pt x="170572" y="85727"/>
                </a:cubicBezTo>
                <a:cubicBezTo>
                  <a:pt x="173135" y="85727"/>
                  <a:pt x="175383" y="85322"/>
                  <a:pt x="177317" y="84513"/>
                </a:cubicBezTo>
                <a:cubicBezTo>
                  <a:pt x="179250" y="83703"/>
                  <a:pt x="180925" y="82815"/>
                  <a:pt x="182341" y="81848"/>
                </a:cubicBezTo>
                <a:cubicBezTo>
                  <a:pt x="183758" y="80882"/>
                  <a:pt x="184949" y="80005"/>
                  <a:pt x="185916" y="79218"/>
                </a:cubicBezTo>
                <a:cubicBezTo>
                  <a:pt x="186883" y="78431"/>
                  <a:pt x="187636" y="78038"/>
                  <a:pt x="188176" y="78038"/>
                </a:cubicBezTo>
                <a:cubicBezTo>
                  <a:pt x="188490" y="78038"/>
                  <a:pt x="188760" y="78127"/>
                  <a:pt x="188985" y="78307"/>
                </a:cubicBezTo>
                <a:cubicBezTo>
                  <a:pt x="189210" y="78487"/>
                  <a:pt x="189401" y="78791"/>
                  <a:pt x="189558" y="79218"/>
                </a:cubicBezTo>
                <a:cubicBezTo>
                  <a:pt x="189716" y="79645"/>
                  <a:pt x="189828" y="80185"/>
                  <a:pt x="189896" y="80837"/>
                </a:cubicBezTo>
                <a:cubicBezTo>
                  <a:pt x="189963" y="81489"/>
                  <a:pt x="189997" y="82264"/>
                  <a:pt x="189997" y="83164"/>
                </a:cubicBezTo>
                <a:close/>
                <a:moveTo>
                  <a:pt x="256589" y="59354"/>
                </a:moveTo>
                <a:cubicBezTo>
                  <a:pt x="256589" y="61108"/>
                  <a:pt x="256150" y="62356"/>
                  <a:pt x="255273" y="63098"/>
                </a:cubicBezTo>
                <a:cubicBezTo>
                  <a:pt x="254397" y="63840"/>
                  <a:pt x="253396" y="64211"/>
                  <a:pt x="252272" y="64211"/>
                </a:cubicBezTo>
                <a:lnTo>
                  <a:pt x="212478" y="64211"/>
                </a:lnTo>
                <a:cubicBezTo>
                  <a:pt x="212478" y="67593"/>
                  <a:pt x="212815" y="70637"/>
                  <a:pt x="213489" y="73344"/>
                </a:cubicBezTo>
                <a:cubicBezTo>
                  <a:pt x="214164" y="76050"/>
                  <a:pt x="215288" y="78373"/>
                  <a:pt x="216862" y="80312"/>
                </a:cubicBezTo>
                <a:cubicBezTo>
                  <a:pt x="218436" y="82251"/>
                  <a:pt x="220481" y="83740"/>
                  <a:pt x="223000" y="84778"/>
                </a:cubicBezTo>
                <a:cubicBezTo>
                  <a:pt x="225518" y="85815"/>
                  <a:pt x="228598" y="86334"/>
                  <a:pt x="232240" y="86334"/>
                </a:cubicBezTo>
                <a:cubicBezTo>
                  <a:pt x="235118" y="86334"/>
                  <a:pt x="237681" y="86098"/>
                  <a:pt x="239929" y="85625"/>
                </a:cubicBezTo>
                <a:cubicBezTo>
                  <a:pt x="242177" y="85153"/>
                  <a:pt x="244122" y="84625"/>
                  <a:pt x="245763" y="84040"/>
                </a:cubicBezTo>
                <a:cubicBezTo>
                  <a:pt x="247405" y="83456"/>
                  <a:pt x="248753" y="82928"/>
                  <a:pt x="249810" y="82455"/>
                </a:cubicBezTo>
                <a:cubicBezTo>
                  <a:pt x="250867" y="81983"/>
                  <a:pt x="251665" y="81747"/>
                  <a:pt x="252205" y="81747"/>
                </a:cubicBezTo>
                <a:cubicBezTo>
                  <a:pt x="252519" y="81747"/>
                  <a:pt x="252800" y="81826"/>
                  <a:pt x="253048" y="81983"/>
                </a:cubicBezTo>
                <a:cubicBezTo>
                  <a:pt x="253295" y="82141"/>
                  <a:pt x="253486" y="82377"/>
                  <a:pt x="253621" y="82691"/>
                </a:cubicBezTo>
                <a:cubicBezTo>
                  <a:pt x="253756" y="83006"/>
                  <a:pt x="253857" y="83445"/>
                  <a:pt x="253925" y="84007"/>
                </a:cubicBezTo>
                <a:cubicBezTo>
                  <a:pt x="253992" y="84569"/>
                  <a:pt x="254026" y="85254"/>
                  <a:pt x="254026" y="86064"/>
                </a:cubicBezTo>
                <a:cubicBezTo>
                  <a:pt x="254026" y="86648"/>
                  <a:pt x="254003" y="87154"/>
                  <a:pt x="253958" y="87581"/>
                </a:cubicBezTo>
                <a:cubicBezTo>
                  <a:pt x="253913" y="88009"/>
                  <a:pt x="253857" y="88391"/>
                  <a:pt x="253790" y="88728"/>
                </a:cubicBezTo>
                <a:cubicBezTo>
                  <a:pt x="253722" y="89065"/>
                  <a:pt x="253610" y="89369"/>
                  <a:pt x="253452" y="89639"/>
                </a:cubicBezTo>
                <a:cubicBezTo>
                  <a:pt x="253295" y="89908"/>
                  <a:pt x="253093" y="90167"/>
                  <a:pt x="252845" y="90414"/>
                </a:cubicBezTo>
                <a:cubicBezTo>
                  <a:pt x="252598" y="90662"/>
                  <a:pt x="251867" y="91066"/>
                  <a:pt x="250653" y="91628"/>
                </a:cubicBezTo>
                <a:cubicBezTo>
                  <a:pt x="249439" y="92190"/>
                  <a:pt x="247865" y="92741"/>
                  <a:pt x="245932" y="93281"/>
                </a:cubicBezTo>
                <a:cubicBezTo>
                  <a:pt x="243998" y="93820"/>
                  <a:pt x="241761" y="94304"/>
                  <a:pt x="239221" y="94731"/>
                </a:cubicBezTo>
                <a:cubicBezTo>
                  <a:pt x="236680" y="95158"/>
                  <a:pt x="233971" y="95372"/>
                  <a:pt x="231093" y="95372"/>
                </a:cubicBezTo>
                <a:cubicBezTo>
                  <a:pt x="226102" y="95372"/>
                  <a:pt x="221729" y="94674"/>
                  <a:pt x="217975" y="93279"/>
                </a:cubicBezTo>
                <a:cubicBezTo>
                  <a:pt x="214220" y="91883"/>
                  <a:pt x="211061" y="89813"/>
                  <a:pt x="208498" y="87067"/>
                </a:cubicBezTo>
                <a:cubicBezTo>
                  <a:pt x="205935" y="84321"/>
                  <a:pt x="204002" y="80878"/>
                  <a:pt x="202698" y="76737"/>
                </a:cubicBezTo>
                <a:cubicBezTo>
                  <a:pt x="201394" y="72596"/>
                  <a:pt x="200742" y="67780"/>
                  <a:pt x="200742" y="62288"/>
                </a:cubicBezTo>
                <a:cubicBezTo>
                  <a:pt x="200742" y="57067"/>
                  <a:pt x="201416" y="52374"/>
                  <a:pt x="202765" y="48211"/>
                </a:cubicBezTo>
                <a:cubicBezTo>
                  <a:pt x="204114" y="44047"/>
                  <a:pt x="206059" y="40514"/>
                  <a:pt x="208599" y="37611"/>
                </a:cubicBezTo>
                <a:cubicBezTo>
                  <a:pt x="211140" y="34708"/>
                  <a:pt x="214209" y="32480"/>
                  <a:pt x="217806" y="30927"/>
                </a:cubicBezTo>
                <a:cubicBezTo>
                  <a:pt x="221403" y="29374"/>
                  <a:pt x="225428" y="28598"/>
                  <a:pt x="229879" y="28598"/>
                </a:cubicBezTo>
                <a:cubicBezTo>
                  <a:pt x="234646" y="28598"/>
                  <a:pt x="238704" y="29362"/>
                  <a:pt x="242054" y="30891"/>
                </a:cubicBezTo>
                <a:cubicBezTo>
                  <a:pt x="245404" y="32420"/>
                  <a:pt x="248158" y="34477"/>
                  <a:pt x="250316" y="37063"/>
                </a:cubicBezTo>
                <a:cubicBezTo>
                  <a:pt x="252474" y="39648"/>
                  <a:pt x="254059" y="42683"/>
                  <a:pt x="255071" y="46168"/>
                </a:cubicBezTo>
                <a:cubicBezTo>
                  <a:pt x="256083" y="49653"/>
                  <a:pt x="256589" y="53374"/>
                  <a:pt x="256589" y="57331"/>
                </a:cubicBezTo>
                <a:lnTo>
                  <a:pt x="256589" y="59354"/>
                </a:lnTo>
                <a:moveTo>
                  <a:pt x="245392" y="56049"/>
                </a:moveTo>
                <a:cubicBezTo>
                  <a:pt x="245527" y="50204"/>
                  <a:pt x="244234" y="45617"/>
                  <a:pt x="241514" y="42290"/>
                </a:cubicBezTo>
                <a:cubicBezTo>
                  <a:pt x="238794" y="38963"/>
                  <a:pt x="234758" y="37299"/>
                  <a:pt x="229407" y="37299"/>
                </a:cubicBezTo>
                <a:cubicBezTo>
                  <a:pt x="226664" y="37299"/>
                  <a:pt x="224259" y="37816"/>
                  <a:pt x="222190" y="38850"/>
                </a:cubicBezTo>
                <a:cubicBezTo>
                  <a:pt x="220122" y="39884"/>
                  <a:pt x="218391" y="41256"/>
                  <a:pt x="216997" y="42964"/>
                </a:cubicBezTo>
                <a:cubicBezTo>
                  <a:pt x="215603" y="44673"/>
                  <a:pt x="214524" y="46663"/>
                  <a:pt x="213759" y="48934"/>
                </a:cubicBezTo>
                <a:cubicBezTo>
                  <a:pt x="212995" y="51204"/>
                  <a:pt x="212568" y="53576"/>
                  <a:pt x="212478" y="56049"/>
                </a:cubicBezTo>
                <a:lnTo>
                  <a:pt x="245392" y="56049"/>
                </a:lnTo>
                <a:close/>
                <a:moveTo>
                  <a:pt x="329426" y="61074"/>
                </a:moveTo>
                <a:cubicBezTo>
                  <a:pt x="329426" y="66384"/>
                  <a:pt x="328853" y="71155"/>
                  <a:pt x="327706" y="75386"/>
                </a:cubicBezTo>
                <a:cubicBezTo>
                  <a:pt x="326560" y="79617"/>
                  <a:pt x="324873" y="83207"/>
                  <a:pt x="322648" y="86157"/>
                </a:cubicBezTo>
                <a:cubicBezTo>
                  <a:pt x="320422" y="89105"/>
                  <a:pt x="317668" y="91378"/>
                  <a:pt x="314385" y="92975"/>
                </a:cubicBezTo>
                <a:cubicBezTo>
                  <a:pt x="311103" y="94573"/>
                  <a:pt x="307348" y="95372"/>
                  <a:pt x="303121" y="95372"/>
                </a:cubicBezTo>
                <a:cubicBezTo>
                  <a:pt x="301323" y="95372"/>
                  <a:pt x="299659" y="95192"/>
                  <a:pt x="298130" y="94832"/>
                </a:cubicBezTo>
                <a:cubicBezTo>
                  <a:pt x="296601" y="94472"/>
                  <a:pt x="295106" y="93910"/>
                  <a:pt x="293645" y="93146"/>
                </a:cubicBezTo>
                <a:cubicBezTo>
                  <a:pt x="292184" y="92380"/>
                  <a:pt x="290733" y="91412"/>
                  <a:pt x="289295" y="90241"/>
                </a:cubicBezTo>
                <a:cubicBezTo>
                  <a:pt x="287856" y="89071"/>
                  <a:pt x="286327" y="87698"/>
                  <a:pt x="284708" y="86123"/>
                </a:cubicBezTo>
                <a:lnTo>
                  <a:pt x="284708" y="116420"/>
                </a:lnTo>
                <a:cubicBezTo>
                  <a:pt x="284708" y="116778"/>
                  <a:pt x="284618" y="117092"/>
                  <a:pt x="284438" y="117362"/>
                </a:cubicBezTo>
                <a:cubicBezTo>
                  <a:pt x="284258" y="117632"/>
                  <a:pt x="283966" y="117856"/>
                  <a:pt x="283561" y="118034"/>
                </a:cubicBezTo>
                <a:cubicBezTo>
                  <a:pt x="283157" y="118214"/>
                  <a:pt x="282595" y="118349"/>
                  <a:pt x="281875" y="118439"/>
                </a:cubicBezTo>
                <a:cubicBezTo>
                  <a:pt x="281156" y="118529"/>
                  <a:pt x="280234" y="118574"/>
                  <a:pt x="279110" y="118574"/>
                </a:cubicBezTo>
                <a:cubicBezTo>
                  <a:pt x="278031" y="118574"/>
                  <a:pt x="277131" y="118529"/>
                  <a:pt x="276412" y="118439"/>
                </a:cubicBezTo>
                <a:cubicBezTo>
                  <a:pt x="275693" y="118349"/>
                  <a:pt x="275119" y="118214"/>
                  <a:pt x="274692" y="118034"/>
                </a:cubicBezTo>
                <a:cubicBezTo>
                  <a:pt x="274265" y="117854"/>
                  <a:pt x="273973" y="117630"/>
                  <a:pt x="273815" y="117360"/>
                </a:cubicBezTo>
                <a:cubicBezTo>
                  <a:pt x="273658" y="117090"/>
                  <a:pt x="273579" y="116775"/>
                  <a:pt x="273579" y="116416"/>
                </a:cubicBezTo>
                <a:lnTo>
                  <a:pt x="273579" y="31633"/>
                </a:lnTo>
                <a:cubicBezTo>
                  <a:pt x="273579" y="31229"/>
                  <a:pt x="273647" y="30903"/>
                  <a:pt x="273781" y="30655"/>
                </a:cubicBezTo>
                <a:cubicBezTo>
                  <a:pt x="273916" y="30408"/>
                  <a:pt x="274186" y="30194"/>
                  <a:pt x="274591" y="30014"/>
                </a:cubicBezTo>
                <a:cubicBezTo>
                  <a:pt x="274996" y="29835"/>
                  <a:pt x="275513" y="29711"/>
                  <a:pt x="276142" y="29643"/>
                </a:cubicBezTo>
                <a:cubicBezTo>
                  <a:pt x="276772" y="29576"/>
                  <a:pt x="277536" y="29542"/>
                  <a:pt x="278435" y="29542"/>
                </a:cubicBezTo>
                <a:cubicBezTo>
                  <a:pt x="279380" y="29542"/>
                  <a:pt x="280155" y="29576"/>
                  <a:pt x="280762" y="29643"/>
                </a:cubicBezTo>
                <a:cubicBezTo>
                  <a:pt x="281369" y="29711"/>
                  <a:pt x="281875" y="29835"/>
                  <a:pt x="282280" y="30014"/>
                </a:cubicBezTo>
                <a:cubicBezTo>
                  <a:pt x="282685" y="30194"/>
                  <a:pt x="282966" y="30409"/>
                  <a:pt x="283123" y="30657"/>
                </a:cubicBezTo>
                <a:cubicBezTo>
                  <a:pt x="283280" y="30905"/>
                  <a:pt x="283359" y="31231"/>
                  <a:pt x="283359" y="31635"/>
                </a:cubicBezTo>
                <a:lnTo>
                  <a:pt x="283359" y="39805"/>
                </a:lnTo>
                <a:cubicBezTo>
                  <a:pt x="285203" y="37915"/>
                  <a:pt x="286979" y="36272"/>
                  <a:pt x="288688" y="34877"/>
                </a:cubicBezTo>
                <a:cubicBezTo>
                  <a:pt x="290396" y="33482"/>
                  <a:pt x="292116" y="32323"/>
                  <a:pt x="293847" y="31401"/>
                </a:cubicBezTo>
                <a:cubicBezTo>
                  <a:pt x="295578" y="30478"/>
                  <a:pt x="297355" y="29780"/>
                  <a:pt x="299176" y="29308"/>
                </a:cubicBezTo>
                <a:cubicBezTo>
                  <a:pt x="300997" y="28835"/>
                  <a:pt x="302919" y="28598"/>
                  <a:pt x="304943" y="28598"/>
                </a:cubicBezTo>
                <a:cubicBezTo>
                  <a:pt x="309349" y="28598"/>
                  <a:pt x="313104" y="29453"/>
                  <a:pt x="316206" y="31163"/>
                </a:cubicBezTo>
                <a:cubicBezTo>
                  <a:pt x="319309" y="32873"/>
                  <a:pt x="321838" y="35214"/>
                  <a:pt x="323794" y="38186"/>
                </a:cubicBezTo>
                <a:cubicBezTo>
                  <a:pt x="325750" y="41157"/>
                  <a:pt x="327178" y="44611"/>
                  <a:pt x="328077" y="48550"/>
                </a:cubicBezTo>
                <a:cubicBezTo>
                  <a:pt x="328977" y="52487"/>
                  <a:pt x="329426" y="56662"/>
                  <a:pt x="329426" y="61074"/>
                </a:cubicBezTo>
                <a:moveTo>
                  <a:pt x="317690" y="62356"/>
                </a:moveTo>
                <a:cubicBezTo>
                  <a:pt x="317690" y="59249"/>
                  <a:pt x="317454" y="56243"/>
                  <a:pt x="316982" y="53339"/>
                </a:cubicBezTo>
                <a:cubicBezTo>
                  <a:pt x="316510" y="50434"/>
                  <a:pt x="315701" y="47857"/>
                  <a:pt x="314554" y="45605"/>
                </a:cubicBezTo>
                <a:cubicBezTo>
                  <a:pt x="313407" y="43354"/>
                  <a:pt x="311867" y="41554"/>
                  <a:pt x="309934" y="40203"/>
                </a:cubicBezTo>
                <a:cubicBezTo>
                  <a:pt x="308000" y="38852"/>
                  <a:pt x="305595" y="38176"/>
                  <a:pt x="302717" y="38176"/>
                </a:cubicBezTo>
                <a:cubicBezTo>
                  <a:pt x="301278" y="38176"/>
                  <a:pt x="299861" y="38390"/>
                  <a:pt x="298467" y="38819"/>
                </a:cubicBezTo>
                <a:cubicBezTo>
                  <a:pt x="297074" y="39246"/>
                  <a:pt x="295657" y="39921"/>
                  <a:pt x="294218" y="40844"/>
                </a:cubicBezTo>
                <a:cubicBezTo>
                  <a:pt x="292779" y="41767"/>
                  <a:pt x="291273" y="42983"/>
                  <a:pt x="289699" y="44493"/>
                </a:cubicBezTo>
                <a:cubicBezTo>
                  <a:pt x="288125" y="46002"/>
                  <a:pt x="286462" y="47860"/>
                  <a:pt x="284708" y="50068"/>
                </a:cubicBezTo>
                <a:lnTo>
                  <a:pt x="284708" y="74239"/>
                </a:lnTo>
                <a:cubicBezTo>
                  <a:pt x="287766" y="77979"/>
                  <a:pt x="290666" y="80839"/>
                  <a:pt x="293409" y="82822"/>
                </a:cubicBezTo>
                <a:cubicBezTo>
                  <a:pt x="296152" y="84803"/>
                  <a:pt x="299030" y="85794"/>
                  <a:pt x="302042" y="85794"/>
                </a:cubicBezTo>
                <a:cubicBezTo>
                  <a:pt x="304830" y="85794"/>
                  <a:pt x="307225" y="85119"/>
                  <a:pt x="309225" y="83769"/>
                </a:cubicBezTo>
                <a:cubicBezTo>
                  <a:pt x="311226" y="82417"/>
                  <a:pt x="312845" y="80615"/>
                  <a:pt x="314082" y="78364"/>
                </a:cubicBezTo>
                <a:cubicBezTo>
                  <a:pt x="315318" y="76113"/>
                  <a:pt x="316229" y="73592"/>
                  <a:pt x="316813" y="70799"/>
                </a:cubicBezTo>
                <a:cubicBezTo>
                  <a:pt x="317398" y="68007"/>
                  <a:pt x="317690" y="65193"/>
                  <a:pt x="317690" y="62356"/>
                </a:cubicBezTo>
                <a:close/>
                <a:moveTo>
                  <a:pt x="377665" y="87952"/>
                </a:moveTo>
                <a:cubicBezTo>
                  <a:pt x="377665" y="89256"/>
                  <a:pt x="377575" y="90291"/>
                  <a:pt x="377395" y="91055"/>
                </a:cubicBezTo>
                <a:cubicBezTo>
                  <a:pt x="377215" y="91819"/>
                  <a:pt x="376946" y="92382"/>
                  <a:pt x="376586" y="92741"/>
                </a:cubicBezTo>
                <a:cubicBezTo>
                  <a:pt x="376226" y="93101"/>
                  <a:pt x="375687" y="93438"/>
                  <a:pt x="374967" y="93753"/>
                </a:cubicBezTo>
                <a:cubicBezTo>
                  <a:pt x="374248" y="94068"/>
                  <a:pt x="373427" y="94326"/>
                  <a:pt x="372505" y="94529"/>
                </a:cubicBezTo>
                <a:cubicBezTo>
                  <a:pt x="371583" y="94731"/>
                  <a:pt x="370605" y="94900"/>
                  <a:pt x="369571" y="95034"/>
                </a:cubicBezTo>
                <a:cubicBezTo>
                  <a:pt x="368537" y="95169"/>
                  <a:pt x="367503" y="95237"/>
                  <a:pt x="366469" y="95237"/>
                </a:cubicBezTo>
                <a:cubicBezTo>
                  <a:pt x="363321" y="95237"/>
                  <a:pt x="360623" y="94820"/>
                  <a:pt x="358375" y="93987"/>
                </a:cubicBezTo>
                <a:cubicBezTo>
                  <a:pt x="356127" y="93152"/>
                  <a:pt x="354283" y="91890"/>
                  <a:pt x="352844" y="90199"/>
                </a:cubicBezTo>
                <a:cubicBezTo>
                  <a:pt x="351405" y="88509"/>
                  <a:pt x="350360" y="86368"/>
                  <a:pt x="349708" y="83777"/>
                </a:cubicBezTo>
                <a:cubicBezTo>
                  <a:pt x="349056" y="81186"/>
                  <a:pt x="348730" y="78132"/>
                  <a:pt x="348730" y="74617"/>
                </a:cubicBezTo>
                <a:lnTo>
                  <a:pt x="348730" y="39052"/>
                </a:lnTo>
                <a:lnTo>
                  <a:pt x="340231" y="39052"/>
                </a:lnTo>
                <a:cubicBezTo>
                  <a:pt x="339557" y="39052"/>
                  <a:pt x="339017" y="38693"/>
                  <a:pt x="338613" y="37973"/>
                </a:cubicBezTo>
                <a:cubicBezTo>
                  <a:pt x="338208" y="37254"/>
                  <a:pt x="338006" y="36085"/>
                  <a:pt x="338006" y="34466"/>
                </a:cubicBezTo>
                <a:cubicBezTo>
                  <a:pt x="338006" y="33612"/>
                  <a:pt x="338062" y="32892"/>
                  <a:pt x="338174" y="32308"/>
                </a:cubicBezTo>
                <a:cubicBezTo>
                  <a:pt x="338287" y="31723"/>
                  <a:pt x="338433" y="31240"/>
                  <a:pt x="338613" y="30858"/>
                </a:cubicBezTo>
                <a:cubicBezTo>
                  <a:pt x="338792" y="30475"/>
                  <a:pt x="339029" y="30206"/>
                  <a:pt x="339321" y="30048"/>
                </a:cubicBezTo>
                <a:cubicBezTo>
                  <a:pt x="339613" y="29891"/>
                  <a:pt x="339939" y="29812"/>
                  <a:pt x="340299" y="29812"/>
                </a:cubicBezTo>
                <a:lnTo>
                  <a:pt x="348730" y="29812"/>
                </a:lnTo>
                <a:lnTo>
                  <a:pt x="348730" y="15378"/>
                </a:lnTo>
                <a:cubicBezTo>
                  <a:pt x="348730" y="15063"/>
                  <a:pt x="348809" y="14771"/>
                  <a:pt x="348966" y="14501"/>
                </a:cubicBezTo>
                <a:cubicBezTo>
                  <a:pt x="349123" y="14232"/>
                  <a:pt x="349416" y="13995"/>
                  <a:pt x="349843" y="13793"/>
                </a:cubicBezTo>
                <a:cubicBezTo>
                  <a:pt x="350270" y="13591"/>
                  <a:pt x="350843" y="13445"/>
                  <a:pt x="351563" y="13355"/>
                </a:cubicBezTo>
                <a:cubicBezTo>
                  <a:pt x="352282" y="13265"/>
                  <a:pt x="353181" y="13220"/>
                  <a:pt x="354261" y="13220"/>
                </a:cubicBezTo>
                <a:cubicBezTo>
                  <a:pt x="355385" y="13220"/>
                  <a:pt x="356306" y="13265"/>
                  <a:pt x="357026" y="13355"/>
                </a:cubicBezTo>
                <a:cubicBezTo>
                  <a:pt x="357745" y="13445"/>
                  <a:pt x="358307" y="13591"/>
                  <a:pt x="358712" y="13793"/>
                </a:cubicBezTo>
                <a:cubicBezTo>
                  <a:pt x="359117" y="13995"/>
                  <a:pt x="359409" y="14232"/>
                  <a:pt x="359589" y="14501"/>
                </a:cubicBezTo>
                <a:cubicBezTo>
                  <a:pt x="359769" y="14771"/>
                  <a:pt x="359859" y="15063"/>
                  <a:pt x="359859" y="15378"/>
                </a:cubicBezTo>
                <a:lnTo>
                  <a:pt x="359859" y="29812"/>
                </a:lnTo>
                <a:lnTo>
                  <a:pt x="375439" y="29812"/>
                </a:lnTo>
                <a:cubicBezTo>
                  <a:pt x="375799" y="29812"/>
                  <a:pt x="376114" y="29891"/>
                  <a:pt x="376384" y="30048"/>
                </a:cubicBezTo>
                <a:cubicBezTo>
                  <a:pt x="376653" y="30206"/>
                  <a:pt x="376889" y="30475"/>
                  <a:pt x="377092" y="30858"/>
                </a:cubicBezTo>
                <a:cubicBezTo>
                  <a:pt x="377294" y="31240"/>
                  <a:pt x="377440" y="31723"/>
                  <a:pt x="377530" y="32308"/>
                </a:cubicBezTo>
                <a:cubicBezTo>
                  <a:pt x="377620" y="32892"/>
                  <a:pt x="377665" y="33612"/>
                  <a:pt x="377665" y="34466"/>
                </a:cubicBezTo>
                <a:cubicBezTo>
                  <a:pt x="377665" y="36085"/>
                  <a:pt x="377463" y="37254"/>
                  <a:pt x="377058" y="37973"/>
                </a:cubicBezTo>
                <a:cubicBezTo>
                  <a:pt x="376653" y="38693"/>
                  <a:pt x="376114" y="39052"/>
                  <a:pt x="375439" y="39052"/>
                </a:cubicBezTo>
                <a:lnTo>
                  <a:pt x="359859" y="39052"/>
                </a:lnTo>
                <a:lnTo>
                  <a:pt x="359859" y="73011"/>
                </a:lnTo>
                <a:cubicBezTo>
                  <a:pt x="359859" y="77204"/>
                  <a:pt x="360477" y="80372"/>
                  <a:pt x="361714" y="82514"/>
                </a:cubicBezTo>
                <a:cubicBezTo>
                  <a:pt x="362950" y="84656"/>
                  <a:pt x="365165" y="85727"/>
                  <a:pt x="368357" y="85727"/>
                </a:cubicBezTo>
                <a:cubicBezTo>
                  <a:pt x="369391" y="85727"/>
                  <a:pt x="370313" y="85625"/>
                  <a:pt x="371123" y="85423"/>
                </a:cubicBezTo>
                <a:cubicBezTo>
                  <a:pt x="371932" y="85221"/>
                  <a:pt x="372651" y="85007"/>
                  <a:pt x="373281" y="84782"/>
                </a:cubicBezTo>
                <a:cubicBezTo>
                  <a:pt x="373910" y="84558"/>
                  <a:pt x="374450" y="84344"/>
                  <a:pt x="374900" y="84142"/>
                </a:cubicBezTo>
                <a:cubicBezTo>
                  <a:pt x="375349" y="83939"/>
                  <a:pt x="375754" y="83838"/>
                  <a:pt x="376114" y="83838"/>
                </a:cubicBezTo>
                <a:cubicBezTo>
                  <a:pt x="376339" y="83838"/>
                  <a:pt x="376552" y="83894"/>
                  <a:pt x="376755" y="84007"/>
                </a:cubicBezTo>
                <a:cubicBezTo>
                  <a:pt x="376957" y="84119"/>
                  <a:pt x="377114" y="84333"/>
                  <a:pt x="377227" y="84647"/>
                </a:cubicBezTo>
                <a:cubicBezTo>
                  <a:pt x="377339" y="84962"/>
                  <a:pt x="377440" y="85389"/>
                  <a:pt x="377530" y="85929"/>
                </a:cubicBezTo>
                <a:cubicBezTo>
                  <a:pt x="377620" y="86469"/>
                  <a:pt x="377665" y="87143"/>
                  <a:pt x="377665" y="87952"/>
                </a:cubicBezTo>
                <a:close/>
                <a:moveTo>
                  <a:pt x="468908" y="92404"/>
                </a:moveTo>
                <a:cubicBezTo>
                  <a:pt x="468908" y="92944"/>
                  <a:pt x="468728" y="93348"/>
                  <a:pt x="468369" y="93618"/>
                </a:cubicBezTo>
                <a:cubicBezTo>
                  <a:pt x="468009" y="93888"/>
                  <a:pt x="467514" y="94090"/>
                  <a:pt x="466885" y="94225"/>
                </a:cubicBezTo>
                <a:cubicBezTo>
                  <a:pt x="466255" y="94360"/>
                  <a:pt x="465333" y="94427"/>
                  <a:pt x="464119" y="94427"/>
                </a:cubicBezTo>
                <a:cubicBezTo>
                  <a:pt x="462950" y="94427"/>
                  <a:pt x="462017" y="94360"/>
                  <a:pt x="461320" y="94225"/>
                </a:cubicBezTo>
                <a:cubicBezTo>
                  <a:pt x="460623" y="94090"/>
                  <a:pt x="460118" y="93888"/>
                  <a:pt x="459803" y="93618"/>
                </a:cubicBezTo>
                <a:cubicBezTo>
                  <a:pt x="459488" y="93348"/>
                  <a:pt x="459331" y="92944"/>
                  <a:pt x="459331" y="92404"/>
                </a:cubicBezTo>
                <a:lnTo>
                  <a:pt x="459331" y="86334"/>
                </a:lnTo>
                <a:cubicBezTo>
                  <a:pt x="456678" y="89166"/>
                  <a:pt x="453721" y="91381"/>
                  <a:pt x="450461" y="92977"/>
                </a:cubicBezTo>
                <a:cubicBezTo>
                  <a:pt x="447201" y="94574"/>
                  <a:pt x="443750" y="95372"/>
                  <a:pt x="440108" y="95372"/>
                </a:cubicBezTo>
                <a:cubicBezTo>
                  <a:pt x="436915" y="95372"/>
                  <a:pt x="434026" y="94954"/>
                  <a:pt x="431441" y="94120"/>
                </a:cubicBezTo>
                <a:cubicBezTo>
                  <a:pt x="428855" y="93285"/>
                  <a:pt x="426652" y="92078"/>
                  <a:pt x="424831" y="90499"/>
                </a:cubicBezTo>
                <a:cubicBezTo>
                  <a:pt x="423010" y="88919"/>
                  <a:pt x="421593" y="86979"/>
                  <a:pt x="420582" y="84679"/>
                </a:cubicBezTo>
                <a:cubicBezTo>
                  <a:pt x="419570" y="82377"/>
                  <a:pt x="419064" y="79760"/>
                  <a:pt x="419064" y="76826"/>
                </a:cubicBezTo>
                <a:cubicBezTo>
                  <a:pt x="419064" y="73397"/>
                  <a:pt x="419761" y="70419"/>
                  <a:pt x="421155" y="67893"/>
                </a:cubicBezTo>
                <a:cubicBezTo>
                  <a:pt x="422549" y="65365"/>
                  <a:pt x="424550" y="63266"/>
                  <a:pt x="427158" y="61597"/>
                </a:cubicBezTo>
                <a:cubicBezTo>
                  <a:pt x="429766" y="59928"/>
                  <a:pt x="432958" y="58676"/>
                  <a:pt x="436735" y="57841"/>
                </a:cubicBezTo>
                <a:cubicBezTo>
                  <a:pt x="440513" y="57006"/>
                  <a:pt x="444762" y="56589"/>
                  <a:pt x="449483" y="56589"/>
                </a:cubicBezTo>
                <a:lnTo>
                  <a:pt x="457847" y="56589"/>
                </a:lnTo>
                <a:lnTo>
                  <a:pt x="457847" y="51885"/>
                </a:lnTo>
                <a:cubicBezTo>
                  <a:pt x="457847" y="49555"/>
                  <a:pt x="457599" y="47494"/>
                  <a:pt x="457105" y="45702"/>
                </a:cubicBezTo>
                <a:cubicBezTo>
                  <a:pt x="456610" y="43909"/>
                  <a:pt x="455812" y="42419"/>
                  <a:pt x="454710" y="41232"/>
                </a:cubicBezTo>
                <a:cubicBezTo>
                  <a:pt x="453609" y="40045"/>
                  <a:pt x="452181" y="39149"/>
                  <a:pt x="450427" y="38545"/>
                </a:cubicBezTo>
                <a:cubicBezTo>
                  <a:pt x="448674" y="37939"/>
                  <a:pt x="446515" y="37636"/>
                  <a:pt x="443952" y="37636"/>
                </a:cubicBezTo>
                <a:cubicBezTo>
                  <a:pt x="441210" y="37636"/>
                  <a:pt x="438748" y="37959"/>
                  <a:pt x="436567" y="38604"/>
                </a:cubicBezTo>
                <a:cubicBezTo>
                  <a:pt x="434386" y="39249"/>
                  <a:pt x="432475" y="39960"/>
                  <a:pt x="430834" y="40739"/>
                </a:cubicBezTo>
                <a:cubicBezTo>
                  <a:pt x="429193" y="41517"/>
                  <a:pt x="427821" y="42229"/>
                  <a:pt x="426719" y="42874"/>
                </a:cubicBezTo>
                <a:cubicBezTo>
                  <a:pt x="425618" y="43519"/>
                  <a:pt x="424797" y="43841"/>
                  <a:pt x="424258" y="43841"/>
                </a:cubicBezTo>
                <a:cubicBezTo>
                  <a:pt x="423898" y="43841"/>
                  <a:pt x="423583" y="43751"/>
                  <a:pt x="423313" y="43572"/>
                </a:cubicBezTo>
                <a:cubicBezTo>
                  <a:pt x="423043" y="43392"/>
                  <a:pt x="422807" y="43122"/>
                  <a:pt x="422605" y="42762"/>
                </a:cubicBezTo>
                <a:cubicBezTo>
                  <a:pt x="422403" y="42402"/>
                  <a:pt x="422257" y="41942"/>
                  <a:pt x="422167" y="41379"/>
                </a:cubicBezTo>
                <a:cubicBezTo>
                  <a:pt x="422077" y="40817"/>
                  <a:pt x="422032" y="40199"/>
                  <a:pt x="422032" y="39525"/>
                </a:cubicBezTo>
                <a:cubicBezTo>
                  <a:pt x="422032" y="38400"/>
                  <a:pt x="422110" y="37512"/>
                  <a:pt x="422268" y="36860"/>
                </a:cubicBezTo>
                <a:cubicBezTo>
                  <a:pt x="422425" y="36208"/>
                  <a:pt x="422807" y="35590"/>
                  <a:pt x="423414" y="35006"/>
                </a:cubicBezTo>
                <a:cubicBezTo>
                  <a:pt x="424021" y="34421"/>
                  <a:pt x="425067" y="33740"/>
                  <a:pt x="426551" y="32963"/>
                </a:cubicBezTo>
                <a:cubicBezTo>
                  <a:pt x="428035" y="32185"/>
                  <a:pt x="429743" y="31474"/>
                  <a:pt x="431677" y="30830"/>
                </a:cubicBezTo>
                <a:cubicBezTo>
                  <a:pt x="433610" y="30187"/>
                  <a:pt x="435724" y="29654"/>
                  <a:pt x="438017" y="29232"/>
                </a:cubicBezTo>
                <a:cubicBezTo>
                  <a:pt x="440310" y="28810"/>
                  <a:pt x="442626" y="28598"/>
                  <a:pt x="444964" y="28598"/>
                </a:cubicBezTo>
                <a:cubicBezTo>
                  <a:pt x="449326" y="28598"/>
                  <a:pt x="453035" y="29093"/>
                  <a:pt x="456093" y="30082"/>
                </a:cubicBezTo>
                <a:cubicBezTo>
                  <a:pt x="459151" y="31071"/>
                  <a:pt x="461624" y="32521"/>
                  <a:pt x="463512" y="34432"/>
                </a:cubicBezTo>
                <a:cubicBezTo>
                  <a:pt x="465401" y="36343"/>
                  <a:pt x="466772" y="38715"/>
                  <a:pt x="467627" y="41548"/>
                </a:cubicBezTo>
                <a:cubicBezTo>
                  <a:pt x="468481" y="44381"/>
                  <a:pt x="468908" y="47686"/>
                  <a:pt x="468908" y="51463"/>
                </a:cubicBezTo>
                <a:lnTo>
                  <a:pt x="468908" y="92404"/>
                </a:lnTo>
                <a:moveTo>
                  <a:pt x="457847" y="64615"/>
                </a:moveTo>
                <a:lnTo>
                  <a:pt x="448337" y="64615"/>
                </a:lnTo>
                <a:cubicBezTo>
                  <a:pt x="445279" y="64615"/>
                  <a:pt x="442626" y="64876"/>
                  <a:pt x="440378" y="65397"/>
                </a:cubicBezTo>
                <a:cubicBezTo>
                  <a:pt x="438129" y="65917"/>
                  <a:pt x="436263" y="66686"/>
                  <a:pt x="434779" y="67703"/>
                </a:cubicBezTo>
                <a:cubicBezTo>
                  <a:pt x="433296" y="68721"/>
                  <a:pt x="432205" y="69942"/>
                  <a:pt x="431508" y="71369"/>
                </a:cubicBezTo>
                <a:cubicBezTo>
                  <a:pt x="430811" y="72793"/>
                  <a:pt x="430463" y="74433"/>
                  <a:pt x="430463" y="76288"/>
                </a:cubicBezTo>
                <a:cubicBezTo>
                  <a:pt x="430463" y="79455"/>
                  <a:pt x="431463" y="81978"/>
                  <a:pt x="433464" y="83855"/>
                </a:cubicBezTo>
                <a:cubicBezTo>
                  <a:pt x="435465" y="85732"/>
                  <a:pt x="438264" y="86671"/>
                  <a:pt x="441862" y="86671"/>
                </a:cubicBezTo>
                <a:cubicBezTo>
                  <a:pt x="444784" y="86671"/>
                  <a:pt x="447493" y="85925"/>
                  <a:pt x="449989" y="84432"/>
                </a:cubicBezTo>
                <a:cubicBezTo>
                  <a:pt x="452485" y="82939"/>
                  <a:pt x="455104" y="80654"/>
                  <a:pt x="457847" y="77578"/>
                </a:cubicBezTo>
                <a:lnTo>
                  <a:pt x="457847" y="64615"/>
                </a:lnTo>
                <a:close/>
                <a:moveTo>
                  <a:pt x="500473" y="92334"/>
                </a:moveTo>
                <a:cubicBezTo>
                  <a:pt x="500473" y="92694"/>
                  <a:pt x="500383" y="92998"/>
                  <a:pt x="500204" y="93247"/>
                </a:cubicBezTo>
                <a:cubicBezTo>
                  <a:pt x="500024" y="93494"/>
                  <a:pt x="499731" y="93708"/>
                  <a:pt x="499327" y="93888"/>
                </a:cubicBezTo>
                <a:cubicBezTo>
                  <a:pt x="498922" y="94068"/>
                  <a:pt x="498360" y="94203"/>
                  <a:pt x="497641" y="94293"/>
                </a:cubicBezTo>
                <a:cubicBezTo>
                  <a:pt x="496921" y="94382"/>
                  <a:pt x="495999" y="94427"/>
                  <a:pt x="494875" y="94427"/>
                </a:cubicBezTo>
                <a:cubicBezTo>
                  <a:pt x="493796" y="94427"/>
                  <a:pt x="492897" y="94382"/>
                  <a:pt x="492177" y="94293"/>
                </a:cubicBezTo>
                <a:cubicBezTo>
                  <a:pt x="491458" y="94203"/>
                  <a:pt x="490884" y="94068"/>
                  <a:pt x="490457" y="93888"/>
                </a:cubicBezTo>
                <a:cubicBezTo>
                  <a:pt x="490030" y="93708"/>
                  <a:pt x="489738" y="93494"/>
                  <a:pt x="489580" y="93247"/>
                </a:cubicBezTo>
                <a:cubicBezTo>
                  <a:pt x="489423" y="92998"/>
                  <a:pt x="489344" y="92694"/>
                  <a:pt x="489344" y="92334"/>
                </a:cubicBezTo>
                <a:lnTo>
                  <a:pt x="489344" y="2160"/>
                </a:lnTo>
                <a:cubicBezTo>
                  <a:pt x="489344" y="1801"/>
                  <a:pt x="489423" y="1486"/>
                  <a:pt x="489580" y="1216"/>
                </a:cubicBezTo>
                <a:cubicBezTo>
                  <a:pt x="489738" y="945"/>
                  <a:pt x="490030" y="719"/>
                  <a:pt x="490457" y="540"/>
                </a:cubicBezTo>
                <a:cubicBezTo>
                  <a:pt x="490884" y="360"/>
                  <a:pt x="491458" y="225"/>
                  <a:pt x="492177" y="135"/>
                </a:cubicBezTo>
                <a:cubicBezTo>
                  <a:pt x="492897" y="45"/>
                  <a:pt x="493796" y="0"/>
                  <a:pt x="494875" y="0"/>
                </a:cubicBezTo>
                <a:cubicBezTo>
                  <a:pt x="495999" y="0"/>
                  <a:pt x="496921" y="45"/>
                  <a:pt x="497641" y="135"/>
                </a:cubicBezTo>
                <a:cubicBezTo>
                  <a:pt x="498360" y="225"/>
                  <a:pt x="498922" y="360"/>
                  <a:pt x="499327" y="540"/>
                </a:cubicBezTo>
                <a:cubicBezTo>
                  <a:pt x="499731" y="719"/>
                  <a:pt x="500024" y="945"/>
                  <a:pt x="500204" y="1216"/>
                </a:cubicBezTo>
                <a:cubicBezTo>
                  <a:pt x="500383" y="1486"/>
                  <a:pt x="500473" y="1801"/>
                  <a:pt x="500473" y="2160"/>
                </a:cubicBezTo>
                <a:lnTo>
                  <a:pt x="500473" y="92334"/>
                </a:lnTo>
                <a:close/>
                <a:moveTo>
                  <a:pt x="532244" y="92334"/>
                </a:moveTo>
                <a:cubicBezTo>
                  <a:pt x="532244" y="92694"/>
                  <a:pt x="532155" y="92998"/>
                  <a:pt x="531975" y="93247"/>
                </a:cubicBezTo>
                <a:cubicBezTo>
                  <a:pt x="531795" y="93494"/>
                  <a:pt x="531503" y="93708"/>
                  <a:pt x="531098" y="93888"/>
                </a:cubicBezTo>
                <a:cubicBezTo>
                  <a:pt x="530693" y="94068"/>
                  <a:pt x="530131" y="94203"/>
                  <a:pt x="529412" y="94293"/>
                </a:cubicBezTo>
                <a:cubicBezTo>
                  <a:pt x="528692" y="94382"/>
                  <a:pt x="527770" y="94427"/>
                  <a:pt x="526646" y="94427"/>
                </a:cubicBezTo>
                <a:cubicBezTo>
                  <a:pt x="525567" y="94427"/>
                  <a:pt x="524668" y="94382"/>
                  <a:pt x="523948" y="94293"/>
                </a:cubicBezTo>
                <a:cubicBezTo>
                  <a:pt x="523229" y="94203"/>
                  <a:pt x="522656" y="94068"/>
                  <a:pt x="522228" y="93888"/>
                </a:cubicBezTo>
                <a:cubicBezTo>
                  <a:pt x="521801" y="93708"/>
                  <a:pt x="521509" y="93494"/>
                  <a:pt x="521352" y="93247"/>
                </a:cubicBezTo>
                <a:cubicBezTo>
                  <a:pt x="521194" y="92998"/>
                  <a:pt x="521115" y="92694"/>
                  <a:pt x="521115" y="92334"/>
                </a:cubicBezTo>
                <a:lnTo>
                  <a:pt x="521115" y="2160"/>
                </a:lnTo>
                <a:cubicBezTo>
                  <a:pt x="521115" y="1801"/>
                  <a:pt x="521194" y="1486"/>
                  <a:pt x="521352" y="1216"/>
                </a:cubicBezTo>
                <a:cubicBezTo>
                  <a:pt x="521509" y="945"/>
                  <a:pt x="521801" y="719"/>
                  <a:pt x="522228" y="540"/>
                </a:cubicBezTo>
                <a:cubicBezTo>
                  <a:pt x="522656" y="360"/>
                  <a:pt x="523229" y="225"/>
                  <a:pt x="523948" y="135"/>
                </a:cubicBezTo>
                <a:cubicBezTo>
                  <a:pt x="524668" y="45"/>
                  <a:pt x="525567" y="0"/>
                  <a:pt x="526646" y="0"/>
                </a:cubicBezTo>
                <a:cubicBezTo>
                  <a:pt x="527770" y="0"/>
                  <a:pt x="528692" y="45"/>
                  <a:pt x="529412" y="135"/>
                </a:cubicBezTo>
                <a:cubicBezTo>
                  <a:pt x="530131" y="225"/>
                  <a:pt x="530693" y="360"/>
                  <a:pt x="531098" y="540"/>
                </a:cubicBezTo>
                <a:cubicBezTo>
                  <a:pt x="531503" y="719"/>
                  <a:pt x="531795" y="945"/>
                  <a:pt x="531975" y="1216"/>
                </a:cubicBezTo>
                <a:cubicBezTo>
                  <a:pt x="532155" y="1486"/>
                  <a:pt x="532244" y="1801"/>
                  <a:pt x="532244" y="2160"/>
                </a:cubicBezTo>
                <a:lnTo>
                  <a:pt x="532244" y="923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cookies">
            <a:extLst xmlns:a="http://schemas.openxmlformats.org/drawingml/2006/main">
              <a:ext uri="{FF2B5EF4-FFF2-40B4-BE49-F238E27FC236}">
                <a16:creationId xmlns:a16="http://schemas.microsoft.com/office/drawing/2014/main" id="{6B86543E-77AE-41A5-82B4-8F3F66E1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618" y="1406354"/>
            <a:ext cx="408412" cy="95372"/>
          </a:xfrm>
          <a:custGeom xmlns:a="http://schemas.openxmlformats.org/drawingml/2006/main">
            <a:pathLst>
              <a:path w="408412" h="95372">
                <a:moveTo>
                  <a:pt x="47888" y="83164"/>
                </a:moveTo>
                <a:cubicBezTo>
                  <a:pt x="47888" y="83928"/>
                  <a:pt x="47866" y="84591"/>
                  <a:pt x="47821" y="85153"/>
                </a:cubicBezTo>
                <a:cubicBezTo>
                  <a:pt x="47776" y="85715"/>
                  <a:pt x="47697" y="86188"/>
                  <a:pt x="47585" y="86570"/>
                </a:cubicBezTo>
                <a:cubicBezTo>
                  <a:pt x="47472" y="86952"/>
                  <a:pt x="47337" y="87289"/>
                  <a:pt x="47180" y="87581"/>
                </a:cubicBezTo>
                <a:cubicBezTo>
                  <a:pt x="47023" y="87874"/>
                  <a:pt x="46663" y="88301"/>
                  <a:pt x="46101" y="88863"/>
                </a:cubicBezTo>
                <a:cubicBezTo>
                  <a:pt x="45539" y="89425"/>
                  <a:pt x="44583" y="90122"/>
                  <a:pt x="43234" y="90954"/>
                </a:cubicBezTo>
                <a:cubicBezTo>
                  <a:pt x="41885" y="91786"/>
                  <a:pt x="40368" y="92528"/>
                  <a:pt x="38682" y="93180"/>
                </a:cubicBezTo>
                <a:cubicBezTo>
                  <a:pt x="36995" y="93832"/>
                  <a:pt x="35163" y="94360"/>
                  <a:pt x="33184" y="94765"/>
                </a:cubicBezTo>
                <a:cubicBezTo>
                  <a:pt x="31206" y="95169"/>
                  <a:pt x="29160" y="95372"/>
                  <a:pt x="27047" y="95372"/>
                </a:cubicBezTo>
                <a:cubicBezTo>
                  <a:pt x="22685" y="95372"/>
                  <a:pt x="18818" y="94651"/>
                  <a:pt x="15446" y="93209"/>
                </a:cubicBezTo>
                <a:cubicBezTo>
                  <a:pt x="12073" y="91767"/>
                  <a:pt x="9252" y="89661"/>
                  <a:pt x="6981" y="86890"/>
                </a:cubicBezTo>
                <a:cubicBezTo>
                  <a:pt x="4710" y="84119"/>
                  <a:pt x="2979" y="80717"/>
                  <a:pt x="1787" y="76684"/>
                </a:cubicBezTo>
                <a:cubicBezTo>
                  <a:pt x="596" y="72652"/>
                  <a:pt x="0" y="68000"/>
                  <a:pt x="0" y="62729"/>
                </a:cubicBezTo>
                <a:cubicBezTo>
                  <a:pt x="0" y="56736"/>
                  <a:pt x="731" y="51588"/>
                  <a:pt x="2192" y="47285"/>
                </a:cubicBezTo>
                <a:cubicBezTo>
                  <a:pt x="3653" y="42983"/>
                  <a:pt x="5654" y="39457"/>
                  <a:pt x="8195" y="36709"/>
                </a:cubicBezTo>
                <a:cubicBezTo>
                  <a:pt x="10735" y="33960"/>
                  <a:pt x="13726" y="31921"/>
                  <a:pt x="17166" y="30592"/>
                </a:cubicBezTo>
                <a:cubicBezTo>
                  <a:pt x="20605" y="29263"/>
                  <a:pt x="24326" y="28598"/>
                  <a:pt x="28328" y="28598"/>
                </a:cubicBezTo>
                <a:cubicBezTo>
                  <a:pt x="30262" y="28598"/>
                  <a:pt x="32139" y="28778"/>
                  <a:pt x="33960" y="29138"/>
                </a:cubicBezTo>
                <a:cubicBezTo>
                  <a:pt x="35781" y="29497"/>
                  <a:pt x="37456" y="29969"/>
                  <a:pt x="38985" y="30554"/>
                </a:cubicBezTo>
                <a:cubicBezTo>
                  <a:pt x="40514" y="31139"/>
                  <a:pt x="41874" y="31813"/>
                  <a:pt x="43066" y="32577"/>
                </a:cubicBezTo>
                <a:cubicBezTo>
                  <a:pt x="44257" y="33342"/>
                  <a:pt x="45123" y="33994"/>
                  <a:pt x="45662" y="34533"/>
                </a:cubicBezTo>
                <a:cubicBezTo>
                  <a:pt x="46202" y="35073"/>
                  <a:pt x="46573" y="35500"/>
                  <a:pt x="46775" y="35815"/>
                </a:cubicBezTo>
                <a:cubicBezTo>
                  <a:pt x="46978" y="36130"/>
                  <a:pt x="47146" y="36501"/>
                  <a:pt x="47281" y="36928"/>
                </a:cubicBezTo>
                <a:cubicBezTo>
                  <a:pt x="47416" y="37355"/>
                  <a:pt x="47506" y="37838"/>
                  <a:pt x="47551" y="38378"/>
                </a:cubicBezTo>
                <a:cubicBezTo>
                  <a:pt x="47596" y="38918"/>
                  <a:pt x="47618" y="39592"/>
                  <a:pt x="47618" y="40401"/>
                </a:cubicBezTo>
                <a:cubicBezTo>
                  <a:pt x="47618" y="42155"/>
                  <a:pt x="47416" y="43380"/>
                  <a:pt x="47011" y="44077"/>
                </a:cubicBezTo>
                <a:cubicBezTo>
                  <a:pt x="46607" y="44774"/>
                  <a:pt x="46112" y="45123"/>
                  <a:pt x="45528" y="45123"/>
                </a:cubicBezTo>
                <a:cubicBezTo>
                  <a:pt x="44853" y="45123"/>
                  <a:pt x="44077" y="44752"/>
                  <a:pt x="43201" y="44010"/>
                </a:cubicBezTo>
                <a:cubicBezTo>
                  <a:pt x="42324" y="43268"/>
                  <a:pt x="41211" y="42447"/>
                  <a:pt x="39862" y="41548"/>
                </a:cubicBezTo>
                <a:cubicBezTo>
                  <a:pt x="38513" y="40649"/>
                  <a:pt x="36883" y="39828"/>
                  <a:pt x="34972" y="39086"/>
                </a:cubicBezTo>
                <a:cubicBezTo>
                  <a:pt x="33061" y="38344"/>
                  <a:pt x="30801" y="37973"/>
                  <a:pt x="28193" y="37973"/>
                </a:cubicBezTo>
                <a:cubicBezTo>
                  <a:pt x="22842" y="37973"/>
                  <a:pt x="18739" y="40037"/>
                  <a:pt x="15884" y="44164"/>
                </a:cubicBezTo>
                <a:cubicBezTo>
                  <a:pt x="13029" y="48289"/>
                  <a:pt x="11601" y="54275"/>
                  <a:pt x="11601" y="62120"/>
                </a:cubicBezTo>
                <a:cubicBezTo>
                  <a:pt x="11601" y="66043"/>
                  <a:pt x="11972" y="69481"/>
                  <a:pt x="12714" y="72435"/>
                </a:cubicBezTo>
                <a:cubicBezTo>
                  <a:pt x="13456" y="75389"/>
                  <a:pt x="14546" y="77858"/>
                  <a:pt x="15985" y="79842"/>
                </a:cubicBezTo>
                <a:cubicBezTo>
                  <a:pt x="17424" y="81826"/>
                  <a:pt x="19189" y="83303"/>
                  <a:pt x="21280" y="84272"/>
                </a:cubicBezTo>
                <a:cubicBezTo>
                  <a:pt x="23371" y="85242"/>
                  <a:pt x="25765" y="85727"/>
                  <a:pt x="28463" y="85727"/>
                </a:cubicBezTo>
                <a:cubicBezTo>
                  <a:pt x="31026" y="85727"/>
                  <a:pt x="33274" y="85322"/>
                  <a:pt x="35208" y="84513"/>
                </a:cubicBezTo>
                <a:cubicBezTo>
                  <a:pt x="37141" y="83703"/>
                  <a:pt x="38816" y="82815"/>
                  <a:pt x="40233" y="81848"/>
                </a:cubicBezTo>
                <a:cubicBezTo>
                  <a:pt x="41649" y="80882"/>
                  <a:pt x="42841" y="80005"/>
                  <a:pt x="43808" y="79218"/>
                </a:cubicBezTo>
                <a:cubicBezTo>
                  <a:pt x="44774" y="78431"/>
                  <a:pt x="45528" y="78038"/>
                  <a:pt x="46067" y="78038"/>
                </a:cubicBezTo>
                <a:cubicBezTo>
                  <a:pt x="46382" y="78038"/>
                  <a:pt x="46652" y="78127"/>
                  <a:pt x="46876" y="78307"/>
                </a:cubicBezTo>
                <a:cubicBezTo>
                  <a:pt x="47101" y="78487"/>
                  <a:pt x="47292" y="78791"/>
                  <a:pt x="47450" y="79218"/>
                </a:cubicBezTo>
                <a:cubicBezTo>
                  <a:pt x="47607" y="79645"/>
                  <a:pt x="47720" y="80185"/>
                  <a:pt x="47787" y="80837"/>
                </a:cubicBezTo>
                <a:cubicBezTo>
                  <a:pt x="47854" y="81489"/>
                  <a:pt x="47888" y="82264"/>
                  <a:pt x="47888" y="83164"/>
                </a:cubicBezTo>
                <a:close/>
                <a:moveTo>
                  <a:pt x="118305" y="61344"/>
                </a:moveTo>
                <a:cubicBezTo>
                  <a:pt x="118305" y="66295"/>
                  <a:pt x="117653" y="70851"/>
                  <a:pt x="116349" y="75015"/>
                </a:cubicBezTo>
                <a:cubicBezTo>
                  <a:pt x="115045" y="79179"/>
                  <a:pt x="113101" y="82769"/>
                  <a:pt x="110515" y="85786"/>
                </a:cubicBezTo>
                <a:cubicBezTo>
                  <a:pt x="107930" y="88801"/>
                  <a:pt x="104692" y="91153"/>
                  <a:pt x="100803" y="92840"/>
                </a:cubicBezTo>
                <a:cubicBezTo>
                  <a:pt x="96913" y="94528"/>
                  <a:pt x="92405" y="95372"/>
                  <a:pt x="87279" y="95372"/>
                </a:cubicBezTo>
                <a:cubicBezTo>
                  <a:pt x="82288" y="95372"/>
                  <a:pt x="77938" y="94629"/>
                  <a:pt x="74228" y="93144"/>
                </a:cubicBezTo>
                <a:cubicBezTo>
                  <a:pt x="70518" y="91659"/>
                  <a:pt x="67427" y="89498"/>
                  <a:pt x="64954" y="86662"/>
                </a:cubicBezTo>
                <a:cubicBezTo>
                  <a:pt x="62481" y="83827"/>
                  <a:pt x="60637" y="80383"/>
                  <a:pt x="59423" y="76332"/>
                </a:cubicBezTo>
                <a:cubicBezTo>
                  <a:pt x="58209" y="72281"/>
                  <a:pt x="57602" y="67690"/>
                  <a:pt x="57602" y="62558"/>
                </a:cubicBezTo>
                <a:cubicBezTo>
                  <a:pt x="57602" y="57608"/>
                  <a:pt x="58243" y="53051"/>
                  <a:pt x="59524" y="48887"/>
                </a:cubicBezTo>
                <a:cubicBezTo>
                  <a:pt x="60806" y="44724"/>
                  <a:pt x="62739" y="41134"/>
                  <a:pt x="65325" y="38119"/>
                </a:cubicBezTo>
                <a:cubicBezTo>
                  <a:pt x="67910" y="35102"/>
                  <a:pt x="71137" y="32761"/>
                  <a:pt x="75004" y="31096"/>
                </a:cubicBezTo>
                <a:cubicBezTo>
                  <a:pt x="78871" y="29431"/>
                  <a:pt x="83390" y="28598"/>
                  <a:pt x="88561" y="28598"/>
                </a:cubicBezTo>
                <a:cubicBezTo>
                  <a:pt x="93552" y="28598"/>
                  <a:pt x="97902" y="29341"/>
                  <a:pt x="101612" y="30826"/>
                </a:cubicBezTo>
                <a:cubicBezTo>
                  <a:pt x="105322" y="32311"/>
                  <a:pt x="108413" y="34472"/>
                  <a:pt x="110886" y="37307"/>
                </a:cubicBezTo>
                <a:cubicBezTo>
                  <a:pt x="113359" y="40143"/>
                  <a:pt x="115214" y="43586"/>
                  <a:pt x="116451" y="47637"/>
                </a:cubicBezTo>
                <a:cubicBezTo>
                  <a:pt x="117687" y="51688"/>
                  <a:pt x="118305" y="56257"/>
                  <a:pt x="118305" y="61344"/>
                </a:cubicBezTo>
                <a:moveTo>
                  <a:pt x="106569" y="62086"/>
                </a:moveTo>
                <a:cubicBezTo>
                  <a:pt x="106569" y="58799"/>
                  <a:pt x="106266" y="55693"/>
                  <a:pt x="105659" y="52766"/>
                </a:cubicBezTo>
                <a:cubicBezTo>
                  <a:pt x="105052" y="49839"/>
                  <a:pt x="104051" y="47272"/>
                  <a:pt x="102657" y="45066"/>
                </a:cubicBezTo>
                <a:cubicBezTo>
                  <a:pt x="101263" y="42860"/>
                  <a:pt x="99375" y="41115"/>
                  <a:pt x="96992" y="39832"/>
                </a:cubicBezTo>
                <a:cubicBezTo>
                  <a:pt x="94609" y="38548"/>
                  <a:pt x="91641" y="37906"/>
                  <a:pt x="88089" y="37906"/>
                </a:cubicBezTo>
                <a:cubicBezTo>
                  <a:pt x="84806" y="37906"/>
                  <a:pt x="81985" y="38491"/>
                  <a:pt x="79624" y="39662"/>
                </a:cubicBezTo>
                <a:cubicBezTo>
                  <a:pt x="77263" y="40832"/>
                  <a:pt x="75318" y="42487"/>
                  <a:pt x="73790" y="44627"/>
                </a:cubicBezTo>
                <a:cubicBezTo>
                  <a:pt x="72261" y="46766"/>
                  <a:pt x="71125" y="49299"/>
                  <a:pt x="70383" y="52226"/>
                </a:cubicBezTo>
                <a:cubicBezTo>
                  <a:pt x="69642" y="55152"/>
                  <a:pt x="69271" y="58348"/>
                  <a:pt x="69271" y="61816"/>
                </a:cubicBezTo>
                <a:cubicBezTo>
                  <a:pt x="69271" y="65148"/>
                  <a:pt x="69574" y="68277"/>
                  <a:pt x="70181" y="71204"/>
                </a:cubicBezTo>
                <a:cubicBezTo>
                  <a:pt x="70788" y="74131"/>
                  <a:pt x="71800" y="76686"/>
                  <a:pt x="73216" y="78870"/>
                </a:cubicBezTo>
                <a:cubicBezTo>
                  <a:pt x="74633" y="81054"/>
                  <a:pt x="76533" y="82788"/>
                  <a:pt x="78916" y="84072"/>
                </a:cubicBezTo>
                <a:cubicBezTo>
                  <a:pt x="81299" y="85355"/>
                  <a:pt x="84267" y="85996"/>
                  <a:pt x="87819" y="85996"/>
                </a:cubicBezTo>
                <a:cubicBezTo>
                  <a:pt x="91056" y="85996"/>
                  <a:pt x="93867" y="85411"/>
                  <a:pt x="96250" y="84241"/>
                </a:cubicBezTo>
                <a:cubicBezTo>
                  <a:pt x="98633" y="83070"/>
                  <a:pt x="100589" y="81427"/>
                  <a:pt x="102118" y="79311"/>
                </a:cubicBezTo>
                <a:cubicBezTo>
                  <a:pt x="103647" y="77193"/>
                  <a:pt x="104771" y="74671"/>
                  <a:pt x="105490" y="71746"/>
                </a:cubicBezTo>
                <a:cubicBezTo>
                  <a:pt x="106210" y="68819"/>
                  <a:pt x="106569" y="65599"/>
                  <a:pt x="106569" y="62086"/>
                </a:cubicBezTo>
                <a:close/>
                <a:moveTo>
                  <a:pt x="191102" y="61344"/>
                </a:moveTo>
                <a:cubicBezTo>
                  <a:pt x="191102" y="66295"/>
                  <a:pt x="190450" y="70851"/>
                  <a:pt x="189146" y="75015"/>
                </a:cubicBezTo>
                <a:cubicBezTo>
                  <a:pt x="187842" y="79179"/>
                  <a:pt x="185897" y="82769"/>
                  <a:pt x="183312" y="85786"/>
                </a:cubicBezTo>
                <a:cubicBezTo>
                  <a:pt x="180726" y="88801"/>
                  <a:pt x="177489" y="91153"/>
                  <a:pt x="173599" y="92840"/>
                </a:cubicBezTo>
                <a:cubicBezTo>
                  <a:pt x="169710" y="94528"/>
                  <a:pt x="165202" y="95372"/>
                  <a:pt x="160076" y="95372"/>
                </a:cubicBezTo>
                <a:cubicBezTo>
                  <a:pt x="155085" y="95372"/>
                  <a:pt x="150734" y="94629"/>
                  <a:pt x="147025" y="93144"/>
                </a:cubicBezTo>
                <a:cubicBezTo>
                  <a:pt x="143315" y="91659"/>
                  <a:pt x="140224" y="89498"/>
                  <a:pt x="137750" y="86662"/>
                </a:cubicBezTo>
                <a:cubicBezTo>
                  <a:pt x="135277" y="83827"/>
                  <a:pt x="133434" y="80383"/>
                  <a:pt x="132220" y="76332"/>
                </a:cubicBezTo>
                <a:cubicBezTo>
                  <a:pt x="131006" y="72281"/>
                  <a:pt x="130399" y="67690"/>
                  <a:pt x="130399" y="62558"/>
                </a:cubicBezTo>
                <a:cubicBezTo>
                  <a:pt x="130399" y="57608"/>
                  <a:pt x="131039" y="53051"/>
                  <a:pt x="132321" y="48887"/>
                </a:cubicBezTo>
                <a:cubicBezTo>
                  <a:pt x="133602" y="44724"/>
                  <a:pt x="135536" y="41134"/>
                  <a:pt x="138121" y="38119"/>
                </a:cubicBezTo>
                <a:cubicBezTo>
                  <a:pt x="140707" y="35102"/>
                  <a:pt x="143933" y="32761"/>
                  <a:pt x="147800" y="31096"/>
                </a:cubicBezTo>
                <a:cubicBezTo>
                  <a:pt x="151667" y="29431"/>
                  <a:pt x="156186" y="28598"/>
                  <a:pt x="161357" y="28598"/>
                </a:cubicBezTo>
                <a:cubicBezTo>
                  <a:pt x="166348" y="28598"/>
                  <a:pt x="170699" y="29341"/>
                  <a:pt x="174409" y="30826"/>
                </a:cubicBezTo>
                <a:cubicBezTo>
                  <a:pt x="178118" y="32311"/>
                  <a:pt x="181210" y="34472"/>
                  <a:pt x="183683" y="37307"/>
                </a:cubicBezTo>
                <a:cubicBezTo>
                  <a:pt x="186156" y="40143"/>
                  <a:pt x="188011" y="43586"/>
                  <a:pt x="189247" y="47637"/>
                </a:cubicBezTo>
                <a:cubicBezTo>
                  <a:pt x="190484" y="51688"/>
                  <a:pt x="191102" y="56257"/>
                  <a:pt x="191102" y="61344"/>
                </a:cubicBezTo>
                <a:moveTo>
                  <a:pt x="179366" y="62086"/>
                </a:moveTo>
                <a:cubicBezTo>
                  <a:pt x="179366" y="58799"/>
                  <a:pt x="179062" y="55693"/>
                  <a:pt x="178455" y="52766"/>
                </a:cubicBezTo>
                <a:cubicBezTo>
                  <a:pt x="177848" y="49839"/>
                  <a:pt x="176848" y="47272"/>
                  <a:pt x="175454" y="45066"/>
                </a:cubicBezTo>
                <a:cubicBezTo>
                  <a:pt x="174060" y="42860"/>
                  <a:pt x="172171" y="41115"/>
                  <a:pt x="169788" y="39832"/>
                </a:cubicBezTo>
                <a:cubicBezTo>
                  <a:pt x="167405" y="38548"/>
                  <a:pt x="164437" y="37906"/>
                  <a:pt x="160885" y="37906"/>
                </a:cubicBezTo>
                <a:cubicBezTo>
                  <a:pt x="157603" y="37906"/>
                  <a:pt x="154781" y="38491"/>
                  <a:pt x="152420" y="39662"/>
                </a:cubicBezTo>
                <a:cubicBezTo>
                  <a:pt x="150060" y="40832"/>
                  <a:pt x="148115" y="42487"/>
                  <a:pt x="146586" y="44627"/>
                </a:cubicBezTo>
                <a:cubicBezTo>
                  <a:pt x="145057" y="46766"/>
                  <a:pt x="143922" y="49299"/>
                  <a:pt x="143180" y="52226"/>
                </a:cubicBezTo>
                <a:cubicBezTo>
                  <a:pt x="142438" y="55152"/>
                  <a:pt x="142067" y="58348"/>
                  <a:pt x="142067" y="61816"/>
                </a:cubicBezTo>
                <a:cubicBezTo>
                  <a:pt x="142067" y="65148"/>
                  <a:pt x="142371" y="68277"/>
                  <a:pt x="142978" y="71204"/>
                </a:cubicBezTo>
                <a:cubicBezTo>
                  <a:pt x="143585" y="74131"/>
                  <a:pt x="144596" y="76686"/>
                  <a:pt x="146013" y="78870"/>
                </a:cubicBezTo>
                <a:cubicBezTo>
                  <a:pt x="147429" y="81054"/>
                  <a:pt x="149329" y="82788"/>
                  <a:pt x="151712" y="84072"/>
                </a:cubicBezTo>
                <a:cubicBezTo>
                  <a:pt x="154095" y="85355"/>
                  <a:pt x="157063" y="85996"/>
                  <a:pt x="160615" y="85996"/>
                </a:cubicBezTo>
                <a:cubicBezTo>
                  <a:pt x="163853" y="85996"/>
                  <a:pt x="166663" y="85411"/>
                  <a:pt x="169046" y="84241"/>
                </a:cubicBezTo>
                <a:cubicBezTo>
                  <a:pt x="171430" y="83070"/>
                  <a:pt x="173386" y="81427"/>
                  <a:pt x="174914" y="79311"/>
                </a:cubicBezTo>
                <a:cubicBezTo>
                  <a:pt x="176443" y="77193"/>
                  <a:pt x="177567" y="74671"/>
                  <a:pt x="178287" y="71746"/>
                </a:cubicBezTo>
                <a:cubicBezTo>
                  <a:pt x="179006" y="68819"/>
                  <a:pt x="179366" y="65599"/>
                  <a:pt x="179366" y="62086"/>
                </a:cubicBezTo>
                <a:close/>
                <a:moveTo>
                  <a:pt x="257288" y="92269"/>
                </a:moveTo>
                <a:cubicBezTo>
                  <a:pt x="257288" y="92629"/>
                  <a:pt x="257198" y="92944"/>
                  <a:pt x="257018" y="93213"/>
                </a:cubicBezTo>
                <a:cubicBezTo>
                  <a:pt x="256839" y="93483"/>
                  <a:pt x="256535" y="93708"/>
                  <a:pt x="256108" y="93888"/>
                </a:cubicBezTo>
                <a:cubicBezTo>
                  <a:pt x="255681" y="94068"/>
                  <a:pt x="255085" y="94203"/>
                  <a:pt x="254321" y="94293"/>
                </a:cubicBezTo>
                <a:cubicBezTo>
                  <a:pt x="253556" y="94382"/>
                  <a:pt x="252589" y="94427"/>
                  <a:pt x="251420" y="94427"/>
                </a:cubicBezTo>
                <a:cubicBezTo>
                  <a:pt x="250206" y="94427"/>
                  <a:pt x="249206" y="94394"/>
                  <a:pt x="248419" y="94326"/>
                </a:cubicBezTo>
                <a:cubicBezTo>
                  <a:pt x="247632" y="94259"/>
                  <a:pt x="246969" y="94146"/>
                  <a:pt x="246429" y="93989"/>
                </a:cubicBezTo>
                <a:cubicBezTo>
                  <a:pt x="245890" y="93832"/>
                  <a:pt x="245451" y="93607"/>
                  <a:pt x="245114" y="93315"/>
                </a:cubicBezTo>
                <a:cubicBezTo>
                  <a:pt x="244777" y="93022"/>
                  <a:pt x="244473" y="92674"/>
                  <a:pt x="244203" y="92269"/>
                </a:cubicBezTo>
                <a:lnTo>
                  <a:pt x="218573" y="58680"/>
                </a:lnTo>
                <a:lnTo>
                  <a:pt x="218573" y="92337"/>
                </a:lnTo>
                <a:cubicBezTo>
                  <a:pt x="218573" y="92696"/>
                  <a:pt x="218483" y="93000"/>
                  <a:pt x="218303" y="93247"/>
                </a:cubicBezTo>
                <a:cubicBezTo>
                  <a:pt x="218123" y="93494"/>
                  <a:pt x="217831" y="93708"/>
                  <a:pt x="217426" y="93888"/>
                </a:cubicBezTo>
                <a:cubicBezTo>
                  <a:pt x="217022" y="94068"/>
                  <a:pt x="216460" y="94203"/>
                  <a:pt x="215740" y="94293"/>
                </a:cubicBezTo>
                <a:cubicBezTo>
                  <a:pt x="215021" y="94382"/>
                  <a:pt x="214099" y="94427"/>
                  <a:pt x="212975" y="94427"/>
                </a:cubicBezTo>
                <a:cubicBezTo>
                  <a:pt x="211896" y="94427"/>
                  <a:pt x="210996" y="94382"/>
                  <a:pt x="210277" y="94293"/>
                </a:cubicBezTo>
                <a:cubicBezTo>
                  <a:pt x="209557" y="94203"/>
                  <a:pt x="208984" y="94068"/>
                  <a:pt x="208557" y="93888"/>
                </a:cubicBezTo>
                <a:cubicBezTo>
                  <a:pt x="208130" y="93708"/>
                  <a:pt x="207838" y="93494"/>
                  <a:pt x="207680" y="93247"/>
                </a:cubicBezTo>
                <a:cubicBezTo>
                  <a:pt x="207523" y="92998"/>
                  <a:pt x="207444" y="92694"/>
                  <a:pt x="207444" y="92334"/>
                </a:cubicBezTo>
                <a:lnTo>
                  <a:pt x="207444" y="2160"/>
                </a:lnTo>
                <a:cubicBezTo>
                  <a:pt x="207444" y="1801"/>
                  <a:pt x="207523" y="1486"/>
                  <a:pt x="207680" y="1216"/>
                </a:cubicBezTo>
                <a:cubicBezTo>
                  <a:pt x="207838" y="945"/>
                  <a:pt x="208130" y="719"/>
                  <a:pt x="208557" y="540"/>
                </a:cubicBezTo>
                <a:cubicBezTo>
                  <a:pt x="208984" y="360"/>
                  <a:pt x="209557" y="225"/>
                  <a:pt x="210277" y="135"/>
                </a:cubicBezTo>
                <a:cubicBezTo>
                  <a:pt x="210996" y="45"/>
                  <a:pt x="211896" y="0"/>
                  <a:pt x="212975" y="0"/>
                </a:cubicBezTo>
                <a:cubicBezTo>
                  <a:pt x="214099" y="0"/>
                  <a:pt x="215021" y="45"/>
                  <a:pt x="215740" y="135"/>
                </a:cubicBezTo>
                <a:cubicBezTo>
                  <a:pt x="216460" y="225"/>
                  <a:pt x="217022" y="360"/>
                  <a:pt x="217426" y="540"/>
                </a:cubicBezTo>
                <a:cubicBezTo>
                  <a:pt x="217831" y="719"/>
                  <a:pt x="218123" y="945"/>
                  <a:pt x="218303" y="1216"/>
                </a:cubicBezTo>
                <a:cubicBezTo>
                  <a:pt x="218483" y="1486"/>
                  <a:pt x="218573" y="1801"/>
                  <a:pt x="218573" y="2160"/>
                </a:cubicBezTo>
                <a:lnTo>
                  <a:pt x="218573" y="57129"/>
                </a:lnTo>
                <a:lnTo>
                  <a:pt x="241505" y="31903"/>
                </a:lnTo>
                <a:cubicBezTo>
                  <a:pt x="241865" y="31453"/>
                  <a:pt x="242247" y="31082"/>
                  <a:pt x="242652" y="30790"/>
                </a:cubicBezTo>
                <a:cubicBezTo>
                  <a:pt x="243057" y="30498"/>
                  <a:pt x="243540" y="30251"/>
                  <a:pt x="244102" y="30048"/>
                </a:cubicBezTo>
                <a:cubicBezTo>
                  <a:pt x="244664" y="29846"/>
                  <a:pt x="245327" y="29711"/>
                  <a:pt x="246092" y="29643"/>
                </a:cubicBezTo>
                <a:cubicBezTo>
                  <a:pt x="246856" y="29576"/>
                  <a:pt x="247778" y="29542"/>
                  <a:pt x="248857" y="29542"/>
                </a:cubicBezTo>
                <a:cubicBezTo>
                  <a:pt x="249981" y="29542"/>
                  <a:pt x="250926" y="29576"/>
                  <a:pt x="251690" y="29643"/>
                </a:cubicBezTo>
                <a:cubicBezTo>
                  <a:pt x="252454" y="29711"/>
                  <a:pt x="253073" y="29823"/>
                  <a:pt x="253545" y="29981"/>
                </a:cubicBezTo>
                <a:cubicBezTo>
                  <a:pt x="254017" y="30138"/>
                  <a:pt x="254354" y="30340"/>
                  <a:pt x="254557" y="30588"/>
                </a:cubicBezTo>
                <a:cubicBezTo>
                  <a:pt x="254759" y="30835"/>
                  <a:pt x="254860" y="31161"/>
                  <a:pt x="254860" y="31566"/>
                </a:cubicBezTo>
                <a:cubicBezTo>
                  <a:pt x="254860" y="32105"/>
                  <a:pt x="254714" y="32645"/>
                  <a:pt x="254422" y="33184"/>
                </a:cubicBezTo>
                <a:cubicBezTo>
                  <a:pt x="254129" y="33724"/>
                  <a:pt x="253646" y="34354"/>
                  <a:pt x="252972" y="35073"/>
                </a:cubicBezTo>
                <a:lnTo>
                  <a:pt x="230983" y="57061"/>
                </a:lnTo>
                <a:lnTo>
                  <a:pt x="255669" y="89099"/>
                </a:lnTo>
                <a:cubicBezTo>
                  <a:pt x="256254" y="89863"/>
                  <a:pt x="256670" y="90482"/>
                  <a:pt x="256917" y="90954"/>
                </a:cubicBezTo>
                <a:cubicBezTo>
                  <a:pt x="257165" y="91426"/>
                  <a:pt x="257288" y="91864"/>
                  <a:pt x="257288" y="92269"/>
                </a:cubicBezTo>
                <a:close/>
                <a:moveTo>
                  <a:pt x="281424" y="92337"/>
                </a:moveTo>
                <a:cubicBezTo>
                  <a:pt x="281424" y="92696"/>
                  <a:pt x="281334" y="93000"/>
                  <a:pt x="281154" y="93247"/>
                </a:cubicBezTo>
                <a:cubicBezTo>
                  <a:pt x="280974" y="93494"/>
                  <a:pt x="280682" y="93708"/>
                  <a:pt x="280277" y="93888"/>
                </a:cubicBezTo>
                <a:cubicBezTo>
                  <a:pt x="279873" y="94068"/>
                  <a:pt x="279311" y="94203"/>
                  <a:pt x="278591" y="94293"/>
                </a:cubicBezTo>
                <a:cubicBezTo>
                  <a:pt x="277872" y="94382"/>
                  <a:pt x="276950" y="94427"/>
                  <a:pt x="275826" y="94427"/>
                </a:cubicBezTo>
                <a:cubicBezTo>
                  <a:pt x="274747" y="94427"/>
                  <a:pt x="273847" y="94382"/>
                  <a:pt x="273128" y="94293"/>
                </a:cubicBezTo>
                <a:cubicBezTo>
                  <a:pt x="272408" y="94203"/>
                  <a:pt x="271835" y="94068"/>
                  <a:pt x="271408" y="93888"/>
                </a:cubicBezTo>
                <a:cubicBezTo>
                  <a:pt x="270981" y="93708"/>
                  <a:pt x="270689" y="93494"/>
                  <a:pt x="270531" y="93247"/>
                </a:cubicBezTo>
                <a:cubicBezTo>
                  <a:pt x="270374" y="93000"/>
                  <a:pt x="270295" y="92696"/>
                  <a:pt x="270295" y="92337"/>
                </a:cubicBezTo>
                <a:lnTo>
                  <a:pt x="270295" y="31633"/>
                </a:lnTo>
                <a:cubicBezTo>
                  <a:pt x="270295" y="31318"/>
                  <a:pt x="270374" y="31026"/>
                  <a:pt x="270531" y="30756"/>
                </a:cubicBezTo>
                <a:cubicBezTo>
                  <a:pt x="270689" y="30487"/>
                  <a:pt x="270981" y="30262"/>
                  <a:pt x="271408" y="30082"/>
                </a:cubicBezTo>
                <a:cubicBezTo>
                  <a:pt x="271835" y="29902"/>
                  <a:pt x="272408" y="29767"/>
                  <a:pt x="273128" y="29677"/>
                </a:cubicBezTo>
                <a:cubicBezTo>
                  <a:pt x="273847" y="29587"/>
                  <a:pt x="274747" y="29542"/>
                  <a:pt x="275826" y="29542"/>
                </a:cubicBezTo>
                <a:cubicBezTo>
                  <a:pt x="276950" y="29542"/>
                  <a:pt x="277872" y="29587"/>
                  <a:pt x="278591" y="29677"/>
                </a:cubicBezTo>
                <a:cubicBezTo>
                  <a:pt x="279311" y="29767"/>
                  <a:pt x="279873" y="29902"/>
                  <a:pt x="280277" y="30082"/>
                </a:cubicBezTo>
                <a:cubicBezTo>
                  <a:pt x="280682" y="30262"/>
                  <a:pt x="280974" y="30487"/>
                  <a:pt x="281154" y="30756"/>
                </a:cubicBezTo>
                <a:cubicBezTo>
                  <a:pt x="281334" y="31026"/>
                  <a:pt x="281424" y="31318"/>
                  <a:pt x="281424" y="31633"/>
                </a:cubicBezTo>
                <a:lnTo>
                  <a:pt x="281424" y="92337"/>
                </a:lnTo>
                <a:moveTo>
                  <a:pt x="282706" y="11061"/>
                </a:moveTo>
                <a:cubicBezTo>
                  <a:pt x="282706" y="13669"/>
                  <a:pt x="282211" y="15446"/>
                  <a:pt x="281222" y="16390"/>
                </a:cubicBezTo>
                <a:cubicBezTo>
                  <a:pt x="280232" y="17334"/>
                  <a:pt x="278411" y="17806"/>
                  <a:pt x="275758" y="17806"/>
                </a:cubicBezTo>
                <a:cubicBezTo>
                  <a:pt x="273150" y="17806"/>
                  <a:pt x="271363" y="17345"/>
                  <a:pt x="270396" y="16424"/>
                </a:cubicBezTo>
                <a:cubicBezTo>
                  <a:pt x="269429" y="15502"/>
                  <a:pt x="268946" y="13759"/>
                  <a:pt x="268946" y="11196"/>
                </a:cubicBezTo>
                <a:cubicBezTo>
                  <a:pt x="268946" y="8588"/>
                  <a:pt x="269441" y="6812"/>
                  <a:pt x="270430" y="5868"/>
                </a:cubicBezTo>
                <a:cubicBezTo>
                  <a:pt x="271419" y="4924"/>
                  <a:pt x="273240" y="4452"/>
                  <a:pt x="275893" y="4452"/>
                </a:cubicBezTo>
                <a:cubicBezTo>
                  <a:pt x="278501" y="4452"/>
                  <a:pt x="280289" y="4912"/>
                  <a:pt x="281255" y="5834"/>
                </a:cubicBezTo>
                <a:cubicBezTo>
                  <a:pt x="282222" y="6756"/>
                  <a:pt x="282706" y="8498"/>
                  <a:pt x="282706" y="11061"/>
                </a:cubicBezTo>
                <a:close/>
                <a:moveTo>
                  <a:pt x="353866" y="59354"/>
                </a:moveTo>
                <a:cubicBezTo>
                  <a:pt x="353866" y="61108"/>
                  <a:pt x="353428" y="62356"/>
                  <a:pt x="352551" y="63098"/>
                </a:cubicBezTo>
                <a:cubicBezTo>
                  <a:pt x="351674" y="63840"/>
                  <a:pt x="350674" y="64211"/>
                  <a:pt x="349549" y="64211"/>
                </a:cubicBezTo>
                <a:lnTo>
                  <a:pt x="309755" y="64211"/>
                </a:lnTo>
                <a:cubicBezTo>
                  <a:pt x="309755" y="67593"/>
                  <a:pt x="310092" y="70637"/>
                  <a:pt x="310767" y="73344"/>
                </a:cubicBezTo>
                <a:cubicBezTo>
                  <a:pt x="311441" y="76050"/>
                  <a:pt x="312565" y="78373"/>
                  <a:pt x="314139" y="80312"/>
                </a:cubicBezTo>
                <a:cubicBezTo>
                  <a:pt x="315713" y="82251"/>
                  <a:pt x="317759" y="83740"/>
                  <a:pt x="320277" y="84778"/>
                </a:cubicBezTo>
                <a:cubicBezTo>
                  <a:pt x="322795" y="85815"/>
                  <a:pt x="325875" y="86334"/>
                  <a:pt x="329517" y="86334"/>
                </a:cubicBezTo>
                <a:cubicBezTo>
                  <a:pt x="332395" y="86334"/>
                  <a:pt x="334958" y="86098"/>
                  <a:pt x="337206" y="85625"/>
                </a:cubicBezTo>
                <a:cubicBezTo>
                  <a:pt x="339455" y="85153"/>
                  <a:pt x="341399" y="84625"/>
                  <a:pt x="343041" y="84040"/>
                </a:cubicBezTo>
                <a:cubicBezTo>
                  <a:pt x="344682" y="83456"/>
                  <a:pt x="346031" y="82928"/>
                  <a:pt x="347088" y="82455"/>
                </a:cubicBezTo>
                <a:cubicBezTo>
                  <a:pt x="348144" y="81983"/>
                  <a:pt x="348942" y="81747"/>
                  <a:pt x="349482" y="81747"/>
                </a:cubicBezTo>
                <a:cubicBezTo>
                  <a:pt x="349797" y="81747"/>
                  <a:pt x="350078" y="81826"/>
                  <a:pt x="350325" y="81983"/>
                </a:cubicBezTo>
                <a:cubicBezTo>
                  <a:pt x="350572" y="82141"/>
                  <a:pt x="350763" y="82377"/>
                  <a:pt x="350898" y="82691"/>
                </a:cubicBezTo>
                <a:cubicBezTo>
                  <a:pt x="351033" y="83006"/>
                  <a:pt x="351134" y="83445"/>
                  <a:pt x="351202" y="84007"/>
                </a:cubicBezTo>
                <a:cubicBezTo>
                  <a:pt x="351269" y="84569"/>
                  <a:pt x="351303" y="85254"/>
                  <a:pt x="351303" y="86064"/>
                </a:cubicBezTo>
                <a:cubicBezTo>
                  <a:pt x="351303" y="86648"/>
                  <a:pt x="351281" y="87154"/>
                  <a:pt x="351236" y="87581"/>
                </a:cubicBezTo>
                <a:cubicBezTo>
                  <a:pt x="351191" y="88009"/>
                  <a:pt x="351134" y="88391"/>
                  <a:pt x="351067" y="88728"/>
                </a:cubicBezTo>
                <a:cubicBezTo>
                  <a:pt x="351000" y="89065"/>
                  <a:pt x="350887" y="89369"/>
                  <a:pt x="350730" y="89639"/>
                </a:cubicBezTo>
                <a:cubicBezTo>
                  <a:pt x="350572" y="89908"/>
                  <a:pt x="350370" y="90167"/>
                  <a:pt x="350123" y="90414"/>
                </a:cubicBezTo>
                <a:cubicBezTo>
                  <a:pt x="349875" y="90662"/>
                  <a:pt x="349145" y="91066"/>
                  <a:pt x="347931" y="91628"/>
                </a:cubicBezTo>
                <a:cubicBezTo>
                  <a:pt x="346717" y="92190"/>
                  <a:pt x="345143" y="92741"/>
                  <a:pt x="343209" y="93281"/>
                </a:cubicBezTo>
                <a:cubicBezTo>
                  <a:pt x="341276" y="93820"/>
                  <a:pt x="339039" y="94304"/>
                  <a:pt x="336498" y="94731"/>
                </a:cubicBezTo>
                <a:cubicBezTo>
                  <a:pt x="333958" y="95158"/>
                  <a:pt x="331248" y="95372"/>
                  <a:pt x="328371" y="95372"/>
                </a:cubicBezTo>
                <a:cubicBezTo>
                  <a:pt x="323380" y="95372"/>
                  <a:pt x="319007" y="94674"/>
                  <a:pt x="315252" y="93279"/>
                </a:cubicBezTo>
                <a:cubicBezTo>
                  <a:pt x="311497" y="91883"/>
                  <a:pt x="308339" y="89813"/>
                  <a:pt x="305776" y="87067"/>
                </a:cubicBezTo>
                <a:cubicBezTo>
                  <a:pt x="303213" y="84321"/>
                  <a:pt x="301279" y="80878"/>
                  <a:pt x="299975" y="76737"/>
                </a:cubicBezTo>
                <a:cubicBezTo>
                  <a:pt x="298671" y="72596"/>
                  <a:pt x="298019" y="67780"/>
                  <a:pt x="298019" y="62288"/>
                </a:cubicBezTo>
                <a:cubicBezTo>
                  <a:pt x="298019" y="57067"/>
                  <a:pt x="298693" y="52374"/>
                  <a:pt x="300042" y="48211"/>
                </a:cubicBezTo>
                <a:cubicBezTo>
                  <a:pt x="301391" y="44047"/>
                  <a:pt x="303336" y="40514"/>
                  <a:pt x="305877" y="37611"/>
                </a:cubicBezTo>
                <a:cubicBezTo>
                  <a:pt x="308417" y="34708"/>
                  <a:pt x="311486" y="32480"/>
                  <a:pt x="315083" y="30927"/>
                </a:cubicBezTo>
                <a:cubicBezTo>
                  <a:pt x="318681" y="29374"/>
                  <a:pt x="322705" y="28598"/>
                  <a:pt x="327157" y="28598"/>
                </a:cubicBezTo>
                <a:cubicBezTo>
                  <a:pt x="331923" y="28598"/>
                  <a:pt x="335981" y="29362"/>
                  <a:pt x="339331" y="30891"/>
                </a:cubicBezTo>
                <a:cubicBezTo>
                  <a:pt x="342681" y="32420"/>
                  <a:pt x="345435" y="34477"/>
                  <a:pt x="347593" y="37063"/>
                </a:cubicBezTo>
                <a:cubicBezTo>
                  <a:pt x="349752" y="39648"/>
                  <a:pt x="351337" y="42683"/>
                  <a:pt x="352348" y="46168"/>
                </a:cubicBezTo>
                <a:cubicBezTo>
                  <a:pt x="353360" y="49653"/>
                  <a:pt x="353866" y="53374"/>
                  <a:pt x="353866" y="57331"/>
                </a:cubicBezTo>
                <a:lnTo>
                  <a:pt x="353866" y="59354"/>
                </a:lnTo>
                <a:moveTo>
                  <a:pt x="342670" y="56049"/>
                </a:moveTo>
                <a:cubicBezTo>
                  <a:pt x="342805" y="50204"/>
                  <a:pt x="341512" y="45617"/>
                  <a:pt x="338791" y="42290"/>
                </a:cubicBezTo>
                <a:cubicBezTo>
                  <a:pt x="336071" y="38963"/>
                  <a:pt x="332035" y="37299"/>
                  <a:pt x="326684" y="37299"/>
                </a:cubicBezTo>
                <a:cubicBezTo>
                  <a:pt x="323942" y="37299"/>
                  <a:pt x="321536" y="37816"/>
                  <a:pt x="319468" y="38850"/>
                </a:cubicBezTo>
                <a:cubicBezTo>
                  <a:pt x="317399" y="39884"/>
                  <a:pt x="315668" y="41256"/>
                  <a:pt x="314274" y="42964"/>
                </a:cubicBezTo>
                <a:cubicBezTo>
                  <a:pt x="312880" y="44673"/>
                  <a:pt x="311801" y="46663"/>
                  <a:pt x="311036" y="48934"/>
                </a:cubicBezTo>
                <a:cubicBezTo>
                  <a:pt x="310272" y="51204"/>
                  <a:pt x="309845" y="53576"/>
                  <a:pt x="309755" y="56049"/>
                </a:cubicBezTo>
                <a:lnTo>
                  <a:pt x="342670" y="56049"/>
                </a:lnTo>
                <a:close/>
                <a:moveTo>
                  <a:pt x="408412" y="75860"/>
                </a:moveTo>
                <a:cubicBezTo>
                  <a:pt x="408412" y="78966"/>
                  <a:pt x="407839" y="81734"/>
                  <a:pt x="406692" y="84165"/>
                </a:cubicBezTo>
                <a:cubicBezTo>
                  <a:pt x="405546" y="86594"/>
                  <a:pt x="403916" y="88642"/>
                  <a:pt x="401802" y="90309"/>
                </a:cubicBezTo>
                <a:cubicBezTo>
                  <a:pt x="399689" y="91974"/>
                  <a:pt x="397171" y="93234"/>
                  <a:pt x="394248" y="94088"/>
                </a:cubicBezTo>
                <a:cubicBezTo>
                  <a:pt x="391325" y="94944"/>
                  <a:pt x="388110" y="95372"/>
                  <a:pt x="384603" y="95372"/>
                </a:cubicBezTo>
                <a:cubicBezTo>
                  <a:pt x="382445" y="95372"/>
                  <a:pt x="380388" y="95203"/>
                  <a:pt x="378432" y="94866"/>
                </a:cubicBezTo>
                <a:cubicBezTo>
                  <a:pt x="376476" y="94529"/>
                  <a:pt x="374722" y="94101"/>
                  <a:pt x="373171" y="93584"/>
                </a:cubicBezTo>
                <a:cubicBezTo>
                  <a:pt x="371619" y="93067"/>
                  <a:pt x="370304" y="92528"/>
                  <a:pt x="369225" y="91966"/>
                </a:cubicBezTo>
                <a:cubicBezTo>
                  <a:pt x="368146" y="91404"/>
                  <a:pt x="367359" y="90898"/>
                  <a:pt x="366864" y="90448"/>
                </a:cubicBezTo>
                <a:cubicBezTo>
                  <a:pt x="366370" y="89998"/>
                  <a:pt x="366010" y="89369"/>
                  <a:pt x="365785" y="88559"/>
                </a:cubicBezTo>
                <a:cubicBezTo>
                  <a:pt x="365560" y="87750"/>
                  <a:pt x="365448" y="86648"/>
                  <a:pt x="365448" y="85254"/>
                </a:cubicBezTo>
                <a:cubicBezTo>
                  <a:pt x="365448" y="84400"/>
                  <a:pt x="365493" y="83681"/>
                  <a:pt x="365583" y="83096"/>
                </a:cubicBezTo>
                <a:cubicBezTo>
                  <a:pt x="365673" y="82512"/>
                  <a:pt x="365785" y="82039"/>
                  <a:pt x="365920" y="81680"/>
                </a:cubicBezTo>
                <a:cubicBezTo>
                  <a:pt x="366055" y="81320"/>
                  <a:pt x="366246" y="81061"/>
                  <a:pt x="366493" y="80904"/>
                </a:cubicBezTo>
                <a:cubicBezTo>
                  <a:pt x="366741" y="80747"/>
                  <a:pt x="367022" y="80668"/>
                  <a:pt x="367336" y="80668"/>
                </a:cubicBezTo>
                <a:cubicBezTo>
                  <a:pt x="367831" y="80668"/>
                  <a:pt x="368562" y="80972"/>
                  <a:pt x="369528" y="81579"/>
                </a:cubicBezTo>
                <a:cubicBezTo>
                  <a:pt x="370495" y="82186"/>
                  <a:pt x="371687" y="82849"/>
                  <a:pt x="373103" y="83568"/>
                </a:cubicBezTo>
                <a:cubicBezTo>
                  <a:pt x="374520" y="84288"/>
                  <a:pt x="376195" y="84951"/>
                  <a:pt x="378128" y="85558"/>
                </a:cubicBezTo>
                <a:cubicBezTo>
                  <a:pt x="380062" y="86165"/>
                  <a:pt x="382287" y="86469"/>
                  <a:pt x="384805" y="86469"/>
                </a:cubicBezTo>
                <a:cubicBezTo>
                  <a:pt x="386694" y="86469"/>
                  <a:pt x="388403" y="86266"/>
                  <a:pt x="389932" y="85862"/>
                </a:cubicBezTo>
                <a:cubicBezTo>
                  <a:pt x="391460" y="85455"/>
                  <a:pt x="392787" y="84858"/>
                  <a:pt x="393911" y="84070"/>
                </a:cubicBezTo>
                <a:cubicBezTo>
                  <a:pt x="395035" y="83282"/>
                  <a:pt x="395901" y="82279"/>
                  <a:pt x="396508" y="81062"/>
                </a:cubicBezTo>
                <a:cubicBezTo>
                  <a:pt x="397115" y="79845"/>
                  <a:pt x="397418" y="78404"/>
                  <a:pt x="397418" y="76737"/>
                </a:cubicBezTo>
                <a:cubicBezTo>
                  <a:pt x="397418" y="75027"/>
                  <a:pt x="396980" y="73587"/>
                  <a:pt x="396103" y="72416"/>
                </a:cubicBezTo>
                <a:cubicBezTo>
                  <a:pt x="395226" y="71246"/>
                  <a:pt x="394068" y="70211"/>
                  <a:pt x="392629" y="69311"/>
                </a:cubicBezTo>
                <a:cubicBezTo>
                  <a:pt x="391191" y="68411"/>
                  <a:pt x="389572" y="67612"/>
                  <a:pt x="387773" y="66915"/>
                </a:cubicBezTo>
                <a:cubicBezTo>
                  <a:pt x="385975" y="66217"/>
                  <a:pt x="384120" y="65485"/>
                  <a:pt x="382209" y="64721"/>
                </a:cubicBezTo>
                <a:cubicBezTo>
                  <a:pt x="380298" y="63955"/>
                  <a:pt x="378432" y="63088"/>
                  <a:pt x="376611" y="62120"/>
                </a:cubicBezTo>
                <a:cubicBezTo>
                  <a:pt x="374789" y="61152"/>
                  <a:pt x="373159" y="59970"/>
                  <a:pt x="371721" y="58575"/>
                </a:cubicBezTo>
                <a:cubicBezTo>
                  <a:pt x="370282" y="57179"/>
                  <a:pt x="369124" y="55514"/>
                  <a:pt x="368247" y="53579"/>
                </a:cubicBezTo>
                <a:cubicBezTo>
                  <a:pt x="367370" y="51644"/>
                  <a:pt x="366932" y="49326"/>
                  <a:pt x="366932" y="46626"/>
                </a:cubicBezTo>
                <a:cubicBezTo>
                  <a:pt x="366932" y="44240"/>
                  <a:pt x="367393" y="41956"/>
                  <a:pt x="368314" y="39773"/>
                </a:cubicBezTo>
                <a:cubicBezTo>
                  <a:pt x="369236" y="37590"/>
                  <a:pt x="370619" y="35677"/>
                  <a:pt x="372462" y="34034"/>
                </a:cubicBezTo>
                <a:cubicBezTo>
                  <a:pt x="374306" y="32390"/>
                  <a:pt x="376611" y="31073"/>
                  <a:pt x="379376" y="30084"/>
                </a:cubicBezTo>
                <a:cubicBezTo>
                  <a:pt x="382141" y="29093"/>
                  <a:pt x="385368" y="28598"/>
                  <a:pt x="389055" y="28598"/>
                </a:cubicBezTo>
                <a:cubicBezTo>
                  <a:pt x="390673" y="28598"/>
                  <a:pt x="392292" y="28735"/>
                  <a:pt x="393911" y="29009"/>
                </a:cubicBezTo>
                <a:cubicBezTo>
                  <a:pt x="395530" y="29283"/>
                  <a:pt x="396991" y="29625"/>
                  <a:pt x="398295" y="30036"/>
                </a:cubicBezTo>
                <a:cubicBezTo>
                  <a:pt x="399599" y="30446"/>
                  <a:pt x="400712" y="30891"/>
                  <a:pt x="401634" y="31370"/>
                </a:cubicBezTo>
                <a:cubicBezTo>
                  <a:pt x="402556" y="31849"/>
                  <a:pt x="403253" y="32271"/>
                  <a:pt x="403725" y="32636"/>
                </a:cubicBezTo>
                <a:cubicBezTo>
                  <a:pt x="404197" y="33002"/>
                  <a:pt x="404512" y="33319"/>
                  <a:pt x="404669" y="33589"/>
                </a:cubicBezTo>
                <a:cubicBezTo>
                  <a:pt x="404826" y="33859"/>
                  <a:pt x="404939" y="34162"/>
                  <a:pt x="405006" y="34500"/>
                </a:cubicBezTo>
                <a:cubicBezTo>
                  <a:pt x="405074" y="34837"/>
                  <a:pt x="405141" y="35253"/>
                  <a:pt x="405209" y="35748"/>
                </a:cubicBezTo>
                <a:cubicBezTo>
                  <a:pt x="405276" y="36242"/>
                  <a:pt x="405310" y="36849"/>
                  <a:pt x="405310" y="37569"/>
                </a:cubicBezTo>
                <a:cubicBezTo>
                  <a:pt x="405310" y="38333"/>
                  <a:pt x="405276" y="38996"/>
                  <a:pt x="405209" y="39558"/>
                </a:cubicBezTo>
                <a:cubicBezTo>
                  <a:pt x="405141" y="40120"/>
                  <a:pt x="405029" y="40581"/>
                  <a:pt x="404871" y="40941"/>
                </a:cubicBezTo>
                <a:cubicBezTo>
                  <a:pt x="404714" y="41301"/>
                  <a:pt x="404523" y="41559"/>
                  <a:pt x="404298" y="41717"/>
                </a:cubicBezTo>
                <a:cubicBezTo>
                  <a:pt x="404073" y="41874"/>
                  <a:pt x="403826" y="41953"/>
                  <a:pt x="403556" y="41953"/>
                </a:cubicBezTo>
                <a:cubicBezTo>
                  <a:pt x="403151" y="41953"/>
                  <a:pt x="402567" y="41702"/>
                  <a:pt x="401802" y="41200"/>
                </a:cubicBezTo>
                <a:cubicBezTo>
                  <a:pt x="401038" y="40699"/>
                  <a:pt x="400049" y="40163"/>
                  <a:pt x="398835" y="39592"/>
                </a:cubicBezTo>
                <a:cubicBezTo>
                  <a:pt x="397621" y="39022"/>
                  <a:pt x="396193" y="38486"/>
                  <a:pt x="394552" y="37984"/>
                </a:cubicBezTo>
                <a:cubicBezTo>
                  <a:pt x="392911" y="37482"/>
                  <a:pt x="391033" y="37231"/>
                  <a:pt x="388920" y="37231"/>
                </a:cubicBezTo>
                <a:cubicBezTo>
                  <a:pt x="387031" y="37231"/>
                  <a:pt x="385368" y="37446"/>
                  <a:pt x="383929" y="37874"/>
                </a:cubicBezTo>
                <a:cubicBezTo>
                  <a:pt x="382490" y="38301"/>
                  <a:pt x="381309" y="38909"/>
                  <a:pt x="380388" y="39697"/>
                </a:cubicBezTo>
                <a:cubicBezTo>
                  <a:pt x="379466" y="40486"/>
                  <a:pt x="378769" y="41421"/>
                  <a:pt x="378297" y="42503"/>
                </a:cubicBezTo>
                <a:cubicBezTo>
                  <a:pt x="377825" y="43583"/>
                  <a:pt x="377589" y="44755"/>
                  <a:pt x="377589" y="46017"/>
                </a:cubicBezTo>
                <a:cubicBezTo>
                  <a:pt x="377589" y="47772"/>
                  <a:pt x="378038" y="49246"/>
                  <a:pt x="378937" y="50439"/>
                </a:cubicBezTo>
                <a:cubicBezTo>
                  <a:pt x="379837" y="51632"/>
                  <a:pt x="381006" y="52678"/>
                  <a:pt x="382445" y="53579"/>
                </a:cubicBezTo>
                <a:cubicBezTo>
                  <a:pt x="383884" y="54478"/>
                  <a:pt x="385525" y="55289"/>
                  <a:pt x="387369" y="56009"/>
                </a:cubicBezTo>
                <a:cubicBezTo>
                  <a:pt x="389212" y="56729"/>
                  <a:pt x="391089" y="57471"/>
                  <a:pt x="393000" y="58237"/>
                </a:cubicBezTo>
                <a:cubicBezTo>
                  <a:pt x="394911" y="59002"/>
                  <a:pt x="396800" y="59857"/>
                  <a:pt x="398666" y="60802"/>
                </a:cubicBezTo>
                <a:cubicBezTo>
                  <a:pt x="400532" y="61748"/>
                  <a:pt x="402185" y="62896"/>
                  <a:pt x="403624" y="64246"/>
                </a:cubicBezTo>
                <a:cubicBezTo>
                  <a:pt x="405062" y="65597"/>
                  <a:pt x="406220" y="67218"/>
                  <a:pt x="407097" y="69109"/>
                </a:cubicBezTo>
                <a:cubicBezTo>
                  <a:pt x="407974" y="70999"/>
                  <a:pt x="408412" y="73249"/>
                  <a:pt x="408412" y="758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(772,35)">
            <a:extLst xmlns:a="http://schemas.openxmlformats.org/drawingml/2006/main">
              <a:ext uri="{FF2B5EF4-FFF2-40B4-BE49-F238E27FC236}">
                <a16:creationId xmlns:a16="http://schemas.microsoft.com/office/drawing/2014/main" id="{5EDD7F92-3148-4057-923A-24932DD2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400" y="1321720"/>
            <a:ext cx="481652" cy="119113"/>
          </a:xfrm>
          <a:custGeom xmlns:a="http://schemas.openxmlformats.org/drawingml/2006/main">
            <a:pathLst>
              <a:path w="481652" h="119113">
                <a:moveTo>
                  <a:pt x="24416" y="2767"/>
                </a:moveTo>
                <a:cubicBezTo>
                  <a:pt x="20145" y="11817"/>
                  <a:pt x="16963" y="21102"/>
                  <a:pt x="14872" y="30624"/>
                </a:cubicBezTo>
                <a:cubicBezTo>
                  <a:pt x="12781" y="40144"/>
                  <a:pt x="11736" y="49721"/>
                  <a:pt x="11736" y="59354"/>
                </a:cubicBezTo>
                <a:cubicBezTo>
                  <a:pt x="11736" y="69033"/>
                  <a:pt x="12804" y="78622"/>
                  <a:pt x="14940" y="88121"/>
                </a:cubicBezTo>
                <a:cubicBezTo>
                  <a:pt x="17076" y="97619"/>
                  <a:pt x="20189" y="106936"/>
                  <a:pt x="24281" y="116074"/>
                </a:cubicBezTo>
                <a:cubicBezTo>
                  <a:pt x="24506" y="116615"/>
                  <a:pt x="24630" y="117077"/>
                  <a:pt x="24652" y="117459"/>
                </a:cubicBezTo>
                <a:cubicBezTo>
                  <a:pt x="24675" y="117841"/>
                  <a:pt x="24529" y="118156"/>
                  <a:pt x="24214" y="118403"/>
                </a:cubicBezTo>
                <a:cubicBezTo>
                  <a:pt x="23899" y="118652"/>
                  <a:pt x="23416" y="118832"/>
                  <a:pt x="22764" y="118945"/>
                </a:cubicBezTo>
                <a:cubicBezTo>
                  <a:pt x="22112" y="119057"/>
                  <a:pt x="21224" y="119113"/>
                  <a:pt x="20100" y="119113"/>
                </a:cubicBezTo>
                <a:cubicBezTo>
                  <a:pt x="19290" y="119113"/>
                  <a:pt x="18593" y="119091"/>
                  <a:pt x="18009" y="119046"/>
                </a:cubicBezTo>
                <a:cubicBezTo>
                  <a:pt x="17424" y="119001"/>
                  <a:pt x="16918" y="118911"/>
                  <a:pt x="16491" y="118776"/>
                </a:cubicBezTo>
                <a:cubicBezTo>
                  <a:pt x="16064" y="118641"/>
                  <a:pt x="15715" y="118483"/>
                  <a:pt x="15446" y="118302"/>
                </a:cubicBezTo>
                <a:cubicBezTo>
                  <a:pt x="15176" y="118122"/>
                  <a:pt x="14973" y="117920"/>
                  <a:pt x="14839" y="117695"/>
                </a:cubicBezTo>
                <a:cubicBezTo>
                  <a:pt x="12410" y="113104"/>
                  <a:pt x="10275" y="108457"/>
                  <a:pt x="8431" y="103752"/>
                </a:cubicBezTo>
                <a:cubicBezTo>
                  <a:pt x="6587" y="99048"/>
                  <a:pt x="5036" y="94264"/>
                  <a:pt x="3777" y="89403"/>
                </a:cubicBezTo>
                <a:cubicBezTo>
                  <a:pt x="2518" y="84541"/>
                  <a:pt x="1574" y="79623"/>
                  <a:pt x="944" y="74648"/>
                </a:cubicBezTo>
                <a:cubicBezTo>
                  <a:pt x="315" y="69674"/>
                  <a:pt x="0" y="64643"/>
                  <a:pt x="0" y="59557"/>
                </a:cubicBezTo>
                <a:cubicBezTo>
                  <a:pt x="0" y="54470"/>
                  <a:pt x="348" y="49451"/>
                  <a:pt x="1045" y="44499"/>
                </a:cubicBezTo>
                <a:cubicBezTo>
                  <a:pt x="1742" y="39547"/>
                  <a:pt x="2732" y="34629"/>
                  <a:pt x="4013" y="29745"/>
                </a:cubicBezTo>
                <a:cubicBezTo>
                  <a:pt x="5295" y="24860"/>
                  <a:pt x="6857" y="20055"/>
                  <a:pt x="8701" y="15328"/>
                </a:cubicBezTo>
                <a:cubicBezTo>
                  <a:pt x="10544" y="10601"/>
                  <a:pt x="12613" y="5919"/>
                  <a:pt x="14906" y="1284"/>
                </a:cubicBezTo>
                <a:cubicBezTo>
                  <a:pt x="14951" y="1104"/>
                  <a:pt x="15075" y="946"/>
                  <a:pt x="15277" y="811"/>
                </a:cubicBezTo>
                <a:cubicBezTo>
                  <a:pt x="15479" y="675"/>
                  <a:pt x="15760" y="540"/>
                  <a:pt x="16120" y="405"/>
                </a:cubicBezTo>
                <a:cubicBezTo>
                  <a:pt x="16480" y="270"/>
                  <a:pt x="16974" y="169"/>
                  <a:pt x="17604" y="101"/>
                </a:cubicBezTo>
                <a:cubicBezTo>
                  <a:pt x="18233" y="34"/>
                  <a:pt x="19043" y="0"/>
                  <a:pt x="20032" y="0"/>
                </a:cubicBezTo>
                <a:cubicBezTo>
                  <a:pt x="21066" y="0"/>
                  <a:pt x="21898" y="67"/>
                  <a:pt x="22528" y="202"/>
                </a:cubicBezTo>
                <a:cubicBezTo>
                  <a:pt x="23157" y="337"/>
                  <a:pt x="23652" y="518"/>
                  <a:pt x="24012" y="744"/>
                </a:cubicBezTo>
                <a:cubicBezTo>
                  <a:pt x="24371" y="969"/>
                  <a:pt x="24574" y="1261"/>
                  <a:pt x="24619" y="1621"/>
                </a:cubicBezTo>
                <a:cubicBezTo>
                  <a:pt x="24664" y="1981"/>
                  <a:pt x="24596" y="2363"/>
                  <a:pt x="24416" y="2767"/>
                </a:cubicBezTo>
                <a:close/>
                <a:moveTo>
                  <a:pt x="96488" y="13490"/>
                </a:moveTo>
                <a:cubicBezTo>
                  <a:pt x="96488" y="14299"/>
                  <a:pt x="96454" y="15030"/>
                  <a:pt x="96386" y="15682"/>
                </a:cubicBezTo>
                <a:cubicBezTo>
                  <a:pt x="96319" y="16334"/>
                  <a:pt x="96229" y="16963"/>
                  <a:pt x="96117" y="17570"/>
                </a:cubicBezTo>
                <a:cubicBezTo>
                  <a:pt x="96004" y="18177"/>
                  <a:pt x="95847" y="18762"/>
                  <a:pt x="95645" y="19324"/>
                </a:cubicBezTo>
                <a:cubicBezTo>
                  <a:pt x="95442" y="19886"/>
                  <a:pt x="95206" y="20482"/>
                  <a:pt x="94936" y="21111"/>
                </a:cubicBezTo>
                <a:lnTo>
                  <a:pt x="63506" y="93551"/>
                </a:lnTo>
                <a:cubicBezTo>
                  <a:pt x="63281" y="94090"/>
                  <a:pt x="63000" y="94529"/>
                  <a:pt x="62662" y="94866"/>
                </a:cubicBezTo>
                <a:cubicBezTo>
                  <a:pt x="62325" y="95203"/>
                  <a:pt x="61898" y="95473"/>
                  <a:pt x="61381" y="95675"/>
                </a:cubicBezTo>
                <a:cubicBezTo>
                  <a:pt x="60864" y="95878"/>
                  <a:pt x="60201" y="96012"/>
                  <a:pt x="59391" y="96080"/>
                </a:cubicBezTo>
                <a:cubicBezTo>
                  <a:pt x="58582" y="96147"/>
                  <a:pt x="57593" y="96181"/>
                  <a:pt x="56423" y="96181"/>
                </a:cubicBezTo>
                <a:cubicBezTo>
                  <a:pt x="54895" y="96181"/>
                  <a:pt x="53703" y="96114"/>
                  <a:pt x="52849" y="95979"/>
                </a:cubicBezTo>
                <a:cubicBezTo>
                  <a:pt x="51994" y="95844"/>
                  <a:pt x="51376" y="95630"/>
                  <a:pt x="50994" y="95338"/>
                </a:cubicBezTo>
                <a:cubicBezTo>
                  <a:pt x="50612" y="95046"/>
                  <a:pt x="50443" y="94686"/>
                  <a:pt x="50488" y="94259"/>
                </a:cubicBezTo>
                <a:cubicBezTo>
                  <a:pt x="50533" y="93832"/>
                  <a:pt x="50690" y="93326"/>
                  <a:pt x="50960" y="92741"/>
                </a:cubicBezTo>
                <a:lnTo>
                  <a:pt x="84010" y="18683"/>
                </a:lnTo>
                <a:lnTo>
                  <a:pt x="42124" y="18683"/>
                </a:lnTo>
                <a:cubicBezTo>
                  <a:pt x="41270" y="18683"/>
                  <a:pt x="40629" y="18233"/>
                  <a:pt x="40202" y="17334"/>
                </a:cubicBezTo>
                <a:cubicBezTo>
                  <a:pt x="39775" y="16435"/>
                  <a:pt x="39561" y="15176"/>
                  <a:pt x="39561" y="13557"/>
                </a:cubicBezTo>
                <a:cubicBezTo>
                  <a:pt x="39561" y="12703"/>
                  <a:pt x="39618" y="11961"/>
                  <a:pt x="39730" y="11331"/>
                </a:cubicBezTo>
                <a:cubicBezTo>
                  <a:pt x="39842" y="10702"/>
                  <a:pt x="40011" y="10173"/>
                  <a:pt x="40236" y="9746"/>
                </a:cubicBezTo>
                <a:cubicBezTo>
                  <a:pt x="40461" y="9319"/>
                  <a:pt x="40731" y="9004"/>
                  <a:pt x="41045" y="8802"/>
                </a:cubicBezTo>
                <a:cubicBezTo>
                  <a:pt x="41360" y="8600"/>
                  <a:pt x="41720" y="8498"/>
                  <a:pt x="42124" y="8498"/>
                </a:cubicBezTo>
                <a:lnTo>
                  <a:pt x="92980" y="8498"/>
                </a:lnTo>
                <a:cubicBezTo>
                  <a:pt x="93610" y="8498"/>
                  <a:pt x="94161" y="8566"/>
                  <a:pt x="94633" y="8701"/>
                </a:cubicBezTo>
                <a:cubicBezTo>
                  <a:pt x="95105" y="8836"/>
                  <a:pt x="95465" y="9106"/>
                  <a:pt x="95712" y="9510"/>
                </a:cubicBezTo>
                <a:cubicBezTo>
                  <a:pt x="95959" y="9915"/>
                  <a:pt x="96150" y="10432"/>
                  <a:pt x="96285" y="11061"/>
                </a:cubicBezTo>
                <a:cubicBezTo>
                  <a:pt x="96420" y="11691"/>
                  <a:pt x="96488" y="12500"/>
                  <a:pt x="96488" y="13490"/>
                </a:cubicBezTo>
                <a:close/>
                <a:moveTo>
                  <a:pt x="166522" y="13490"/>
                </a:moveTo>
                <a:cubicBezTo>
                  <a:pt x="166522" y="14299"/>
                  <a:pt x="166488" y="15030"/>
                  <a:pt x="166421" y="15682"/>
                </a:cubicBezTo>
                <a:cubicBezTo>
                  <a:pt x="166353" y="16334"/>
                  <a:pt x="166263" y="16963"/>
                  <a:pt x="166151" y="17570"/>
                </a:cubicBezTo>
                <a:cubicBezTo>
                  <a:pt x="166039" y="18177"/>
                  <a:pt x="165881" y="18762"/>
                  <a:pt x="165679" y="19324"/>
                </a:cubicBezTo>
                <a:cubicBezTo>
                  <a:pt x="165476" y="19886"/>
                  <a:pt x="165240" y="20482"/>
                  <a:pt x="164971" y="21111"/>
                </a:cubicBezTo>
                <a:lnTo>
                  <a:pt x="133540" y="93551"/>
                </a:lnTo>
                <a:cubicBezTo>
                  <a:pt x="133315" y="94090"/>
                  <a:pt x="133034" y="94529"/>
                  <a:pt x="132697" y="94866"/>
                </a:cubicBezTo>
                <a:cubicBezTo>
                  <a:pt x="132359" y="95203"/>
                  <a:pt x="131932" y="95473"/>
                  <a:pt x="131415" y="95675"/>
                </a:cubicBezTo>
                <a:cubicBezTo>
                  <a:pt x="130898" y="95878"/>
                  <a:pt x="130235" y="96012"/>
                  <a:pt x="129425" y="96080"/>
                </a:cubicBezTo>
                <a:cubicBezTo>
                  <a:pt x="128616" y="96147"/>
                  <a:pt x="127627" y="96181"/>
                  <a:pt x="126458" y="96181"/>
                </a:cubicBezTo>
                <a:cubicBezTo>
                  <a:pt x="124929" y="96181"/>
                  <a:pt x="123737" y="96114"/>
                  <a:pt x="122883" y="95979"/>
                </a:cubicBezTo>
                <a:cubicBezTo>
                  <a:pt x="122029" y="95844"/>
                  <a:pt x="121410" y="95630"/>
                  <a:pt x="121028" y="95338"/>
                </a:cubicBezTo>
                <a:cubicBezTo>
                  <a:pt x="120646" y="95046"/>
                  <a:pt x="120477" y="94686"/>
                  <a:pt x="120522" y="94259"/>
                </a:cubicBezTo>
                <a:cubicBezTo>
                  <a:pt x="120567" y="93832"/>
                  <a:pt x="120725" y="93326"/>
                  <a:pt x="120994" y="92741"/>
                </a:cubicBezTo>
                <a:lnTo>
                  <a:pt x="154044" y="18683"/>
                </a:lnTo>
                <a:lnTo>
                  <a:pt x="112159" y="18683"/>
                </a:lnTo>
                <a:cubicBezTo>
                  <a:pt x="111304" y="18683"/>
                  <a:pt x="110664" y="18233"/>
                  <a:pt x="110236" y="17334"/>
                </a:cubicBezTo>
                <a:cubicBezTo>
                  <a:pt x="109809" y="16435"/>
                  <a:pt x="109596" y="15176"/>
                  <a:pt x="109596" y="13557"/>
                </a:cubicBezTo>
                <a:cubicBezTo>
                  <a:pt x="109596" y="12703"/>
                  <a:pt x="109652" y="11961"/>
                  <a:pt x="109764" y="11331"/>
                </a:cubicBezTo>
                <a:cubicBezTo>
                  <a:pt x="109877" y="10702"/>
                  <a:pt x="110045" y="10173"/>
                  <a:pt x="110270" y="9746"/>
                </a:cubicBezTo>
                <a:cubicBezTo>
                  <a:pt x="110495" y="9319"/>
                  <a:pt x="110765" y="9004"/>
                  <a:pt x="111080" y="8802"/>
                </a:cubicBezTo>
                <a:cubicBezTo>
                  <a:pt x="111394" y="8600"/>
                  <a:pt x="111754" y="8498"/>
                  <a:pt x="112159" y="8498"/>
                </a:cubicBezTo>
                <a:lnTo>
                  <a:pt x="163015" y="8498"/>
                </a:lnTo>
                <a:cubicBezTo>
                  <a:pt x="163644" y="8498"/>
                  <a:pt x="164195" y="8566"/>
                  <a:pt x="164667" y="8701"/>
                </a:cubicBezTo>
                <a:cubicBezTo>
                  <a:pt x="165139" y="8836"/>
                  <a:pt x="165499" y="9106"/>
                  <a:pt x="165746" y="9510"/>
                </a:cubicBezTo>
                <a:cubicBezTo>
                  <a:pt x="165994" y="9915"/>
                  <a:pt x="166185" y="10432"/>
                  <a:pt x="166320" y="11061"/>
                </a:cubicBezTo>
                <a:cubicBezTo>
                  <a:pt x="166454" y="11691"/>
                  <a:pt x="166522" y="12500"/>
                  <a:pt x="166522" y="13490"/>
                </a:cubicBezTo>
                <a:close/>
                <a:moveTo>
                  <a:pt x="235274" y="90785"/>
                </a:moveTo>
                <a:cubicBezTo>
                  <a:pt x="235274" y="91595"/>
                  <a:pt x="235218" y="92314"/>
                  <a:pt x="235106" y="92944"/>
                </a:cubicBezTo>
                <a:cubicBezTo>
                  <a:pt x="234993" y="93573"/>
                  <a:pt x="234836" y="94101"/>
                  <a:pt x="234634" y="94529"/>
                </a:cubicBezTo>
                <a:cubicBezTo>
                  <a:pt x="234431" y="94956"/>
                  <a:pt x="234161" y="95271"/>
                  <a:pt x="233824" y="95473"/>
                </a:cubicBezTo>
                <a:cubicBezTo>
                  <a:pt x="233487" y="95675"/>
                  <a:pt x="233116" y="95776"/>
                  <a:pt x="232711" y="95776"/>
                </a:cubicBezTo>
                <a:lnTo>
                  <a:pt x="184486" y="95776"/>
                </a:lnTo>
                <a:cubicBezTo>
                  <a:pt x="183856" y="95776"/>
                  <a:pt x="183305" y="95698"/>
                  <a:pt x="182833" y="95540"/>
                </a:cubicBezTo>
                <a:cubicBezTo>
                  <a:pt x="182361" y="95383"/>
                  <a:pt x="181957" y="95124"/>
                  <a:pt x="181619" y="94765"/>
                </a:cubicBezTo>
                <a:cubicBezTo>
                  <a:pt x="181282" y="94405"/>
                  <a:pt x="181035" y="93888"/>
                  <a:pt x="180877" y="93213"/>
                </a:cubicBezTo>
                <a:cubicBezTo>
                  <a:pt x="180720" y="92539"/>
                  <a:pt x="180641" y="91707"/>
                  <a:pt x="180641" y="90718"/>
                </a:cubicBezTo>
                <a:cubicBezTo>
                  <a:pt x="180641" y="89818"/>
                  <a:pt x="180675" y="89032"/>
                  <a:pt x="180742" y="88357"/>
                </a:cubicBezTo>
                <a:cubicBezTo>
                  <a:pt x="180810" y="87683"/>
                  <a:pt x="180956" y="87087"/>
                  <a:pt x="181181" y="86570"/>
                </a:cubicBezTo>
                <a:cubicBezTo>
                  <a:pt x="181406" y="86053"/>
                  <a:pt x="181687" y="85536"/>
                  <a:pt x="182024" y="85018"/>
                </a:cubicBezTo>
                <a:cubicBezTo>
                  <a:pt x="182361" y="84501"/>
                  <a:pt x="182800" y="83950"/>
                  <a:pt x="183339" y="83366"/>
                </a:cubicBezTo>
                <a:lnTo>
                  <a:pt x="200269" y="65402"/>
                </a:lnTo>
                <a:cubicBezTo>
                  <a:pt x="204181" y="61262"/>
                  <a:pt x="207317" y="57549"/>
                  <a:pt x="209678" y="54264"/>
                </a:cubicBezTo>
                <a:cubicBezTo>
                  <a:pt x="212038" y="50979"/>
                  <a:pt x="213860" y="47987"/>
                  <a:pt x="215141" y="45287"/>
                </a:cubicBezTo>
                <a:cubicBezTo>
                  <a:pt x="216423" y="42586"/>
                  <a:pt x="217266" y="40134"/>
                  <a:pt x="217670" y="37929"/>
                </a:cubicBezTo>
                <a:cubicBezTo>
                  <a:pt x="218075" y="35724"/>
                  <a:pt x="218277" y="33655"/>
                  <a:pt x="218277" y="31720"/>
                </a:cubicBezTo>
                <a:cubicBezTo>
                  <a:pt x="218277" y="29783"/>
                  <a:pt x="217963" y="27949"/>
                  <a:pt x="217333" y="26216"/>
                </a:cubicBezTo>
                <a:cubicBezTo>
                  <a:pt x="216704" y="24482"/>
                  <a:pt x="215793" y="22963"/>
                  <a:pt x="214601" y="21657"/>
                </a:cubicBezTo>
                <a:cubicBezTo>
                  <a:pt x="213410" y="20350"/>
                  <a:pt x="211915" y="19315"/>
                  <a:pt x="210116" y="18550"/>
                </a:cubicBezTo>
                <a:cubicBezTo>
                  <a:pt x="208318" y="17785"/>
                  <a:pt x="206249" y="17402"/>
                  <a:pt x="203911" y="17402"/>
                </a:cubicBezTo>
                <a:cubicBezTo>
                  <a:pt x="201168" y="17402"/>
                  <a:pt x="198706" y="17784"/>
                  <a:pt x="196525" y="18548"/>
                </a:cubicBezTo>
                <a:cubicBezTo>
                  <a:pt x="194344" y="19313"/>
                  <a:pt x="192433" y="20145"/>
                  <a:pt x="190792" y="21044"/>
                </a:cubicBezTo>
                <a:cubicBezTo>
                  <a:pt x="189151" y="21943"/>
                  <a:pt x="187780" y="22775"/>
                  <a:pt x="186678" y="23539"/>
                </a:cubicBezTo>
                <a:cubicBezTo>
                  <a:pt x="185576" y="24304"/>
                  <a:pt x="184756" y="24686"/>
                  <a:pt x="184216" y="24686"/>
                </a:cubicBezTo>
                <a:cubicBezTo>
                  <a:pt x="183901" y="24686"/>
                  <a:pt x="183620" y="24596"/>
                  <a:pt x="183373" y="24416"/>
                </a:cubicBezTo>
                <a:cubicBezTo>
                  <a:pt x="183126" y="24236"/>
                  <a:pt x="182923" y="23944"/>
                  <a:pt x="182766" y="23539"/>
                </a:cubicBezTo>
                <a:cubicBezTo>
                  <a:pt x="182609" y="23135"/>
                  <a:pt x="182485" y="22595"/>
                  <a:pt x="182395" y="21921"/>
                </a:cubicBezTo>
                <a:cubicBezTo>
                  <a:pt x="182305" y="21246"/>
                  <a:pt x="182260" y="20437"/>
                  <a:pt x="182260" y="19493"/>
                </a:cubicBezTo>
                <a:cubicBezTo>
                  <a:pt x="182260" y="18818"/>
                  <a:pt x="182283" y="18233"/>
                  <a:pt x="182327" y="17739"/>
                </a:cubicBezTo>
                <a:cubicBezTo>
                  <a:pt x="182372" y="17244"/>
                  <a:pt x="182451" y="16817"/>
                  <a:pt x="182564" y="16457"/>
                </a:cubicBezTo>
                <a:cubicBezTo>
                  <a:pt x="182676" y="16098"/>
                  <a:pt x="182822" y="15760"/>
                  <a:pt x="183002" y="15446"/>
                </a:cubicBezTo>
                <a:cubicBezTo>
                  <a:pt x="183182" y="15131"/>
                  <a:pt x="183542" y="14737"/>
                  <a:pt x="184081" y="14265"/>
                </a:cubicBezTo>
                <a:cubicBezTo>
                  <a:pt x="184621" y="13793"/>
                  <a:pt x="185554" y="13152"/>
                  <a:pt x="186880" y="12343"/>
                </a:cubicBezTo>
                <a:cubicBezTo>
                  <a:pt x="188207" y="11534"/>
                  <a:pt x="189870" y="10735"/>
                  <a:pt x="191871" y="9949"/>
                </a:cubicBezTo>
                <a:cubicBezTo>
                  <a:pt x="193872" y="9162"/>
                  <a:pt x="196076" y="8498"/>
                  <a:pt x="198481" y="7959"/>
                </a:cubicBezTo>
                <a:cubicBezTo>
                  <a:pt x="200887" y="7419"/>
                  <a:pt x="203416" y="7150"/>
                  <a:pt x="206069" y="7150"/>
                </a:cubicBezTo>
                <a:cubicBezTo>
                  <a:pt x="210296" y="7150"/>
                  <a:pt x="213994" y="7746"/>
                  <a:pt x="217164" y="8939"/>
                </a:cubicBezTo>
                <a:cubicBezTo>
                  <a:pt x="220335" y="10131"/>
                  <a:pt x="222965" y="11761"/>
                  <a:pt x="225056" y="13831"/>
                </a:cubicBezTo>
                <a:cubicBezTo>
                  <a:pt x="227147" y="15901"/>
                  <a:pt x="228709" y="18309"/>
                  <a:pt x="229744" y="21054"/>
                </a:cubicBezTo>
                <a:cubicBezTo>
                  <a:pt x="230778" y="23799"/>
                  <a:pt x="231295" y="26724"/>
                  <a:pt x="231295" y="29829"/>
                </a:cubicBezTo>
                <a:cubicBezTo>
                  <a:pt x="231295" y="32620"/>
                  <a:pt x="231048" y="35399"/>
                  <a:pt x="230553" y="38167"/>
                </a:cubicBezTo>
                <a:cubicBezTo>
                  <a:pt x="230058" y="40934"/>
                  <a:pt x="229013" y="43926"/>
                  <a:pt x="227417" y="47144"/>
                </a:cubicBezTo>
                <a:cubicBezTo>
                  <a:pt x="225820" y="50362"/>
                  <a:pt x="223516" y="53940"/>
                  <a:pt x="220503" y="57877"/>
                </a:cubicBezTo>
                <a:cubicBezTo>
                  <a:pt x="217490" y="61814"/>
                  <a:pt x="213489" y="66348"/>
                  <a:pt x="208497" y="71478"/>
                </a:cubicBezTo>
                <a:lnTo>
                  <a:pt x="194670" y="85929"/>
                </a:lnTo>
                <a:lnTo>
                  <a:pt x="232644" y="85929"/>
                </a:lnTo>
                <a:cubicBezTo>
                  <a:pt x="233004" y="85929"/>
                  <a:pt x="233352" y="86030"/>
                  <a:pt x="233689" y="86232"/>
                </a:cubicBezTo>
                <a:cubicBezTo>
                  <a:pt x="234026" y="86435"/>
                  <a:pt x="234319" y="86738"/>
                  <a:pt x="234566" y="87143"/>
                </a:cubicBezTo>
                <a:cubicBezTo>
                  <a:pt x="234813" y="87548"/>
                  <a:pt x="234993" y="88054"/>
                  <a:pt x="235106" y="88661"/>
                </a:cubicBezTo>
                <a:cubicBezTo>
                  <a:pt x="235218" y="89268"/>
                  <a:pt x="235274" y="89976"/>
                  <a:pt x="235274" y="90785"/>
                </a:cubicBezTo>
                <a:close/>
                <a:moveTo>
                  <a:pt x="268009" y="86131"/>
                </a:moveTo>
                <a:cubicBezTo>
                  <a:pt x="268009" y="87525"/>
                  <a:pt x="267942" y="88807"/>
                  <a:pt x="267807" y="89976"/>
                </a:cubicBezTo>
                <a:cubicBezTo>
                  <a:pt x="267672" y="91145"/>
                  <a:pt x="267447" y="92247"/>
                  <a:pt x="267133" y="93281"/>
                </a:cubicBezTo>
                <a:cubicBezTo>
                  <a:pt x="266818" y="94315"/>
                  <a:pt x="266402" y="95338"/>
                  <a:pt x="265885" y="96350"/>
                </a:cubicBezTo>
                <a:cubicBezTo>
                  <a:pt x="265368" y="97361"/>
                  <a:pt x="264727" y="98429"/>
                  <a:pt x="263962" y="99553"/>
                </a:cubicBezTo>
                <a:lnTo>
                  <a:pt x="254722" y="113448"/>
                </a:lnTo>
                <a:cubicBezTo>
                  <a:pt x="254497" y="113763"/>
                  <a:pt x="254239" y="114032"/>
                  <a:pt x="253946" y="114257"/>
                </a:cubicBezTo>
                <a:cubicBezTo>
                  <a:pt x="253654" y="114482"/>
                  <a:pt x="253294" y="114684"/>
                  <a:pt x="252867" y="114864"/>
                </a:cubicBezTo>
                <a:cubicBezTo>
                  <a:pt x="252440" y="115044"/>
                  <a:pt x="251945" y="115168"/>
                  <a:pt x="251383" y="115235"/>
                </a:cubicBezTo>
                <a:cubicBezTo>
                  <a:pt x="250821" y="115303"/>
                  <a:pt x="250113" y="115336"/>
                  <a:pt x="249259" y="115336"/>
                </a:cubicBezTo>
                <a:cubicBezTo>
                  <a:pt x="248494" y="115336"/>
                  <a:pt x="247854" y="115303"/>
                  <a:pt x="247336" y="115235"/>
                </a:cubicBezTo>
                <a:cubicBezTo>
                  <a:pt x="246819" y="115168"/>
                  <a:pt x="246448" y="115055"/>
                  <a:pt x="246224" y="114898"/>
                </a:cubicBezTo>
                <a:cubicBezTo>
                  <a:pt x="245999" y="114741"/>
                  <a:pt x="245875" y="114527"/>
                  <a:pt x="245853" y="114257"/>
                </a:cubicBezTo>
                <a:cubicBezTo>
                  <a:pt x="245830" y="113987"/>
                  <a:pt x="245909" y="113673"/>
                  <a:pt x="246089" y="113313"/>
                </a:cubicBezTo>
                <a:lnTo>
                  <a:pt x="255059" y="94765"/>
                </a:lnTo>
                <a:lnTo>
                  <a:pt x="255059" y="86131"/>
                </a:lnTo>
                <a:cubicBezTo>
                  <a:pt x="255059" y="84917"/>
                  <a:pt x="255183" y="83950"/>
                  <a:pt x="255430" y="83231"/>
                </a:cubicBezTo>
                <a:cubicBezTo>
                  <a:pt x="255678" y="82512"/>
                  <a:pt x="256071" y="81972"/>
                  <a:pt x="256611" y="81612"/>
                </a:cubicBezTo>
                <a:cubicBezTo>
                  <a:pt x="257150" y="81253"/>
                  <a:pt x="257825" y="81005"/>
                  <a:pt x="258634" y="80870"/>
                </a:cubicBezTo>
                <a:cubicBezTo>
                  <a:pt x="259443" y="80735"/>
                  <a:pt x="260433" y="80668"/>
                  <a:pt x="261602" y="80668"/>
                </a:cubicBezTo>
                <a:cubicBezTo>
                  <a:pt x="262726" y="80668"/>
                  <a:pt x="263693" y="80735"/>
                  <a:pt x="264502" y="80870"/>
                </a:cubicBezTo>
                <a:cubicBezTo>
                  <a:pt x="265311" y="81005"/>
                  <a:pt x="265975" y="81253"/>
                  <a:pt x="266492" y="81612"/>
                </a:cubicBezTo>
                <a:cubicBezTo>
                  <a:pt x="267009" y="81972"/>
                  <a:pt x="267391" y="82512"/>
                  <a:pt x="267638" y="83231"/>
                </a:cubicBezTo>
                <a:cubicBezTo>
                  <a:pt x="267886" y="83950"/>
                  <a:pt x="268009" y="84917"/>
                  <a:pt x="268009" y="86131"/>
                </a:cubicBezTo>
                <a:close/>
                <a:moveTo>
                  <a:pt x="370385" y="70888"/>
                </a:moveTo>
                <a:cubicBezTo>
                  <a:pt x="370385" y="74890"/>
                  <a:pt x="369688" y="78498"/>
                  <a:pt x="368294" y="81713"/>
                </a:cubicBezTo>
                <a:cubicBezTo>
                  <a:pt x="366900" y="84928"/>
                  <a:pt x="364899" y="87683"/>
                  <a:pt x="362291" y="89976"/>
                </a:cubicBezTo>
                <a:cubicBezTo>
                  <a:pt x="359683" y="92269"/>
                  <a:pt x="356468" y="94034"/>
                  <a:pt x="352646" y="95271"/>
                </a:cubicBezTo>
                <a:cubicBezTo>
                  <a:pt x="348824" y="96507"/>
                  <a:pt x="344507" y="97125"/>
                  <a:pt x="339696" y="97125"/>
                </a:cubicBezTo>
                <a:cubicBezTo>
                  <a:pt x="336773" y="97125"/>
                  <a:pt x="334042" y="96888"/>
                  <a:pt x="331501" y="96413"/>
                </a:cubicBezTo>
                <a:cubicBezTo>
                  <a:pt x="328961" y="95939"/>
                  <a:pt x="326701" y="95375"/>
                  <a:pt x="324723" y="94720"/>
                </a:cubicBezTo>
                <a:cubicBezTo>
                  <a:pt x="322744" y="94066"/>
                  <a:pt x="321103" y="93388"/>
                  <a:pt x="319799" y="92689"/>
                </a:cubicBezTo>
                <a:cubicBezTo>
                  <a:pt x="318495" y="91989"/>
                  <a:pt x="317674" y="91481"/>
                  <a:pt x="317337" y="91165"/>
                </a:cubicBezTo>
                <a:cubicBezTo>
                  <a:pt x="317000" y="90848"/>
                  <a:pt x="316741" y="90533"/>
                  <a:pt x="316561" y="90218"/>
                </a:cubicBezTo>
                <a:cubicBezTo>
                  <a:pt x="316382" y="89902"/>
                  <a:pt x="316224" y="89518"/>
                  <a:pt x="316089" y="89067"/>
                </a:cubicBezTo>
                <a:cubicBezTo>
                  <a:pt x="315954" y="88615"/>
                  <a:pt x="315853" y="88061"/>
                  <a:pt x="315786" y="87406"/>
                </a:cubicBezTo>
                <a:cubicBezTo>
                  <a:pt x="315718" y="86752"/>
                  <a:pt x="315685" y="85950"/>
                  <a:pt x="315685" y="85002"/>
                </a:cubicBezTo>
                <a:cubicBezTo>
                  <a:pt x="315685" y="83377"/>
                  <a:pt x="315842" y="82249"/>
                  <a:pt x="316157" y="81616"/>
                </a:cubicBezTo>
                <a:cubicBezTo>
                  <a:pt x="316472" y="80984"/>
                  <a:pt x="316921" y="80668"/>
                  <a:pt x="317506" y="80668"/>
                </a:cubicBezTo>
                <a:cubicBezTo>
                  <a:pt x="317910" y="80668"/>
                  <a:pt x="318709" y="81031"/>
                  <a:pt x="319900" y="81758"/>
                </a:cubicBezTo>
                <a:cubicBezTo>
                  <a:pt x="321092" y="82484"/>
                  <a:pt x="322621" y="83268"/>
                  <a:pt x="324487" y="84108"/>
                </a:cubicBezTo>
                <a:cubicBezTo>
                  <a:pt x="326353" y="84948"/>
                  <a:pt x="328533" y="85732"/>
                  <a:pt x="331029" y="86458"/>
                </a:cubicBezTo>
                <a:cubicBezTo>
                  <a:pt x="333525" y="87184"/>
                  <a:pt x="336301" y="87548"/>
                  <a:pt x="339359" y="87548"/>
                </a:cubicBezTo>
                <a:cubicBezTo>
                  <a:pt x="342327" y="87548"/>
                  <a:pt x="344935" y="87166"/>
                  <a:pt x="347183" y="86401"/>
                </a:cubicBezTo>
                <a:cubicBezTo>
                  <a:pt x="349431" y="85637"/>
                  <a:pt x="351320" y="84558"/>
                  <a:pt x="352849" y="83164"/>
                </a:cubicBezTo>
                <a:cubicBezTo>
                  <a:pt x="354377" y="81770"/>
                  <a:pt x="355524" y="80117"/>
                  <a:pt x="356288" y="78206"/>
                </a:cubicBezTo>
                <a:cubicBezTo>
                  <a:pt x="357053" y="76295"/>
                  <a:pt x="357435" y="74215"/>
                  <a:pt x="357435" y="71967"/>
                </a:cubicBezTo>
                <a:cubicBezTo>
                  <a:pt x="357435" y="69494"/>
                  <a:pt x="356952" y="67268"/>
                  <a:pt x="355985" y="65290"/>
                </a:cubicBezTo>
                <a:cubicBezTo>
                  <a:pt x="355018" y="63311"/>
                  <a:pt x="353602" y="61603"/>
                  <a:pt x="351736" y="60164"/>
                </a:cubicBezTo>
                <a:cubicBezTo>
                  <a:pt x="349870" y="58725"/>
                  <a:pt x="347576" y="57623"/>
                  <a:pt x="344856" y="56859"/>
                </a:cubicBezTo>
                <a:cubicBezTo>
                  <a:pt x="342136" y="56094"/>
                  <a:pt x="339044" y="55712"/>
                  <a:pt x="335582" y="55712"/>
                </a:cubicBezTo>
                <a:lnTo>
                  <a:pt x="327286" y="55712"/>
                </a:lnTo>
                <a:cubicBezTo>
                  <a:pt x="326926" y="55712"/>
                  <a:pt x="326577" y="55633"/>
                  <a:pt x="326240" y="55476"/>
                </a:cubicBezTo>
                <a:cubicBezTo>
                  <a:pt x="325903" y="55319"/>
                  <a:pt x="325611" y="55060"/>
                  <a:pt x="325363" y="54700"/>
                </a:cubicBezTo>
                <a:cubicBezTo>
                  <a:pt x="325116" y="54341"/>
                  <a:pt x="324914" y="53869"/>
                  <a:pt x="324756" y="53284"/>
                </a:cubicBezTo>
                <a:cubicBezTo>
                  <a:pt x="324599" y="52699"/>
                  <a:pt x="324520" y="51935"/>
                  <a:pt x="324520" y="50991"/>
                </a:cubicBezTo>
                <a:cubicBezTo>
                  <a:pt x="324520" y="50136"/>
                  <a:pt x="324588" y="49428"/>
                  <a:pt x="324723" y="48866"/>
                </a:cubicBezTo>
                <a:cubicBezTo>
                  <a:pt x="324858" y="48304"/>
                  <a:pt x="325049" y="47854"/>
                  <a:pt x="325296" y="47517"/>
                </a:cubicBezTo>
                <a:cubicBezTo>
                  <a:pt x="325543" y="47180"/>
                  <a:pt x="325824" y="46933"/>
                  <a:pt x="326139" y="46775"/>
                </a:cubicBezTo>
                <a:cubicBezTo>
                  <a:pt x="326454" y="46618"/>
                  <a:pt x="326814" y="46539"/>
                  <a:pt x="327218" y="46539"/>
                </a:cubicBezTo>
                <a:lnTo>
                  <a:pt x="334840" y="46539"/>
                </a:lnTo>
                <a:cubicBezTo>
                  <a:pt x="337808" y="46539"/>
                  <a:pt x="340472" y="46156"/>
                  <a:pt x="342832" y="45388"/>
                </a:cubicBezTo>
                <a:cubicBezTo>
                  <a:pt x="345193" y="44620"/>
                  <a:pt x="347194" y="43513"/>
                  <a:pt x="348835" y="42069"/>
                </a:cubicBezTo>
                <a:cubicBezTo>
                  <a:pt x="350477" y="40623"/>
                  <a:pt x="351736" y="38895"/>
                  <a:pt x="352612" y="36886"/>
                </a:cubicBezTo>
                <a:cubicBezTo>
                  <a:pt x="353489" y="34875"/>
                  <a:pt x="353928" y="32627"/>
                  <a:pt x="353928" y="30143"/>
                </a:cubicBezTo>
                <a:cubicBezTo>
                  <a:pt x="353928" y="28336"/>
                  <a:pt x="353635" y="26608"/>
                  <a:pt x="353051" y="24960"/>
                </a:cubicBezTo>
                <a:cubicBezTo>
                  <a:pt x="352466" y="23310"/>
                  <a:pt x="351590" y="21876"/>
                  <a:pt x="350420" y="20658"/>
                </a:cubicBezTo>
                <a:cubicBezTo>
                  <a:pt x="349251" y="19438"/>
                  <a:pt x="347756" y="18479"/>
                  <a:pt x="345935" y="17779"/>
                </a:cubicBezTo>
                <a:cubicBezTo>
                  <a:pt x="344114" y="17078"/>
                  <a:pt x="342012" y="16727"/>
                  <a:pt x="339629" y="16727"/>
                </a:cubicBezTo>
                <a:cubicBezTo>
                  <a:pt x="337021" y="16727"/>
                  <a:pt x="334626" y="17121"/>
                  <a:pt x="332445" y="17907"/>
                </a:cubicBezTo>
                <a:cubicBezTo>
                  <a:pt x="330265" y="18694"/>
                  <a:pt x="328320" y="19537"/>
                  <a:pt x="326611" y="20437"/>
                </a:cubicBezTo>
                <a:cubicBezTo>
                  <a:pt x="324903" y="21336"/>
                  <a:pt x="323486" y="22179"/>
                  <a:pt x="322362" y="22966"/>
                </a:cubicBezTo>
                <a:cubicBezTo>
                  <a:pt x="321238" y="23753"/>
                  <a:pt x="320451" y="24146"/>
                  <a:pt x="320001" y="24146"/>
                </a:cubicBezTo>
                <a:cubicBezTo>
                  <a:pt x="319687" y="24146"/>
                  <a:pt x="319405" y="24090"/>
                  <a:pt x="319158" y="23978"/>
                </a:cubicBezTo>
                <a:cubicBezTo>
                  <a:pt x="318911" y="23865"/>
                  <a:pt x="318709" y="23641"/>
                  <a:pt x="318551" y="23303"/>
                </a:cubicBezTo>
                <a:cubicBezTo>
                  <a:pt x="318394" y="22966"/>
                  <a:pt x="318281" y="22494"/>
                  <a:pt x="318214" y="21887"/>
                </a:cubicBezTo>
                <a:cubicBezTo>
                  <a:pt x="318146" y="21280"/>
                  <a:pt x="318113" y="20482"/>
                  <a:pt x="318113" y="19493"/>
                </a:cubicBezTo>
                <a:cubicBezTo>
                  <a:pt x="318113" y="18818"/>
                  <a:pt x="318135" y="18222"/>
                  <a:pt x="318180" y="17705"/>
                </a:cubicBezTo>
                <a:cubicBezTo>
                  <a:pt x="318225" y="17188"/>
                  <a:pt x="318315" y="16738"/>
                  <a:pt x="318450" y="16356"/>
                </a:cubicBezTo>
                <a:cubicBezTo>
                  <a:pt x="318585" y="15974"/>
                  <a:pt x="318742" y="15625"/>
                  <a:pt x="318922" y="15311"/>
                </a:cubicBezTo>
                <a:cubicBezTo>
                  <a:pt x="319102" y="14996"/>
                  <a:pt x="319405" y="14625"/>
                  <a:pt x="319833" y="14198"/>
                </a:cubicBezTo>
                <a:cubicBezTo>
                  <a:pt x="320260" y="13771"/>
                  <a:pt x="321125" y="13152"/>
                  <a:pt x="322429" y="12343"/>
                </a:cubicBezTo>
                <a:cubicBezTo>
                  <a:pt x="323733" y="11534"/>
                  <a:pt x="325341" y="10735"/>
                  <a:pt x="327252" y="9949"/>
                </a:cubicBezTo>
                <a:cubicBezTo>
                  <a:pt x="329163" y="9162"/>
                  <a:pt x="331366" y="8498"/>
                  <a:pt x="333862" y="7959"/>
                </a:cubicBezTo>
                <a:cubicBezTo>
                  <a:pt x="336357" y="7419"/>
                  <a:pt x="339044" y="7150"/>
                  <a:pt x="341922" y="7150"/>
                </a:cubicBezTo>
                <a:cubicBezTo>
                  <a:pt x="345969" y="7150"/>
                  <a:pt x="349521" y="7669"/>
                  <a:pt x="352579" y="8707"/>
                </a:cubicBezTo>
                <a:cubicBezTo>
                  <a:pt x="355636" y="9744"/>
                  <a:pt x="358188" y="11210"/>
                  <a:pt x="360234" y="13104"/>
                </a:cubicBezTo>
                <a:cubicBezTo>
                  <a:pt x="362280" y="14998"/>
                  <a:pt x="363809" y="17265"/>
                  <a:pt x="364821" y="19904"/>
                </a:cubicBezTo>
                <a:cubicBezTo>
                  <a:pt x="365832" y="22542"/>
                  <a:pt x="366338" y="25463"/>
                  <a:pt x="366338" y="28665"/>
                </a:cubicBezTo>
                <a:cubicBezTo>
                  <a:pt x="366338" y="31417"/>
                  <a:pt x="365978" y="33977"/>
                  <a:pt x="365259" y="36346"/>
                </a:cubicBezTo>
                <a:cubicBezTo>
                  <a:pt x="364540" y="38714"/>
                  <a:pt x="363483" y="40811"/>
                  <a:pt x="362089" y="42638"/>
                </a:cubicBezTo>
                <a:cubicBezTo>
                  <a:pt x="360695" y="44464"/>
                  <a:pt x="358986" y="46021"/>
                  <a:pt x="356963" y="47306"/>
                </a:cubicBezTo>
                <a:cubicBezTo>
                  <a:pt x="354939" y="48592"/>
                  <a:pt x="352601" y="49483"/>
                  <a:pt x="349948" y="49979"/>
                </a:cubicBezTo>
                <a:lnTo>
                  <a:pt x="349948" y="50114"/>
                </a:lnTo>
                <a:cubicBezTo>
                  <a:pt x="352961" y="50429"/>
                  <a:pt x="355715" y="51182"/>
                  <a:pt x="358211" y="52373"/>
                </a:cubicBezTo>
                <a:cubicBezTo>
                  <a:pt x="360706" y="53565"/>
                  <a:pt x="362853" y="55060"/>
                  <a:pt x="364652" y="56859"/>
                </a:cubicBezTo>
                <a:cubicBezTo>
                  <a:pt x="366451" y="58657"/>
                  <a:pt x="367856" y="60760"/>
                  <a:pt x="368867" y="63165"/>
                </a:cubicBezTo>
                <a:cubicBezTo>
                  <a:pt x="369879" y="65571"/>
                  <a:pt x="370385" y="68145"/>
                  <a:pt x="370385" y="70888"/>
                </a:cubicBezTo>
                <a:close/>
                <a:moveTo>
                  <a:pt x="440689" y="67785"/>
                </a:moveTo>
                <a:cubicBezTo>
                  <a:pt x="440689" y="72462"/>
                  <a:pt x="439902" y="76621"/>
                  <a:pt x="438328" y="80263"/>
                </a:cubicBezTo>
                <a:cubicBezTo>
                  <a:pt x="436754" y="83906"/>
                  <a:pt x="434528" y="86974"/>
                  <a:pt x="431651" y="89470"/>
                </a:cubicBezTo>
                <a:cubicBezTo>
                  <a:pt x="428773" y="91966"/>
                  <a:pt x="425344" y="93865"/>
                  <a:pt x="421365" y="95169"/>
                </a:cubicBezTo>
                <a:cubicBezTo>
                  <a:pt x="417385" y="96473"/>
                  <a:pt x="412968" y="97125"/>
                  <a:pt x="408111" y="97125"/>
                </a:cubicBezTo>
                <a:cubicBezTo>
                  <a:pt x="405413" y="97125"/>
                  <a:pt x="402850" y="96934"/>
                  <a:pt x="400422" y="96552"/>
                </a:cubicBezTo>
                <a:cubicBezTo>
                  <a:pt x="397994" y="96170"/>
                  <a:pt x="395836" y="95698"/>
                  <a:pt x="393947" y="95136"/>
                </a:cubicBezTo>
                <a:cubicBezTo>
                  <a:pt x="392059" y="94574"/>
                  <a:pt x="390507" y="94023"/>
                  <a:pt x="389293" y="93483"/>
                </a:cubicBezTo>
                <a:cubicBezTo>
                  <a:pt x="388079" y="92944"/>
                  <a:pt x="387304" y="92516"/>
                  <a:pt x="386966" y="92202"/>
                </a:cubicBezTo>
                <a:cubicBezTo>
                  <a:pt x="386629" y="91887"/>
                  <a:pt x="386393" y="91595"/>
                  <a:pt x="386258" y="91325"/>
                </a:cubicBezTo>
                <a:cubicBezTo>
                  <a:pt x="386123" y="91055"/>
                  <a:pt x="386000" y="90729"/>
                  <a:pt x="385887" y="90347"/>
                </a:cubicBezTo>
                <a:cubicBezTo>
                  <a:pt x="385775" y="89965"/>
                  <a:pt x="385696" y="89481"/>
                  <a:pt x="385651" y="88897"/>
                </a:cubicBezTo>
                <a:cubicBezTo>
                  <a:pt x="385606" y="88312"/>
                  <a:pt x="385584" y="87615"/>
                  <a:pt x="385584" y="86806"/>
                </a:cubicBezTo>
                <a:cubicBezTo>
                  <a:pt x="385584" y="86041"/>
                  <a:pt x="385617" y="85356"/>
                  <a:pt x="385685" y="84749"/>
                </a:cubicBezTo>
                <a:cubicBezTo>
                  <a:pt x="385752" y="84142"/>
                  <a:pt x="385876" y="83647"/>
                  <a:pt x="386056" y="83265"/>
                </a:cubicBezTo>
                <a:cubicBezTo>
                  <a:pt x="386236" y="82883"/>
                  <a:pt x="386449" y="82602"/>
                  <a:pt x="386697" y="82422"/>
                </a:cubicBezTo>
                <a:cubicBezTo>
                  <a:pt x="386944" y="82242"/>
                  <a:pt x="387225" y="82152"/>
                  <a:pt x="387540" y="82152"/>
                </a:cubicBezTo>
                <a:cubicBezTo>
                  <a:pt x="387989" y="82152"/>
                  <a:pt x="388686" y="82433"/>
                  <a:pt x="389630" y="82995"/>
                </a:cubicBezTo>
                <a:cubicBezTo>
                  <a:pt x="390575" y="83557"/>
                  <a:pt x="391845" y="84164"/>
                  <a:pt x="393441" y="84816"/>
                </a:cubicBezTo>
                <a:cubicBezTo>
                  <a:pt x="395038" y="85468"/>
                  <a:pt x="397016" y="86086"/>
                  <a:pt x="399377" y="86671"/>
                </a:cubicBezTo>
                <a:cubicBezTo>
                  <a:pt x="401737" y="87255"/>
                  <a:pt x="404537" y="87548"/>
                  <a:pt x="407774" y="87548"/>
                </a:cubicBezTo>
                <a:cubicBezTo>
                  <a:pt x="410787" y="87548"/>
                  <a:pt x="413552" y="87188"/>
                  <a:pt x="416070" y="86469"/>
                </a:cubicBezTo>
                <a:cubicBezTo>
                  <a:pt x="418588" y="85749"/>
                  <a:pt x="420758" y="84625"/>
                  <a:pt x="422579" y="83096"/>
                </a:cubicBezTo>
                <a:cubicBezTo>
                  <a:pt x="424400" y="81567"/>
                  <a:pt x="425828" y="79645"/>
                  <a:pt x="426862" y="77329"/>
                </a:cubicBezTo>
                <a:cubicBezTo>
                  <a:pt x="427896" y="75014"/>
                  <a:pt x="428413" y="72192"/>
                  <a:pt x="428413" y="68865"/>
                </a:cubicBezTo>
                <a:cubicBezTo>
                  <a:pt x="428413" y="66077"/>
                  <a:pt x="427975" y="63615"/>
                  <a:pt x="427098" y="61479"/>
                </a:cubicBezTo>
                <a:cubicBezTo>
                  <a:pt x="426221" y="59343"/>
                  <a:pt x="424872" y="57567"/>
                  <a:pt x="423051" y="56151"/>
                </a:cubicBezTo>
                <a:cubicBezTo>
                  <a:pt x="421230" y="54734"/>
                  <a:pt x="418925" y="53677"/>
                  <a:pt x="416138" y="52981"/>
                </a:cubicBezTo>
                <a:cubicBezTo>
                  <a:pt x="413350" y="52284"/>
                  <a:pt x="410022" y="51935"/>
                  <a:pt x="406155" y="51935"/>
                </a:cubicBezTo>
                <a:cubicBezTo>
                  <a:pt x="403412" y="51935"/>
                  <a:pt x="401052" y="52070"/>
                  <a:pt x="399073" y="52340"/>
                </a:cubicBezTo>
                <a:cubicBezTo>
                  <a:pt x="397095" y="52610"/>
                  <a:pt x="395251" y="52744"/>
                  <a:pt x="393542" y="52744"/>
                </a:cubicBezTo>
                <a:cubicBezTo>
                  <a:pt x="392283" y="52744"/>
                  <a:pt x="391384" y="52452"/>
                  <a:pt x="390845" y="51868"/>
                </a:cubicBezTo>
                <a:cubicBezTo>
                  <a:pt x="390305" y="51282"/>
                  <a:pt x="390035" y="50155"/>
                  <a:pt x="390035" y="48489"/>
                </a:cubicBezTo>
                <a:lnTo>
                  <a:pt x="390035" y="12889"/>
                </a:lnTo>
                <a:cubicBezTo>
                  <a:pt x="390035" y="11404"/>
                  <a:pt x="390384" y="10301"/>
                  <a:pt x="391081" y="9580"/>
                </a:cubicBezTo>
                <a:cubicBezTo>
                  <a:pt x="391778" y="8859"/>
                  <a:pt x="392778" y="8498"/>
                  <a:pt x="394082" y="8498"/>
                </a:cubicBezTo>
                <a:lnTo>
                  <a:pt x="432730" y="8498"/>
                </a:lnTo>
                <a:cubicBezTo>
                  <a:pt x="433090" y="8498"/>
                  <a:pt x="433438" y="8600"/>
                  <a:pt x="433775" y="8802"/>
                </a:cubicBezTo>
                <a:cubicBezTo>
                  <a:pt x="434113" y="9004"/>
                  <a:pt x="434394" y="9308"/>
                  <a:pt x="434618" y="9713"/>
                </a:cubicBezTo>
                <a:cubicBezTo>
                  <a:pt x="434843" y="10117"/>
                  <a:pt x="435012" y="10634"/>
                  <a:pt x="435124" y="11264"/>
                </a:cubicBezTo>
                <a:cubicBezTo>
                  <a:pt x="435237" y="11893"/>
                  <a:pt x="435293" y="12635"/>
                  <a:pt x="435293" y="13490"/>
                </a:cubicBezTo>
                <a:cubicBezTo>
                  <a:pt x="435293" y="15108"/>
                  <a:pt x="435068" y="16367"/>
                  <a:pt x="434618" y="17267"/>
                </a:cubicBezTo>
                <a:cubicBezTo>
                  <a:pt x="434169" y="18166"/>
                  <a:pt x="433539" y="18616"/>
                  <a:pt x="432730" y="18616"/>
                </a:cubicBezTo>
                <a:lnTo>
                  <a:pt x="400152" y="18616"/>
                </a:lnTo>
                <a:lnTo>
                  <a:pt x="400152" y="43167"/>
                </a:lnTo>
                <a:cubicBezTo>
                  <a:pt x="401726" y="42942"/>
                  <a:pt x="403334" y="42807"/>
                  <a:pt x="404975" y="42762"/>
                </a:cubicBezTo>
                <a:cubicBezTo>
                  <a:pt x="406616" y="42717"/>
                  <a:pt x="408516" y="42695"/>
                  <a:pt x="410674" y="42695"/>
                </a:cubicBezTo>
                <a:cubicBezTo>
                  <a:pt x="415665" y="42695"/>
                  <a:pt x="420027" y="43290"/>
                  <a:pt x="423759" y="44482"/>
                </a:cubicBezTo>
                <a:cubicBezTo>
                  <a:pt x="427491" y="45674"/>
                  <a:pt x="430605" y="47360"/>
                  <a:pt x="433101" y="49541"/>
                </a:cubicBezTo>
                <a:cubicBezTo>
                  <a:pt x="435596" y="51721"/>
                  <a:pt x="437485" y="54363"/>
                  <a:pt x="438766" y="57466"/>
                </a:cubicBezTo>
                <a:cubicBezTo>
                  <a:pt x="440048" y="60568"/>
                  <a:pt x="440689" y="64008"/>
                  <a:pt x="440689" y="67785"/>
                </a:cubicBezTo>
                <a:close/>
                <a:moveTo>
                  <a:pt x="481652" y="59557"/>
                </a:moveTo>
                <a:cubicBezTo>
                  <a:pt x="481652" y="64643"/>
                  <a:pt x="481338" y="69674"/>
                  <a:pt x="480708" y="74648"/>
                </a:cubicBezTo>
                <a:cubicBezTo>
                  <a:pt x="480079" y="79623"/>
                  <a:pt x="479134" y="84541"/>
                  <a:pt x="477875" y="89403"/>
                </a:cubicBezTo>
                <a:cubicBezTo>
                  <a:pt x="476616" y="94264"/>
                  <a:pt x="475076" y="99048"/>
                  <a:pt x="473255" y="103752"/>
                </a:cubicBezTo>
                <a:cubicBezTo>
                  <a:pt x="471434" y="108457"/>
                  <a:pt x="469309" y="113104"/>
                  <a:pt x="466881" y="117695"/>
                </a:cubicBezTo>
                <a:cubicBezTo>
                  <a:pt x="466746" y="117920"/>
                  <a:pt x="466544" y="118122"/>
                  <a:pt x="466274" y="118302"/>
                </a:cubicBezTo>
                <a:cubicBezTo>
                  <a:pt x="466005" y="118483"/>
                  <a:pt x="465656" y="118641"/>
                  <a:pt x="465229" y="118776"/>
                </a:cubicBezTo>
                <a:cubicBezTo>
                  <a:pt x="464802" y="118911"/>
                  <a:pt x="464296" y="119001"/>
                  <a:pt x="463711" y="119046"/>
                </a:cubicBezTo>
                <a:cubicBezTo>
                  <a:pt x="463127" y="119091"/>
                  <a:pt x="462430" y="119113"/>
                  <a:pt x="461620" y="119113"/>
                </a:cubicBezTo>
                <a:cubicBezTo>
                  <a:pt x="460451" y="119113"/>
                  <a:pt x="459541" y="119057"/>
                  <a:pt x="458889" y="118945"/>
                </a:cubicBezTo>
                <a:cubicBezTo>
                  <a:pt x="458237" y="118832"/>
                  <a:pt x="457765" y="118652"/>
                  <a:pt x="457472" y="118403"/>
                </a:cubicBezTo>
                <a:cubicBezTo>
                  <a:pt x="457180" y="118156"/>
                  <a:pt x="457045" y="117841"/>
                  <a:pt x="457068" y="117459"/>
                </a:cubicBezTo>
                <a:cubicBezTo>
                  <a:pt x="457090" y="117077"/>
                  <a:pt x="457214" y="116615"/>
                  <a:pt x="457439" y="116074"/>
                </a:cubicBezTo>
                <a:cubicBezTo>
                  <a:pt x="461575" y="106981"/>
                  <a:pt x="464701" y="97675"/>
                  <a:pt x="466814" y="88155"/>
                </a:cubicBezTo>
                <a:cubicBezTo>
                  <a:pt x="468927" y="78633"/>
                  <a:pt x="469984" y="69033"/>
                  <a:pt x="469984" y="59354"/>
                </a:cubicBezTo>
                <a:cubicBezTo>
                  <a:pt x="469984" y="49721"/>
                  <a:pt x="468927" y="40144"/>
                  <a:pt x="466814" y="30624"/>
                </a:cubicBezTo>
                <a:cubicBezTo>
                  <a:pt x="464701" y="21102"/>
                  <a:pt x="461530" y="11817"/>
                  <a:pt x="457304" y="2767"/>
                </a:cubicBezTo>
                <a:cubicBezTo>
                  <a:pt x="457124" y="2363"/>
                  <a:pt x="457056" y="1981"/>
                  <a:pt x="457101" y="1621"/>
                </a:cubicBezTo>
                <a:cubicBezTo>
                  <a:pt x="457146" y="1261"/>
                  <a:pt x="457349" y="969"/>
                  <a:pt x="457708" y="744"/>
                </a:cubicBezTo>
                <a:cubicBezTo>
                  <a:pt x="458068" y="518"/>
                  <a:pt x="458563" y="337"/>
                  <a:pt x="459192" y="202"/>
                </a:cubicBezTo>
                <a:cubicBezTo>
                  <a:pt x="459822" y="67"/>
                  <a:pt x="460654" y="0"/>
                  <a:pt x="461688" y="0"/>
                </a:cubicBezTo>
                <a:cubicBezTo>
                  <a:pt x="462632" y="0"/>
                  <a:pt x="463419" y="34"/>
                  <a:pt x="464049" y="101"/>
                </a:cubicBezTo>
                <a:cubicBezTo>
                  <a:pt x="464678" y="169"/>
                  <a:pt x="465184" y="270"/>
                  <a:pt x="465566" y="405"/>
                </a:cubicBezTo>
                <a:cubicBezTo>
                  <a:pt x="465948" y="540"/>
                  <a:pt x="466229" y="675"/>
                  <a:pt x="466409" y="811"/>
                </a:cubicBezTo>
                <a:cubicBezTo>
                  <a:pt x="466589" y="946"/>
                  <a:pt x="466724" y="1104"/>
                  <a:pt x="466814" y="1284"/>
                </a:cubicBezTo>
                <a:cubicBezTo>
                  <a:pt x="471445" y="10511"/>
                  <a:pt x="475076" y="19998"/>
                  <a:pt x="477707" y="29745"/>
                </a:cubicBezTo>
                <a:cubicBezTo>
                  <a:pt x="480337" y="39491"/>
                  <a:pt x="481652" y="49428"/>
                  <a:pt x="481652" y="595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(826,51)">
            <a:extLst xmlns:a="http://schemas.openxmlformats.org/drawingml/2006/main">
              <a:ext uri="{FF2B5EF4-FFF2-40B4-BE49-F238E27FC236}">
                <a16:creationId xmlns:a16="http://schemas.microsoft.com/office/drawing/2014/main" id="{34E28348-4ED8-4DF1-9C8E-091584E8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980" y="1321720"/>
            <a:ext cx="481652" cy="119113"/>
          </a:xfrm>
          <a:custGeom xmlns:a="http://schemas.openxmlformats.org/drawingml/2006/main">
            <a:pathLst>
              <a:path w="481652" h="119113">
                <a:moveTo>
                  <a:pt x="24416" y="2767"/>
                </a:moveTo>
                <a:cubicBezTo>
                  <a:pt x="20145" y="11817"/>
                  <a:pt x="16963" y="21102"/>
                  <a:pt x="14872" y="30624"/>
                </a:cubicBezTo>
                <a:cubicBezTo>
                  <a:pt x="12781" y="40144"/>
                  <a:pt x="11736" y="49721"/>
                  <a:pt x="11736" y="59354"/>
                </a:cubicBezTo>
                <a:cubicBezTo>
                  <a:pt x="11736" y="69033"/>
                  <a:pt x="12804" y="78622"/>
                  <a:pt x="14940" y="88121"/>
                </a:cubicBezTo>
                <a:cubicBezTo>
                  <a:pt x="17076" y="97619"/>
                  <a:pt x="20189" y="106936"/>
                  <a:pt x="24281" y="116074"/>
                </a:cubicBezTo>
                <a:cubicBezTo>
                  <a:pt x="24506" y="116615"/>
                  <a:pt x="24630" y="117077"/>
                  <a:pt x="24652" y="117459"/>
                </a:cubicBezTo>
                <a:cubicBezTo>
                  <a:pt x="24675" y="117841"/>
                  <a:pt x="24529" y="118156"/>
                  <a:pt x="24214" y="118403"/>
                </a:cubicBezTo>
                <a:cubicBezTo>
                  <a:pt x="23899" y="118652"/>
                  <a:pt x="23416" y="118832"/>
                  <a:pt x="22764" y="118945"/>
                </a:cubicBezTo>
                <a:cubicBezTo>
                  <a:pt x="22112" y="119057"/>
                  <a:pt x="21224" y="119113"/>
                  <a:pt x="20100" y="119113"/>
                </a:cubicBezTo>
                <a:cubicBezTo>
                  <a:pt x="19290" y="119113"/>
                  <a:pt x="18593" y="119091"/>
                  <a:pt x="18009" y="119046"/>
                </a:cubicBezTo>
                <a:cubicBezTo>
                  <a:pt x="17424" y="119001"/>
                  <a:pt x="16918" y="118911"/>
                  <a:pt x="16491" y="118776"/>
                </a:cubicBezTo>
                <a:cubicBezTo>
                  <a:pt x="16064" y="118641"/>
                  <a:pt x="15715" y="118483"/>
                  <a:pt x="15446" y="118302"/>
                </a:cubicBezTo>
                <a:cubicBezTo>
                  <a:pt x="15176" y="118122"/>
                  <a:pt x="14973" y="117920"/>
                  <a:pt x="14839" y="117695"/>
                </a:cubicBezTo>
                <a:cubicBezTo>
                  <a:pt x="12410" y="113104"/>
                  <a:pt x="10275" y="108457"/>
                  <a:pt x="8431" y="103752"/>
                </a:cubicBezTo>
                <a:cubicBezTo>
                  <a:pt x="6587" y="99048"/>
                  <a:pt x="5036" y="94264"/>
                  <a:pt x="3777" y="89403"/>
                </a:cubicBezTo>
                <a:cubicBezTo>
                  <a:pt x="2518" y="84541"/>
                  <a:pt x="1574" y="79623"/>
                  <a:pt x="944" y="74648"/>
                </a:cubicBezTo>
                <a:cubicBezTo>
                  <a:pt x="315" y="69674"/>
                  <a:pt x="0" y="64643"/>
                  <a:pt x="0" y="59557"/>
                </a:cubicBezTo>
                <a:cubicBezTo>
                  <a:pt x="0" y="54470"/>
                  <a:pt x="348" y="49451"/>
                  <a:pt x="1045" y="44499"/>
                </a:cubicBezTo>
                <a:cubicBezTo>
                  <a:pt x="1742" y="39547"/>
                  <a:pt x="2732" y="34629"/>
                  <a:pt x="4013" y="29745"/>
                </a:cubicBezTo>
                <a:cubicBezTo>
                  <a:pt x="5295" y="24860"/>
                  <a:pt x="6857" y="20055"/>
                  <a:pt x="8701" y="15328"/>
                </a:cubicBezTo>
                <a:cubicBezTo>
                  <a:pt x="10544" y="10601"/>
                  <a:pt x="12613" y="5919"/>
                  <a:pt x="14906" y="1284"/>
                </a:cubicBezTo>
                <a:cubicBezTo>
                  <a:pt x="14951" y="1104"/>
                  <a:pt x="15075" y="946"/>
                  <a:pt x="15277" y="811"/>
                </a:cubicBezTo>
                <a:cubicBezTo>
                  <a:pt x="15479" y="675"/>
                  <a:pt x="15760" y="540"/>
                  <a:pt x="16120" y="405"/>
                </a:cubicBezTo>
                <a:cubicBezTo>
                  <a:pt x="16480" y="270"/>
                  <a:pt x="16974" y="169"/>
                  <a:pt x="17604" y="101"/>
                </a:cubicBezTo>
                <a:cubicBezTo>
                  <a:pt x="18233" y="34"/>
                  <a:pt x="19043" y="0"/>
                  <a:pt x="20032" y="0"/>
                </a:cubicBezTo>
                <a:cubicBezTo>
                  <a:pt x="21066" y="0"/>
                  <a:pt x="21898" y="67"/>
                  <a:pt x="22528" y="202"/>
                </a:cubicBezTo>
                <a:cubicBezTo>
                  <a:pt x="23157" y="337"/>
                  <a:pt x="23652" y="518"/>
                  <a:pt x="24012" y="744"/>
                </a:cubicBezTo>
                <a:cubicBezTo>
                  <a:pt x="24371" y="969"/>
                  <a:pt x="24574" y="1261"/>
                  <a:pt x="24619" y="1621"/>
                </a:cubicBezTo>
                <a:cubicBezTo>
                  <a:pt x="24664" y="1981"/>
                  <a:pt x="24596" y="2363"/>
                  <a:pt x="24416" y="2767"/>
                </a:cubicBezTo>
                <a:close/>
                <a:moveTo>
                  <a:pt x="97230" y="73415"/>
                </a:moveTo>
                <a:cubicBezTo>
                  <a:pt x="97230" y="77198"/>
                  <a:pt x="96555" y="80564"/>
                  <a:pt x="95206" y="83513"/>
                </a:cubicBezTo>
                <a:cubicBezTo>
                  <a:pt x="93857" y="86463"/>
                  <a:pt x="91912" y="88951"/>
                  <a:pt x="89372" y="90979"/>
                </a:cubicBezTo>
                <a:cubicBezTo>
                  <a:pt x="86831" y="93005"/>
                  <a:pt x="83695" y="94536"/>
                  <a:pt x="79963" y="95572"/>
                </a:cubicBezTo>
                <a:cubicBezTo>
                  <a:pt x="76231" y="96608"/>
                  <a:pt x="71959" y="97125"/>
                  <a:pt x="67148" y="97125"/>
                </a:cubicBezTo>
                <a:cubicBezTo>
                  <a:pt x="62651" y="97125"/>
                  <a:pt x="58627" y="96653"/>
                  <a:pt x="55074" y="95707"/>
                </a:cubicBezTo>
                <a:cubicBezTo>
                  <a:pt x="51522" y="94761"/>
                  <a:pt x="48510" y="93365"/>
                  <a:pt x="46036" y="91519"/>
                </a:cubicBezTo>
                <a:cubicBezTo>
                  <a:pt x="43563" y="89672"/>
                  <a:pt x="41675" y="87398"/>
                  <a:pt x="40371" y="84696"/>
                </a:cubicBezTo>
                <a:cubicBezTo>
                  <a:pt x="39067" y="81994"/>
                  <a:pt x="38415" y="78909"/>
                  <a:pt x="38415" y="75443"/>
                </a:cubicBezTo>
                <a:cubicBezTo>
                  <a:pt x="38415" y="72696"/>
                  <a:pt x="38864" y="70174"/>
                  <a:pt x="39764" y="67878"/>
                </a:cubicBezTo>
                <a:cubicBezTo>
                  <a:pt x="40663" y="65581"/>
                  <a:pt x="41956" y="63464"/>
                  <a:pt x="43642" y="61527"/>
                </a:cubicBezTo>
                <a:cubicBezTo>
                  <a:pt x="45328" y="59591"/>
                  <a:pt x="47408" y="57778"/>
                  <a:pt x="49881" y="56089"/>
                </a:cubicBezTo>
                <a:cubicBezTo>
                  <a:pt x="52354" y="54400"/>
                  <a:pt x="55142" y="52790"/>
                  <a:pt x="58245" y="51258"/>
                </a:cubicBezTo>
                <a:cubicBezTo>
                  <a:pt x="55547" y="49863"/>
                  <a:pt x="53163" y="48389"/>
                  <a:pt x="51095" y="46836"/>
                </a:cubicBezTo>
                <a:cubicBezTo>
                  <a:pt x="49027" y="45282"/>
                  <a:pt x="47273" y="43593"/>
                  <a:pt x="45834" y="41769"/>
                </a:cubicBezTo>
                <a:cubicBezTo>
                  <a:pt x="44395" y="39945"/>
                  <a:pt x="43305" y="37998"/>
                  <a:pt x="42563" y="35927"/>
                </a:cubicBezTo>
                <a:cubicBezTo>
                  <a:pt x="41821" y="33854"/>
                  <a:pt x="41450" y="31602"/>
                  <a:pt x="41450" y="29171"/>
                </a:cubicBezTo>
                <a:cubicBezTo>
                  <a:pt x="41450" y="26108"/>
                  <a:pt x="42001" y="23237"/>
                  <a:pt x="43102" y="20559"/>
                </a:cubicBezTo>
                <a:cubicBezTo>
                  <a:pt x="44204" y="17879"/>
                  <a:pt x="45868" y="15549"/>
                  <a:pt x="48094" y="13568"/>
                </a:cubicBezTo>
                <a:cubicBezTo>
                  <a:pt x="50319" y="11585"/>
                  <a:pt x="53152" y="10020"/>
                  <a:pt x="56592" y="8872"/>
                </a:cubicBezTo>
                <a:cubicBezTo>
                  <a:pt x="60032" y="7724"/>
                  <a:pt x="64045" y="7150"/>
                  <a:pt x="68632" y="7150"/>
                </a:cubicBezTo>
                <a:cubicBezTo>
                  <a:pt x="73038" y="7150"/>
                  <a:pt x="76849" y="7679"/>
                  <a:pt x="80064" y="8737"/>
                </a:cubicBezTo>
                <a:cubicBezTo>
                  <a:pt x="83279" y="9795"/>
                  <a:pt x="85932" y="11236"/>
                  <a:pt x="88023" y="13060"/>
                </a:cubicBezTo>
                <a:cubicBezTo>
                  <a:pt x="90114" y="14884"/>
                  <a:pt x="91654" y="17034"/>
                  <a:pt x="92643" y="19511"/>
                </a:cubicBezTo>
                <a:cubicBezTo>
                  <a:pt x="93632" y="21987"/>
                  <a:pt x="94127" y="24644"/>
                  <a:pt x="94127" y="27481"/>
                </a:cubicBezTo>
                <a:cubicBezTo>
                  <a:pt x="94127" y="29778"/>
                  <a:pt x="93756" y="31985"/>
                  <a:pt x="93014" y="34101"/>
                </a:cubicBezTo>
                <a:cubicBezTo>
                  <a:pt x="92272" y="36218"/>
                  <a:pt x="91182" y="38221"/>
                  <a:pt x="89743" y="40113"/>
                </a:cubicBezTo>
                <a:cubicBezTo>
                  <a:pt x="88304" y="42004"/>
                  <a:pt x="86539" y="43772"/>
                  <a:pt x="84448" y="45416"/>
                </a:cubicBezTo>
                <a:cubicBezTo>
                  <a:pt x="82357" y="47060"/>
                  <a:pt x="79963" y="48603"/>
                  <a:pt x="77265" y="50044"/>
                </a:cubicBezTo>
                <a:cubicBezTo>
                  <a:pt x="80457" y="51620"/>
                  <a:pt x="83302" y="53240"/>
                  <a:pt x="85797" y="54907"/>
                </a:cubicBezTo>
                <a:cubicBezTo>
                  <a:pt x="88293" y="56574"/>
                  <a:pt x="90384" y="58364"/>
                  <a:pt x="92070" y="60278"/>
                </a:cubicBezTo>
                <a:cubicBezTo>
                  <a:pt x="93756" y="62191"/>
                  <a:pt x="95038" y="64218"/>
                  <a:pt x="95914" y="66356"/>
                </a:cubicBezTo>
                <a:cubicBezTo>
                  <a:pt x="96791" y="68495"/>
                  <a:pt x="97230" y="70848"/>
                  <a:pt x="97230" y="73415"/>
                </a:cubicBezTo>
                <a:moveTo>
                  <a:pt x="82661" y="28554"/>
                </a:moveTo>
                <a:cubicBezTo>
                  <a:pt x="82661" y="26662"/>
                  <a:pt x="82335" y="24951"/>
                  <a:pt x="81683" y="23419"/>
                </a:cubicBezTo>
                <a:cubicBezTo>
                  <a:pt x="81031" y="21888"/>
                  <a:pt x="80075" y="20582"/>
                  <a:pt x="78816" y="19501"/>
                </a:cubicBezTo>
                <a:cubicBezTo>
                  <a:pt x="77557" y="18419"/>
                  <a:pt x="75995" y="17596"/>
                  <a:pt x="74129" y="17033"/>
                </a:cubicBezTo>
                <a:cubicBezTo>
                  <a:pt x="72263" y="16469"/>
                  <a:pt x="70138" y="16188"/>
                  <a:pt x="67755" y="16188"/>
                </a:cubicBezTo>
                <a:cubicBezTo>
                  <a:pt x="62898" y="16188"/>
                  <a:pt x="59223" y="17291"/>
                  <a:pt x="56727" y="19499"/>
                </a:cubicBezTo>
                <a:cubicBezTo>
                  <a:pt x="54231" y="21706"/>
                  <a:pt x="52984" y="24725"/>
                  <a:pt x="52984" y="28554"/>
                </a:cubicBezTo>
                <a:cubicBezTo>
                  <a:pt x="52984" y="30312"/>
                  <a:pt x="53287" y="31945"/>
                  <a:pt x="53894" y="33454"/>
                </a:cubicBezTo>
                <a:cubicBezTo>
                  <a:pt x="54501" y="34963"/>
                  <a:pt x="55445" y="36394"/>
                  <a:pt x="56727" y="37746"/>
                </a:cubicBezTo>
                <a:cubicBezTo>
                  <a:pt x="58008" y="39097"/>
                  <a:pt x="59627" y="40416"/>
                  <a:pt x="61583" y="41700"/>
                </a:cubicBezTo>
                <a:cubicBezTo>
                  <a:pt x="63539" y="42983"/>
                  <a:pt x="65866" y="44323"/>
                  <a:pt x="68564" y="45719"/>
                </a:cubicBezTo>
                <a:cubicBezTo>
                  <a:pt x="73106" y="43377"/>
                  <a:pt x="76590" y="40786"/>
                  <a:pt x="79019" y="37948"/>
                </a:cubicBezTo>
                <a:cubicBezTo>
                  <a:pt x="81447" y="35110"/>
                  <a:pt x="82661" y="31978"/>
                  <a:pt x="82661" y="28554"/>
                </a:cubicBezTo>
                <a:moveTo>
                  <a:pt x="85494" y="74640"/>
                </a:moveTo>
                <a:cubicBezTo>
                  <a:pt x="85494" y="72567"/>
                  <a:pt x="85111" y="70686"/>
                  <a:pt x="84347" y="68997"/>
                </a:cubicBezTo>
                <a:cubicBezTo>
                  <a:pt x="83583" y="67308"/>
                  <a:pt x="82425" y="65732"/>
                  <a:pt x="80873" y="64268"/>
                </a:cubicBezTo>
                <a:cubicBezTo>
                  <a:pt x="79322" y="62803"/>
                  <a:pt x="77389" y="61384"/>
                  <a:pt x="75073" y="60010"/>
                </a:cubicBezTo>
                <a:cubicBezTo>
                  <a:pt x="72757" y="58636"/>
                  <a:pt x="70070" y="57205"/>
                  <a:pt x="67013" y="55719"/>
                </a:cubicBezTo>
                <a:cubicBezTo>
                  <a:pt x="64180" y="57115"/>
                  <a:pt x="61696" y="58512"/>
                  <a:pt x="59560" y="59909"/>
                </a:cubicBezTo>
                <a:cubicBezTo>
                  <a:pt x="57424" y="61305"/>
                  <a:pt x="55670" y="62747"/>
                  <a:pt x="54299" y="64234"/>
                </a:cubicBezTo>
                <a:cubicBezTo>
                  <a:pt x="52927" y="65721"/>
                  <a:pt x="51893" y="67286"/>
                  <a:pt x="51196" y="68930"/>
                </a:cubicBezTo>
                <a:cubicBezTo>
                  <a:pt x="50499" y="70574"/>
                  <a:pt x="50151" y="72387"/>
                  <a:pt x="50151" y="74370"/>
                </a:cubicBezTo>
                <a:cubicBezTo>
                  <a:pt x="50151" y="78740"/>
                  <a:pt x="51646" y="82119"/>
                  <a:pt x="54636" y="84506"/>
                </a:cubicBezTo>
                <a:cubicBezTo>
                  <a:pt x="57626" y="86894"/>
                  <a:pt x="62089" y="88087"/>
                  <a:pt x="68025" y="88087"/>
                </a:cubicBezTo>
                <a:cubicBezTo>
                  <a:pt x="73780" y="88087"/>
                  <a:pt x="78131" y="86882"/>
                  <a:pt x="81076" y="84473"/>
                </a:cubicBezTo>
                <a:cubicBezTo>
                  <a:pt x="84021" y="82063"/>
                  <a:pt x="85494" y="78785"/>
                  <a:pt x="85494" y="74640"/>
                </a:cubicBezTo>
                <a:close/>
                <a:moveTo>
                  <a:pt x="165240" y="90785"/>
                </a:moveTo>
                <a:cubicBezTo>
                  <a:pt x="165240" y="91595"/>
                  <a:pt x="165184" y="92314"/>
                  <a:pt x="165071" y="92944"/>
                </a:cubicBezTo>
                <a:cubicBezTo>
                  <a:pt x="164959" y="93573"/>
                  <a:pt x="164802" y="94101"/>
                  <a:pt x="164599" y="94529"/>
                </a:cubicBezTo>
                <a:cubicBezTo>
                  <a:pt x="164397" y="94956"/>
                  <a:pt x="164127" y="95271"/>
                  <a:pt x="163790" y="95473"/>
                </a:cubicBezTo>
                <a:cubicBezTo>
                  <a:pt x="163453" y="95675"/>
                  <a:pt x="163082" y="95776"/>
                  <a:pt x="162677" y="95776"/>
                </a:cubicBezTo>
                <a:lnTo>
                  <a:pt x="114452" y="95776"/>
                </a:lnTo>
                <a:cubicBezTo>
                  <a:pt x="113822" y="95776"/>
                  <a:pt x="113271" y="95698"/>
                  <a:pt x="112799" y="95540"/>
                </a:cubicBezTo>
                <a:cubicBezTo>
                  <a:pt x="112327" y="95383"/>
                  <a:pt x="111922" y="95124"/>
                  <a:pt x="111585" y="94765"/>
                </a:cubicBezTo>
                <a:cubicBezTo>
                  <a:pt x="111248" y="94405"/>
                  <a:pt x="111000" y="93888"/>
                  <a:pt x="110843" y="93213"/>
                </a:cubicBezTo>
                <a:cubicBezTo>
                  <a:pt x="110686" y="92539"/>
                  <a:pt x="110607" y="91707"/>
                  <a:pt x="110607" y="90718"/>
                </a:cubicBezTo>
                <a:cubicBezTo>
                  <a:pt x="110607" y="89818"/>
                  <a:pt x="110641" y="89032"/>
                  <a:pt x="110708" y="88357"/>
                </a:cubicBezTo>
                <a:cubicBezTo>
                  <a:pt x="110776" y="87683"/>
                  <a:pt x="110922" y="87087"/>
                  <a:pt x="111147" y="86570"/>
                </a:cubicBezTo>
                <a:cubicBezTo>
                  <a:pt x="111371" y="86053"/>
                  <a:pt x="111652" y="85536"/>
                  <a:pt x="111990" y="85018"/>
                </a:cubicBezTo>
                <a:cubicBezTo>
                  <a:pt x="112327" y="84501"/>
                  <a:pt x="112765" y="83950"/>
                  <a:pt x="113305" y="83366"/>
                </a:cubicBezTo>
                <a:lnTo>
                  <a:pt x="130234" y="65402"/>
                </a:lnTo>
                <a:cubicBezTo>
                  <a:pt x="134146" y="61262"/>
                  <a:pt x="137283" y="57549"/>
                  <a:pt x="139643" y="54264"/>
                </a:cubicBezTo>
                <a:cubicBezTo>
                  <a:pt x="142004" y="50979"/>
                  <a:pt x="143825" y="47987"/>
                  <a:pt x="145107" y="45287"/>
                </a:cubicBezTo>
                <a:cubicBezTo>
                  <a:pt x="146388" y="42586"/>
                  <a:pt x="147231" y="40134"/>
                  <a:pt x="147636" y="37929"/>
                </a:cubicBezTo>
                <a:cubicBezTo>
                  <a:pt x="148041" y="35724"/>
                  <a:pt x="148243" y="33655"/>
                  <a:pt x="148243" y="31720"/>
                </a:cubicBezTo>
                <a:cubicBezTo>
                  <a:pt x="148243" y="29783"/>
                  <a:pt x="147928" y="27949"/>
                  <a:pt x="147299" y="26216"/>
                </a:cubicBezTo>
                <a:cubicBezTo>
                  <a:pt x="146669" y="24482"/>
                  <a:pt x="145759" y="22963"/>
                  <a:pt x="144567" y="21657"/>
                </a:cubicBezTo>
                <a:cubicBezTo>
                  <a:pt x="143376" y="20350"/>
                  <a:pt x="141881" y="19315"/>
                  <a:pt x="140082" y="18550"/>
                </a:cubicBezTo>
                <a:cubicBezTo>
                  <a:pt x="138283" y="17785"/>
                  <a:pt x="136215" y="17402"/>
                  <a:pt x="133877" y="17402"/>
                </a:cubicBezTo>
                <a:cubicBezTo>
                  <a:pt x="131134" y="17402"/>
                  <a:pt x="128672" y="17784"/>
                  <a:pt x="126491" y="18548"/>
                </a:cubicBezTo>
                <a:cubicBezTo>
                  <a:pt x="124310" y="19313"/>
                  <a:pt x="122399" y="20145"/>
                  <a:pt x="120758" y="21044"/>
                </a:cubicBezTo>
                <a:cubicBezTo>
                  <a:pt x="119117" y="21943"/>
                  <a:pt x="117745" y="22775"/>
                  <a:pt x="116644" y="23539"/>
                </a:cubicBezTo>
                <a:cubicBezTo>
                  <a:pt x="115542" y="24304"/>
                  <a:pt x="114721" y="24686"/>
                  <a:pt x="114182" y="24686"/>
                </a:cubicBezTo>
                <a:cubicBezTo>
                  <a:pt x="113867" y="24686"/>
                  <a:pt x="113586" y="24596"/>
                  <a:pt x="113339" y="24416"/>
                </a:cubicBezTo>
                <a:cubicBezTo>
                  <a:pt x="113091" y="24236"/>
                  <a:pt x="112889" y="23944"/>
                  <a:pt x="112732" y="23539"/>
                </a:cubicBezTo>
                <a:cubicBezTo>
                  <a:pt x="112574" y="23135"/>
                  <a:pt x="112451" y="22595"/>
                  <a:pt x="112361" y="21921"/>
                </a:cubicBezTo>
                <a:cubicBezTo>
                  <a:pt x="112271" y="21246"/>
                  <a:pt x="112226" y="20437"/>
                  <a:pt x="112226" y="19493"/>
                </a:cubicBezTo>
                <a:cubicBezTo>
                  <a:pt x="112226" y="18818"/>
                  <a:pt x="112248" y="18233"/>
                  <a:pt x="112293" y="17739"/>
                </a:cubicBezTo>
                <a:cubicBezTo>
                  <a:pt x="112338" y="17244"/>
                  <a:pt x="112417" y="16817"/>
                  <a:pt x="112529" y="16457"/>
                </a:cubicBezTo>
                <a:cubicBezTo>
                  <a:pt x="112642" y="16098"/>
                  <a:pt x="112788" y="15760"/>
                  <a:pt x="112968" y="15446"/>
                </a:cubicBezTo>
                <a:cubicBezTo>
                  <a:pt x="113148" y="15131"/>
                  <a:pt x="113507" y="14737"/>
                  <a:pt x="114047" y="14265"/>
                </a:cubicBezTo>
                <a:cubicBezTo>
                  <a:pt x="114586" y="13793"/>
                  <a:pt x="115520" y="13152"/>
                  <a:pt x="116846" y="12343"/>
                </a:cubicBezTo>
                <a:cubicBezTo>
                  <a:pt x="118172" y="11534"/>
                  <a:pt x="119836" y="10735"/>
                  <a:pt x="121837" y="9949"/>
                </a:cubicBezTo>
                <a:cubicBezTo>
                  <a:pt x="123838" y="9162"/>
                  <a:pt x="126041" y="8498"/>
                  <a:pt x="128447" y="7959"/>
                </a:cubicBezTo>
                <a:cubicBezTo>
                  <a:pt x="130853" y="7419"/>
                  <a:pt x="133382" y="7150"/>
                  <a:pt x="136035" y="7150"/>
                </a:cubicBezTo>
                <a:cubicBezTo>
                  <a:pt x="140262" y="7150"/>
                  <a:pt x="143960" y="7746"/>
                  <a:pt x="147130" y="8939"/>
                </a:cubicBezTo>
                <a:cubicBezTo>
                  <a:pt x="150300" y="10131"/>
                  <a:pt x="152931" y="11761"/>
                  <a:pt x="155022" y="13831"/>
                </a:cubicBezTo>
                <a:cubicBezTo>
                  <a:pt x="157113" y="15901"/>
                  <a:pt x="158675" y="18309"/>
                  <a:pt x="159709" y="21054"/>
                </a:cubicBezTo>
                <a:cubicBezTo>
                  <a:pt x="160744" y="23799"/>
                  <a:pt x="161261" y="26724"/>
                  <a:pt x="161261" y="29829"/>
                </a:cubicBezTo>
                <a:cubicBezTo>
                  <a:pt x="161261" y="32620"/>
                  <a:pt x="161013" y="35399"/>
                  <a:pt x="160519" y="38167"/>
                </a:cubicBezTo>
                <a:cubicBezTo>
                  <a:pt x="160024" y="40934"/>
                  <a:pt x="158979" y="43926"/>
                  <a:pt x="157382" y="47144"/>
                </a:cubicBezTo>
                <a:cubicBezTo>
                  <a:pt x="155786" y="50362"/>
                  <a:pt x="153482" y="53940"/>
                  <a:pt x="150469" y="57877"/>
                </a:cubicBezTo>
                <a:cubicBezTo>
                  <a:pt x="147456" y="61814"/>
                  <a:pt x="143454" y="66348"/>
                  <a:pt x="138463" y="71478"/>
                </a:cubicBezTo>
                <a:lnTo>
                  <a:pt x="124636" y="85929"/>
                </a:lnTo>
                <a:lnTo>
                  <a:pt x="162610" y="85929"/>
                </a:lnTo>
                <a:cubicBezTo>
                  <a:pt x="162969" y="85929"/>
                  <a:pt x="163318" y="86030"/>
                  <a:pt x="163655" y="86232"/>
                </a:cubicBezTo>
                <a:cubicBezTo>
                  <a:pt x="163992" y="86435"/>
                  <a:pt x="164285" y="86738"/>
                  <a:pt x="164532" y="87143"/>
                </a:cubicBezTo>
                <a:cubicBezTo>
                  <a:pt x="164779" y="87548"/>
                  <a:pt x="164959" y="88054"/>
                  <a:pt x="165071" y="88661"/>
                </a:cubicBezTo>
                <a:cubicBezTo>
                  <a:pt x="165184" y="89268"/>
                  <a:pt x="165240" y="89976"/>
                  <a:pt x="165240" y="90785"/>
                </a:cubicBezTo>
                <a:close/>
                <a:moveTo>
                  <a:pt x="237499" y="67547"/>
                </a:moveTo>
                <a:cubicBezTo>
                  <a:pt x="237499" y="71374"/>
                  <a:pt x="236915" y="75076"/>
                  <a:pt x="235746" y="78655"/>
                </a:cubicBezTo>
                <a:cubicBezTo>
                  <a:pt x="234577" y="82234"/>
                  <a:pt x="232778" y="85386"/>
                  <a:pt x="230350" y="88110"/>
                </a:cubicBezTo>
                <a:cubicBezTo>
                  <a:pt x="227922" y="90834"/>
                  <a:pt x="224842" y="93017"/>
                  <a:pt x="221110" y="94661"/>
                </a:cubicBezTo>
                <a:cubicBezTo>
                  <a:pt x="217377" y="96304"/>
                  <a:pt x="212971" y="97125"/>
                  <a:pt x="207890" y="97125"/>
                </a:cubicBezTo>
                <a:cubicBezTo>
                  <a:pt x="204248" y="97125"/>
                  <a:pt x="201032" y="96676"/>
                  <a:pt x="198245" y="95776"/>
                </a:cubicBezTo>
                <a:cubicBezTo>
                  <a:pt x="195457" y="94876"/>
                  <a:pt x="193029" y="93593"/>
                  <a:pt x="190960" y="91928"/>
                </a:cubicBezTo>
                <a:cubicBezTo>
                  <a:pt x="188892" y="90263"/>
                  <a:pt x="187172" y="88215"/>
                  <a:pt x="185800" y="85786"/>
                </a:cubicBezTo>
                <a:cubicBezTo>
                  <a:pt x="184429" y="83356"/>
                  <a:pt x="183327" y="80589"/>
                  <a:pt x="182495" y="77483"/>
                </a:cubicBezTo>
                <a:cubicBezTo>
                  <a:pt x="181664" y="74378"/>
                  <a:pt x="181068" y="70980"/>
                  <a:pt x="180708" y="67290"/>
                </a:cubicBezTo>
                <a:cubicBezTo>
                  <a:pt x="180348" y="63600"/>
                  <a:pt x="180169" y="59640"/>
                  <a:pt x="180169" y="55411"/>
                </a:cubicBezTo>
                <a:cubicBezTo>
                  <a:pt x="180169" y="51676"/>
                  <a:pt x="180371" y="47896"/>
                  <a:pt x="180776" y="44071"/>
                </a:cubicBezTo>
                <a:cubicBezTo>
                  <a:pt x="181180" y="40246"/>
                  <a:pt x="181900" y="36556"/>
                  <a:pt x="182934" y="33001"/>
                </a:cubicBezTo>
                <a:cubicBezTo>
                  <a:pt x="183968" y="29446"/>
                  <a:pt x="185373" y="26105"/>
                  <a:pt x="187149" y="22979"/>
                </a:cubicBezTo>
                <a:cubicBezTo>
                  <a:pt x="188926" y="19851"/>
                  <a:pt x="191151" y="17128"/>
                  <a:pt x="193827" y="14811"/>
                </a:cubicBezTo>
                <a:cubicBezTo>
                  <a:pt x="196502" y="12493"/>
                  <a:pt x="199706" y="10659"/>
                  <a:pt x="203438" y="9310"/>
                </a:cubicBezTo>
                <a:cubicBezTo>
                  <a:pt x="207170" y="7960"/>
                  <a:pt x="211509" y="7284"/>
                  <a:pt x="216456" y="7284"/>
                </a:cubicBezTo>
                <a:cubicBezTo>
                  <a:pt x="218119" y="7284"/>
                  <a:pt x="219806" y="7386"/>
                  <a:pt x="221514" y="7588"/>
                </a:cubicBezTo>
                <a:cubicBezTo>
                  <a:pt x="223223" y="7790"/>
                  <a:pt x="224797" y="8060"/>
                  <a:pt x="226236" y="8397"/>
                </a:cubicBezTo>
                <a:cubicBezTo>
                  <a:pt x="227675" y="8735"/>
                  <a:pt x="228889" y="9106"/>
                  <a:pt x="229878" y="9510"/>
                </a:cubicBezTo>
                <a:cubicBezTo>
                  <a:pt x="230867" y="9915"/>
                  <a:pt x="231519" y="10241"/>
                  <a:pt x="231834" y="10488"/>
                </a:cubicBezTo>
                <a:cubicBezTo>
                  <a:pt x="232149" y="10735"/>
                  <a:pt x="232385" y="11005"/>
                  <a:pt x="232542" y="11298"/>
                </a:cubicBezTo>
                <a:cubicBezTo>
                  <a:pt x="232699" y="11590"/>
                  <a:pt x="232823" y="11905"/>
                  <a:pt x="232913" y="12242"/>
                </a:cubicBezTo>
                <a:cubicBezTo>
                  <a:pt x="233003" y="12579"/>
                  <a:pt x="233070" y="12961"/>
                  <a:pt x="233115" y="13388"/>
                </a:cubicBezTo>
                <a:cubicBezTo>
                  <a:pt x="233160" y="13816"/>
                  <a:pt x="233183" y="14344"/>
                  <a:pt x="233183" y="14973"/>
                </a:cubicBezTo>
                <a:cubicBezTo>
                  <a:pt x="233183" y="15783"/>
                  <a:pt x="233172" y="16480"/>
                  <a:pt x="233149" y="17064"/>
                </a:cubicBezTo>
                <a:cubicBezTo>
                  <a:pt x="233127" y="17649"/>
                  <a:pt x="233037" y="18121"/>
                  <a:pt x="232879" y="18481"/>
                </a:cubicBezTo>
                <a:cubicBezTo>
                  <a:pt x="232722" y="18841"/>
                  <a:pt x="232520" y="19110"/>
                  <a:pt x="232272" y="19290"/>
                </a:cubicBezTo>
                <a:cubicBezTo>
                  <a:pt x="232025" y="19470"/>
                  <a:pt x="231699" y="19560"/>
                  <a:pt x="231294" y="19560"/>
                </a:cubicBezTo>
                <a:cubicBezTo>
                  <a:pt x="230800" y="19560"/>
                  <a:pt x="230125" y="19403"/>
                  <a:pt x="229271" y="19088"/>
                </a:cubicBezTo>
                <a:cubicBezTo>
                  <a:pt x="228416" y="18773"/>
                  <a:pt x="227382" y="18425"/>
                  <a:pt x="226168" y="18042"/>
                </a:cubicBezTo>
                <a:cubicBezTo>
                  <a:pt x="224954" y="17660"/>
                  <a:pt x="223481" y="17312"/>
                  <a:pt x="221750" y="16997"/>
                </a:cubicBezTo>
                <a:cubicBezTo>
                  <a:pt x="220019" y="16682"/>
                  <a:pt x="218007" y="16525"/>
                  <a:pt x="215714" y="16525"/>
                </a:cubicBezTo>
                <a:cubicBezTo>
                  <a:pt x="211532" y="16525"/>
                  <a:pt x="207935" y="17379"/>
                  <a:pt x="204922" y="19088"/>
                </a:cubicBezTo>
                <a:cubicBezTo>
                  <a:pt x="201909" y="20797"/>
                  <a:pt x="199447" y="23090"/>
                  <a:pt x="197536" y="25968"/>
                </a:cubicBezTo>
                <a:cubicBezTo>
                  <a:pt x="195625" y="28845"/>
                  <a:pt x="194209" y="32184"/>
                  <a:pt x="193287" y="35984"/>
                </a:cubicBezTo>
                <a:cubicBezTo>
                  <a:pt x="192365" y="39783"/>
                  <a:pt x="191837" y="43751"/>
                  <a:pt x="191702" y="47888"/>
                </a:cubicBezTo>
                <a:cubicBezTo>
                  <a:pt x="192871" y="47214"/>
                  <a:pt x="194186" y="46539"/>
                  <a:pt x="195648" y="45865"/>
                </a:cubicBezTo>
                <a:cubicBezTo>
                  <a:pt x="197109" y="45190"/>
                  <a:pt x="198706" y="44583"/>
                  <a:pt x="200437" y="44044"/>
                </a:cubicBezTo>
                <a:cubicBezTo>
                  <a:pt x="202168" y="43504"/>
                  <a:pt x="204000" y="43066"/>
                  <a:pt x="205934" y="42728"/>
                </a:cubicBezTo>
                <a:cubicBezTo>
                  <a:pt x="207867" y="42391"/>
                  <a:pt x="209936" y="42223"/>
                  <a:pt x="212139" y="42223"/>
                </a:cubicBezTo>
                <a:cubicBezTo>
                  <a:pt x="216860" y="42223"/>
                  <a:pt x="220840" y="42864"/>
                  <a:pt x="224077" y="44147"/>
                </a:cubicBezTo>
                <a:cubicBezTo>
                  <a:pt x="227315" y="45430"/>
                  <a:pt x="229934" y="47208"/>
                  <a:pt x="231935" y="49482"/>
                </a:cubicBezTo>
                <a:cubicBezTo>
                  <a:pt x="233936" y="51755"/>
                  <a:pt x="235364" y="54434"/>
                  <a:pt x="236218" y="57519"/>
                </a:cubicBezTo>
                <a:cubicBezTo>
                  <a:pt x="237072" y="60603"/>
                  <a:pt x="237499" y="63946"/>
                  <a:pt x="237499" y="67547"/>
                </a:cubicBezTo>
                <a:moveTo>
                  <a:pt x="225763" y="68626"/>
                </a:moveTo>
                <a:cubicBezTo>
                  <a:pt x="225763" y="66014"/>
                  <a:pt x="225505" y="63638"/>
                  <a:pt x="224988" y="61498"/>
                </a:cubicBezTo>
                <a:cubicBezTo>
                  <a:pt x="224471" y="59358"/>
                  <a:pt x="223605" y="57545"/>
                  <a:pt x="222391" y="56058"/>
                </a:cubicBezTo>
                <a:cubicBezTo>
                  <a:pt x="221177" y="54571"/>
                  <a:pt x="219558" y="53422"/>
                  <a:pt x="217535" y="52612"/>
                </a:cubicBezTo>
                <a:cubicBezTo>
                  <a:pt x="215511" y="51801"/>
                  <a:pt x="213016" y="51396"/>
                  <a:pt x="210048" y="51396"/>
                </a:cubicBezTo>
                <a:cubicBezTo>
                  <a:pt x="208384" y="51396"/>
                  <a:pt x="206721" y="51542"/>
                  <a:pt x="205057" y="51836"/>
                </a:cubicBezTo>
                <a:cubicBezTo>
                  <a:pt x="203393" y="52128"/>
                  <a:pt x="201786" y="52534"/>
                  <a:pt x="200234" y="53052"/>
                </a:cubicBezTo>
                <a:cubicBezTo>
                  <a:pt x="198683" y="53569"/>
                  <a:pt x="197199" y="54177"/>
                  <a:pt x="195783" y="54875"/>
                </a:cubicBezTo>
                <a:cubicBezTo>
                  <a:pt x="194366" y="55574"/>
                  <a:pt x="193074" y="56328"/>
                  <a:pt x="191904" y="57139"/>
                </a:cubicBezTo>
                <a:cubicBezTo>
                  <a:pt x="191904" y="62951"/>
                  <a:pt x="192275" y="67816"/>
                  <a:pt x="193017" y="71735"/>
                </a:cubicBezTo>
                <a:cubicBezTo>
                  <a:pt x="193759" y="75654"/>
                  <a:pt x="194838" y="78796"/>
                  <a:pt x="196255" y="81161"/>
                </a:cubicBezTo>
                <a:cubicBezTo>
                  <a:pt x="197671" y="83526"/>
                  <a:pt x="199436" y="85216"/>
                  <a:pt x="201550" y="86230"/>
                </a:cubicBezTo>
                <a:cubicBezTo>
                  <a:pt x="203663" y="87243"/>
                  <a:pt x="206136" y="87750"/>
                  <a:pt x="208969" y="87750"/>
                </a:cubicBezTo>
                <a:cubicBezTo>
                  <a:pt x="211847" y="87750"/>
                  <a:pt x="214342" y="87210"/>
                  <a:pt x="216456" y="86129"/>
                </a:cubicBezTo>
                <a:cubicBezTo>
                  <a:pt x="218569" y="85047"/>
                  <a:pt x="220323" y="83594"/>
                  <a:pt x="221717" y="81770"/>
                </a:cubicBezTo>
                <a:cubicBezTo>
                  <a:pt x="223111" y="79945"/>
                  <a:pt x="224133" y="77895"/>
                  <a:pt x="224785" y="75620"/>
                </a:cubicBezTo>
                <a:cubicBezTo>
                  <a:pt x="225437" y="73345"/>
                  <a:pt x="225763" y="71014"/>
                  <a:pt x="225763" y="68626"/>
                </a:cubicBezTo>
                <a:close/>
                <a:moveTo>
                  <a:pt x="268008" y="86131"/>
                </a:moveTo>
                <a:cubicBezTo>
                  <a:pt x="268008" y="87525"/>
                  <a:pt x="267941" y="88807"/>
                  <a:pt x="267806" y="89976"/>
                </a:cubicBezTo>
                <a:cubicBezTo>
                  <a:pt x="267671" y="91145"/>
                  <a:pt x="267446" y="92247"/>
                  <a:pt x="267131" y="93281"/>
                </a:cubicBezTo>
                <a:cubicBezTo>
                  <a:pt x="266817" y="94315"/>
                  <a:pt x="266401" y="95338"/>
                  <a:pt x="265884" y="96350"/>
                </a:cubicBezTo>
                <a:cubicBezTo>
                  <a:pt x="265366" y="97361"/>
                  <a:pt x="264726" y="98429"/>
                  <a:pt x="263961" y="99553"/>
                </a:cubicBezTo>
                <a:lnTo>
                  <a:pt x="254721" y="113448"/>
                </a:lnTo>
                <a:cubicBezTo>
                  <a:pt x="254496" y="113763"/>
                  <a:pt x="254237" y="114032"/>
                  <a:pt x="253945" y="114257"/>
                </a:cubicBezTo>
                <a:cubicBezTo>
                  <a:pt x="253653" y="114482"/>
                  <a:pt x="253293" y="114684"/>
                  <a:pt x="252866" y="114864"/>
                </a:cubicBezTo>
                <a:cubicBezTo>
                  <a:pt x="252439" y="115044"/>
                  <a:pt x="251944" y="115168"/>
                  <a:pt x="251382" y="115235"/>
                </a:cubicBezTo>
                <a:cubicBezTo>
                  <a:pt x="250820" y="115303"/>
                  <a:pt x="250112" y="115336"/>
                  <a:pt x="249258" y="115336"/>
                </a:cubicBezTo>
                <a:cubicBezTo>
                  <a:pt x="248493" y="115336"/>
                  <a:pt x="247852" y="115303"/>
                  <a:pt x="247335" y="115235"/>
                </a:cubicBezTo>
                <a:cubicBezTo>
                  <a:pt x="246818" y="115168"/>
                  <a:pt x="246447" y="115055"/>
                  <a:pt x="246222" y="114898"/>
                </a:cubicBezTo>
                <a:cubicBezTo>
                  <a:pt x="245998" y="114741"/>
                  <a:pt x="245874" y="114527"/>
                  <a:pt x="245851" y="114257"/>
                </a:cubicBezTo>
                <a:cubicBezTo>
                  <a:pt x="245829" y="113987"/>
                  <a:pt x="245908" y="113673"/>
                  <a:pt x="246088" y="113313"/>
                </a:cubicBezTo>
                <a:lnTo>
                  <a:pt x="255058" y="94765"/>
                </a:lnTo>
                <a:lnTo>
                  <a:pt x="255058" y="86131"/>
                </a:lnTo>
                <a:cubicBezTo>
                  <a:pt x="255058" y="84917"/>
                  <a:pt x="255182" y="83950"/>
                  <a:pt x="255429" y="83231"/>
                </a:cubicBezTo>
                <a:cubicBezTo>
                  <a:pt x="255676" y="82512"/>
                  <a:pt x="256070" y="81972"/>
                  <a:pt x="256609" y="81612"/>
                </a:cubicBezTo>
                <a:cubicBezTo>
                  <a:pt x="257149" y="81253"/>
                  <a:pt x="257823" y="81005"/>
                  <a:pt x="258633" y="80870"/>
                </a:cubicBezTo>
                <a:cubicBezTo>
                  <a:pt x="259442" y="80735"/>
                  <a:pt x="260431" y="80668"/>
                  <a:pt x="261601" y="80668"/>
                </a:cubicBezTo>
                <a:cubicBezTo>
                  <a:pt x="262725" y="80668"/>
                  <a:pt x="263691" y="80735"/>
                  <a:pt x="264501" y="80870"/>
                </a:cubicBezTo>
                <a:cubicBezTo>
                  <a:pt x="265310" y="81005"/>
                  <a:pt x="265973" y="81253"/>
                  <a:pt x="266491" y="81612"/>
                </a:cubicBezTo>
                <a:cubicBezTo>
                  <a:pt x="267008" y="81972"/>
                  <a:pt x="267390" y="82512"/>
                  <a:pt x="267637" y="83231"/>
                </a:cubicBezTo>
                <a:cubicBezTo>
                  <a:pt x="267884" y="83950"/>
                  <a:pt x="268008" y="84917"/>
                  <a:pt x="268008" y="86131"/>
                </a:cubicBezTo>
                <a:close/>
                <a:moveTo>
                  <a:pt x="370654" y="67785"/>
                </a:moveTo>
                <a:cubicBezTo>
                  <a:pt x="370654" y="72462"/>
                  <a:pt x="369867" y="76621"/>
                  <a:pt x="368294" y="80263"/>
                </a:cubicBezTo>
                <a:cubicBezTo>
                  <a:pt x="366720" y="83906"/>
                  <a:pt x="364494" y="86974"/>
                  <a:pt x="361616" y="89470"/>
                </a:cubicBezTo>
                <a:cubicBezTo>
                  <a:pt x="358738" y="91966"/>
                  <a:pt x="355310" y="93865"/>
                  <a:pt x="351330" y="95169"/>
                </a:cubicBezTo>
                <a:cubicBezTo>
                  <a:pt x="347351" y="96473"/>
                  <a:pt x="342933" y="97125"/>
                  <a:pt x="338077" y="97125"/>
                </a:cubicBezTo>
                <a:cubicBezTo>
                  <a:pt x="335379" y="97125"/>
                  <a:pt x="332816" y="96934"/>
                  <a:pt x="330388" y="96552"/>
                </a:cubicBezTo>
                <a:cubicBezTo>
                  <a:pt x="327960" y="96170"/>
                  <a:pt x="325801" y="95698"/>
                  <a:pt x="323913" y="95136"/>
                </a:cubicBezTo>
                <a:cubicBezTo>
                  <a:pt x="322024" y="94574"/>
                  <a:pt x="320473" y="94023"/>
                  <a:pt x="319259" y="93483"/>
                </a:cubicBezTo>
                <a:cubicBezTo>
                  <a:pt x="318045" y="92944"/>
                  <a:pt x="317269" y="92516"/>
                  <a:pt x="316932" y="92202"/>
                </a:cubicBezTo>
                <a:cubicBezTo>
                  <a:pt x="316595" y="91887"/>
                  <a:pt x="316358" y="91595"/>
                  <a:pt x="316224" y="91325"/>
                </a:cubicBezTo>
                <a:cubicBezTo>
                  <a:pt x="316089" y="91055"/>
                  <a:pt x="315965" y="90729"/>
                  <a:pt x="315853" y="90347"/>
                </a:cubicBezTo>
                <a:cubicBezTo>
                  <a:pt x="315740" y="89965"/>
                  <a:pt x="315661" y="89481"/>
                  <a:pt x="315617" y="88897"/>
                </a:cubicBezTo>
                <a:cubicBezTo>
                  <a:pt x="315572" y="88312"/>
                  <a:pt x="315549" y="87615"/>
                  <a:pt x="315549" y="86806"/>
                </a:cubicBezTo>
                <a:cubicBezTo>
                  <a:pt x="315549" y="86041"/>
                  <a:pt x="315583" y="85356"/>
                  <a:pt x="315650" y="84749"/>
                </a:cubicBezTo>
                <a:cubicBezTo>
                  <a:pt x="315718" y="84142"/>
                  <a:pt x="315841" y="83647"/>
                  <a:pt x="316021" y="83265"/>
                </a:cubicBezTo>
                <a:cubicBezTo>
                  <a:pt x="316201" y="82883"/>
                  <a:pt x="316415" y="82602"/>
                  <a:pt x="316662" y="82422"/>
                </a:cubicBezTo>
                <a:cubicBezTo>
                  <a:pt x="316909" y="82242"/>
                  <a:pt x="317190" y="82152"/>
                  <a:pt x="317505" y="82152"/>
                </a:cubicBezTo>
                <a:cubicBezTo>
                  <a:pt x="317955" y="82152"/>
                  <a:pt x="318652" y="82433"/>
                  <a:pt x="319596" y="82995"/>
                </a:cubicBezTo>
                <a:cubicBezTo>
                  <a:pt x="320540" y="83557"/>
                  <a:pt x="321811" y="84164"/>
                  <a:pt x="323407" y="84816"/>
                </a:cubicBezTo>
                <a:cubicBezTo>
                  <a:pt x="325003" y="85468"/>
                  <a:pt x="326982" y="86086"/>
                  <a:pt x="329342" y="86671"/>
                </a:cubicBezTo>
                <a:cubicBezTo>
                  <a:pt x="331703" y="87255"/>
                  <a:pt x="334502" y="87548"/>
                  <a:pt x="337740" y="87548"/>
                </a:cubicBezTo>
                <a:cubicBezTo>
                  <a:pt x="340752" y="87548"/>
                  <a:pt x="343518" y="87188"/>
                  <a:pt x="346036" y="86469"/>
                </a:cubicBezTo>
                <a:cubicBezTo>
                  <a:pt x="348554" y="85749"/>
                  <a:pt x="350723" y="84625"/>
                  <a:pt x="352544" y="83096"/>
                </a:cubicBezTo>
                <a:cubicBezTo>
                  <a:pt x="354365" y="81567"/>
                  <a:pt x="355793" y="79645"/>
                  <a:pt x="356827" y="77329"/>
                </a:cubicBezTo>
                <a:cubicBezTo>
                  <a:pt x="357862" y="75014"/>
                  <a:pt x="358379" y="72192"/>
                  <a:pt x="358379" y="68865"/>
                </a:cubicBezTo>
                <a:cubicBezTo>
                  <a:pt x="358379" y="66077"/>
                  <a:pt x="357940" y="63615"/>
                  <a:pt x="357063" y="61479"/>
                </a:cubicBezTo>
                <a:cubicBezTo>
                  <a:pt x="356187" y="59343"/>
                  <a:pt x="354838" y="57567"/>
                  <a:pt x="353017" y="56151"/>
                </a:cubicBezTo>
                <a:cubicBezTo>
                  <a:pt x="351195" y="54734"/>
                  <a:pt x="348891" y="53677"/>
                  <a:pt x="346103" y="52981"/>
                </a:cubicBezTo>
                <a:cubicBezTo>
                  <a:pt x="343315" y="52284"/>
                  <a:pt x="339988" y="51935"/>
                  <a:pt x="336121" y="51935"/>
                </a:cubicBezTo>
                <a:cubicBezTo>
                  <a:pt x="333378" y="51935"/>
                  <a:pt x="331017" y="52070"/>
                  <a:pt x="329039" y="52340"/>
                </a:cubicBezTo>
                <a:cubicBezTo>
                  <a:pt x="327060" y="52610"/>
                  <a:pt x="325217" y="52744"/>
                  <a:pt x="323508" y="52744"/>
                </a:cubicBezTo>
                <a:cubicBezTo>
                  <a:pt x="322249" y="52744"/>
                  <a:pt x="321350" y="52452"/>
                  <a:pt x="320810" y="51868"/>
                </a:cubicBezTo>
                <a:cubicBezTo>
                  <a:pt x="320270" y="51282"/>
                  <a:pt x="320001" y="50155"/>
                  <a:pt x="320001" y="48489"/>
                </a:cubicBezTo>
                <a:lnTo>
                  <a:pt x="320001" y="12889"/>
                </a:lnTo>
                <a:cubicBezTo>
                  <a:pt x="320001" y="11404"/>
                  <a:pt x="320349" y="10301"/>
                  <a:pt x="321046" y="9580"/>
                </a:cubicBezTo>
                <a:cubicBezTo>
                  <a:pt x="321743" y="8859"/>
                  <a:pt x="322744" y="8498"/>
                  <a:pt x="324048" y="8498"/>
                </a:cubicBezTo>
                <a:lnTo>
                  <a:pt x="362695" y="8498"/>
                </a:lnTo>
                <a:cubicBezTo>
                  <a:pt x="363055" y="8498"/>
                  <a:pt x="363404" y="8600"/>
                  <a:pt x="363741" y="8802"/>
                </a:cubicBezTo>
                <a:cubicBezTo>
                  <a:pt x="364078" y="9004"/>
                  <a:pt x="364359" y="9308"/>
                  <a:pt x="364584" y="9713"/>
                </a:cubicBezTo>
                <a:cubicBezTo>
                  <a:pt x="364809" y="10117"/>
                  <a:pt x="364977" y="10634"/>
                  <a:pt x="365090" y="11264"/>
                </a:cubicBezTo>
                <a:cubicBezTo>
                  <a:pt x="365202" y="11893"/>
                  <a:pt x="365258" y="12635"/>
                  <a:pt x="365258" y="13490"/>
                </a:cubicBezTo>
                <a:cubicBezTo>
                  <a:pt x="365258" y="15108"/>
                  <a:pt x="365034" y="16367"/>
                  <a:pt x="364584" y="17267"/>
                </a:cubicBezTo>
                <a:cubicBezTo>
                  <a:pt x="364134" y="18166"/>
                  <a:pt x="363505" y="18616"/>
                  <a:pt x="362695" y="18616"/>
                </a:cubicBezTo>
                <a:lnTo>
                  <a:pt x="330118" y="18616"/>
                </a:lnTo>
                <a:lnTo>
                  <a:pt x="330118" y="43167"/>
                </a:lnTo>
                <a:cubicBezTo>
                  <a:pt x="331692" y="42942"/>
                  <a:pt x="333299" y="42807"/>
                  <a:pt x="334940" y="42762"/>
                </a:cubicBezTo>
                <a:cubicBezTo>
                  <a:pt x="336582" y="42717"/>
                  <a:pt x="338481" y="42695"/>
                  <a:pt x="340640" y="42695"/>
                </a:cubicBezTo>
                <a:cubicBezTo>
                  <a:pt x="345631" y="42695"/>
                  <a:pt x="349993" y="43290"/>
                  <a:pt x="353725" y="44482"/>
                </a:cubicBezTo>
                <a:cubicBezTo>
                  <a:pt x="357457" y="45674"/>
                  <a:pt x="360571" y="47360"/>
                  <a:pt x="363066" y="49541"/>
                </a:cubicBezTo>
                <a:cubicBezTo>
                  <a:pt x="365562" y="51721"/>
                  <a:pt x="367450" y="54363"/>
                  <a:pt x="368732" y="57466"/>
                </a:cubicBezTo>
                <a:cubicBezTo>
                  <a:pt x="370013" y="60568"/>
                  <a:pt x="370654" y="64008"/>
                  <a:pt x="370654" y="67785"/>
                </a:cubicBezTo>
                <a:close/>
                <a:moveTo>
                  <a:pt x="441295" y="91190"/>
                </a:moveTo>
                <a:cubicBezTo>
                  <a:pt x="441295" y="92044"/>
                  <a:pt x="441227" y="92764"/>
                  <a:pt x="441092" y="93348"/>
                </a:cubicBezTo>
                <a:cubicBezTo>
                  <a:pt x="440957" y="93933"/>
                  <a:pt x="440777" y="94405"/>
                  <a:pt x="440553" y="94765"/>
                </a:cubicBezTo>
                <a:cubicBezTo>
                  <a:pt x="440328" y="95124"/>
                  <a:pt x="440069" y="95383"/>
                  <a:pt x="439777" y="95540"/>
                </a:cubicBezTo>
                <a:cubicBezTo>
                  <a:pt x="439485" y="95698"/>
                  <a:pt x="439181" y="95776"/>
                  <a:pt x="438866" y="95776"/>
                </a:cubicBezTo>
                <a:lnTo>
                  <a:pt x="393271" y="95776"/>
                </a:lnTo>
                <a:cubicBezTo>
                  <a:pt x="392957" y="95776"/>
                  <a:pt x="392664" y="95698"/>
                  <a:pt x="392395" y="95540"/>
                </a:cubicBezTo>
                <a:cubicBezTo>
                  <a:pt x="392125" y="95383"/>
                  <a:pt x="391866" y="95124"/>
                  <a:pt x="391619" y="94765"/>
                </a:cubicBezTo>
                <a:cubicBezTo>
                  <a:pt x="391372" y="94405"/>
                  <a:pt x="391181" y="93933"/>
                  <a:pt x="391046" y="93348"/>
                </a:cubicBezTo>
                <a:cubicBezTo>
                  <a:pt x="390911" y="92764"/>
                  <a:pt x="390843" y="92044"/>
                  <a:pt x="390843" y="91190"/>
                </a:cubicBezTo>
                <a:cubicBezTo>
                  <a:pt x="390843" y="90381"/>
                  <a:pt x="390911" y="89684"/>
                  <a:pt x="391046" y="89099"/>
                </a:cubicBezTo>
                <a:cubicBezTo>
                  <a:pt x="391181" y="88514"/>
                  <a:pt x="391349" y="88031"/>
                  <a:pt x="391552" y="87649"/>
                </a:cubicBezTo>
                <a:cubicBezTo>
                  <a:pt x="391754" y="87267"/>
                  <a:pt x="392001" y="86974"/>
                  <a:pt x="392293" y="86772"/>
                </a:cubicBezTo>
                <a:cubicBezTo>
                  <a:pt x="392586" y="86570"/>
                  <a:pt x="392912" y="86469"/>
                  <a:pt x="393271" y="86469"/>
                </a:cubicBezTo>
                <a:lnTo>
                  <a:pt x="411482" y="86469"/>
                </a:lnTo>
                <a:lnTo>
                  <a:pt x="411482" y="20032"/>
                </a:lnTo>
                <a:lnTo>
                  <a:pt x="394620" y="30149"/>
                </a:lnTo>
                <a:cubicBezTo>
                  <a:pt x="393766" y="30599"/>
                  <a:pt x="393080" y="30869"/>
                  <a:pt x="392563" y="30959"/>
                </a:cubicBezTo>
                <a:cubicBezTo>
                  <a:pt x="392046" y="31049"/>
                  <a:pt x="391630" y="30947"/>
                  <a:pt x="391315" y="30655"/>
                </a:cubicBezTo>
                <a:cubicBezTo>
                  <a:pt x="391001" y="30363"/>
                  <a:pt x="390787" y="29879"/>
                  <a:pt x="390675" y="29203"/>
                </a:cubicBezTo>
                <a:cubicBezTo>
                  <a:pt x="390562" y="28526"/>
                  <a:pt x="390506" y="27669"/>
                  <a:pt x="390506" y="26631"/>
                </a:cubicBezTo>
                <a:cubicBezTo>
                  <a:pt x="390506" y="25864"/>
                  <a:pt x="390540" y="25210"/>
                  <a:pt x="390607" y="24669"/>
                </a:cubicBezTo>
                <a:cubicBezTo>
                  <a:pt x="390675" y="24128"/>
                  <a:pt x="390776" y="23677"/>
                  <a:pt x="390911" y="23316"/>
                </a:cubicBezTo>
                <a:cubicBezTo>
                  <a:pt x="391046" y="22955"/>
                  <a:pt x="391237" y="22639"/>
                  <a:pt x="391484" y="22370"/>
                </a:cubicBezTo>
                <a:cubicBezTo>
                  <a:pt x="391731" y="22098"/>
                  <a:pt x="392057" y="21828"/>
                  <a:pt x="392462" y="21558"/>
                </a:cubicBezTo>
                <a:lnTo>
                  <a:pt x="412562" y="8635"/>
                </a:lnTo>
                <a:cubicBezTo>
                  <a:pt x="412742" y="8501"/>
                  <a:pt x="412966" y="8388"/>
                  <a:pt x="413236" y="8298"/>
                </a:cubicBezTo>
                <a:cubicBezTo>
                  <a:pt x="413506" y="8207"/>
                  <a:pt x="413843" y="8116"/>
                  <a:pt x="414248" y="8026"/>
                </a:cubicBezTo>
                <a:cubicBezTo>
                  <a:pt x="414653" y="7936"/>
                  <a:pt x="415125" y="7880"/>
                  <a:pt x="415664" y="7858"/>
                </a:cubicBezTo>
                <a:cubicBezTo>
                  <a:pt x="416204" y="7835"/>
                  <a:pt x="416878" y="7824"/>
                  <a:pt x="417688" y="7824"/>
                </a:cubicBezTo>
                <a:cubicBezTo>
                  <a:pt x="418767" y="7824"/>
                  <a:pt x="419666" y="7869"/>
                  <a:pt x="420386" y="7959"/>
                </a:cubicBezTo>
                <a:cubicBezTo>
                  <a:pt x="421105" y="8049"/>
                  <a:pt x="421667" y="8172"/>
                  <a:pt x="422072" y="8330"/>
                </a:cubicBezTo>
                <a:cubicBezTo>
                  <a:pt x="422477" y="8487"/>
                  <a:pt x="422746" y="8690"/>
                  <a:pt x="422881" y="8939"/>
                </a:cubicBezTo>
                <a:cubicBezTo>
                  <a:pt x="423016" y="9186"/>
                  <a:pt x="423084" y="9445"/>
                  <a:pt x="423084" y="9715"/>
                </a:cubicBezTo>
                <a:lnTo>
                  <a:pt x="423084" y="86469"/>
                </a:lnTo>
                <a:lnTo>
                  <a:pt x="438866" y="86469"/>
                </a:lnTo>
                <a:cubicBezTo>
                  <a:pt x="439226" y="86469"/>
                  <a:pt x="439563" y="86570"/>
                  <a:pt x="439878" y="86772"/>
                </a:cubicBezTo>
                <a:cubicBezTo>
                  <a:pt x="440193" y="86974"/>
                  <a:pt x="440451" y="87267"/>
                  <a:pt x="440654" y="87649"/>
                </a:cubicBezTo>
                <a:cubicBezTo>
                  <a:pt x="440856" y="88031"/>
                  <a:pt x="441014" y="88514"/>
                  <a:pt x="441126" y="89099"/>
                </a:cubicBezTo>
                <a:cubicBezTo>
                  <a:pt x="441238" y="89684"/>
                  <a:pt x="441295" y="90381"/>
                  <a:pt x="441295" y="91190"/>
                </a:cubicBezTo>
                <a:close/>
                <a:moveTo>
                  <a:pt x="481652" y="59557"/>
                </a:moveTo>
                <a:cubicBezTo>
                  <a:pt x="481652" y="64643"/>
                  <a:pt x="481337" y="69674"/>
                  <a:pt x="480707" y="74648"/>
                </a:cubicBezTo>
                <a:cubicBezTo>
                  <a:pt x="480078" y="79623"/>
                  <a:pt x="479134" y="84541"/>
                  <a:pt x="477874" y="89403"/>
                </a:cubicBezTo>
                <a:cubicBezTo>
                  <a:pt x="476615" y="94264"/>
                  <a:pt x="475075" y="99048"/>
                  <a:pt x="473254" y="103752"/>
                </a:cubicBezTo>
                <a:cubicBezTo>
                  <a:pt x="471433" y="108457"/>
                  <a:pt x="469309" y="113104"/>
                  <a:pt x="466880" y="117695"/>
                </a:cubicBezTo>
                <a:cubicBezTo>
                  <a:pt x="466746" y="117920"/>
                  <a:pt x="466543" y="118122"/>
                  <a:pt x="466273" y="118302"/>
                </a:cubicBezTo>
                <a:cubicBezTo>
                  <a:pt x="466004" y="118483"/>
                  <a:pt x="465655" y="118641"/>
                  <a:pt x="465228" y="118776"/>
                </a:cubicBezTo>
                <a:cubicBezTo>
                  <a:pt x="464801" y="118911"/>
                  <a:pt x="464295" y="119001"/>
                  <a:pt x="463710" y="119046"/>
                </a:cubicBezTo>
                <a:cubicBezTo>
                  <a:pt x="463126" y="119091"/>
                  <a:pt x="462429" y="119113"/>
                  <a:pt x="461619" y="119113"/>
                </a:cubicBezTo>
                <a:cubicBezTo>
                  <a:pt x="460450" y="119113"/>
                  <a:pt x="459540" y="119057"/>
                  <a:pt x="458888" y="118945"/>
                </a:cubicBezTo>
                <a:cubicBezTo>
                  <a:pt x="458236" y="118832"/>
                  <a:pt x="457764" y="118652"/>
                  <a:pt x="457471" y="118403"/>
                </a:cubicBezTo>
                <a:cubicBezTo>
                  <a:pt x="457179" y="118156"/>
                  <a:pt x="457044" y="117841"/>
                  <a:pt x="457067" y="117459"/>
                </a:cubicBezTo>
                <a:cubicBezTo>
                  <a:pt x="457089" y="117077"/>
                  <a:pt x="457213" y="116615"/>
                  <a:pt x="457438" y="116074"/>
                </a:cubicBezTo>
                <a:cubicBezTo>
                  <a:pt x="461575" y="106981"/>
                  <a:pt x="464700" y="97675"/>
                  <a:pt x="466813" y="88155"/>
                </a:cubicBezTo>
                <a:cubicBezTo>
                  <a:pt x="468926" y="78633"/>
                  <a:pt x="469983" y="69033"/>
                  <a:pt x="469983" y="59354"/>
                </a:cubicBezTo>
                <a:cubicBezTo>
                  <a:pt x="469983" y="49721"/>
                  <a:pt x="468926" y="40144"/>
                  <a:pt x="466813" y="30624"/>
                </a:cubicBezTo>
                <a:cubicBezTo>
                  <a:pt x="464700" y="21102"/>
                  <a:pt x="461530" y="11817"/>
                  <a:pt x="457303" y="2767"/>
                </a:cubicBezTo>
                <a:cubicBezTo>
                  <a:pt x="457123" y="2363"/>
                  <a:pt x="457055" y="1981"/>
                  <a:pt x="457100" y="1621"/>
                </a:cubicBezTo>
                <a:cubicBezTo>
                  <a:pt x="457145" y="1261"/>
                  <a:pt x="457348" y="969"/>
                  <a:pt x="457707" y="744"/>
                </a:cubicBezTo>
                <a:cubicBezTo>
                  <a:pt x="458067" y="518"/>
                  <a:pt x="458562" y="337"/>
                  <a:pt x="459191" y="202"/>
                </a:cubicBezTo>
                <a:cubicBezTo>
                  <a:pt x="459821" y="67"/>
                  <a:pt x="460653" y="0"/>
                  <a:pt x="461687" y="0"/>
                </a:cubicBezTo>
                <a:cubicBezTo>
                  <a:pt x="462631" y="0"/>
                  <a:pt x="463418" y="34"/>
                  <a:pt x="464048" y="101"/>
                </a:cubicBezTo>
                <a:cubicBezTo>
                  <a:pt x="464677" y="169"/>
                  <a:pt x="465183" y="270"/>
                  <a:pt x="465565" y="405"/>
                </a:cubicBezTo>
                <a:cubicBezTo>
                  <a:pt x="465947" y="540"/>
                  <a:pt x="466228" y="675"/>
                  <a:pt x="466408" y="811"/>
                </a:cubicBezTo>
                <a:cubicBezTo>
                  <a:pt x="466588" y="946"/>
                  <a:pt x="466723" y="1104"/>
                  <a:pt x="466813" y="1284"/>
                </a:cubicBezTo>
                <a:cubicBezTo>
                  <a:pt x="471444" y="10511"/>
                  <a:pt x="475075" y="19998"/>
                  <a:pt x="477706" y="29745"/>
                </a:cubicBezTo>
                <a:cubicBezTo>
                  <a:pt x="480336" y="39491"/>
                  <a:pt x="481652" y="49428"/>
                  <a:pt x="481652" y="595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18">
            <a:extLst xmlns:a="http://schemas.openxmlformats.org/drawingml/2006/main">
              <a:ext uri="{FF2B5EF4-FFF2-40B4-BE49-F238E27FC236}">
                <a16:creationId xmlns:a16="http://schemas.microsoft.com/office/drawing/2014/main" id="{C54558B6-1068-4835-A985-BED5E7C10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4599" y="1328870"/>
            <a:ext cx="122597" cy="89976"/>
          </a:xfrm>
          <a:custGeom xmlns:a="http://schemas.openxmlformats.org/drawingml/2006/main">
            <a:pathLst>
              <a:path w="122597" h="89976">
                <a:moveTo>
                  <a:pt x="50788" y="84040"/>
                </a:moveTo>
                <a:cubicBezTo>
                  <a:pt x="50788" y="84895"/>
                  <a:pt x="50721" y="85614"/>
                  <a:pt x="50586" y="86199"/>
                </a:cubicBezTo>
                <a:cubicBezTo>
                  <a:pt x="50451" y="86783"/>
                  <a:pt x="50271" y="87255"/>
                  <a:pt x="50047" y="87615"/>
                </a:cubicBezTo>
                <a:cubicBezTo>
                  <a:pt x="49822" y="87975"/>
                  <a:pt x="49563" y="88233"/>
                  <a:pt x="49271" y="88391"/>
                </a:cubicBezTo>
                <a:cubicBezTo>
                  <a:pt x="48979" y="88548"/>
                  <a:pt x="48675" y="88627"/>
                  <a:pt x="48360" y="88627"/>
                </a:cubicBezTo>
                <a:lnTo>
                  <a:pt x="2765" y="88627"/>
                </a:lnTo>
                <a:cubicBezTo>
                  <a:pt x="2451" y="88627"/>
                  <a:pt x="2158" y="88548"/>
                  <a:pt x="1889" y="88391"/>
                </a:cubicBezTo>
                <a:cubicBezTo>
                  <a:pt x="1619" y="88233"/>
                  <a:pt x="1360" y="87975"/>
                  <a:pt x="1113" y="87615"/>
                </a:cubicBezTo>
                <a:cubicBezTo>
                  <a:pt x="866" y="87255"/>
                  <a:pt x="674" y="86783"/>
                  <a:pt x="540" y="86199"/>
                </a:cubicBezTo>
                <a:cubicBezTo>
                  <a:pt x="405" y="85614"/>
                  <a:pt x="337" y="84895"/>
                  <a:pt x="337" y="84040"/>
                </a:cubicBezTo>
                <a:cubicBezTo>
                  <a:pt x="337" y="83231"/>
                  <a:pt x="405" y="82534"/>
                  <a:pt x="540" y="81950"/>
                </a:cubicBezTo>
                <a:cubicBezTo>
                  <a:pt x="674" y="81365"/>
                  <a:pt x="843" y="80882"/>
                  <a:pt x="1045" y="80499"/>
                </a:cubicBezTo>
                <a:cubicBezTo>
                  <a:pt x="1248" y="80117"/>
                  <a:pt x="1495" y="79825"/>
                  <a:pt x="1787" y="79623"/>
                </a:cubicBezTo>
                <a:cubicBezTo>
                  <a:pt x="2080" y="79420"/>
                  <a:pt x="2406" y="79319"/>
                  <a:pt x="2765" y="79319"/>
                </a:cubicBezTo>
                <a:lnTo>
                  <a:pt x="20976" y="79319"/>
                </a:lnTo>
                <a:lnTo>
                  <a:pt x="20976" y="12883"/>
                </a:lnTo>
                <a:lnTo>
                  <a:pt x="4114" y="23000"/>
                </a:lnTo>
                <a:cubicBezTo>
                  <a:pt x="3260" y="23449"/>
                  <a:pt x="2574" y="23719"/>
                  <a:pt x="2057" y="23809"/>
                </a:cubicBezTo>
                <a:cubicBezTo>
                  <a:pt x="1540" y="23899"/>
                  <a:pt x="1124" y="23798"/>
                  <a:pt x="809" y="23506"/>
                </a:cubicBezTo>
                <a:cubicBezTo>
                  <a:pt x="495" y="23213"/>
                  <a:pt x="281" y="22729"/>
                  <a:pt x="169" y="22053"/>
                </a:cubicBezTo>
                <a:cubicBezTo>
                  <a:pt x="56" y="21376"/>
                  <a:pt x="0" y="20519"/>
                  <a:pt x="0" y="19482"/>
                </a:cubicBezTo>
                <a:cubicBezTo>
                  <a:pt x="0" y="18715"/>
                  <a:pt x="34" y="18061"/>
                  <a:pt x="101" y="17520"/>
                </a:cubicBezTo>
                <a:cubicBezTo>
                  <a:pt x="169" y="16979"/>
                  <a:pt x="270" y="16528"/>
                  <a:pt x="405" y="16166"/>
                </a:cubicBezTo>
                <a:cubicBezTo>
                  <a:pt x="540" y="15805"/>
                  <a:pt x="731" y="15490"/>
                  <a:pt x="978" y="15220"/>
                </a:cubicBezTo>
                <a:cubicBezTo>
                  <a:pt x="1225" y="14949"/>
                  <a:pt x="1551" y="14678"/>
                  <a:pt x="1956" y="14409"/>
                </a:cubicBezTo>
                <a:lnTo>
                  <a:pt x="22056" y="1486"/>
                </a:lnTo>
                <a:cubicBezTo>
                  <a:pt x="22235" y="1351"/>
                  <a:pt x="22460" y="1239"/>
                  <a:pt x="22730" y="1149"/>
                </a:cubicBezTo>
                <a:cubicBezTo>
                  <a:pt x="23000" y="1057"/>
                  <a:pt x="23337" y="967"/>
                  <a:pt x="23742" y="877"/>
                </a:cubicBezTo>
                <a:cubicBezTo>
                  <a:pt x="24146" y="787"/>
                  <a:pt x="24619" y="731"/>
                  <a:pt x="25158" y="708"/>
                </a:cubicBezTo>
                <a:cubicBezTo>
                  <a:pt x="25698" y="686"/>
                  <a:pt x="26372" y="674"/>
                  <a:pt x="27182" y="674"/>
                </a:cubicBezTo>
                <a:cubicBezTo>
                  <a:pt x="28261" y="674"/>
                  <a:pt x="29160" y="719"/>
                  <a:pt x="29880" y="809"/>
                </a:cubicBezTo>
                <a:cubicBezTo>
                  <a:pt x="30599" y="899"/>
                  <a:pt x="31161" y="1023"/>
                  <a:pt x="31566" y="1180"/>
                </a:cubicBezTo>
                <a:cubicBezTo>
                  <a:pt x="31970" y="1338"/>
                  <a:pt x="32240" y="1541"/>
                  <a:pt x="32375" y="1789"/>
                </a:cubicBezTo>
                <a:cubicBezTo>
                  <a:pt x="32510" y="2037"/>
                  <a:pt x="32577" y="2295"/>
                  <a:pt x="32577" y="2565"/>
                </a:cubicBezTo>
                <a:lnTo>
                  <a:pt x="32577" y="79319"/>
                </a:lnTo>
                <a:lnTo>
                  <a:pt x="48360" y="79319"/>
                </a:lnTo>
                <a:cubicBezTo>
                  <a:pt x="48720" y="79319"/>
                  <a:pt x="49057" y="79420"/>
                  <a:pt x="49372" y="79623"/>
                </a:cubicBezTo>
                <a:cubicBezTo>
                  <a:pt x="49687" y="79825"/>
                  <a:pt x="49945" y="80117"/>
                  <a:pt x="50148" y="80499"/>
                </a:cubicBezTo>
                <a:cubicBezTo>
                  <a:pt x="50350" y="80882"/>
                  <a:pt x="50507" y="81365"/>
                  <a:pt x="50620" y="81950"/>
                </a:cubicBezTo>
                <a:cubicBezTo>
                  <a:pt x="50732" y="82534"/>
                  <a:pt x="50788" y="83231"/>
                  <a:pt x="50788" y="84040"/>
                </a:cubicBezTo>
                <a:close/>
                <a:moveTo>
                  <a:pt x="122597" y="66266"/>
                </a:moveTo>
                <a:cubicBezTo>
                  <a:pt x="122597" y="70048"/>
                  <a:pt x="121923" y="73415"/>
                  <a:pt x="120574" y="76364"/>
                </a:cubicBezTo>
                <a:cubicBezTo>
                  <a:pt x="119225" y="79313"/>
                  <a:pt x="117280" y="81802"/>
                  <a:pt x="114739" y="83830"/>
                </a:cubicBezTo>
                <a:cubicBezTo>
                  <a:pt x="112199" y="85856"/>
                  <a:pt x="109063" y="87387"/>
                  <a:pt x="105330" y="88422"/>
                </a:cubicBezTo>
                <a:cubicBezTo>
                  <a:pt x="101598" y="89458"/>
                  <a:pt x="97327" y="89976"/>
                  <a:pt x="92515" y="89976"/>
                </a:cubicBezTo>
                <a:cubicBezTo>
                  <a:pt x="88019" y="89976"/>
                  <a:pt x="83994" y="89503"/>
                  <a:pt x="80442" y="88557"/>
                </a:cubicBezTo>
                <a:cubicBezTo>
                  <a:pt x="76890" y="87612"/>
                  <a:pt x="73877" y="86216"/>
                  <a:pt x="71404" y="84369"/>
                </a:cubicBezTo>
                <a:cubicBezTo>
                  <a:pt x="68931" y="82523"/>
                  <a:pt x="67042" y="80249"/>
                  <a:pt x="65738" y="77546"/>
                </a:cubicBezTo>
                <a:cubicBezTo>
                  <a:pt x="64434" y="74844"/>
                  <a:pt x="63782" y="71760"/>
                  <a:pt x="63782" y="68293"/>
                </a:cubicBezTo>
                <a:cubicBezTo>
                  <a:pt x="63782" y="65546"/>
                  <a:pt x="64232" y="63025"/>
                  <a:pt x="65131" y="60729"/>
                </a:cubicBezTo>
                <a:cubicBezTo>
                  <a:pt x="66031" y="58431"/>
                  <a:pt x="67323" y="56314"/>
                  <a:pt x="69010" y="54378"/>
                </a:cubicBezTo>
                <a:cubicBezTo>
                  <a:pt x="70696" y="52442"/>
                  <a:pt x="72775" y="50629"/>
                  <a:pt x="75249" y="48940"/>
                </a:cubicBezTo>
                <a:cubicBezTo>
                  <a:pt x="77722" y="47251"/>
                  <a:pt x="80510" y="45641"/>
                  <a:pt x="83612" y="44109"/>
                </a:cubicBezTo>
                <a:cubicBezTo>
                  <a:pt x="80914" y="42714"/>
                  <a:pt x="78531" y="41240"/>
                  <a:pt x="76463" y="39687"/>
                </a:cubicBezTo>
                <a:cubicBezTo>
                  <a:pt x="74394" y="38133"/>
                  <a:pt x="72641" y="36444"/>
                  <a:pt x="71202" y="34620"/>
                </a:cubicBezTo>
                <a:cubicBezTo>
                  <a:pt x="69763" y="32796"/>
                  <a:pt x="68672" y="30848"/>
                  <a:pt x="67930" y="28777"/>
                </a:cubicBezTo>
                <a:cubicBezTo>
                  <a:pt x="67189" y="26705"/>
                  <a:pt x="66818" y="24453"/>
                  <a:pt x="66818" y="22022"/>
                </a:cubicBezTo>
                <a:cubicBezTo>
                  <a:pt x="66818" y="18959"/>
                  <a:pt x="67368" y="16088"/>
                  <a:pt x="68470" y="13410"/>
                </a:cubicBezTo>
                <a:cubicBezTo>
                  <a:pt x="69572" y="10730"/>
                  <a:pt x="71235" y="8399"/>
                  <a:pt x="73461" y="6418"/>
                </a:cubicBezTo>
                <a:cubicBezTo>
                  <a:pt x="75687" y="4435"/>
                  <a:pt x="78520" y="2870"/>
                  <a:pt x="81960" y="1722"/>
                </a:cubicBezTo>
                <a:cubicBezTo>
                  <a:pt x="85400" y="574"/>
                  <a:pt x="89413" y="0"/>
                  <a:pt x="93999" y="0"/>
                </a:cubicBezTo>
                <a:cubicBezTo>
                  <a:pt x="98406" y="0"/>
                  <a:pt x="102217" y="529"/>
                  <a:pt x="105432" y="1587"/>
                </a:cubicBezTo>
                <a:cubicBezTo>
                  <a:pt x="108647" y="2645"/>
                  <a:pt x="111300" y="4086"/>
                  <a:pt x="113390" y="5910"/>
                </a:cubicBezTo>
                <a:cubicBezTo>
                  <a:pt x="115481" y="7734"/>
                  <a:pt x="117021" y="9885"/>
                  <a:pt x="118011" y="12362"/>
                </a:cubicBezTo>
                <a:cubicBezTo>
                  <a:pt x="119000" y="14838"/>
                  <a:pt x="119495" y="17494"/>
                  <a:pt x="119495" y="20331"/>
                </a:cubicBezTo>
                <a:cubicBezTo>
                  <a:pt x="119495" y="22629"/>
                  <a:pt x="119124" y="24836"/>
                  <a:pt x="118382" y="26952"/>
                </a:cubicBezTo>
                <a:cubicBezTo>
                  <a:pt x="117640" y="29068"/>
                  <a:pt x="116549" y="31072"/>
                  <a:pt x="115110" y="32963"/>
                </a:cubicBezTo>
                <a:cubicBezTo>
                  <a:pt x="113672" y="34855"/>
                  <a:pt x="111907" y="36622"/>
                  <a:pt x="109816" y="38266"/>
                </a:cubicBezTo>
                <a:cubicBezTo>
                  <a:pt x="107725" y="39910"/>
                  <a:pt x="105330" y="41453"/>
                  <a:pt x="102633" y="42895"/>
                </a:cubicBezTo>
                <a:cubicBezTo>
                  <a:pt x="105825" y="44470"/>
                  <a:pt x="108669" y="46091"/>
                  <a:pt x="111165" y="47758"/>
                </a:cubicBezTo>
                <a:cubicBezTo>
                  <a:pt x="113660" y="49424"/>
                  <a:pt x="115751" y="51214"/>
                  <a:pt x="117437" y="53128"/>
                </a:cubicBezTo>
                <a:cubicBezTo>
                  <a:pt x="119124" y="55042"/>
                  <a:pt x="120405" y="57068"/>
                  <a:pt x="121282" y="59207"/>
                </a:cubicBezTo>
                <a:cubicBezTo>
                  <a:pt x="122159" y="61346"/>
                  <a:pt x="122597" y="63698"/>
                  <a:pt x="122597" y="66266"/>
                </a:cubicBezTo>
                <a:moveTo>
                  <a:pt x="108028" y="21404"/>
                </a:moveTo>
                <a:cubicBezTo>
                  <a:pt x="108028" y="19513"/>
                  <a:pt x="107702" y="17801"/>
                  <a:pt x="107050" y="16270"/>
                </a:cubicBezTo>
                <a:cubicBezTo>
                  <a:pt x="106398" y="14738"/>
                  <a:pt x="105443" y="13432"/>
                  <a:pt x="104184" y="12351"/>
                </a:cubicBezTo>
                <a:cubicBezTo>
                  <a:pt x="102925" y="11269"/>
                  <a:pt x="101362" y="10447"/>
                  <a:pt x="99496" y="9883"/>
                </a:cubicBezTo>
                <a:cubicBezTo>
                  <a:pt x="97630" y="9320"/>
                  <a:pt x="95505" y="9038"/>
                  <a:pt x="93122" y="9038"/>
                </a:cubicBezTo>
                <a:cubicBezTo>
                  <a:pt x="88266" y="9038"/>
                  <a:pt x="84590" y="10142"/>
                  <a:pt x="82095" y="12349"/>
                </a:cubicBezTo>
                <a:cubicBezTo>
                  <a:pt x="79599" y="14557"/>
                  <a:pt x="78351" y="17575"/>
                  <a:pt x="78351" y="21404"/>
                </a:cubicBezTo>
                <a:cubicBezTo>
                  <a:pt x="78351" y="23162"/>
                  <a:pt x="78655" y="24796"/>
                  <a:pt x="79262" y="26305"/>
                </a:cubicBezTo>
                <a:cubicBezTo>
                  <a:pt x="79869" y="27814"/>
                  <a:pt x="80813" y="29244"/>
                  <a:pt x="82095" y="30596"/>
                </a:cubicBezTo>
                <a:cubicBezTo>
                  <a:pt x="83376" y="31948"/>
                  <a:pt x="84995" y="33266"/>
                  <a:pt x="86951" y="34550"/>
                </a:cubicBezTo>
                <a:cubicBezTo>
                  <a:pt x="88907" y="35833"/>
                  <a:pt x="91234" y="37173"/>
                  <a:pt x="93932" y="38570"/>
                </a:cubicBezTo>
                <a:cubicBezTo>
                  <a:pt x="98473" y="36227"/>
                  <a:pt x="101958" y="33637"/>
                  <a:pt x="104386" y="30799"/>
                </a:cubicBezTo>
                <a:cubicBezTo>
                  <a:pt x="106814" y="27960"/>
                  <a:pt x="108028" y="24829"/>
                  <a:pt x="108028" y="21404"/>
                </a:cubicBezTo>
                <a:moveTo>
                  <a:pt x="110861" y="67490"/>
                </a:moveTo>
                <a:cubicBezTo>
                  <a:pt x="110861" y="65418"/>
                  <a:pt x="110479" y="63537"/>
                  <a:pt x="109715" y="61848"/>
                </a:cubicBezTo>
                <a:cubicBezTo>
                  <a:pt x="108950" y="60159"/>
                  <a:pt x="107792" y="58582"/>
                  <a:pt x="106241" y="57118"/>
                </a:cubicBezTo>
                <a:cubicBezTo>
                  <a:pt x="104690" y="55654"/>
                  <a:pt x="102756" y="54235"/>
                  <a:pt x="100440" y="52860"/>
                </a:cubicBezTo>
                <a:cubicBezTo>
                  <a:pt x="98125" y="51486"/>
                  <a:pt x="95438" y="50056"/>
                  <a:pt x="92380" y="48569"/>
                </a:cubicBezTo>
                <a:cubicBezTo>
                  <a:pt x="89548" y="49966"/>
                  <a:pt x="87063" y="51362"/>
                  <a:pt x="84927" y="52759"/>
                </a:cubicBezTo>
                <a:cubicBezTo>
                  <a:pt x="82792" y="54156"/>
                  <a:pt x="81038" y="55598"/>
                  <a:pt x="79666" y="57084"/>
                </a:cubicBezTo>
                <a:cubicBezTo>
                  <a:pt x="78295" y="58571"/>
                  <a:pt x="77261" y="60136"/>
                  <a:pt x="76564" y="61780"/>
                </a:cubicBezTo>
                <a:cubicBezTo>
                  <a:pt x="75867" y="63424"/>
                  <a:pt x="75518" y="65238"/>
                  <a:pt x="75518" y="67221"/>
                </a:cubicBezTo>
                <a:cubicBezTo>
                  <a:pt x="75518" y="71591"/>
                  <a:pt x="77013" y="74969"/>
                  <a:pt x="80004" y="77357"/>
                </a:cubicBezTo>
                <a:cubicBezTo>
                  <a:pt x="82994" y="79744"/>
                  <a:pt x="87457" y="80938"/>
                  <a:pt x="93392" y="80938"/>
                </a:cubicBezTo>
                <a:cubicBezTo>
                  <a:pt x="99148" y="80938"/>
                  <a:pt x="103498" y="79733"/>
                  <a:pt x="106443" y="77323"/>
                </a:cubicBezTo>
                <a:cubicBezTo>
                  <a:pt x="109389" y="74913"/>
                  <a:pt x="110861" y="71636"/>
                  <a:pt x="110861" y="674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PictonBlue,">
            <a:extLst xmlns:a="http://schemas.openxmlformats.org/drawingml/2006/main">
              <a:ext uri="{FF2B5EF4-FFF2-40B4-BE49-F238E27FC236}">
                <a16:creationId xmlns:a16="http://schemas.microsoft.com/office/drawing/2014/main" id="{3FEC781B-058C-44ED-89D6-0E2C063D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580" y="1240594"/>
            <a:ext cx="644279" cy="113583"/>
          </a:xfrm>
          <a:custGeom xmlns:a="http://schemas.openxmlformats.org/drawingml/2006/main">
            <a:pathLst>
              <a:path w="644279" h="113583">
                <a:moveTo>
                  <a:pt x="53621" y="32308"/>
                </a:moveTo>
                <a:cubicBezTo>
                  <a:pt x="53621" y="36669"/>
                  <a:pt x="52902" y="40604"/>
                  <a:pt x="51463" y="44111"/>
                </a:cubicBezTo>
                <a:cubicBezTo>
                  <a:pt x="50024" y="47618"/>
                  <a:pt x="47967" y="50609"/>
                  <a:pt x="45291" y="53082"/>
                </a:cubicBezTo>
                <a:cubicBezTo>
                  <a:pt x="42616" y="55555"/>
                  <a:pt x="39334" y="57466"/>
                  <a:pt x="35444" y="58815"/>
                </a:cubicBezTo>
                <a:cubicBezTo>
                  <a:pt x="31554" y="60164"/>
                  <a:pt x="26912" y="60838"/>
                  <a:pt x="21516" y="60838"/>
                </a:cubicBezTo>
                <a:lnTo>
                  <a:pt x="11601" y="60838"/>
                </a:lnTo>
                <a:lnTo>
                  <a:pt x="11601" y="92269"/>
                </a:lnTo>
                <a:cubicBezTo>
                  <a:pt x="11601" y="92629"/>
                  <a:pt x="11500" y="92944"/>
                  <a:pt x="11298" y="93213"/>
                </a:cubicBezTo>
                <a:cubicBezTo>
                  <a:pt x="11095" y="93483"/>
                  <a:pt x="10780" y="93697"/>
                  <a:pt x="10353" y="93854"/>
                </a:cubicBezTo>
                <a:cubicBezTo>
                  <a:pt x="9926" y="94011"/>
                  <a:pt x="9342" y="94146"/>
                  <a:pt x="8600" y="94259"/>
                </a:cubicBezTo>
                <a:cubicBezTo>
                  <a:pt x="7858" y="94371"/>
                  <a:pt x="6925" y="94427"/>
                  <a:pt x="5801" y="94427"/>
                </a:cubicBezTo>
                <a:cubicBezTo>
                  <a:pt x="4676" y="94427"/>
                  <a:pt x="3743" y="94371"/>
                  <a:pt x="3001" y="94259"/>
                </a:cubicBezTo>
                <a:cubicBezTo>
                  <a:pt x="2260" y="94146"/>
                  <a:pt x="1664" y="94011"/>
                  <a:pt x="1214" y="93854"/>
                </a:cubicBezTo>
                <a:cubicBezTo>
                  <a:pt x="764" y="93697"/>
                  <a:pt x="450" y="93483"/>
                  <a:pt x="270" y="93213"/>
                </a:cubicBezTo>
                <a:cubicBezTo>
                  <a:pt x="90" y="92944"/>
                  <a:pt x="0" y="92629"/>
                  <a:pt x="0" y="92269"/>
                </a:cubicBezTo>
                <a:lnTo>
                  <a:pt x="0" y="11736"/>
                </a:lnTo>
                <a:cubicBezTo>
                  <a:pt x="0" y="9937"/>
                  <a:pt x="472" y="8656"/>
                  <a:pt x="1416" y="7891"/>
                </a:cubicBezTo>
                <a:cubicBezTo>
                  <a:pt x="2361" y="7127"/>
                  <a:pt x="3417" y="6745"/>
                  <a:pt x="4586" y="6745"/>
                </a:cubicBezTo>
                <a:lnTo>
                  <a:pt x="23270" y="6745"/>
                </a:lnTo>
                <a:cubicBezTo>
                  <a:pt x="25158" y="6745"/>
                  <a:pt x="26968" y="6824"/>
                  <a:pt x="28699" y="6981"/>
                </a:cubicBezTo>
                <a:cubicBezTo>
                  <a:pt x="30430" y="7138"/>
                  <a:pt x="32476" y="7476"/>
                  <a:pt x="34837" y="7993"/>
                </a:cubicBezTo>
                <a:cubicBezTo>
                  <a:pt x="37198" y="8510"/>
                  <a:pt x="39603" y="9476"/>
                  <a:pt x="42054" y="10893"/>
                </a:cubicBezTo>
                <a:cubicBezTo>
                  <a:pt x="44505" y="12309"/>
                  <a:pt x="46584" y="14052"/>
                  <a:pt x="48293" y="16120"/>
                </a:cubicBezTo>
                <a:cubicBezTo>
                  <a:pt x="50002" y="18189"/>
                  <a:pt x="51317" y="20583"/>
                  <a:pt x="52239" y="23303"/>
                </a:cubicBezTo>
                <a:cubicBezTo>
                  <a:pt x="53160" y="26024"/>
                  <a:pt x="53621" y="29025"/>
                  <a:pt x="53621" y="32308"/>
                </a:cubicBezTo>
                <a:moveTo>
                  <a:pt x="41413" y="33252"/>
                </a:moveTo>
                <a:cubicBezTo>
                  <a:pt x="41413" y="29700"/>
                  <a:pt x="40750" y="26732"/>
                  <a:pt x="39423" y="24349"/>
                </a:cubicBezTo>
                <a:cubicBezTo>
                  <a:pt x="38097" y="21966"/>
                  <a:pt x="36456" y="20189"/>
                  <a:pt x="34500" y="19020"/>
                </a:cubicBezTo>
                <a:cubicBezTo>
                  <a:pt x="32544" y="17851"/>
                  <a:pt x="30520" y="17109"/>
                  <a:pt x="28429" y="16795"/>
                </a:cubicBezTo>
                <a:cubicBezTo>
                  <a:pt x="26339" y="16480"/>
                  <a:pt x="24304" y="16322"/>
                  <a:pt x="22325" y="16322"/>
                </a:cubicBezTo>
                <a:lnTo>
                  <a:pt x="11601" y="16322"/>
                </a:lnTo>
                <a:lnTo>
                  <a:pt x="11601" y="51328"/>
                </a:lnTo>
                <a:lnTo>
                  <a:pt x="22056" y="51328"/>
                </a:lnTo>
                <a:cubicBezTo>
                  <a:pt x="25563" y="51328"/>
                  <a:pt x="28474" y="50878"/>
                  <a:pt x="30790" y="49979"/>
                </a:cubicBezTo>
                <a:cubicBezTo>
                  <a:pt x="33106" y="49080"/>
                  <a:pt x="35051" y="47832"/>
                  <a:pt x="36624" y="46236"/>
                </a:cubicBezTo>
                <a:cubicBezTo>
                  <a:pt x="38198" y="44639"/>
                  <a:pt x="39390" y="42728"/>
                  <a:pt x="40199" y="40503"/>
                </a:cubicBezTo>
                <a:cubicBezTo>
                  <a:pt x="41008" y="38277"/>
                  <a:pt x="41413" y="35860"/>
                  <a:pt x="41413" y="33252"/>
                </a:cubicBezTo>
                <a:close/>
                <a:moveTo>
                  <a:pt x="81263" y="92337"/>
                </a:moveTo>
                <a:cubicBezTo>
                  <a:pt x="81263" y="92696"/>
                  <a:pt x="81173" y="93000"/>
                  <a:pt x="80993" y="93247"/>
                </a:cubicBezTo>
                <a:cubicBezTo>
                  <a:pt x="80813" y="93494"/>
                  <a:pt x="80521" y="93708"/>
                  <a:pt x="80116" y="93888"/>
                </a:cubicBezTo>
                <a:cubicBezTo>
                  <a:pt x="79711" y="94068"/>
                  <a:pt x="79149" y="94203"/>
                  <a:pt x="78430" y="94293"/>
                </a:cubicBezTo>
                <a:cubicBezTo>
                  <a:pt x="77710" y="94382"/>
                  <a:pt x="76789" y="94427"/>
                  <a:pt x="75664" y="94427"/>
                </a:cubicBezTo>
                <a:cubicBezTo>
                  <a:pt x="74585" y="94427"/>
                  <a:pt x="73686" y="94382"/>
                  <a:pt x="72967" y="94293"/>
                </a:cubicBezTo>
                <a:cubicBezTo>
                  <a:pt x="72247" y="94203"/>
                  <a:pt x="71674" y="94068"/>
                  <a:pt x="71247" y="93888"/>
                </a:cubicBezTo>
                <a:cubicBezTo>
                  <a:pt x="70819" y="93708"/>
                  <a:pt x="70527" y="93494"/>
                  <a:pt x="70370" y="93247"/>
                </a:cubicBezTo>
                <a:cubicBezTo>
                  <a:pt x="70212" y="93000"/>
                  <a:pt x="70134" y="92696"/>
                  <a:pt x="70134" y="92337"/>
                </a:cubicBezTo>
                <a:lnTo>
                  <a:pt x="70134" y="31633"/>
                </a:lnTo>
                <a:cubicBezTo>
                  <a:pt x="70134" y="31318"/>
                  <a:pt x="70212" y="31026"/>
                  <a:pt x="70370" y="30756"/>
                </a:cubicBezTo>
                <a:cubicBezTo>
                  <a:pt x="70527" y="30487"/>
                  <a:pt x="70819" y="30262"/>
                  <a:pt x="71247" y="30082"/>
                </a:cubicBezTo>
                <a:cubicBezTo>
                  <a:pt x="71674" y="29902"/>
                  <a:pt x="72247" y="29767"/>
                  <a:pt x="72967" y="29677"/>
                </a:cubicBezTo>
                <a:cubicBezTo>
                  <a:pt x="73686" y="29587"/>
                  <a:pt x="74585" y="29542"/>
                  <a:pt x="75664" y="29542"/>
                </a:cubicBezTo>
                <a:cubicBezTo>
                  <a:pt x="76789" y="29542"/>
                  <a:pt x="77710" y="29587"/>
                  <a:pt x="78430" y="29677"/>
                </a:cubicBezTo>
                <a:cubicBezTo>
                  <a:pt x="79149" y="29767"/>
                  <a:pt x="79711" y="29902"/>
                  <a:pt x="80116" y="30082"/>
                </a:cubicBezTo>
                <a:cubicBezTo>
                  <a:pt x="80521" y="30262"/>
                  <a:pt x="80813" y="30487"/>
                  <a:pt x="80993" y="30756"/>
                </a:cubicBezTo>
                <a:cubicBezTo>
                  <a:pt x="81173" y="31026"/>
                  <a:pt x="81263" y="31318"/>
                  <a:pt x="81263" y="31633"/>
                </a:cubicBezTo>
                <a:lnTo>
                  <a:pt x="81263" y="92337"/>
                </a:lnTo>
                <a:moveTo>
                  <a:pt x="82544" y="11061"/>
                </a:moveTo>
                <a:cubicBezTo>
                  <a:pt x="82544" y="13669"/>
                  <a:pt x="82050" y="15446"/>
                  <a:pt x="81060" y="16390"/>
                </a:cubicBezTo>
                <a:cubicBezTo>
                  <a:pt x="80071" y="17334"/>
                  <a:pt x="78250" y="17806"/>
                  <a:pt x="75597" y="17806"/>
                </a:cubicBezTo>
                <a:cubicBezTo>
                  <a:pt x="72989" y="17806"/>
                  <a:pt x="71202" y="17345"/>
                  <a:pt x="70235" y="16424"/>
                </a:cubicBezTo>
                <a:cubicBezTo>
                  <a:pt x="69268" y="15502"/>
                  <a:pt x="68785" y="13759"/>
                  <a:pt x="68785" y="11196"/>
                </a:cubicBezTo>
                <a:cubicBezTo>
                  <a:pt x="68785" y="8588"/>
                  <a:pt x="69279" y="6812"/>
                  <a:pt x="70269" y="5868"/>
                </a:cubicBezTo>
                <a:cubicBezTo>
                  <a:pt x="71258" y="4924"/>
                  <a:pt x="73079" y="4452"/>
                  <a:pt x="75732" y="4452"/>
                </a:cubicBezTo>
                <a:cubicBezTo>
                  <a:pt x="78340" y="4452"/>
                  <a:pt x="80127" y="4912"/>
                  <a:pt x="81094" y="5834"/>
                </a:cubicBezTo>
                <a:cubicBezTo>
                  <a:pt x="82061" y="6756"/>
                  <a:pt x="82544" y="8498"/>
                  <a:pt x="82544" y="11061"/>
                </a:cubicBezTo>
                <a:close/>
                <a:moveTo>
                  <a:pt x="145543" y="83164"/>
                </a:moveTo>
                <a:cubicBezTo>
                  <a:pt x="145543" y="83928"/>
                  <a:pt x="145521" y="84591"/>
                  <a:pt x="145476" y="85153"/>
                </a:cubicBezTo>
                <a:cubicBezTo>
                  <a:pt x="145431" y="85715"/>
                  <a:pt x="145352" y="86188"/>
                  <a:pt x="145240" y="86570"/>
                </a:cubicBezTo>
                <a:cubicBezTo>
                  <a:pt x="145128" y="86952"/>
                  <a:pt x="144993" y="87289"/>
                  <a:pt x="144835" y="87581"/>
                </a:cubicBezTo>
                <a:cubicBezTo>
                  <a:pt x="144678" y="87874"/>
                  <a:pt x="144318" y="88301"/>
                  <a:pt x="143756" y="88863"/>
                </a:cubicBezTo>
                <a:cubicBezTo>
                  <a:pt x="143194" y="89425"/>
                  <a:pt x="142239" y="90122"/>
                  <a:pt x="140890" y="90954"/>
                </a:cubicBezTo>
                <a:cubicBezTo>
                  <a:pt x="139541" y="91786"/>
                  <a:pt x="138023" y="92528"/>
                  <a:pt x="136337" y="93180"/>
                </a:cubicBezTo>
                <a:cubicBezTo>
                  <a:pt x="134651" y="93832"/>
                  <a:pt x="132818" y="94360"/>
                  <a:pt x="130840" y="94765"/>
                </a:cubicBezTo>
                <a:cubicBezTo>
                  <a:pt x="128861" y="95169"/>
                  <a:pt x="126815" y="95372"/>
                  <a:pt x="124702" y="95372"/>
                </a:cubicBezTo>
                <a:cubicBezTo>
                  <a:pt x="120340" y="95372"/>
                  <a:pt x="116473" y="94651"/>
                  <a:pt x="113101" y="93209"/>
                </a:cubicBezTo>
                <a:cubicBezTo>
                  <a:pt x="109729" y="91767"/>
                  <a:pt x="106907" y="89661"/>
                  <a:pt x="104636" y="86890"/>
                </a:cubicBezTo>
                <a:cubicBezTo>
                  <a:pt x="102365" y="84119"/>
                  <a:pt x="100634" y="80717"/>
                  <a:pt x="99443" y="76684"/>
                </a:cubicBezTo>
                <a:cubicBezTo>
                  <a:pt x="98251" y="72652"/>
                  <a:pt x="97655" y="68000"/>
                  <a:pt x="97655" y="62729"/>
                </a:cubicBezTo>
                <a:cubicBezTo>
                  <a:pt x="97655" y="56736"/>
                  <a:pt x="98386" y="51588"/>
                  <a:pt x="99847" y="47285"/>
                </a:cubicBezTo>
                <a:cubicBezTo>
                  <a:pt x="101309" y="42983"/>
                  <a:pt x="103310" y="39457"/>
                  <a:pt x="105850" y="36709"/>
                </a:cubicBezTo>
                <a:cubicBezTo>
                  <a:pt x="108391" y="33960"/>
                  <a:pt x="111381" y="31921"/>
                  <a:pt x="114821" y="30592"/>
                </a:cubicBezTo>
                <a:cubicBezTo>
                  <a:pt x="118261" y="29263"/>
                  <a:pt x="121982" y="28598"/>
                  <a:pt x="125984" y="28598"/>
                </a:cubicBezTo>
                <a:cubicBezTo>
                  <a:pt x="127917" y="28598"/>
                  <a:pt x="129794" y="28778"/>
                  <a:pt x="131615" y="29138"/>
                </a:cubicBezTo>
                <a:cubicBezTo>
                  <a:pt x="133437" y="29497"/>
                  <a:pt x="135112" y="29969"/>
                  <a:pt x="136640" y="30554"/>
                </a:cubicBezTo>
                <a:cubicBezTo>
                  <a:pt x="138169" y="31139"/>
                  <a:pt x="139529" y="31813"/>
                  <a:pt x="140721" y="32577"/>
                </a:cubicBezTo>
                <a:cubicBezTo>
                  <a:pt x="141913" y="33342"/>
                  <a:pt x="142778" y="33994"/>
                  <a:pt x="143318" y="34533"/>
                </a:cubicBezTo>
                <a:cubicBezTo>
                  <a:pt x="143857" y="35073"/>
                  <a:pt x="144228" y="35500"/>
                  <a:pt x="144431" y="35815"/>
                </a:cubicBezTo>
                <a:cubicBezTo>
                  <a:pt x="144633" y="36130"/>
                  <a:pt x="144802" y="36501"/>
                  <a:pt x="144936" y="36928"/>
                </a:cubicBezTo>
                <a:cubicBezTo>
                  <a:pt x="145071" y="37355"/>
                  <a:pt x="145161" y="37838"/>
                  <a:pt x="145206" y="38378"/>
                </a:cubicBezTo>
                <a:cubicBezTo>
                  <a:pt x="145251" y="38918"/>
                  <a:pt x="145274" y="39592"/>
                  <a:pt x="145274" y="40401"/>
                </a:cubicBezTo>
                <a:cubicBezTo>
                  <a:pt x="145274" y="42155"/>
                  <a:pt x="145071" y="43380"/>
                  <a:pt x="144667" y="44077"/>
                </a:cubicBezTo>
                <a:cubicBezTo>
                  <a:pt x="144262" y="44774"/>
                  <a:pt x="143767" y="45123"/>
                  <a:pt x="143183" y="45123"/>
                </a:cubicBezTo>
                <a:cubicBezTo>
                  <a:pt x="142508" y="45123"/>
                  <a:pt x="141733" y="44752"/>
                  <a:pt x="140856" y="44010"/>
                </a:cubicBezTo>
                <a:cubicBezTo>
                  <a:pt x="139979" y="43268"/>
                  <a:pt x="138866" y="42447"/>
                  <a:pt x="137517" y="41548"/>
                </a:cubicBezTo>
                <a:cubicBezTo>
                  <a:pt x="136168" y="40649"/>
                  <a:pt x="134538" y="39828"/>
                  <a:pt x="132627" y="39086"/>
                </a:cubicBezTo>
                <a:cubicBezTo>
                  <a:pt x="130716" y="38344"/>
                  <a:pt x="128457" y="37973"/>
                  <a:pt x="125849" y="37973"/>
                </a:cubicBezTo>
                <a:cubicBezTo>
                  <a:pt x="120498" y="37973"/>
                  <a:pt x="116395" y="40037"/>
                  <a:pt x="113539" y="44164"/>
                </a:cubicBezTo>
                <a:cubicBezTo>
                  <a:pt x="110684" y="48289"/>
                  <a:pt x="109256" y="54275"/>
                  <a:pt x="109256" y="62120"/>
                </a:cubicBezTo>
                <a:cubicBezTo>
                  <a:pt x="109256" y="66043"/>
                  <a:pt x="109627" y="69481"/>
                  <a:pt x="110369" y="72435"/>
                </a:cubicBezTo>
                <a:cubicBezTo>
                  <a:pt x="111111" y="75389"/>
                  <a:pt x="112202" y="77858"/>
                  <a:pt x="113641" y="79842"/>
                </a:cubicBezTo>
                <a:cubicBezTo>
                  <a:pt x="115079" y="81826"/>
                  <a:pt x="116844" y="83303"/>
                  <a:pt x="118935" y="84272"/>
                </a:cubicBezTo>
                <a:cubicBezTo>
                  <a:pt x="121026" y="85242"/>
                  <a:pt x="123420" y="85727"/>
                  <a:pt x="126118" y="85727"/>
                </a:cubicBezTo>
                <a:cubicBezTo>
                  <a:pt x="128681" y="85727"/>
                  <a:pt x="130930" y="85322"/>
                  <a:pt x="132863" y="84513"/>
                </a:cubicBezTo>
                <a:cubicBezTo>
                  <a:pt x="134797" y="83703"/>
                  <a:pt x="136472" y="82815"/>
                  <a:pt x="137888" y="81848"/>
                </a:cubicBezTo>
                <a:cubicBezTo>
                  <a:pt x="139305" y="80882"/>
                  <a:pt x="140496" y="80005"/>
                  <a:pt x="141463" y="79218"/>
                </a:cubicBezTo>
                <a:cubicBezTo>
                  <a:pt x="142430" y="78431"/>
                  <a:pt x="143183" y="78038"/>
                  <a:pt x="143722" y="78038"/>
                </a:cubicBezTo>
                <a:cubicBezTo>
                  <a:pt x="144037" y="78038"/>
                  <a:pt x="144307" y="78127"/>
                  <a:pt x="144532" y="78307"/>
                </a:cubicBezTo>
                <a:cubicBezTo>
                  <a:pt x="144757" y="78487"/>
                  <a:pt x="144948" y="78791"/>
                  <a:pt x="145105" y="79218"/>
                </a:cubicBezTo>
                <a:cubicBezTo>
                  <a:pt x="145262" y="79645"/>
                  <a:pt x="145375" y="80185"/>
                  <a:pt x="145442" y="80837"/>
                </a:cubicBezTo>
                <a:cubicBezTo>
                  <a:pt x="145510" y="81489"/>
                  <a:pt x="145543" y="82264"/>
                  <a:pt x="145543" y="83164"/>
                </a:cubicBezTo>
                <a:close/>
                <a:moveTo>
                  <a:pt x="191901" y="87952"/>
                </a:moveTo>
                <a:cubicBezTo>
                  <a:pt x="191901" y="89256"/>
                  <a:pt x="191811" y="90291"/>
                  <a:pt x="191631" y="91055"/>
                </a:cubicBezTo>
                <a:cubicBezTo>
                  <a:pt x="191451" y="91819"/>
                  <a:pt x="191181" y="92382"/>
                  <a:pt x="190822" y="92741"/>
                </a:cubicBezTo>
                <a:cubicBezTo>
                  <a:pt x="190462" y="93101"/>
                  <a:pt x="189922" y="93438"/>
                  <a:pt x="189203" y="93753"/>
                </a:cubicBezTo>
                <a:cubicBezTo>
                  <a:pt x="188483" y="94068"/>
                  <a:pt x="187663" y="94326"/>
                  <a:pt x="186741" y="94529"/>
                </a:cubicBezTo>
                <a:cubicBezTo>
                  <a:pt x="185819" y="94731"/>
                  <a:pt x="184841" y="94900"/>
                  <a:pt x="183807" y="95034"/>
                </a:cubicBezTo>
                <a:cubicBezTo>
                  <a:pt x="182773" y="95169"/>
                  <a:pt x="181739" y="95237"/>
                  <a:pt x="180704" y="95237"/>
                </a:cubicBezTo>
                <a:cubicBezTo>
                  <a:pt x="177557" y="95237"/>
                  <a:pt x="174859" y="94820"/>
                  <a:pt x="172611" y="93987"/>
                </a:cubicBezTo>
                <a:cubicBezTo>
                  <a:pt x="170362" y="93152"/>
                  <a:pt x="168519" y="91890"/>
                  <a:pt x="167080" y="90199"/>
                </a:cubicBezTo>
                <a:cubicBezTo>
                  <a:pt x="165641" y="88509"/>
                  <a:pt x="164595" y="86368"/>
                  <a:pt x="163943" y="83777"/>
                </a:cubicBezTo>
                <a:cubicBezTo>
                  <a:pt x="163291" y="81186"/>
                  <a:pt x="162965" y="78132"/>
                  <a:pt x="162965" y="74617"/>
                </a:cubicBezTo>
                <a:lnTo>
                  <a:pt x="162965" y="39052"/>
                </a:lnTo>
                <a:lnTo>
                  <a:pt x="154467" y="39052"/>
                </a:lnTo>
                <a:cubicBezTo>
                  <a:pt x="153792" y="39052"/>
                  <a:pt x="153253" y="38693"/>
                  <a:pt x="152848" y="37973"/>
                </a:cubicBezTo>
                <a:cubicBezTo>
                  <a:pt x="152444" y="37254"/>
                  <a:pt x="152241" y="36085"/>
                  <a:pt x="152241" y="34466"/>
                </a:cubicBezTo>
                <a:cubicBezTo>
                  <a:pt x="152241" y="33612"/>
                  <a:pt x="152297" y="32892"/>
                  <a:pt x="152410" y="32308"/>
                </a:cubicBezTo>
                <a:cubicBezTo>
                  <a:pt x="152522" y="31723"/>
                  <a:pt x="152668" y="31240"/>
                  <a:pt x="152848" y="30858"/>
                </a:cubicBezTo>
                <a:cubicBezTo>
                  <a:pt x="153028" y="30475"/>
                  <a:pt x="153264" y="30206"/>
                  <a:pt x="153556" y="30048"/>
                </a:cubicBezTo>
                <a:cubicBezTo>
                  <a:pt x="153849" y="29891"/>
                  <a:pt x="154175" y="29812"/>
                  <a:pt x="154534" y="29812"/>
                </a:cubicBezTo>
                <a:lnTo>
                  <a:pt x="162965" y="29812"/>
                </a:lnTo>
                <a:lnTo>
                  <a:pt x="162965" y="15378"/>
                </a:lnTo>
                <a:cubicBezTo>
                  <a:pt x="162965" y="15063"/>
                  <a:pt x="163044" y="14771"/>
                  <a:pt x="163202" y="14501"/>
                </a:cubicBezTo>
                <a:cubicBezTo>
                  <a:pt x="163359" y="14232"/>
                  <a:pt x="163651" y="13995"/>
                  <a:pt x="164078" y="13793"/>
                </a:cubicBezTo>
                <a:cubicBezTo>
                  <a:pt x="164506" y="13591"/>
                  <a:pt x="165079" y="13445"/>
                  <a:pt x="165798" y="13355"/>
                </a:cubicBezTo>
                <a:cubicBezTo>
                  <a:pt x="166518" y="13265"/>
                  <a:pt x="167417" y="13220"/>
                  <a:pt x="168496" y="13220"/>
                </a:cubicBezTo>
                <a:cubicBezTo>
                  <a:pt x="169620" y="13220"/>
                  <a:pt x="170542" y="13265"/>
                  <a:pt x="171262" y="13355"/>
                </a:cubicBezTo>
                <a:cubicBezTo>
                  <a:pt x="171981" y="13445"/>
                  <a:pt x="172543" y="13591"/>
                  <a:pt x="172948" y="13793"/>
                </a:cubicBezTo>
                <a:cubicBezTo>
                  <a:pt x="173352" y="13995"/>
                  <a:pt x="173645" y="14232"/>
                  <a:pt x="173825" y="14501"/>
                </a:cubicBezTo>
                <a:cubicBezTo>
                  <a:pt x="174004" y="14771"/>
                  <a:pt x="174094" y="15063"/>
                  <a:pt x="174094" y="15378"/>
                </a:cubicBezTo>
                <a:lnTo>
                  <a:pt x="174094" y="29812"/>
                </a:lnTo>
                <a:lnTo>
                  <a:pt x="189675" y="29812"/>
                </a:lnTo>
                <a:cubicBezTo>
                  <a:pt x="190035" y="29812"/>
                  <a:pt x="190349" y="29891"/>
                  <a:pt x="190619" y="30048"/>
                </a:cubicBezTo>
                <a:cubicBezTo>
                  <a:pt x="190889" y="30206"/>
                  <a:pt x="191125" y="30475"/>
                  <a:pt x="191327" y="30858"/>
                </a:cubicBezTo>
                <a:cubicBezTo>
                  <a:pt x="191530" y="31240"/>
                  <a:pt x="191676" y="31723"/>
                  <a:pt x="191766" y="32308"/>
                </a:cubicBezTo>
                <a:cubicBezTo>
                  <a:pt x="191856" y="32892"/>
                  <a:pt x="191901" y="33612"/>
                  <a:pt x="191901" y="34466"/>
                </a:cubicBezTo>
                <a:cubicBezTo>
                  <a:pt x="191901" y="36085"/>
                  <a:pt x="191698" y="37254"/>
                  <a:pt x="191294" y="37973"/>
                </a:cubicBezTo>
                <a:cubicBezTo>
                  <a:pt x="190889" y="38693"/>
                  <a:pt x="190349" y="39052"/>
                  <a:pt x="189675" y="39052"/>
                </a:cubicBezTo>
                <a:lnTo>
                  <a:pt x="174094" y="39052"/>
                </a:lnTo>
                <a:lnTo>
                  <a:pt x="174094" y="73011"/>
                </a:lnTo>
                <a:cubicBezTo>
                  <a:pt x="174094" y="77204"/>
                  <a:pt x="174713" y="80372"/>
                  <a:pt x="175949" y="82514"/>
                </a:cubicBezTo>
                <a:cubicBezTo>
                  <a:pt x="177186" y="84656"/>
                  <a:pt x="179400" y="85727"/>
                  <a:pt x="182593" y="85727"/>
                </a:cubicBezTo>
                <a:cubicBezTo>
                  <a:pt x="183627" y="85727"/>
                  <a:pt x="184549" y="85625"/>
                  <a:pt x="185358" y="85423"/>
                </a:cubicBezTo>
                <a:cubicBezTo>
                  <a:pt x="186168" y="85221"/>
                  <a:pt x="186887" y="85007"/>
                  <a:pt x="187517" y="84782"/>
                </a:cubicBezTo>
                <a:cubicBezTo>
                  <a:pt x="188146" y="84558"/>
                  <a:pt x="188686" y="84344"/>
                  <a:pt x="189135" y="84142"/>
                </a:cubicBezTo>
                <a:cubicBezTo>
                  <a:pt x="189585" y="83939"/>
                  <a:pt x="189990" y="83838"/>
                  <a:pt x="190349" y="83838"/>
                </a:cubicBezTo>
                <a:cubicBezTo>
                  <a:pt x="190574" y="83838"/>
                  <a:pt x="190788" y="83894"/>
                  <a:pt x="190990" y="84007"/>
                </a:cubicBezTo>
                <a:cubicBezTo>
                  <a:pt x="191193" y="84119"/>
                  <a:pt x="191350" y="84333"/>
                  <a:pt x="191462" y="84647"/>
                </a:cubicBezTo>
                <a:cubicBezTo>
                  <a:pt x="191575" y="84962"/>
                  <a:pt x="191676" y="85389"/>
                  <a:pt x="191766" y="85929"/>
                </a:cubicBezTo>
                <a:cubicBezTo>
                  <a:pt x="191856" y="86469"/>
                  <a:pt x="191901" y="87143"/>
                  <a:pt x="191901" y="87952"/>
                </a:cubicBezTo>
                <a:close/>
                <a:moveTo>
                  <a:pt x="261407" y="61344"/>
                </a:moveTo>
                <a:cubicBezTo>
                  <a:pt x="261407" y="66295"/>
                  <a:pt x="260755" y="70851"/>
                  <a:pt x="259451" y="75015"/>
                </a:cubicBezTo>
                <a:cubicBezTo>
                  <a:pt x="258147" y="79179"/>
                  <a:pt x="256202" y="82769"/>
                  <a:pt x="253617" y="85786"/>
                </a:cubicBezTo>
                <a:cubicBezTo>
                  <a:pt x="251031" y="88801"/>
                  <a:pt x="247794" y="91153"/>
                  <a:pt x="243904" y="92840"/>
                </a:cubicBezTo>
                <a:cubicBezTo>
                  <a:pt x="240015" y="94528"/>
                  <a:pt x="235507" y="95372"/>
                  <a:pt x="230381" y="95372"/>
                </a:cubicBezTo>
                <a:cubicBezTo>
                  <a:pt x="225390" y="95372"/>
                  <a:pt x="221039" y="94629"/>
                  <a:pt x="217330" y="93144"/>
                </a:cubicBezTo>
                <a:cubicBezTo>
                  <a:pt x="213620" y="91659"/>
                  <a:pt x="210529" y="89498"/>
                  <a:pt x="208055" y="86662"/>
                </a:cubicBezTo>
                <a:cubicBezTo>
                  <a:pt x="205582" y="83827"/>
                  <a:pt x="203739" y="80383"/>
                  <a:pt x="202525" y="76332"/>
                </a:cubicBezTo>
                <a:cubicBezTo>
                  <a:pt x="201311" y="72281"/>
                  <a:pt x="200704" y="67690"/>
                  <a:pt x="200704" y="62558"/>
                </a:cubicBezTo>
                <a:cubicBezTo>
                  <a:pt x="200704" y="57608"/>
                  <a:pt x="201344" y="53051"/>
                  <a:pt x="202626" y="48887"/>
                </a:cubicBezTo>
                <a:cubicBezTo>
                  <a:pt x="203907" y="44724"/>
                  <a:pt x="205841" y="41134"/>
                  <a:pt x="208426" y="38119"/>
                </a:cubicBezTo>
                <a:cubicBezTo>
                  <a:pt x="211012" y="35102"/>
                  <a:pt x="214238" y="32761"/>
                  <a:pt x="218105" y="31096"/>
                </a:cubicBezTo>
                <a:cubicBezTo>
                  <a:pt x="221972" y="29431"/>
                  <a:pt x="226491" y="28598"/>
                  <a:pt x="231662" y="28598"/>
                </a:cubicBezTo>
                <a:cubicBezTo>
                  <a:pt x="236653" y="28598"/>
                  <a:pt x="241004" y="29341"/>
                  <a:pt x="244714" y="30826"/>
                </a:cubicBezTo>
                <a:cubicBezTo>
                  <a:pt x="248423" y="32311"/>
                  <a:pt x="251515" y="34472"/>
                  <a:pt x="253988" y="37307"/>
                </a:cubicBezTo>
                <a:cubicBezTo>
                  <a:pt x="256461" y="40143"/>
                  <a:pt x="258316" y="43586"/>
                  <a:pt x="259552" y="47637"/>
                </a:cubicBezTo>
                <a:cubicBezTo>
                  <a:pt x="260789" y="51688"/>
                  <a:pt x="261407" y="56257"/>
                  <a:pt x="261407" y="61344"/>
                </a:cubicBezTo>
                <a:moveTo>
                  <a:pt x="249671" y="62086"/>
                </a:moveTo>
                <a:cubicBezTo>
                  <a:pt x="249671" y="58799"/>
                  <a:pt x="249367" y="55693"/>
                  <a:pt x="248760" y="52766"/>
                </a:cubicBezTo>
                <a:cubicBezTo>
                  <a:pt x="248153" y="49839"/>
                  <a:pt x="247153" y="47272"/>
                  <a:pt x="245759" y="45066"/>
                </a:cubicBezTo>
                <a:cubicBezTo>
                  <a:pt x="244365" y="42860"/>
                  <a:pt x="242476" y="41115"/>
                  <a:pt x="240093" y="39832"/>
                </a:cubicBezTo>
                <a:cubicBezTo>
                  <a:pt x="237710" y="38548"/>
                  <a:pt x="234742" y="37906"/>
                  <a:pt x="231190" y="37906"/>
                </a:cubicBezTo>
                <a:cubicBezTo>
                  <a:pt x="227908" y="37906"/>
                  <a:pt x="225086" y="38491"/>
                  <a:pt x="222725" y="39662"/>
                </a:cubicBezTo>
                <a:cubicBezTo>
                  <a:pt x="220365" y="40832"/>
                  <a:pt x="218420" y="42487"/>
                  <a:pt x="216891" y="44627"/>
                </a:cubicBezTo>
                <a:cubicBezTo>
                  <a:pt x="215362" y="46766"/>
                  <a:pt x="214227" y="49299"/>
                  <a:pt x="213485" y="52226"/>
                </a:cubicBezTo>
                <a:cubicBezTo>
                  <a:pt x="212743" y="55152"/>
                  <a:pt x="212372" y="58348"/>
                  <a:pt x="212372" y="61816"/>
                </a:cubicBezTo>
                <a:cubicBezTo>
                  <a:pt x="212372" y="65148"/>
                  <a:pt x="212676" y="68277"/>
                  <a:pt x="213283" y="71204"/>
                </a:cubicBezTo>
                <a:cubicBezTo>
                  <a:pt x="213890" y="74131"/>
                  <a:pt x="214901" y="76686"/>
                  <a:pt x="216318" y="78870"/>
                </a:cubicBezTo>
                <a:cubicBezTo>
                  <a:pt x="217734" y="81054"/>
                  <a:pt x="219634" y="82788"/>
                  <a:pt x="222017" y="84072"/>
                </a:cubicBezTo>
                <a:cubicBezTo>
                  <a:pt x="224400" y="85355"/>
                  <a:pt x="227368" y="85996"/>
                  <a:pt x="230920" y="85996"/>
                </a:cubicBezTo>
                <a:cubicBezTo>
                  <a:pt x="234158" y="85996"/>
                  <a:pt x="236968" y="85411"/>
                  <a:pt x="239351" y="84241"/>
                </a:cubicBezTo>
                <a:cubicBezTo>
                  <a:pt x="241735" y="83070"/>
                  <a:pt x="243691" y="81427"/>
                  <a:pt x="245219" y="79311"/>
                </a:cubicBezTo>
                <a:cubicBezTo>
                  <a:pt x="246748" y="77193"/>
                  <a:pt x="247872" y="74671"/>
                  <a:pt x="248592" y="71746"/>
                </a:cubicBezTo>
                <a:cubicBezTo>
                  <a:pt x="249311" y="68819"/>
                  <a:pt x="249671" y="65599"/>
                  <a:pt x="249671" y="62086"/>
                </a:cubicBezTo>
                <a:close/>
                <a:moveTo>
                  <a:pt x="330022" y="92337"/>
                </a:moveTo>
                <a:cubicBezTo>
                  <a:pt x="330022" y="92696"/>
                  <a:pt x="329932" y="93000"/>
                  <a:pt x="329752" y="93247"/>
                </a:cubicBezTo>
                <a:cubicBezTo>
                  <a:pt x="329572" y="93494"/>
                  <a:pt x="329280" y="93708"/>
                  <a:pt x="328875" y="93888"/>
                </a:cubicBezTo>
                <a:cubicBezTo>
                  <a:pt x="328470" y="94068"/>
                  <a:pt x="327908" y="94203"/>
                  <a:pt x="327189" y="94293"/>
                </a:cubicBezTo>
                <a:cubicBezTo>
                  <a:pt x="326469" y="94382"/>
                  <a:pt x="325570" y="94427"/>
                  <a:pt x="324491" y="94427"/>
                </a:cubicBezTo>
                <a:cubicBezTo>
                  <a:pt x="323367" y="94427"/>
                  <a:pt x="322445" y="94382"/>
                  <a:pt x="321726" y="94293"/>
                </a:cubicBezTo>
                <a:cubicBezTo>
                  <a:pt x="321006" y="94203"/>
                  <a:pt x="320444" y="94068"/>
                  <a:pt x="320039" y="93888"/>
                </a:cubicBezTo>
                <a:cubicBezTo>
                  <a:pt x="319635" y="93708"/>
                  <a:pt x="319342" y="93494"/>
                  <a:pt x="319163" y="93247"/>
                </a:cubicBezTo>
                <a:cubicBezTo>
                  <a:pt x="318983" y="93000"/>
                  <a:pt x="318893" y="92696"/>
                  <a:pt x="318893" y="92337"/>
                </a:cubicBezTo>
                <a:lnTo>
                  <a:pt x="318893" y="56791"/>
                </a:lnTo>
                <a:cubicBezTo>
                  <a:pt x="318893" y="53329"/>
                  <a:pt x="318623" y="50541"/>
                  <a:pt x="318083" y="48428"/>
                </a:cubicBezTo>
                <a:cubicBezTo>
                  <a:pt x="317544" y="46314"/>
                  <a:pt x="316757" y="44493"/>
                  <a:pt x="315723" y="42964"/>
                </a:cubicBezTo>
                <a:cubicBezTo>
                  <a:pt x="314688" y="41436"/>
                  <a:pt x="313351" y="40267"/>
                  <a:pt x="311710" y="39457"/>
                </a:cubicBezTo>
                <a:cubicBezTo>
                  <a:pt x="310068" y="38648"/>
                  <a:pt x="308168" y="38243"/>
                  <a:pt x="306010" y="38243"/>
                </a:cubicBezTo>
                <a:cubicBezTo>
                  <a:pt x="303222" y="38243"/>
                  <a:pt x="300434" y="39232"/>
                  <a:pt x="297647" y="41211"/>
                </a:cubicBezTo>
                <a:cubicBezTo>
                  <a:pt x="294859" y="43189"/>
                  <a:pt x="291936" y="46090"/>
                  <a:pt x="288878" y="49912"/>
                </a:cubicBezTo>
                <a:lnTo>
                  <a:pt x="288878" y="92337"/>
                </a:lnTo>
                <a:cubicBezTo>
                  <a:pt x="288878" y="92696"/>
                  <a:pt x="288788" y="93000"/>
                  <a:pt x="288609" y="93247"/>
                </a:cubicBezTo>
                <a:cubicBezTo>
                  <a:pt x="288429" y="93494"/>
                  <a:pt x="288136" y="93708"/>
                  <a:pt x="287732" y="93888"/>
                </a:cubicBezTo>
                <a:cubicBezTo>
                  <a:pt x="287327" y="94068"/>
                  <a:pt x="286765" y="94203"/>
                  <a:pt x="286045" y="94293"/>
                </a:cubicBezTo>
                <a:cubicBezTo>
                  <a:pt x="285326" y="94382"/>
                  <a:pt x="284404" y="94427"/>
                  <a:pt x="283280" y="94427"/>
                </a:cubicBezTo>
                <a:cubicBezTo>
                  <a:pt x="282201" y="94427"/>
                  <a:pt x="281302" y="94382"/>
                  <a:pt x="280582" y="94293"/>
                </a:cubicBezTo>
                <a:cubicBezTo>
                  <a:pt x="279863" y="94203"/>
                  <a:pt x="279289" y="94068"/>
                  <a:pt x="278862" y="93888"/>
                </a:cubicBezTo>
                <a:cubicBezTo>
                  <a:pt x="278435" y="93708"/>
                  <a:pt x="278143" y="93494"/>
                  <a:pt x="277985" y="93247"/>
                </a:cubicBezTo>
                <a:cubicBezTo>
                  <a:pt x="277828" y="93000"/>
                  <a:pt x="277749" y="92696"/>
                  <a:pt x="277749" y="92337"/>
                </a:cubicBezTo>
                <a:lnTo>
                  <a:pt x="277749" y="31633"/>
                </a:lnTo>
                <a:cubicBezTo>
                  <a:pt x="277749" y="31273"/>
                  <a:pt x="277817" y="30970"/>
                  <a:pt x="277952" y="30723"/>
                </a:cubicBezTo>
                <a:cubicBezTo>
                  <a:pt x="278087" y="30475"/>
                  <a:pt x="278356" y="30251"/>
                  <a:pt x="278761" y="30048"/>
                </a:cubicBezTo>
                <a:cubicBezTo>
                  <a:pt x="279166" y="29846"/>
                  <a:pt x="279683" y="29711"/>
                  <a:pt x="280312" y="29643"/>
                </a:cubicBezTo>
                <a:cubicBezTo>
                  <a:pt x="280942" y="29576"/>
                  <a:pt x="281774" y="29542"/>
                  <a:pt x="282808" y="29542"/>
                </a:cubicBezTo>
                <a:cubicBezTo>
                  <a:pt x="283797" y="29542"/>
                  <a:pt x="284618" y="29576"/>
                  <a:pt x="285270" y="29643"/>
                </a:cubicBezTo>
                <a:cubicBezTo>
                  <a:pt x="285922" y="29711"/>
                  <a:pt x="286428" y="29846"/>
                  <a:pt x="286787" y="30048"/>
                </a:cubicBezTo>
                <a:cubicBezTo>
                  <a:pt x="287147" y="30251"/>
                  <a:pt x="287406" y="30475"/>
                  <a:pt x="287563" y="30723"/>
                </a:cubicBezTo>
                <a:cubicBezTo>
                  <a:pt x="287720" y="30970"/>
                  <a:pt x="287799" y="31273"/>
                  <a:pt x="287799" y="31633"/>
                </a:cubicBezTo>
                <a:lnTo>
                  <a:pt x="287799" y="39660"/>
                </a:lnTo>
                <a:cubicBezTo>
                  <a:pt x="291217" y="35837"/>
                  <a:pt x="294623" y="33038"/>
                  <a:pt x="298018" y="31262"/>
                </a:cubicBezTo>
                <a:cubicBezTo>
                  <a:pt x="301412" y="29486"/>
                  <a:pt x="304841" y="28598"/>
                  <a:pt x="308303" y="28598"/>
                </a:cubicBezTo>
                <a:cubicBezTo>
                  <a:pt x="312350" y="28598"/>
                  <a:pt x="315756" y="29284"/>
                  <a:pt x="318522" y="30655"/>
                </a:cubicBezTo>
                <a:cubicBezTo>
                  <a:pt x="321287" y="32027"/>
                  <a:pt x="323524" y="33859"/>
                  <a:pt x="325233" y="36152"/>
                </a:cubicBezTo>
                <a:cubicBezTo>
                  <a:pt x="326942" y="38445"/>
                  <a:pt x="328167" y="41132"/>
                  <a:pt x="328909" y="44212"/>
                </a:cubicBezTo>
                <a:cubicBezTo>
                  <a:pt x="329651" y="47292"/>
                  <a:pt x="330022" y="50991"/>
                  <a:pt x="330022" y="55307"/>
                </a:cubicBezTo>
                <a:lnTo>
                  <a:pt x="330022" y="92337"/>
                </a:lnTo>
                <a:close/>
                <a:moveTo>
                  <a:pt x="440164" y="68999"/>
                </a:moveTo>
                <a:cubicBezTo>
                  <a:pt x="440164" y="71742"/>
                  <a:pt x="439815" y="74272"/>
                  <a:pt x="439118" y="76587"/>
                </a:cubicBezTo>
                <a:cubicBezTo>
                  <a:pt x="438421" y="78903"/>
                  <a:pt x="437443" y="80983"/>
                  <a:pt x="436184" y="82826"/>
                </a:cubicBezTo>
                <a:cubicBezTo>
                  <a:pt x="434925" y="84670"/>
                  <a:pt x="433408" y="86289"/>
                  <a:pt x="431631" y="87683"/>
                </a:cubicBezTo>
                <a:cubicBezTo>
                  <a:pt x="429855" y="89077"/>
                  <a:pt x="427854" y="90246"/>
                  <a:pt x="425629" y="91190"/>
                </a:cubicBezTo>
                <a:cubicBezTo>
                  <a:pt x="423403" y="92134"/>
                  <a:pt x="421020" y="92842"/>
                  <a:pt x="418479" y="93315"/>
                </a:cubicBezTo>
                <a:cubicBezTo>
                  <a:pt x="415939" y="93787"/>
                  <a:pt x="413027" y="94023"/>
                  <a:pt x="409745" y="94023"/>
                </a:cubicBezTo>
                <a:lnTo>
                  <a:pt x="386947" y="94023"/>
                </a:lnTo>
                <a:cubicBezTo>
                  <a:pt x="385913" y="94023"/>
                  <a:pt x="384935" y="93674"/>
                  <a:pt x="384013" y="92977"/>
                </a:cubicBezTo>
                <a:cubicBezTo>
                  <a:pt x="383091" y="92280"/>
                  <a:pt x="382630" y="91055"/>
                  <a:pt x="382630" y="89301"/>
                </a:cubicBezTo>
                <a:lnTo>
                  <a:pt x="382630" y="11466"/>
                </a:lnTo>
                <a:cubicBezTo>
                  <a:pt x="382630" y="9713"/>
                  <a:pt x="383091" y="8487"/>
                  <a:pt x="384013" y="7790"/>
                </a:cubicBezTo>
                <a:cubicBezTo>
                  <a:pt x="384935" y="7093"/>
                  <a:pt x="385913" y="6745"/>
                  <a:pt x="386947" y="6745"/>
                </a:cubicBezTo>
                <a:lnTo>
                  <a:pt x="406777" y="6745"/>
                </a:lnTo>
                <a:cubicBezTo>
                  <a:pt x="411993" y="6745"/>
                  <a:pt x="416265" y="7239"/>
                  <a:pt x="419592" y="8229"/>
                </a:cubicBezTo>
                <a:cubicBezTo>
                  <a:pt x="422919" y="9218"/>
                  <a:pt x="425696" y="10657"/>
                  <a:pt x="427922" y="12545"/>
                </a:cubicBezTo>
                <a:cubicBezTo>
                  <a:pt x="430148" y="14434"/>
                  <a:pt x="431823" y="16750"/>
                  <a:pt x="432947" y="19493"/>
                </a:cubicBezTo>
                <a:cubicBezTo>
                  <a:pt x="434071" y="22235"/>
                  <a:pt x="434633" y="25338"/>
                  <a:pt x="434633" y="28800"/>
                </a:cubicBezTo>
                <a:cubicBezTo>
                  <a:pt x="434633" y="30869"/>
                  <a:pt x="434386" y="32847"/>
                  <a:pt x="433891" y="34736"/>
                </a:cubicBezTo>
                <a:cubicBezTo>
                  <a:pt x="433396" y="36624"/>
                  <a:pt x="432666" y="38367"/>
                  <a:pt x="431699" y="39963"/>
                </a:cubicBezTo>
                <a:cubicBezTo>
                  <a:pt x="430732" y="41559"/>
                  <a:pt x="429518" y="42987"/>
                  <a:pt x="428057" y="44246"/>
                </a:cubicBezTo>
                <a:cubicBezTo>
                  <a:pt x="426595" y="45505"/>
                  <a:pt x="424920" y="46539"/>
                  <a:pt x="423032" y="47349"/>
                </a:cubicBezTo>
                <a:cubicBezTo>
                  <a:pt x="425415" y="47798"/>
                  <a:pt x="427641" y="48619"/>
                  <a:pt x="429709" y="49810"/>
                </a:cubicBezTo>
                <a:cubicBezTo>
                  <a:pt x="431778" y="51002"/>
                  <a:pt x="433587" y="52520"/>
                  <a:pt x="435139" y="54363"/>
                </a:cubicBezTo>
                <a:cubicBezTo>
                  <a:pt x="436690" y="56207"/>
                  <a:pt x="437915" y="58365"/>
                  <a:pt x="438815" y="60838"/>
                </a:cubicBezTo>
                <a:cubicBezTo>
                  <a:pt x="439714" y="63311"/>
                  <a:pt x="440164" y="66032"/>
                  <a:pt x="440164" y="68999"/>
                </a:cubicBezTo>
                <a:moveTo>
                  <a:pt x="422695" y="29947"/>
                </a:moveTo>
                <a:cubicBezTo>
                  <a:pt x="422695" y="27834"/>
                  <a:pt x="422402" y="25923"/>
                  <a:pt x="421818" y="24214"/>
                </a:cubicBezTo>
                <a:cubicBezTo>
                  <a:pt x="421233" y="22505"/>
                  <a:pt x="420311" y="21055"/>
                  <a:pt x="419052" y="19863"/>
                </a:cubicBezTo>
                <a:cubicBezTo>
                  <a:pt x="417793" y="18672"/>
                  <a:pt x="416152" y="17761"/>
                  <a:pt x="414129" y="17132"/>
                </a:cubicBezTo>
                <a:cubicBezTo>
                  <a:pt x="412105" y="16502"/>
                  <a:pt x="409430" y="16188"/>
                  <a:pt x="406102" y="16188"/>
                </a:cubicBezTo>
                <a:lnTo>
                  <a:pt x="394097" y="16188"/>
                </a:lnTo>
                <a:lnTo>
                  <a:pt x="394097" y="44448"/>
                </a:lnTo>
                <a:lnTo>
                  <a:pt x="407316" y="44448"/>
                </a:lnTo>
                <a:cubicBezTo>
                  <a:pt x="410329" y="44448"/>
                  <a:pt x="412757" y="44055"/>
                  <a:pt x="414601" y="43268"/>
                </a:cubicBezTo>
                <a:cubicBezTo>
                  <a:pt x="416444" y="42481"/>
                  <a:pt x="417973" y="41424"/>
                  <a:pt x="419187" y="40098"/>
                </a:cubicBezTo>
                <a:cubicBezTo>
                  <a:pt x="420401" y="38771"/>
                  <a:pt x="421289" y="37220"/>
                  <a:pt x="421852" y="35444"/>
                </a:cubicBezTo>
                <a:cubicBezTo>
                  <a:pt x="422414" y="33668"/>
                  <a:pt x="422695" y="31836"/>
                  <a:pt x="422695" y="29947"/>
                </a:cubicBezTo>
                <a:moveTo>
                  <a:pt x="427956" y="69674"/>
                </a:moveTo>
                <a:cubicBezTo>
                  <a:pt x="427956" y="67066"/>
                  <a:pt x="427540" y="64773"/>
                  <a:pt x="426708" y="62794"/>
                </a:cubicBezTo>
                <a:cubicBezTo>
                  <a:pt x="425876" y="60816"/>
                  <a:pt x="424662" y="59152"/>
                  <a:pt x="423066" y="57803"/>
                </a:cubicBezTo>
                <a:cubicBezTo>
                  <a:pt x="421469" y="56454"/>
                  <a:pt x="419468" y="55431"/>
                  <a:pt x="417063" y="54734"/>
                </a:cubicBezTo>
                <a:cubicBezTo>
                  <a:pt x="414657" y="54037"/>
                  <a:pt x="411633" y="53689"/>
                  <a:pt x="407991" y="53689"/>
                </a:cubicBezTo>
                <a:lnTo>
                  <a:pt x="394097" y="53689"/>
                </a:lnTo>
                <a:lnTo>
                  <a:pt x="394097" y="84445"/>
                </a:lnTo>
                <a:lnTo>
                  <a:pt x="410959" y="84445"/>
                </a:lnTo>
                <a:cubicBezTo>
                  <a:pt x="413612" y="84445"/>
                  <a:pt x="415927" y="84130"/>
                  <a:pt x="417906" y="83501"/>
                </a:cubicBezTo>
                <a:cubicBezTo>
                  <a:pt x="419884" y="82871"/>
                  <a:pt x="421627" y="81938"/>
                  <a:pt x="423133" y="80702"/>
                </a:cubicBezTo>
                <a:cubicBezTo>
                  <a:pt x="424639" y="79465"/>
                  <a:pt x="425820" y="77925"/>
                  <a:pt x="426674" y="76082"/>
                </a:cubicBezTo>
                <a:cubicBezTo>
                  <a:pt x="427528" y="74238"/>
                  <a:pt x="427956" y="72102"/>
                  <a:pt x="427956" y="69674"/>
                </a:cubicBezTo>
                <a:close/>
                <a:moveTo>
                  <a:pt x="467622" y="92334"/>
                </a:moveTo>
                <a:cubicBezTo>
                  <a:pt x="467622" y="92694"/>
                  <a:pt x="467532" y="92998"/>
                  <a:pt x="467353" y="93247"/>
                </a:cubicBezTo>
                <a:cubicBezTo>
                  <a:pt x="467173" y="93494"/>
                  <a:pt x="466880" y="93708"/>
                  <a:pt x="466476" y="93888"/>
                </a:cubicBezTo>
                <a:cubicBezTo>
                  <a:pt x="466071" y="94068"/>
                  <a:pt x="465509" y="94203"/>
                  <a:pt x="464790" y="94293"/>
                </a:cubicBezTo>
                <a:cubicBezTo>
                  <a:pt x="464070" y="94382"/>
                  <a:pt x="463148" y="94427"/>
                  <a:pt x="462024" y="94427"/>
                </a:cubicBezTo>
                <a:cubicBezTo>
                  <a:pt x="460945" y="94427"/>
                  <a:pt x="460046" y="94382"/>
                  <a:pt x="459326" y="94293"/>
                </a:cubicBezTo>
                <a:cubicBezTo>
                  <a:pt x="458607" y="94203"/>
                  <a:pt x="458033" y="94068"/>
                  <a:pt x="457606" y="93888"/>
                </a:cubicBezTo>
                <a:cubicBezTo>
                  <a:pt x="457179" y="93708"/>
                  <a:pt x="456887" y="93494"/>
                  <a:pt x="456729" y="93247"/>
                </a:cubicBezTo>
                <a:cubicBezTo>
                  <a:pt x="456572" y="92998"/>
                  <a:pt x="456493" y="92694"/>
                  <a:pt x="456493" y="92334"/>
                </a:cubicBezTo>
                <a:lnTo>
                  <a:pt x="456493" y="2160"/>
                </a:lnTo>
                <a:cubicBezTo>
                  <a:pt x="456493" y="1801"/>
                  <a:pt x="456572" y="1486"/>
                  <a:pt x="456729" y="1216"/>
                </a:cubicBezTo>
                <a:cubicBezTo>
                  <a:pt x="456887" y="945"/>
                  <a:pt x="457179" y="719"/>
                  <a:pt x="457606" y="540"/>
                </a:cubicBezTo>
                <a:cubicBezTo>
                  <a:pt x="458033" y="360"/>
                  <a:pt x="458607" y="225"/>
                  <a:pt x="459326" y="135"/>
                </a:cubicBezTo>
                <a:cubicBezTo>
                  <a:pt x="460046" y="45"/>
                  <a:pt x="460945" y="0"/>
                  <a:pt x="462024" y="0"/>
                </a:cubicBezTo>
                <a:cubicBezTo>
                  <a:pt x="463148" y="0"/>
                  <a:pt x="464070" y="45"/>
                  <a:pt x="464790" y="135"/>
                </a:cubicBezTo>
                <a:cubicBezTo>
                  <a:pt x="465509" y="225"/>
                  <a:pt x="466071" y="360"/>
                  <a:pt x="466476" y="540"/>
                </a:cubicBezTo>
                <a:cubicBezTo>
                  <a:pt x="466880" y="719"/>
                  <a:pt x="467173" y="945"/>
                  <a:pt x="467353" y="1216"/>
                </a:cubicBezTo>
                <a:cubicBezTo>
                  <a:pt x="467532" y="1486"/>
                  <a:pt x="467622" y="1801"/>
                  <a:pt x="467622" y="2160"/>
                </a:cubicBezTo>
                <a:lnTo>
                  <a:pt x="467622" y="92334"/>
                </a:lnTo>
                <a:close/>
                <a:moveTo>
                  <a:pt x="540267" y="92337"/>
                </a:moveTo>
                <a:cubicBezTo>
                  <a:pt x="540267" y="92696"/>
                  <a:pt x="540188" y="93000"/>
                  <a:pt x="540031" y="93247"/>
                </a:cubicBezTo>
                <a:cubicBezTo>
                  <a:pt x="539874" y="93494"/>
                  <a:pt x="539593" y="93708"/>
                  <a:pt x="539188" y="93888"/>
                </a:cubicBezTo>
                <a:cubicBezTo>
                  <a:pt x="538783" y="94068"/>
                  <a:pt x="538255" y="94203"/>
                  <a:pt x="537603" y="94293"/>
                </a:cubicBezTo>
                <a:cubicBezTo>
                  <a:pt x="536951" y="94382"/>
                  <a:pt x="536153" y="94427"/>
                  <a:pt x="535208" y="94427"/>
                </a:cubicBezTo>
                <a:cubicBezTo>
                  <a:pt x="534174" y="94427"/>
                  <a:pt x="533331" y="94382"/>
                  <a:pt x="532679" y="94293"/>
                </a:cubicBezTo>
                <a:cubicBezTo>
                  <a:pt x="532027" y="94203"/>
                  <a:pt x="531510" y="94068"/>
                  <a:pt x="531128" y="93888"/>
                </a:cubicBezTo>
                <a:cubicBezTo>
                  <a:pt x="530746" y="93708"/>
                  <a:pt x="530487" y="93494"/>
                  <a:pt x="530352" y="93247"/>
                </a:cubicBezTo>
                <a:cubicBezTo>
                  <a:pt x="530217" y="93000"/>
                  <a:pt x="530150" y="92696"/>
                  <a:pt x="530150" y="92337"/>
                </a:cubicBezTo>
                <a:lnTo>
                  <a:pt x="530150" y="84310"/>
                </a:lnTo>
                <a:cubicBezTo>
                  <a:pt x="526687" y="88156"/>
                  <a:pt x="523270" y="90962"/>
                  <a:pt x="519898" y="92726"/>
                </a:cubicBezTo>
                <a:cubicBezTo>
                  <a:pt x="516525" y="94490"/>
                  <a:pt x="513108" y="95372"/>
                  <a:pt x="509646" y="95372"/>
                </a:cubicBezTo>
                <a:cubicBezTo>
                  <a:pt x="505599" y="95372"/>
                  <a:pt x="502193" y="94697"/>
                  <a:pt x="499427" y="93346"/>
                </a:cubicBezTo>
                <a:cubicBezTo>
                  <a:pt x="496662" y="91996"/>
                  <a:pt x="494425" y="90162"/>
                  <a:pt x="492716" y="87845"/>
                </a:cubicBezTo>
                <a:cubicBezTo>
                  <a:pt x="491007" y="85526"/>
                  <a:pt x="489782" y="82826"/>
                  <a:pt x="489040" y="79743"/>
                </a:cubicBezTo>
                <a:cubicBezTo>
                  <a:pt x="488298" y="76658"/>
                  <a:pt x="487927" y="72911"/>
                  <a:pt x="487927" y="68500"/>
                </a:cubicBezTo>
                <a:lnTo>
                  <a:pt x="487927" y="31635"/>
                </a:lnTo>
                <a:cubicBezTo>
                  <a:pt x="487927" y="31276"/>
                  <a:pt x="488006" y="30972"/>
                  <a:pt x="488163" y="30725"/>
                </a:cubicBezTo>
                <a:cubicBezTo>
                  <a:pt x="488321" y="30476"/>
                  <a:pt x="488624" y="30251"/>
                  <a:pt x="489074" y="30048"/>
                </a:cubicBezTo>
                <a:cubicBezTo>
                  <a:pt x="489524" y="29846"/>
                  <a:pt x="490108" y="29711"/>
                  <a:pt x="490828" y="29643"/>
                </a:cubicBezTo>
                <a:cubicBezTo>
                  <a:pt x="491547" y="29576"/>
                  <a:pt x="492446" y="29542"/>
                  <a:pt x="493525" y="29542"/>
                </a:cubicBezTo>
                <a:cubicBezTo>
                  <a:pt x="494605" y="29542"/>
                  <a:pt x="495504" y="29576"/>
                  <a:pt x="496223" y="29643"/>
                </a:cubicBezTo>
                <a:cubicBezTo>
                  <a:pt x="496943" y="29711"/>
                  <a:pt x="497516" y="29846"/>
                  <a:pt x="497943" y="30048"/>
                </a:cubicBezTo>
                <a:cubicBezTo>
                  <a:pt x="498371" y="30251"/>
                  <a:pt x="498674" y="30476"/>
                  <a:pt x="498854" y="30725"/>
                </a:cubicBezTo>
                <a:cubicBezTo>
                  <a:pt x="499034" y="30972"/>
                  <a:pt x="499124" y="31276"/>
                  <a:pt x="499124" y="31635"/>
                </a:cubicBezTo>
                <a:lnTo>
                  <a:pt x="499124" y="67020"/>
                </a:lnTo>
                <a:cubicBezTo>
                  <a:pt x="499124" y="70577"/>
                  <a:pt x="499382" y="73424"/>
                  <a:pt x="499899" y="75563"/>
                </a:cubicBezTo>
                <a:cubicBezTo>
                  <a:pt x="500416" y="77702"/>
                  <a:pt x="501203" y="79526"/>
                  <a:pt x="502260" y="81035"/>
                </a:cubicBezTo>
                <a:cubicBezTo>
                  <a:pt x="503317" y="82543"/>
                  <a:pt x="504654" y="83713"/>
                  <a:pt x="506273" y="84546"/>
                </a:cubicBezTo>
                <a:cubicBezTo>
                  <a:pt x="507892" y="85378"/>
                  <a:pt x="509780" y="85794"/>
                  <a:pt x="511939" y="85794"/>
                </a:cubicBezTo>
                <a:cubicBezTo>
                  <a:pt x="514727" y="85794"/>
                  <a:pt x="517503" y="84799"/>
                  <a:pt x="520269" y="82809"/>
                </a:cubicBezTo>
                <a:cubicBezTo>
                  <a:pt x="523034" y="80820"/>
                  <a:pt x="525968" y="77903"/>
                  <a:pt x="529071" y="74058"/>
                </a:cubicBezTo>
                <a:lnTo>
                  <a:pt x="529071" y="31633"/>
                </a:lnTo>
                <a:cubicBezTo>
                  <a:pt x="529071" y="31273"/>
                  <a:pt x="529149" y="30970"/>
                  <a:pt x="529307" y="30723"/>
                </a:cubicBezTo>
                <a:cubicBezTo>
                  <a:pt x="529464" y="30475"/>
                  <a:pt x="529768" y="30251"/>
                  <a:pt x="530217" y="30048"/>
                </a:cubicBezTo>
                <a:cubicBezTo>
                  <a:pt x="530667" y="29846"/>
                  <a:pt x="531240" y="29711"/>
                  <a:pt x="531937" y="29643"/>
                </a:cubicBezTo>
                <a:cubicBezTo>
                  <a:pt x="532634" y="29576"/>
                  <a:pt x="533545" y="29542"/>
                  <a:pt x="534669" y="29542"/>
                </a:cubicBezTo>
                <a:cubicBezTo>
                  <a:pt x="535748" y="29542"/>
                  <a:pt x="536647" y="29576"/>
                  <a:pt x="537367" y="29643"/>
                </a:cubicBezTo>
                <a:cubicBezTo>
                  <a:pt x="538086" y="29711"/>
                  <a:pt x="538648" y="29846"/>
                  <a:pt x="539053" y="30048"/>
                </a:cubicBezTo>
                <a:cubicBezTo>
                  <a:pt x="539458" y="30251"/>
                  <a:pt x="539761" y="30475"/>
                  <a:pt x="539964" y="30723"/>
                </a:cubicBezTo>
                <a:cubicBezTo>
                  <a:pt x="540166" y="30970"/>
                  <a:pt x="540267" y="31273"/>
                  <a:pt x="540267" y="31633"/>
                </a:cubicBezTo>
                <a:lnTo>
                  <a:pt x="540267" y="92337"/>
                </a:lnTo>
                <a:close/>
                <a:moveTo>
                  <a:pt x="612585" y="59354"/>
                </a:moveTo>
                <a:cubicBezTo>
                  <a:pt x="612585" y="61108"/>
                  <a:pt x="612147" y="62356"/>
                  <a:pt x="611270" y="63098"/>
                </a:cubicBezTo>
                <a:cubicBezTo>
                  <a:pt x="610393" y="63840"/>
                  <a:pt x="609393" y="64211"/>
                  <a:pt x="608269" y="64211"/>
                </a:cubicBezTo>
                <a:lnTo>
                  <a:pt x="568474" y="64211"/>
                </a:lnTo>
                <a:cubicBezTo>
                  <a:pt x="568474" y="67593"/>
                  <a:pt x="568811" y="70637"/>
                  <a:pt x="569486" y="73344"/>
                </a:cubicBezTo>
                <a:cubicBezTo>
                  <a:pt x="570160" y="76050"/>
                  <a:pt x="571284" y="78373"/>
                  <a:pt x="572858" y="80312"/>
                </a:cubicBezTo>
                <a:cubicBezTo>
                  <a:pt x="574432" y="82251"/>
                  <a:pt x="576478" y="83740"/>
                  <a:pt x="578996" y="84778"/>
                </a:cubicBezTo>
                <a:cubicBezTo>
                  <a:pt x="581514" y="85815"/>
                  <a:pt x="584594" y="86334"/>
                  <a:pt x="588236" y="86334"/>
                </a:cubicBezTo>
                <a:cubicBezTo>
                  <a:pt x="591114" y="86334"/>
                  <a:pt x="593677" y="86098"/>
                  <a:pt x="595926" y="85625"/>
                </a:cubicBezTo>
                <a:cubicBezTo>
                  <a:pt x="598174" y="85153"/>
                  <a:pt x="600119" y="84625"/>
                  <a:pt x="601760" y="84040"/>
                </a:cubicBezTo>
                <a:cubicBezTo>
                  <a:pt x="603401" y="83456"/>
                  <a:pt x="604750" y="82928"/>
                  <a:pt x="605807" y="82455"/>
                </a:cubicBezTo>
                <a:cubicBezTo>
                  <a:pt x="606863" y="81983"/>
                  <a:pt x="607661" y="81747"/>
                  <a:pt x="608201" y="81747"/>
                </a:cubicBezTo>
                <a:cubicBezTo>
                  <a:pt x="608516" y="81747"/>
                  <a:pt x="608797" y="81826"/>
                  <a:pt x="609044" y="81983"/>
                </a:cubicBezTo>
                <a:cubicBezTo>
                  <a:pt x="609291" y="82141"/>
                  <a:pt x="609483" y="82377"/>
                  <a:pt x="609617" y="82691"/>
                </a:cubicBezTo>
                <a:cubicBezTo>
                  <a:pt x="609752" y="83006"/>
                  <a:pt x="609854" y="83445"/>
                  <a:pt x="609921" y="84007"/>
                </a:cubicBezTo>
                <a:cubicBezTo>
                  <a:pt x="609988" y="84569"/>
                  <a:pt x="610022" y="85254"/>
                  <a:pt x="610022" y="86064"/>
                </a:cubicBezTo>
                <a:cubicBezTo>
                  <a:pt x="610022" y="86648"/>
                  <a:pt x="610000" y="87154"/>
                  <a:pt x="609955" y="87581"/>
                </a:cubicBezTo>
                <a:cubicBezTo>
                  <a:pt x="609910" y="88009"/>
                  <a:pt x="609854" y="88391"/>
                  <a:pt x="609786" y="88728"/>
                </a:cubicBezTo>
                <a:cubicBezTo>
                  <a:pt x="609719" y="89065"/>
                  <a:pt x="609606" y="89369"/>
                  <a:pt x="609449" y="89639"/>
                </a:cubicBezTo>
                <a:cubicBezTo>
                  <a:pt x="609291" y="89908"/>
                  <a:pt x="609089" y="90167"/>
                  <a:pt x="608842" y="90414"/>
                </a:cubicBezTo>
                <a:cubicBezTo>
                  <a:pt x="608595" y="90662"/>
                  <a:pt x="607864" y="91066"/>
                  <a:pt x="606650" y="91628"/>
                </a:cubicBezTo>
                <a:cubicBezTo>
                  <a:pt x="605436" y="92190"/>
                  <a:pt x="603862" y="92741"/>
                  <a:pt x="601928" y="93281"/>
                </a:cubicBezTo>
                <a:cubicBezTo>
                  <a:pt x="599995" y="93820"/>
                  <a:pt x="597758" y="94304"/>
                  <a:pt x="595217" y="94731"/>
                </a:cubicBezTo>
                <a:cubicBezTo>
                  <a:pt x="592677" y="95158"/>
                  <a:pt x="589968" y="95372"/>
                  <a:pt x="587090" y="95372"/>
                </a:cubicBezTo>
                <a:cubicBezTo>
                  <a:pt x="582099" y="95372"/>
                  <a:pt x="577726" y="94674"/>
                  <a:pt x="573971" y="93279"/>
                </a:cubicBezTo>
                <a:cubicBezTo>
                  <a:pt x="570217" y="91883"/>
                  <a:pt x="567058" y="89813"/>
                  <a:pt x="564495" y="87067"/>
                </a:cubicBezTo>
                <a:cubicBezTo>
                  <a:pt x="561932" y="84321"/>
                  <a:pt x="559998" y="80878"/>
                  <a:pt x="558694" y="76737"/>
                </a:cubicBezTo>
                <a:cubicBezTo>
                  <a:pt x="557390" y="72596"/>
                  <a:pt x="556738" y="67780"/>
                  <a:pt x="556738" y="62288"/>
                </a:cubicBezTo>
                <a:cubicBezTo>
                  <a:pt x="556738" y="57067"/>
                  <a:pt x="557413" y="52374"/>
                  <a:pt x="558762" y="48211"/>
                </a:cubicBezTo>
                <a:cubicBezTo>
                  <a:pt x="560111" y="44047"/>
                  <a:pt x="562055" y="40514"/>
                  <a:pt x="564596" y="37611"/>
                </a:cubicBezTo>
                <a:cubicBezTo>
                  <a:pt x="567136" y="34708"/>
                  <a:pt x="570205" y="32480"/>
                  <a:pt x="573803" y="30927"/>
                </a:cubicBezTo>
                <a:cubicBezTo>
                  <a:pt x="577400" y="29374"/>
                  <a:pt x="581424" y="28598"/>
                  <a:pt x="585876" y="28598"/>
                </a:cubicBezTo>
                <a:cubicBezTo>
                  <a:pt x="590642" y="28598"/>
                  <a:pt x="594700" y="29362"/>
                  <a:pt x="598050" y="30891"/>
                </a:cubicBezTo>
                <a:cubicBezTo>
                  <a:pt x="601400" y="32420"/>
                  <a:pt x="604154" y="34477"/>
                  <a:pt x="606313" y="37063"/>
                </a:cubicBezTo>
                <a:cubicBezTo>
                  <a:pt x="608471" y="39648"/>
                  <a:pt x="610056" y="42683"/>
                  <a:pt x="611068" y="46168"/>
                </a:cubicBezTo>
                <a:cubicBezTo>
                  <a:pt x="612079" y="49653"/>
                  <a:pt x="612585" y="53374"/>
                  <a:pt x="612585" y="57331"/>
                </a:cubicBezTo>
                <a:lnTo>
                  <a:pt x="612585" y="59354"/>
                </a:lnTo>
                <a:moveTo>
                  <a:pt x="601389" y="56049"/>
                </a:moveTo>
                <a:cubicBezTo>
                  <a:pt x="601524" y="50204"/>
                  <a:pt x="600231" y="45617"/>
                  <a:pt x="597511" y="42290"/>
                </a:cubicBezTo>
                <a:cubicBezTo>
                  <a:pt x="594790" y="38963"/>
                  <a:pt x="590754" y="37299"/>
                  <a:pt x="585404" y="37299"/>
                </a:cubicBezTo>
                <a:cubicBezTo>
                  <a:pt x="582661" y="37299"/>
                  <a:pt x="580255" y="37816"/>
                  <a:pt x="578187" y="38850"/>
                </a:cubicBezTo>
                <a:cubicBezTo>
                  <a:pt x="576118" y="39884"/>
                  <a:pt x="574387" y="41256"/>
                  <a:pt x="572993" y="42964"/>
                </a:cubicBezTo>
                <a:cubicBezTo>
                  <a:pt x="571599" y="44673"/>
                  <a:pt x="570520" y="46663"/>
                  <a:pt x="569756" y="48934"/>
                </a:cubicBezTo>
                <a:cubicBezTo>
                  <a:pt x="568991" y="51204"/>
                  <a:pt x="568564" y="53576"/>
                  <a:pt x="568474" y="56049"/>
                </a:cubicBezTo>
                <a:lnTo>
                  <a:pt x="601389" y="56049"/>
                </a:lnTo>
                <a:close/>
                <a:moveTo>
                  <a:pt x="644279" y="84378"/>
                </a:moveTo>
                <a:cubicBezTo>
                  <a:pt x="644279" y="85772"/>
                  <a:pt x="644212" y="87053"/>
                  <a:pt x="644077" y="88222"/>
                </a:cubicBezTo>
                <a:cubicBezTo>
                  <a:pt x="643942" y="89391"/>
                  <a:pt x="643717" y="90493"/>
                  <a:pt x="643402" y="91527"/>
                </a:cubicBezTo>
                <a:cubicBezTo>
                  <a:pt x="643088" y="92561"/>
                  <a:pt x="642672" y="93584"/>
                  <a:pt x="642155" y="94596"/>
                </a:cubicBezTo>
                <a:cubicBezTo>
                  <a:pt x="641638" y="95608"/>
                  <a:pt x="640997" y="96676"/>
                  <a:pt x="640232" y="97800"/>
                </a:cubicBezTo>
                <a:lnTo>
                  <a:pt x="630992" y="111694"/>
                </a:lnTo>
                <a:cubicBezTo>
                  <a:pt x="630767" y="112009"/>
                  <a:pt x="630509" y="112279"/>
                  <a:pt x="630216" y="112504"/>
                </a:cubicBezTo>
                <a:cubicBezTo>
                  <a:pt x="629924" y="112728"/>
                  <a:pt x="629564" y="112931"/>
                  <a:pt x="629137" y="113111"/>
                </a:cubicBezTo>
                <a:cubicBezTo>
                  <a:pt x="628710" y="113290"/>
                  <a:pt x="628215" y="113414"/>
                  <a:pt x="627653" y="113482"/>
                </a:cubicBezTo>
                <a:cubicBezTo>
                  <a:pt x="627091" y="113549"/>
                  <a:pt x="626383" y="113583"/>
                  <a:pt x="625529" y="113583"/>
                </a:cubicBezTo>
                <a:cubicBezTo>
                  <a:pt x="624764" y="113583"/>
                  <a:pt x="624124" y="113549"/>
                  <a:pt x="623606" y="113482"/>
                </a:cubicBezTo>
                <a:cubicBezTo>
                  <a:pt x="623089" y="113414"/>
                  <a:pt x="622718" y="113302"/>
                  <a:pt x="622494" y="113144"/>
                </a:cubicBezTo>
                <a:cubicBezTo>
                  <a:pt x="622269" y="112987"/>
                  <a:pt x="622145" y="112773"/>
                  <a:pt x="622123" y="112504"/>
                </a:cubicBezTo>
                <a:cubicBezTo>
                  <a:pt x="622100" y="112234"/>
                  <a:pt x="622179" y="111919"/>
                  <a:pt x="622359" y="111559"/>
                </a:cubicBezTo>
                <a:lnTo>
                  <a:pt x="631329" y="93011"/>
                </a:lnTo>
                <a:lnTo>
                  <a:pt x="631329" y="84378"/>
                </a:lnTo>
                <a:cubicBezTo>
                  <a:pt x="631329" y="83164"/>
                  <a:pt x="631453" y="82197"/>
                  <a:pt x="631700" y="81477"/>
                </a:cubicBezTo>
                <a:cubicBezTo>
                  <a:pt x="631948" y="80758"/>
                  <a:pt x="632341" y="80218"/>
                  <a:pt x="632881" y="79859"/>
                </a:cubicBezTo>
                <a:cubicBezTo>
                  <a:pt x="633420" y="79499"/>
                  <a:pt x="634095" y="79252"/>
                  <a:pt x="634904" y="79117"/>
                </a:cubicBezTo>
                <a:cubicBezTo>
                  <a:pt x="635713" y="78982"/>
                  <a:pt x="636703" y="78914"/>
                  <a:pt x="637872" y="78914"/>
                </a:cubicBezTo>
                <a:cubicBezTo>
                  <a:pt x="638996" y="78914"/>
                  <a:pt x="639963" y="78982"/>
                  <a:pt x="640772" y="79117"/>
                </a:cubicBezTo>
                <a:cubicBezTo>
                  <a:pt x="641581" y="79252"/>
                  <a:pt x="642245" y="79499"/>
                  <a:pt x="642762" y="79859"/>
                </a:cubicBezTo>
                <a:cubicBezTo>
                  <a:pt x="643279" y="80218"/>
                  <a:pt x="643661" y="80758"/>
                  <a:pt x="643908" y="81477"/>
                </a:cubicBezTo>
                <a:cubicBezTo>
                  <a:pt x="644156" y="82197"/>
                  <a:pt x="644279" y="83164"/>
                  <a:pt x="644279" y="843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(RGB:69,177,232)">
            <a:extLst xmlns:a="http://schemas.openxmlformats.org/drawingml/2006/main">
              <a:ext uri="{FF2B5EF4-FFF2-40B4-BE49-F238E27FC236}">
                <a16:creationId xmlns:a16="http://schemas.microsoft.com/office/drawing/2014/main" id="{0FB119AD-49C5-48CF-B230-E3E1D558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0749" y="1404600"/>
            <a:ext cx="1061262" cy="119113"/>
          </a:xfrm>
          <a:custGeom xmlns:a="http://schemas.openxmlformats.org/drawingml/2006/main">
            <a:pathLst>
              <a:path w="1061262" h="119113">
                <a:moveTo>
                  <a:pt x="24416" y="2767"/>
                </a:moveTo>
                <a:cubicBezTo>
                  <a:pt x="20145" y="11817"/>
                  <a:pt x="16963" y="21102"/>
                  <a:pt x="14872" y="30624"/>
                </a:cubicBezTo>
                <a:cubicBezTo>
                  <a:pt x="12781" y="40144"/>
                  <a:pt x="11736" y="49721"/>
                  <a:pt x="11736" y="59354"/>
                </a:cubicBezTo>
                <a:cubicBezTo>
                  <a:pt x="11736" y="69033"/>
                  <a:pt x="12804" y="78622"/>
                  <a:pt x="14940" y="88121"/>
                </a:cubicBezTo>
                <a:cubicBezTo>
                  <a:pt x="17076" y="97619"/>
                  <a:pt x="20189" y="106936"/>
                  <a:pt x="24281" y="116074"/>
                </a:cubicBezTo>
                <a:cubicBezTo>
                  <a:pt x="24506" y="116615"/>
                  <a:pt x="24630" y="117077"/>
                  <a:pt x="24652" y="117459"/>
                </a:cubicBezTo>
                <a:cubicBezTo>
                  <a:pt x="24675" y="117841"/>
                  <a:pt x="24529" y="118156"/>
                  <a:pt x="24214" y="118403"/>
                </a:cubicBezTo>
                <a:cubicBezTo>
                  <a:pt x="23899" y="118652"/>
                  <a:pt x="23416" y="118832"/>
                  <a:pt x="22764" y="118945"/>
                </a:cubicBezTo>
                <a:cubicBezTo>
                  <a:pt x="22112" y="119057"/>
                  <a:pt x="21224" y="119113"/>
                  <a:pt x="20100" y="119113"/>
                </a:cubicBezTo>
                <a:cubicBezTo>
                  <a:pt x="19290" y="119113"/>
                  <a:pt x="18593" y="119091"/>
                  <a:pt x="18009" y="119046"/>
                </a:cubicBezTo>
                <a:cubicBezTo>
                  <a:pt x="17424" y="119001"/>
                  <a:pt x="16918" y="118911"/>
                  <a:pt x="16491" y="118776"/>
                </a:cubicBezTo>
                <a:cubicBezTo>
                  <a:pt x="16064" y="118641"/>
                  <a:pt x="15715" y="118483"/>
                  <a:pt x="15446" y="118302"/>
                </a:cubicBezTo>
                <a:cubicBezTo>
                  <a:pt x="15176" y="118122"/>
                  <a:pt x="14973" y="117920"/>
                  <a:pt x="14839" y="117695"/>
                </a:cubicBezTo>
                <a:cubicBezTo>
                  <a:pt x="12410" y="113104"/>
                  <a:pt x="10275" y="108457"/>
                  <a:pt x="8431" y="103752"/>
                </a:cubicBezTo>
                <a:cubicBezTo>
                  <a:pt x="6587" y="99048"/>
                  <a:pt x="5036" y="94264"/>
                  <a:pt x="3777" y="89403"/>
                </a:cubicBezTo>
                <a:cubicBezTo>
                  <a:pt x="2518" y="84541"/>
                  <a:pt x="1574" y="79623"/>
                  <a:pt x="944" y="74648"/>
                </a:cubicBezTo>
                <a:cubicBezTo>
                  <a:pt x="315" y="69674"/>
                  <a:pt x="0" y="64643"/>
                  <a:pt x="0" y="59557"/>
                </a:cubicBezTo>
                <a:cubicBezTo>
                  <a:pt x="0" y="54470"/>
                  <a:pt x="348" y="49451"/>
                  <a:pt x="1045" y="44499"/>
                </a:cubicBezTo>
                <a:cubicBezTo>
                  <a:pt x="1742" y="39547"/>
                  <a:pt x="2732" y="34629"/>
                  <a:pt x="4013" y="29745"/>
                </a:cubicBezTo>
                <a:cubicBezTo>
                  <a:pt x="5295" y="24860"/>
                  <a:pt x="6857" y="20055"/>
                  <a:pt x="8701" y="15328"/>
                </a:cubicBezTo>
                <a:cubicBezTo>
                  <a:pt x="10544" y="10601"/>
                  <a:pt x="12613" y="5919"/>
                  <a:pt x="14906" y="1284"/>
                </a:cubicBezTo>
                <a:cubicBezTo>
                  <a:pt x="14951" y="1104"/>
                  <a:pt x="15075" y="946"/>
                  <a:pt x="15277" y="811"/>
                </a:cubicBezTo>
                <a:cubicBezTo>
                  <a:pt x="15479" y="675"/>
                  <a:pt x="15760" y="540"/>
                  <a:pt x="16120" y="405"/>
                </a:cubicBezTo>
                <a:cubicBezTo>
                  <a:pt x="16480" y="270"/>
                  <a:pt x="16974" y="169"/>
                  <a:pt x="17604" y="101"/>
                </a:cubicBezTo>
                <a:cubicBezTo>
                  <a:pt x="18233" y="34"/>
                  <a:pt x="19043" y="0"/>
                  <a:pt x="20032" y="0"/>
                </a:cubicBezTo>
                <a:cubicBezTo>
                  <a:pt x="21066" y="0"/>
                  <a:pt x="21898" y="67"/>
                  <a:pt x="22528" y="202"/>
                </a:cubicBezTo>
                <a:cubicBezTo>
                  <a:pt x="23157" y="337"/>
                  <a:pt x="23652" y="518"/>
                  <a:pt x="24012" y="744"/>
                </a:cubicBezTo>
                <a:cubicBezTo>
                  <a:pt x="24371" y="969"/>
                  <a:pt x="24574" y="1261"/>
                  <a:pt x="24619" y="1621"/>
                </a:cubicBezTo>
                <a:cubicBezTo>
                  <a:pt x="24664" y="1981"/>
                  <a:pt x="24596" y="2363"/>
                  <a:pt x="24416" y="2767"/>
                </a:cubicBezTo>
                <a:close/>
                <a:moveTo>
                  <a:pt x="102693" y="94023"/>
                </a:moveTo>
                <a:cubicBezTo>
                  <a:pt x="102693" y="94382"/>
                  <a:pt x="102625" y="94697"/>
                  <a:pt x="102490" y="94967"/>
                </a:cubicBezTo>
                <a:cubicBezTo>
                  <a:pt x="102355" y="95237"/>
                  <a:pt x="102063" y="95462"/>
                  <a:pt x="101613" y="95641"/>
                </a:cubicBezTo>
                <a:cubicBezTo>
                  <a:pt x="101164" y="95821"/>
                  <a:pt x="100534" y="95956"/>
                  <a:pt x="99725" y="96046"/>
                </a:cubicBezTo>
                <a:cubicBezTo>
                  <a:pt x="98916" y="96136"/>
                  <a:pt x="97836" y="96181"/>
                  <a:pt x="96487" y="96181"/>
                </a:cubicBezTo>
                <a:cubicBezTo>
                  <a:pt x="95318" y="96181"/>
                  <a:pt x="94363" y="96136"/>
                  <a:pt x="93621" y="96046"/>
                </a:cubicBezTo>
                <a:cubicBezTo>
                  <a:pt x="92879" y="95956"/>
                  <a:pt x="92283" y="95810"/>
                  <a:pt x="91833" y="95608"/>
                </a:cubicBezTo>
                <a:cubicBezTo>
                  <a:pt x="91384" y="95405"/>
                  <a:pt x="91035" y="95124"/>
                  <a:pt x="90788" y="94765"/>
                </a:cubicBezTo>
                <a:cubicBezTo>
                  <a:pt x="90541" y="94405"/>
                  <a:pt x="90327" y="93955"/>
                  <a:pt x="90147" y="93416"/>
                </a:cubicBezTo>
                <a:lnTo>
                  <a:pt x="82121" y="72844"/>
                </a:lnTo>
                <a:cubicBezTo>
                  <a:pt x="81177" y="70506"/>
                  <a:pt x="80199" y="68359"/>
                  <a:pt x="79187" y="66403"/>
                </a:cubicBezTo>
                <a:cubicBezTo>
                  <a:pt x="78175" y="64447"/>
                  <a:pt x="76972" y="62761"/>
                  <a:pt x="75578" y="61344"/>
                </a:cubicBezTo>
                <a:cubicBezTo>
                  <a:pt x="74185" y="59928"/>
                  <a:pt x="72543" y="58826"/>
                  <a:pt x="70655" y="58039"/>
                </a:cubicBezTo>
                <a:cubicBezTo>
                  <a:pt x="68766" y="57252"/>
                  <a:pt x="66495" y="56859"/>
                  <a:pt x="63842" y="56859"/>
                </a:cubicBezTo>
                <a:lnTo>
                  <a:pt x="56086" y="56859"/>
                </a:lnTo>
                <a:lnTo>
                  <a:pt x="56086" y="94023"/>
                </a:lnTo>
                <a:cubicBezTo>
                  <a:pt x="56086" y="94382"/>
                  <a:pt x="55985" y="94697"/>
                  <a:pt x="55782" y="94967"/>
                </a:cubicBezTo>
                <a:cubicBezTo>
                  <a:pt x="55580" y="95237"/>
                  <a:pt x="55265" y="95450"/>
                  <a:pt x="54838" y="95608"/>
                </a:cubicBezTo>
                <a:cubicBezTo>
                  <a:pt x="54411" y="95765"/>
                  <a:pt x="53826" y="95900"/>
                  <a:pt x="53084" y="96012"/>
                </a:cubicBezTo>
                <a:cubicBezTo>
                  <a:pt x="52343" y="96125"/>
                  <a:pt x="51410" y="96181"/>
                  <a:pt x="50285" y="96181"/>
                </a:cubicBezTo>
                <a:cubicBezTo>
                  <a:pt x="49161" y="96181"/>
                  <a:pt x="48228" y="96125"/>
                  <a:pt x="47486" y="96012"/>
                </a:cubicBezTo>
                <a:cubicBezTo>
                  <a:pt x="46744" y="95900"/>
                  <a:pt x="46149" y="95765"/>
                  <a:pt x="45699" y="95608"/>
                </a:cubicBezTo>
                <a:cubicBezTo>
                  <a:pt x="45249" y="95450"/>
                  <a:pt x="44935" y="95237"/>
                  <a:pt x="44755" y="94967"/>
                </a:cubicBezTo>
                <a:cubicBezTo>
                  <a:pt x="44575" y="94697"/>
                  <a:pt x="44485" y="94382"/>
                  <a:pt x="44485" y="94023"/>
                </a:cubicBezTo>
                <a:lnTo>
                  <a:pt x="44485" y="13220"/>
                </a:lnTo>
                <a:cubicBezTo>
                  <a:pt x="44485" y="11466"/>
                  <a:pt x="44946" y="10241"/>
                  <a:pt x="45868" y="9544"/>
                </a:cubicBezTo>
                <a:cubicBezTo>
                  <a:pt x="46789" y="8847"/>
                  <a:pt x="47767" y="8498"/>
                  <a:pt x="48802" y="8498"/>
                </a:cubicBezTo>
                <a:lnTo>
                  <a:pt x="67350" y="8498"/>
                </a:lnTo>
                <a:cubicBezTo>
                  <a:pt x="69553" y="8498"/>
                  <a:pt x="71385" y="8555"/>
                  <a:pt x="72847" y="8667"/>
                </a:cubicBezTo>
                <a:cubicBezTo>
                  <a:pt x="74308" y="8779"/>
                  <a:pt x="75623" y="8903"/>
                  <a:pt x="76793" y="9038"/>
                </a:cubicBezTo>
                <a:cubicBezTo>
                  <a:pt x="80165" y="9623"/>
                  <a:pt x="83144" y="10544"/>
                  <a:pt x="85729" y="11803"/>
                </a:cubicBezTo>
                <a:cubicBezTo>
                  <a:pt x="88315" y="13062"/>
                  <a:pt x="90484" y="14659"/>
                  <a:pt x="92238" y="16592"/>
                </a:cubicBezTo>
                <a:cubicBezTo>
                  <a:pt x="93992" y="18526"/>
                  <a:pt x="95307" y="20740"/>
                  <a:pt x="96184" y="23236"/>
                </a:cubicBezTo>
                <a:cubicBezTo>
                  <a:pt x="97061" y="25731"/>
                  <a:pt x="97499" y="28486"/>
                  <a:pt x="97499" y="31498"/>
                </a:cubicBezTo>
                <a:cubicBezTo>
                  <a:pt x="97499" y="34421"/>
                  <a:pt x="97106" y="37040"/>
                  <a:pt x="96319" y="39356"/>
                </a:cubicBezTo>
                <a:cubicBezTo>
                  <a:pt x="95532" y="41672"/>
                  <a:pt x="94396" y="43718"/>
                  <a:pt x="92913" y="45494"/>
                </a:cubicBezTo>
                <a:cubicBezTo>
                  <a:pt x="91429" y="47270"/>
                  <a:pt x="89653" y="48810"/>
                  <a:pt x="87584" y="50114"/>
                </a:cubicBezTo>
                <a:cubicBezTo>
                  <a:pt x="85516" y="51418"/>
                  <a:pt x="83200" y="52520"/>
                  <a:pt x="80637" y="53419"/>
                </a:cubicBezTo>
                <a:cubicBezTo>
                  <a:pt x="82076" y="54048"/>
                  <a:pt x="83380" y="54847"/>
                  <a:pt x="84549" y="55813"/>
                </a:cubicBezTo>
                <a:cubicBezTo>
                  <a:pt x="85718" y="56780"/>
                  <a:pt x="86809" y="57938"/>
                  <a:pt x="87820" y="59287"/>
                </a:cubicBezTo>
                <a:cubicBezTo>
                  <a:pt x="88832" y="60636"/>
                  <a:pt x="89788" y="62187"/>
                  <a:pt x="90687" y="63941"/>
                </a:cubicBezTo>
                <a:cubicBezTo>
                  <a:pt x="91586" y="65695"/>
                  <a:pt x="92485" y="67673"/>
                  <a:pt x="93385" y="69876"/>
                </a:cubicBezTo>
                <a:lnTo>
                  <a:pt x="101209" y="89099"/>
                </a:lnTo>
                <a:cubicBezTo>
                  <a:pt x="101838" y="90718"/>
                  <a:pt x="102243" y="91853"/>
                  <a:pt x="102423" y="92505"/>
                </a:cubicBezTo>
                <a:cubicBezTo>
                  <a:pt x="102603" y="93157"/>
                  <a:pt x="102693" y="93663"/>
                  <a:pt x="102693" y="94023"/>
                </a:cubicBezTo>
                <a:moveTo>
                  <a:pt x="85224" y="32712"/>
                </a:moveTo>
                <a:cubicBezTo>
                  <a:pt x="85224" y="29295"/>
                  <a:pt x="84459" y="26406"/>
                  <a:pt x="82930" y="24045"/>
                </a:cubicBezTo>
                <a:cubicBezTo>
                  <a:pt x="81401" y="21685"/>
                  <a:pt x="78838" y="19987"/>
                  <a:pt x="75241" y="18953"/>
                </a:cubicBezTo>
                <a:cubicBezTo>
                  <a:pt x="74117" y="18638"/>
                  <a:pt x="72847" y="18413"/>
                  <a:pt x="71430" y="18278"/>
                </a:cubicBezTo>
                <a:cubicBezTo>
                  <a:pt x="70014" y="18144"/>
                  <a:pt x="68159" y="18076"/>
                  <a:pt x="65866" y="18076"/>
                </a:cubicBezTo>
                <a:lnTo>
                  <a:pt x="56086" y="18076"/>
                </a:lnTo>
                <a:lnTo>
                  <a:pt x="56086" y="47484"/>
                </a:lnTo>
                <a:lnTo>
                  <a:pt x="67417" y="47484"/>
                </a:lnTo>
                <a:cubicBezTo>
                  <a:pt x="70475" y="47484"/>
                  <a:pt x="73117" y="47113"/>
                  <a:pt x="75342" y="46371"/>
                </a:cubicBezTo>
                <a:cubicBezTo>
                  <a:pt x="77568" y="45629"/>
                  <a:pt x="79423" y="44594"/>
                  <a:pt x="80907" y="43268"/>
                </a:cubicBezTo>
                <a:cubicBezTo>
                  <a:pt x="82391" y="41942"/>
                  <a:pt x="83481" y="40379"/>
                  <a:pt x="84178" y="38580"/>
                </a:cubicBezTo>
                <a:cubicBezTo>
                  <a:pt x="84875" y="36782"/>
                  <a:pt x="85224" y="34826"/>
                  <a:pt x="85224" y="32712"/>
                </a:cubicBezTo>
                <a:close/>
                <a:moveTo>
                  <a:pt x="183808" y="20369"/>
                </a:moveTo>
                <a:cubicBezTo>
                  <a:pt x="183808" y="21224"/>
                  <a:pt x="183763" y="21977"/>
                  <a:pt x="183673" y="22629"/>
                </a:cubicBezTo>
                <a:cubicBezTo>
                  <a:pt x="183583" y="23281"/>
                  <a:pt x="183448" y="23820"/>
                  <a:pt x="183268" y="24248"/>
                </a:cubicBezTo>
                <a:cubicBezTo>
                  <a:pt x="183089" y="24675"/>
                  <a:pt x="182864" y="24978"/>
                  <a:pt x="182594" y="25158"/>
                </a:cubicBezTo>
                <a:cubicBezTo>
                  <a:pt x="182324" y="25338"/>
                  <a:pt x="182032" y="25428"/>
                  <a:pt x="181717" y="25428"/>
                </a:cubicBezTo>
                <a:cubicBezTo>
                  <a:pt x="181177" y="25428"/>
                  <a:pt x="180278" y="25001"/>
                  <a:pt x="179019" y="24146"/>
                </a:cubicBezTo>
                <a:cubicBezTo>
                  <a:pt x="177760" y="23292"/>
                  <a:pt x="176074" y="22348"/>
                  <a:pt x="173961" y="21314"/>
                </a:cubicBezTo>
                <a:cubicBezTo>
                  <a:pt x="171847" y="20279"/>
                  <a:pt x="169318" y="19335"/>
                  <a:pt x="166373" y="18481"/>
                </a:cubicBezTo>
                <a:cubicBezTo>
                  <a:pt x="163427" y="17626"/>
                  <a:pt x="159931" y="17199"/>
                  <a:pt x="155884" y="17199"/>
                </a:cubicBezTo>
                <a:cubicBezTo>
                  <a:pt x="151073" y="17199"/>
                  <a:pt x="146756" y="18076"/>
                  <a:pt x="142934" y="19830"/>
                </a:cubicBezTo>
                <a:cubicBezTo>
                  <a:pt x="139112" y="21583"/>
                  <a:pt x="135875" y="24012"/>
                  <a:pt x="133222" y="27114"/>
                </a:cubicBezTo>
                <a:cubicBezTo>
                  <a:pt x="130569" y="30217"/>
                  <a:pt x="128534" y="33904"/>
                  <a:pt x="127118" y="38176"/>
                </a:cubicBezTo>
                <a:cubicBezTo>
                  <a:pt x="125701" y="42447"/>
                  <a:pt x="124993" y="47079"/>
                  <a:pt x="124993" y="52070"/>
                </a:cubicBezTo>
                <a:cubicBezTo>
                  <a:pt x="124993" y="57646"/>
                  <a:pt x="125769" y="62592"/>
                  <a:pt x="127320" y="66909"/>
                </a:cubicBezTo>
                <a:cubicBezTo>
                  <a:pt x="128871" y="71225"/>
                  <a:pt x="131019" y="74867"/>
                  <a:pt x="133761" y="77835"/>
                </a:cubicBezTo>
                <a:cubicBezTo>
                  <a:pt x="136504" y="80803"/>
                  <a:pt x="139776" y="83051"/>
                  <a:pt x="143575" y="84580"/>
                </a:cubicBezTo>
                <a:cubicBezTo>
                  <a:pt x="147375" y="86109"/>
                  <a:pt x="151545" y="86873"/>
                  <a:pt x="156087" y="86873"/>
                </a:cubicBezTo>
                <a:cubicBezTo>
                  <a:pt x="158785" y="86873"/>
                  <a:pt x="161516" y="86547"/>
                  <a:pt x="164282" y="85895"/>
                </a:cubicBezTo>
                <a:cubicBezTo>
                  <a:pt x="167047" y="85243"/>
                  <a:pt x="169621" y="84265"/>
                  <a:pt x="172005" y="82961"/>
                </a:cubicBezTo>
                <a:lnTo>
                  <a:pt x="172005" y="57533"/>
                </a:lnTo>
                <a:lnTo>
                  <a:pt x="151770" y="57533"/>
                </a:lnTo>
                <a:cubicBezTo>
                  <a:pt x="151006" y="57533"/>
                  <a:pt x="150432" y="57151"/>
                  <a:pt x="150050" y="56387"/>
                </a:cubicBezTo>
                <a:cubicBezTo>
                  <a:pt x="149668" y="55622"/>
                  <a:pt x="149477" y="54431"/>
                  <a:pt x="149477" y="52812"/>
                </a:cubicBezTo>
                <a:cubicBezTo>
                  <a:pt x="149477" y="51958"/>
                  <a:pt x="149522" y="51227"/>
                  <a:pt x="149612" y="50620"/>
                </a:cubicBezTo>
                <a:cubicBezTo>
                  <a:pt x="149702" y="50013"/>
                  <a:pt x="149848" y="49518"/>
                  <a:pt x="150050" y="49136"/>
                </a:cubicBezTo>
                <a:cubicBezTo>
                  <a:pt x="150253" y="48754"/>
                  <a:pt x="150489" y="48473"/>
                  <a:pt x="150758" y="48293"/>
                </a:cubicBezTo>
                <a:cubicBezTo>
                  <a:pt x="151028" y="48113"/>
                  <a:pt x="151365" y="48023"/>
                  <a:pt x="151770" y="48023"/>
                </a:cubicBezTo>
                <a:lnTo>
                  <a:pt x="179491" y="48023"/>
                </a:lnTo>
                <a:cubicBezTo>
                  <a:pt x="179986" y="48023"/>
                  <a:pt x="180481" y="48113"/>
                  <a:pt x="180975" y="48293"/>
                </a:cubicBezTo>
                <a:cubicBezTo>
                  <a:pt x="181470" y="48473"/>
                  <a:pt x="181919" y="48743"/>
                  <a:pt x="182324" y="49102"/>
                </a:cubicBezTo>
                <a:cubicBezTo>
                  <a:pt x="182729" y="49462"/>
                  <a:pt x="183044" y="49957"/>
                  <a:pt x="183268" y="50586"/>
                </a:cubicBezTo>
                <a:cubicBezTo>
                  <a:pt x="183493" y="51216"/>
                  <a:pt x="183606" y="51935"/>
                  <a:pt x="183606" y="52744"/>
                </a:cubicBezTo>
                <a:lnTo>
                  <a:pt x="183606" y="85996"/>
                </a:lnTo>
                <a:cubicBezTo>
                  <a:pt x="183606" y="87166"/>
                  <a:pt x="183403" y="88177"/>
                  <a:pt x="182999" y="89032"/>
                </a:cubicBezTo>
                <a:cubicBezTo>
                  <a:pt x="182594" y="89886"/>
                  <a:pt x="181740" y="90639"/>
                  <a:pt x="180436" y="91291"/>
                </a:cubicBezTo>
                <a:cubicBezTo>
                  <a:pt x="179132" y="91943"/>
                  <a:pt x="177445" y="92651"/>
                  <a:pt x="175377" y="93416"/>
                </a:cubicBezTo>
                <a:cubicBezTo>
                  <a:pt x="173309" y="94180"/>
                  <a:pt x="171173" y="94832"/>
                  <a:pt x="168969" y="95372"/>
                </a:cubicBezTo>
                <a:cubicBezTo>
                  <a:pt x="166766" y="95911"/>
                  <a:pt x="164540" y="96316"/>
                  <a:pt x="162292" y="96586"/>
                </a:cubicBezTo>
                <a:cubicBezTo>
                  <a:pt x="160044" y="96856"/>
                  <a:pt x="157818" y="96990"/>
                  <a:pt x="155615" y="96990"/>
                </a:cubicBezTo>
                <a:cubicBezTo>
                  <a:pt x="148870" y="96990"/>
                  <a:pt x="142844" y="95945"/>
                  <a:pt x="137539" y="93854"/>
                </a:cubicBezTo>
                <a:cubicBezTo>
                  <a:pt x="132233" y="91763"/>
                  <a:pt x="127747" y="88784"/>
                  <a:pt x="124083" y="84917"/>
                </a:cubicBezTo>
                <a:cubicBezTo>
                  <a:pt x="120418" y="81050"/>
                  <a:pt x="117619" y="76419"/>
                  <a:pt x="115685" y="71023"/>
                </a:cubicBezTo>
                <a:cubicBezTo>
                  <a:pt x="113752" y="65627"/>
                  <a:pt x="112785" y="59602"/>
                  <a:pt x="112785" y="52947"/>
                </a:cubicBezTo>
                <a:cubicBezTo>
                  <a:pt x="112785" y="46022"/>
                  <a:pt x="113831" y="39749"/>
                  <a:pt x="115921" y="34129"/>
                </a:cubicBezTo>
                <a:cubicBezTo>
                  <a:pt x="118012" y="28508"/>
                  <a:pt x="120958" y="23719"/>
                  <a:pt x="124757" y="19762"/>
                </a:cubicBezTo>
                <a:cubicBezTo>
                  <a:pt x="128557" y="15805"/>
                  <a:pt x="133121" y="12736"/>
                  <a:pt x="138449" y="10556"/>
                </a:cubicBezTo>
                <a:cubicBezTo>
                  <a:pt x="143777" y="8375"/>
                  <a:pt x="149679" y="7284"/>
                  <a:pt x="156154" y="7284"/>
                </a:cubicBezTo>
                <a:cubicBezTo>
                  <a:pt x="159482" y="7284"/>
                  <a:pt x="162607" y="7577"/>
                  <a:pt x="165530" y="8161"/>
                </a:cubicBezTo>
                <a:cubicBezTo>
                  <a:pt x="168452" y="8746"/>
                  <a:pt x="171049" y="9432"/>
                  <a:pt x="173320" y="10218"/>
                </a:cubicBezTo>
                <a:cubicBezTo>
                  <a:pt x="175591" y="11005"/>
                  <a:pt x="177502" y="11860"/>
                  <a:pt x="179053" y="12781"/>
                </a:cubicBezTo>
                <a:cubicBezTo>
                  <a:pt x="180604" y="13703"/>
                  <a:pt x="181672" y="14456"/>
                  <a:pt x="182257" y="15041"/>
                </a:cubicBezTo>
                <a:cubicBezTo>
                  <a:pt x="182841" y="15625"/>
                  <a:pt x="183246" y="16300"/>
                  <a:pt x="183471" y="17064"/>
                </a:cubicBezTo>
                <a:cubicBezTo>
                  <a:pt x="183696" y="17829"/>
                  <a:pt x="183808" y="18930"/>
                  <a:pt x="183808" y="20369"/>
                </a:cubicBezTo>
                <a:close/>
                <a:moveTo>
                  <a:pt x="262944" y="70753"/>
                </a:moveTo>
                <a:cubicBezTo>
                  <a:pt x="262944" y="73496"/>
                  <a:pt x="262595" y="76025"/>
                  <a:pt x="261899" y="78341"/>
                </a:cubicBezTo>
                <a:cubicBezTo>
                  <a:pt x="261202" y="80657"/>
                  <a:pt x="260224" y="82736"/>
                  <a:pt x="258965" y="84580"/>
                </a:cubicBezTo>
                <a:cubicBezTo>
                  <a:pt x="257705" y="86424"/>
                  <a:pt x="256188" y="88042"/>
                  <a:pt x="254412" y="89436"/>
                </a:cubicBezTo>
                <a:cubicBezTo>
                  <a:pt x="252636" y="90830"/>
                  <a:pt x="250635" y="91999"/>
                  <a:pt x="248409" y="92944"/>
                </a:cubicBezTo>
                <a:cubicBezTo>
                  <a:pt x="246183" y="93888"/>
                  <a:pt x="243800" y="94596"/>
                  <a:pt x="241259" y="95068"/>
                </a:cubicBezTo>
                <a:cubicBezTo>
                  <a:pt x="238719" y="95540"/>
                  <a:pt x="235807" y="95776"/>
                  <a:pt x="232525" y="95776"/>
                </a:cubicBezTo>
                <a:lnTo>
                  <a:pt x="209727" y="95776"/>
                </a:lnTo>
                <a:cubicBezTo>
                  <a:pt x="208693" y="95776"/>
                  <a:pt x="207715" y="95428"/>
                  <a:pt x="206793" y="94731"/>
                </a:cubicBezTo>
                <a:cubicBezTo>
                  <a:pt x="205872" y="94034"/>
                  <a:pt x="205411" y="92809"/>
                  <a:pt x="205411" y="91055"/>
                </a:cubicBezTo>
                <a:lnTo>
                  <a:pt x="205411" y="13220"/>
                </a:lnTo>
                <a:cubicBezTo>
                  <a:pt x="205411" y="11466"/>
                  <a:pt x="205872" y="10241"/>
                  <a:pt x="206793" y="9544"/>
                </a:cubicBezTo>
                <a:cubicBezTo>
                  <a:pt x="207715" y="8847"/>
                  <a:pt x="208693" y="8498"/>
                  <a:pt x="209727" y="8498"/>
                </a:cubicBezTo>
                <a:lnTo>
                  <a:pt x="229557" y="8498"/>
                </a:lnTo>
                <a:cubicBezTo>
                  <a:pt x="234773" y="8498"/>
                  <a:pt x="239045" y="8993"/>
                  <a:pt x="242372" y="9982"/>
                </a:cubicBezTo>
                <a:cubicBezTo>
                  <a:pt x="245700" y="10972"/>
                  <a:pt x="248476" y="12410"/>
                  <a:pt x="250702" y="14299"/>
                </a:cubicBezTo>
                <a:cubicBezTo>
                  <a:pt x="252928" y="16188"/>
                  <a:pt x="254603" y="18503"/>
                  <a:pt x="255727" y="21246"/>
                </a:cubicBezTo>
                <a:cubicBezTo>
                  <a:pt x="256851" y="23989"/>
                  <a:pt x="257413" y="27092"/>
                  <a:pt x="257413" y="30554"/>
                </a:cubicBezTo>
                <a:cubicBezTo>
                  <a:pt x="257413" y="32622"/>
                  <a:pt x="257166" y="34601"/>
                  <a:pt x="256671" y="36489"/>
                </a:cubicBezTo>
                <a:cubicBezTo>
                  <a:pt x="256177" y="38378"/>
                  <a:pt x="255446" y="40120"/>
                  <a:pt x="254479" y="41717"/>
                </a:cubicBezTo>
                <a:cubicBezTo>
                  <a:pt x="253512" y="43313"/>
                  <a:pt x="252298" y="44741"/>
                  <a:pt x="250837" y="46000"/>
                </a:cubicBezTo>
                <a:cubicBezTo>
                  <a:pt x="249376" y="47259"/>
                  <a:pt x="247701" y="48293"/>
                  <a:pt x="245812" y="49102"/>
                </a:cubicBezTo>
                <a:cubicBezTo>
                  <a:pt x="248195" y="49552"/>
                  <a:pt x="250421" y="50373"/>
                  <a:pt x="252489" y="51564"/>
                </a:cubicBezTo>
                <a:cubicBezTo>
                  <a:pt x="254558" y="52756"/>
                  <a:pt x="256368" y="54273"/>
                  <a:pt x="257919" y="56117"/>
                </a:cubicBezTo>
                <a:cubicBezTo>
                  <a:pt x="259470" y="57960"/>
                  <a:pt x="260696" y="60119"/>
                  <a:pt x="261595" y="62592"/>
                </a:cubicBezTo>
                <a:cubicBezTo>
                  <a:pt x="262494" y="65065"/>
                  <a:pt x="262944" y="67785"/>
                  <a:pt x="262944" y="70753"/>
                </a:cubicBezTo>
                <a:moveTo>
                  <a:pt x="245475" y="31701"/>
                </a:moveTo>
                <a:cubicBezTo>
                  <a:pt x="245475" y="29587"/>
                  <a:pt x="245183" y="27676"/>
                  <a:pt x="244598" y="25968"/>
                </a:cubicBezTo>
                <a:cubicBezTo>
                  <a:pt x="244014" y="24259"/>
                  <a:pt x="243092" y="22809"/>
                  <a:pt x="241833" y="21617"/>
                </a:cubicBezTo>
                <a:cubicBezTo>
                  <a:pt x="240574" y="20426"/>
                  <a:pt x="238932" y="19515"/>
                  <a:pt x="236909" y="18885"/>
                </a:cubicBezTo>
                <a:cubicBezTo>
                  <a:pt x="234886" y="18256"/>
                  <a:pt x="232210" y="17941"/>
                  <a:pt x="228883" y="17941"/>
                </a:cubicBezTo>
                <a:lnTo>
                  <a:pt x="216877" y="17941"/>
                </a:lnTo>
                <a:lnTo>
                  <a:pt x="216877" y="46202"/>
                </a:lnTo>
                <a:lnTo>
                  <a:pt x="230097" y="46202"/>
                </a:lnTo>
                <a:cubicBezTo>
                  <a:pt x="233109" y="46202"/>
                  <a:pt x="235538" y="45809"/>
                  <a:pt x="237381" y="45022"/>
                </a:cubicBezTo>
                <a:cubicBezTo>
                  <a:pt x="239225" y="44235"/>
                  <a:pt x="240754" y="43178"/>
                  <a:pt x="241968" y="41852"/>
                </a:cubicBezTo>
                <a:cubicBezTo>
                  <a:pt x="243182" y="40525"/>
                  <a:pt x="244070" y="38974"/>
                  <a:pt x="244632" y="37198"/>
                </a:cubicBezTo>
                <a:cubicBezTo>
                  <a:pt x="245194" y="35422"/>
                  <a:pt x="245475" y="33589"/>
                  <a:pt x="245475" y="31701"/>
                </a:cubicBezTo>
                <a:moveTo>
                  <a:pt x="250736" y="71428"/>
                </a:moveTo>
                <a:cubicBezTo>
                  <a:pt x="250736" y="68820"/>
                  <a:pt x="250320" y="66526"/>
                  <a:pt x="249488" y="64548"/>
                </a:cubicBezTo>
                <a:cubicBezTo>
                  <a:pt x="248656" y="62569"/>
                  <a:pt x="247442" y="60906"/>
                  <a:pt x="245846" y="59557"/>
                </a:cubicBezTo>
                <a:cubicBezTo>
                  <a:pt x="244250" y="58208"/>
                  <a:pt x="242249" y="57185"/>
                  <a:pt x="239843" y="56488"/>
                </a:cubicBezTo>
                <a:cubicBezTo>
                  <a:pt x="237437" y="55791"/>
                  <a:pt x="234413" y="55442"/>
                  <a:pt x="230771" y="55442"/>
                </a:cubicBezTo>
                <a:lnTo>
                  <a:pt x="216877" y="55442"/>
                </a:lnTo>
                <a:lnTo>
                  <a:pt x="216877" y="86199"/>
                </a:lnTo>
                <a:lnTo>
                  <a:pt x="233739" y="86199"/>
                </a:lnTo>
                <a:cubicBezTo>
                  <a:pt x="236392" y="86199"/>
                  <a:pt x="238708" y="85884"/>
                  <a:pt x="240686" y="85254"/>
                </a:cubicBezTo>
                <a:cubicBezTo>
                  <a:pt x="242665" y="84625"/>
                  <a:pt x="244407" y="83692"/>
                  <a:pt x="245913" y="82455"/>
                </a:cubicBezTo>
                <a:cubicBezTo>
                  <a:pt x="247420" y="81219"/>
                  <a:pt x="248600" y="79679"/>
                  <a:pt x="249454" y="77835"/>
                </a:cubicBezTo>
                <a:cubicBezTo>
                  <a:pt x="250309" y="75992"/>
                  <a:pt x="250736" y="73856"/>
                  <a:pt x="250736" y="71428"/>
                </a:cubicBezTo>
                <a:close/>
                <a:moveTo>
                  <a:pt x="295731" y="41784"/>
                </a:moveTo>
                <a:cubicBezTo>
                  <a:pt x="295731" y="43230"/>
                  <a:pt x="295630" y="44450"/>
                  <a:pt x="295428" y="45443"/>
                </a:cubicBezTo>
                <a:cubicBezTo>
                  <a:pt x="295225" y="46437"/>
                  <a:pt x="294843" y="47238"/>
                  <a:pt x="294281" y="47848"/>
                </a:cubicBezTo>
                <a:cubicBezTo>
                  <a:pt x="293719" y="48457"/>
                  <a:pt x="292988" y="48885"/>
                  <a:pt x="292089" y="49134"/>
                </a:cubicBezTo>
                <a:cubicBezTo>
                  <a:pt x="291190" y="49383"/>
                  <a:pt x="290043" y="49507"/>
                  <a:pt x="288649" y="49507"/>
                </a:cubicBezTo>
                <a:cubicBezTo>
                  <a:pt x="287210" y="49507"/>
                  <a:pt x="286041" y="49383"/>
                  <a:pt x="285142" y="49134"/>
                </a:cubicBezTo>
                <a:cubicBezTo>
                  <a:pt x="284243" y="48885"/>
                  <a:pt x="283523" y="48457"/>
                  <a:pt x="282984" y="47848"/>
                </a:cubicBezTo>
                <a:cubicBezTo>
                  <a:pt x="282444" y="47238"/>
                  <a:pt x="282073" y="46437"/>
                  <a:pt x="281871" y="45443"/>
                </a:cubicBezTo>
                <a:cubicBezTo>
                  <a:pt x="281668" y="44450"/>
                  <a:pt x="281567" y="43230"/>
                  <a:pt x="281567" y="41784"/>
                </a:cubicBezTo>
                <a:cubicBezTo>
                  <a:pt x="281567" y="40248"/>
                  <a:pt x="281668" y="38972"/>
                  <a:pt x="281871" y="37956"/>
                </a:cubicBezTo>
                <a:cubicBezTo>
                  <a:pt x="282073" y="36941"/>
                  <a:pt x="282444" y="36128"/>
                  <a:pt x="282984" y="35520"/>
                </a:cubicBezTo>
                <a:cubicBezTo>
                  <a:pt x="283523" y="34910"/>
                  <a:pt x="284243" y="34481"/>
                  <a:pt x="285142" y="34232"/>
                </a:cubicBezTo>
                <a:cubicBezTo>
                  <a:pt x="286041" y="33983"/>
                  <a:pt x="287210" y="33859"/>
                  <a:pt x="288649" y="33859"/>
                </a:cubicBezTo>
                <a:cubicBezTo>
                  <a:pt x="290043" y="33859"/>
                  <a:pt x="291190" y="33983"/>
                  <a:pt x="292089" y="34232"/>
                </a:cubicBezTo>
                <a:cubicBezTo>
                  <a:pt x="292988" y="34481"/>
                  <a:pt x="293719" y="34910"/>
                  <a:pt x="294281" y="35520"/>
                </a:cubicBezTo>
                <a:cubicBezTo>
                  <a:pt x="294843" y="36128"/>
                  <a:pt x="295225" y="36941"/>
                  <a:pt x="295428" y="37956"/>
                </a:cubicBezTo>
                <a:cubicBezTo>
                  <a:pt x="295630" y="38972"/>
                  <a:pt x="295731" y="40248"/>
                  <a:pt x="295731" y="41784"/>
                </a:cubicBezTo>
                <a:moveTo>
                  <a:pt x="295731" y="88661"/>
                </a:moveTo>
                <a:cubicBezTo>
                  <a:pt x="295731" y="90151"/>
                  <a:pt x="295630" y="91394"/>
                  <a:pt x="295428" y="92387"/>
                </a:cubicBezTo>
                <a:cubicBezTo>
                  <a:pt x="295225" y="93381"/>
                  <a:pt x="294843" y="94182"/>
                  <a:pt x="294281" y="94792"/>
                </a:cubicBezTo>
                <a:cubicBezTo>
                  <a:pt x="293719" y="95401"/>
                  <a:pt x="292988" y="95829"/>
                  <a:pt x="292089" y="96078"/>
                </a:cubicBezTo>
                <a:cubicBezTo>
                  <a:pt x="291190" y="96327"/>
                  <a:pt x="290043" y="96451"/>
                  <a:pt x="288649" y="96451"/>
                </a:cubicBezTo>
                <a:cubicBezTo>
                  <a:pt x="287210" y="96451"/>
                  <a:pt x="286041" y="96327"/>
                  <a:pt x="285142" y="96078"/>
                </a:cubicBezTo>
                <a:cubicBezTo>
                  <a:pt x="284243" y="95829"/>
                  <a:pt x="283523" y="95401"/>
                  <a:pt x="282984" y="94792"/>
                </a:cubicBezTo>
                <a:cubicBezTo>
                  <a:pt x="282444" y="94182"/>
                  <a:pt x="282073" y="93381"/>
                  <a:pt x="281871" y="92387"/>
                </a:cubicBezTo>
                <a:cubicBezTo>
                  <a:pt x="281668" y="91394"/>
                  <a:pt x="281567" y="90151"/>
                  <a:pt x="281567" y="88661"/>
                </a:cubicBezTo>
                <a:cubicBezTo>
                  <a:pt x="281567" y="87170"/>
                  <a:pt x="281668" y="85916"/>
                  <a:pt x="281871" y="84900"/>
                </a:cubicBezTo>
                <a:cubicBezTo>
                  <a:pt x="282073" y="83884"/>
                  <a:pt x="282444" y="83083"/>
                  <a:pt x="282984" y="82498"/>
                </a:cubicBezTo>
                <a:cubicBezTo>
                  <a:pt x="283523" y="81910"/>
                  <a:pt x="284243" y="81481"/>
                  <a:pt x="285142" y="81210"/>
                </a:cubicBezTo>
                <a:cubicBezTo>
                  <a:pt x="286041" y="80938"/>
                  <a:pt x="287210" y="80803"/>
                  <a:pt x="288649" y="80803"/>
                </a:cubicBezTo>
                <a:cubicBezTo>
                  <a:pt x="290043" y="80803"/>
                  <a:pt x="291190" y="80938"/>
                  <a:pt x="292089" y="81210"/>
                </a:cubicBezTo>
                <a:cubicBezTo>
                  <a:pt x="292988" y="81481"/>
                  <a:pt x="293719" y="81910"/>
                  <a:pt x="294281" y="82498"/>
                </a:cubicBezTo>
                <a:cubicBezTo>
                  <a:pt x="294843" y="83083"/>
                  <a:pt x="295225" y="83884"/>
                  <a:pt x="295428" y="84900"/>
                </a:cubicBezTo>
                <a:cubicBezTo>
                  <a:pt x="295630" y="85916"/>
                  <a:pt x="295731" y="87170"/>
                  <a:pt x="295731" y="88661"/>
                </a:cubicBezTo>
                <a:close/>
                <a:moveTo>
                  <a:pt x="401372" y="67547"/>
                </a:moveTo>
                <a:cubicBezTo>
                  <a:pt x="401372" y="71374"/>
                  <a:pt x="400788" y="75076"/>
                  <a:pt x="399619" y="78655"/>
                </a:cubicBezTo>
                <a:cubicBezTo>
                  <a:pt x="398449" y="82234"/>
                  <a:pt x="396651" y="85386"/>
                  <a:pt x="394223" y="88110"/>
                </a:cubicBezTo>
                <a:cubicBezTo>
                  <a:pt x="391795" y="90834"/>
                  <a:pt x="388714" y="93017"/>
                  <a:pt x="384982" y="94661"/>
                </a:cubicBezTo>
                <a:cubicBezTo>
                  <a:pt x="381250" y="96304"/>
                  <a:pt x="376844" y="97125"/>
                  <a:pt x="371762" y="97125"/>
                </a:cubicBezTo>
                <a:cubicBezTo>
                  <a:pt x="368120" y="97125"/>
                  <a:pt x="364905" y="96676"/>
                  <a:pt x="362117" y="95776"/>
                </a:cubicBezTo>
                <a:cubicBezTo>
                  <a:pt x="359330" y="94876"/>
                  <a:pt x="356901" y="93593"/>
                  <a:pt x="354833" y="91928"/>
                </a:cubicBezTo>
                <a:cubicBezTo>
                  <a:pt x="352765" y="90263"/>
                  <a:pt x="351045" y="88215"/>
                  <a:pt x="349673" y="85786"/>
                </a:cubicBezTo>
                <a:cubicBezTo>
                  <a:pt x="348302" y="83356"/>
                  <a:pt x="347200" y="80589"/>
                  <a:pt x="346368" y="77483"/>
                </a:cubicBezTo>
                <a:cubicBezTo>
                  <a:pt x="345536" y="74378"/>
                  <a:pt x="344941" y="70980"/>
                  <a:pt x="344581" y="67290"/>
                </a:cubicBezTo>
                <a:cubicBezTo>
                  <a:pt x="344221" y="63600"/>
                  <a:pt x="344041" y="59640"/>
                  <a:pt x="344041" y="55411"/>
                </a:cubicBezTo>
                <a:cubicBezTo>
                  <a:pt x="344041" y="51676"/>
                  <a:pt x="344244" y="47896"/>
                  <a:pt x="344648" y="44071"/>
                </a:cubicBezTo>
                <a:cubicBezTo>
                  <a:pt x="345053" y="40246"/>
                  <a:pt x="345772" y="36556"/>
                  <a:pt x="346807" y="33001"/>
                </a:cubicBezTo>
                <a:cubicBezTo>
                  <a:pt x="347841" y="29446"/>
                  <a:pt x="349246" y="26105"/>
                  <a:pt x="351022" y="22979"/>
                </a:cubicBezTo>
                <a:cubicBezTo>
                  <a:pt x="352798" y="19851"/>
                  <a:pt x="355024" y="17128"/>
                  <a:pt x="357700" y="14811"/>
                </a:cubicBezTo>
                <a:cubicBezTo>
                  <a:pt x="360375" y="12493"/>
                  <a:pt x="363579" y="10659"/>
                  <a:pt x="367311" y="9310"/>
                </a:cubicBezTo>
                <a:cubicBezTo>
                  <a:pt x="371043" y="7960"/>
                  <a:pt x="375382" y="7284"/>
                  <a:pt x="380328" y="7284"/>
                </a:cubicBezTo>
                <a:cubicBezTo>
                  <a:pt x="381992" y="7284"/>
                  <a:pt x="383678" y="7386"/>
                  <a:pt x="385387" y="7588"/>
                </a:cubicBezTo>
                <a:cubicBezTo>
                  <a:pt x="387096" y="7790"/>
                  <a:pt x="388669" y="8060"/>
                  <a:pt x="390108" y="8397"/>
                </a:cubicBezTo>
                <a:cubicBezTo>
                  <a:pt x="391547" y="8735"/>
                  <a:pt x="392761" y="9106"/>
                  <a:pt x="393751" y="9510"/>
                </a:cubicBezTo>
                <a:cubicBezTo>
                  <a:pt x="394740" y="9915"/>
                  <a:pt x="395392" y="10241"/>
                  <a:pt x="395707" y="10488"/>
                </a:cubicBezTo>
                <a:cubicBezTo>
                  <a:pt x="396021" y="10735"/>
                  <a:pt x="396257" y="11005"/>
                  <a:pt x="396415" y="11298"/>
                </a:cubicBezTo>
                <a:cubicBezTo>
                  <a:pt x="396572" y="11590"/>
                  <a:pt x="396696" y="11905"/>
                  <a:pt x="396786" y="12242"/>
                </a:cubicBezTo>
                <a:cubicBezTo>
                  <a:pt x="396876" y="12579"/>
                  <a:pt x="396943" y="12961"/>
                  <a:pt x="396988" y="13388"/>
                </a:cubicBezTo>
                <a:cubicBezTo>
                  <a:pt x="397033" y="13816"/>
                  <a:pt x="397056" y="14344"/>
                  <a:pt x="397056" y="14973"/>
                </a:cubicBezTo>
                <a:cubicBezTo>
                  <a:pt x="397056" y="15783"/>
                  <a:pt x="397044" y="16480"/>
                  <a:pt x="397022" y="17064"/>
                </a:cubicBezTo>
                <a:cubicBezTo>
                  <a:pt x="396999" y="17649"/>
                  <a:pt x="396909" y="18121"/>
                  <a:pt x="396752" y="18481"/>
                </a:cubicBezTo>
                <a:cubicBezTo>
                  <a:pt x="396595" y="18841"/>
                  <a:pt x="396392" y="19110"/>
                  <a:pt x="396145" y="19290"/>
                </a:cubicBezTo>
                <a:cubicBezTo>
                  <a:pt x="395898" y="19470"/>
                  <a:pt x="395572" y="19560"/>
                  <a:pt x="395167" y="19560"/>
                </a:cubicBezTo>
                <a:cubicBezTo>
                  <a:pt x="394672" y="19560"/>
                  <a:pt x="393998" y="19403"/>
                  <a:pt x="393144" y="19088"/>
                </a:cubicBezTo>
                <a:cubicBezTo>
                  <a:pt x="392289" y="18773"/>
                  <a:pt x="391255" y="18425"/>
                  <a:pt x="390041" y="18042"/>
                </a:cubicBezTo>
                <a:cubicBezTo>
                  <a:pt x="388827" y="17660"/>
                  <a:pt x="387354" y="17312"/>
                  <a:pt x="385623" y="16997"/>
                </a:cubicBezTo>
                <a:cubicBezTo>
                  <a:pt x="383892" y="16682"/>
                  <a:pt x="381880" y="16525"/>
                  <a:pt x="379586" y="16525"/>
                </a:cubicBezTo>
                <a:cubicBezTo>
                  <a:pt x="375405" y="16525"/>
                  <a:pt x="371807" y="17379"/>
                  <a:pt x="368795" y="19088"/>
                </a:cubicBezTo>
                <a:cubicBezTo>
                  <a:pt x="365782" y="20797"/>
                  <a:pt x="363320" y="23090"/>
                  <a:pt x="361409" y="25968"/>
                </a:cubicBezTo>
                <a:cubicBezTo>
                  <a:pt x="359498" y="28845"/>
                  <a:pt x="358082" y="32184"/>
                  <a:pt x="357160" y="35984"/>
                </a:cubicBezTo>
                <a:cubicBezTo>
                  <a:pt x="356238" y="39783"/>
                  <a:pt x="355710" y="43751"/>
                  <a:pt x="355575" y="47888"/>
                </a:cubicBezTo>
                <a:cubicBezTo>
                  <a:pt x="356744" y="47214"/>
                  <a:pt x="358059" y="46539"/>
                  <a:pt x="359521" y="45865"/>
                </a:cubicBezTo>
                <a:cubicBezTo>
                  <a:pt x="360982" y="45190"/>
                  <a:pt x="362578" y="44583"/>
                  <a:pt x="364309" y="44044"/>
                </a:cubicBezTo>
                <a:cubicBezTo>
                  <a:pt x="366041" y="43504"/>
                  <a:pt x="367873" y="43066"/>
                  <a:pt x="369806" y="42728"/>
                </a:cubicBezTo>
                <a:cubicBezTo>
                  <a:pt x="371740" y="42391"/>
                  <a:pt x="373808" y="42223"/>
                  <a:pt x="376012" y="42223"/>
                </a:cubicBezTo>
                <a:cubicBezTo>
                  <a:pt x="380733" y="42223"/>
                  <a:pt x="384713" y="42864"/>
                  <a:pt x="387950" y="44147"/>
                </a:cubicBezTo>
                <a:cubicBezTo>
                  <a:pt x="391188" y="45430"/>
                  <a:pt x="393807" y="47208"/>
                  <a:pt x="395808" y="49482"/>
                </a:cubicBezTo>
                <a:cubicBezTo>
                  <a:pt x="397809" y="51755"/>
                  <a:pt x="399236" y="54434"/>
                  <a:pt x="400091" y="57519"/>
                </a:cubicBezTo>
                <a:cubicBezTo>
                  <a:pt x="400945" y="60603"/>
                  <a:pt x="401372" y="63946"/>
                  <a:pt x="401372" y="67547"/>
                </a:cubicBezTo>
                <a:moveTo>
                  <a:pt x="389636" y="68626"/>
                </a:moveTo>
                <a:cubicBezTo>
                  <a:pt x="389636" y="66014"/>
                  <a:pt x="389378" y="63638"/>
                  <a:pt x="388861" y="61498"/>
                </a:cubicBezTo>
                <a:cubicBezTo>
                  <a:pt x="388343" y="59358"/>
                  <a:pt x="387478" y="57545"/>
                  <a:pt x="386264" y="56058"/>
                </a:cubicBezTo>
                <a:cubicBezTo>
                  <a:pt x="385050" y="54571"/>
                  <a:pt x="383431" y="53422"/>
                  <a:pt x="381408" y="52612"/>
                </a:cubicBezTo>
                <a:cubicBezTo>
                  <a:pt x="379384" y="51801"/>
                  <a:pt x="376889" y="51396"/>
                  <a:pt x="373921" y="51396"/>
                </a:cubicBezTo>
                <a:cubicBezTo>
                  <a:pt x="372257" y="51396"/>
                  <a:pt x="370593" y="51542"/>
                  <a:pt x="368930" y="51836"/>
                </a:cubicBezTo>
                <a:cubicBezTo>
                  <a:pt x="367266" y="52128"/>
                  <a:pt x="365658" y="52534"/>
                  <a:pt x="364107" y="53052"/>
                </a:cubicBezTo>
                <a:cubicBezTo>
                  <a:pt x="362556" y="53569"/>
                  <a:pt x="361072" y="54177"/>
                  <a:pt x="359656" y="54875"/>
                </a:cubicBezTo>
                <a:cubicBezTo>
                  <a:pt x="358239" y="55574"/>
                  <a:pt x="356946" y="56328"/>
                  <a:pt x="355777" y="57139"/>
                </a:cubicBezTo>
                <a:cubicBezTo>
                  <a:pt x="355777" y="62951"/>
                  <a:pt x="356148" y="67816"/>
                  <a:pt x="356890" y="71735"/>
                </a:cubicBezTo>
                <a:cubicBezTo>
                  <a:pt x="357632" y="75654"/>
                  <a:pt x="358711" y="78796"/>
                  <a:pt x="360128" y="81161"/>
                </a:cubicBezTo>
                <a:cubicBezTo>
                  <a:pt x="361544" y="83526"/>
                  <a:pt x="363309" y="85216"/>
                  <a:pt x="365422" y="86230"/>
                </a:cubicBezTo>
                <a:cubicBezTo>
                  <a:pt x="367536" y="87243"/>
                  <a:pt x="370009" y="87750"/>
                  <a:pt x="372842" y="87750"/>
                </a:cubicBezTo>
                <a:cubicBezTo>
                  <a:pt x="375719" y="87750"/>
                  <a:pt x="378215" y="87210"/>
                  <a:pt x="380328" y="86129"/>
                </a:cubicBezTo>
                <a:cubicBezTo>
                  <a:pt x="382442" y="85047"/>
                  <a:pt x="384195" y="83594"/>
                  <a:pt x="385589" y="81770"/>
                </a:cubicBezTo>
                <a:cubicBezTo>
                  <a:pt x="386983" y="79945"/>
                  <a:pt x="388006" y="77895"/>
                  <a:pt x="388658" y="75620"/>
                </a:cubicBezTo>
                <a:cubicBezTo>
                  <a:pt x="389310" y="73345"/>
                  <a:pt x="389636" y="71014"/>
                  <a:pt x="389636" y="68626"/>
                </a:cubicBezTo>
                <a:close/>
                <a:moveTo>
                  <a:pt x="469855" y="48693"/>
                </a:moveTo>
                <a:cubicBezTo>
                  <a:pt x="469855" y="52476"/>
                  <a:pt x="469630" y="56304"/>
                  <a:pt x="469180" y="60176"/>
                </a:cubicBezTo>
                <a:cubicBezTo>
                  <a:pt x="468730" y="64049"/>
                  <a:pt x="467966" y="67776"/>
                  <a:pt x="466887" y="71356"/>
                </a:cubicBezTo>
                <a:cubicBezTo>
                  <a:pt x="465808" y="74935"/>
                  <a:pt x="464357" y="78290"/>
                  <a:pt x="462536" y="81420"/>
                </a:cubicBezTo>
                <a:cubicBezTo>
                  <a:pt x="460715" y="84550"/>
                  <a:pt x="458422" y="87286"/>
                  <a:pt x="455657" y="89628"/>
                </a:cubicBezTo>
                <a:cubicBezTo>
                  <a:pt x="452891" y="91969"/>
                  <a:pt x="449609" y="93804"/>
                  <a:pt x="445809" y="95134"/>
                </a:cubicBezTo>
                <a:cubicBezTo>
                  <a:pt x="442010" y="96461"/>
                  <a:pt x="437592" y="97125"/>
                  <a:pt x="432556" y="97125"/>
                </a:cubicBezTo>
                <a:cubicBezTo>
                  <a:pt x="430622" y="97125"/>
                  <a:pt x="428745" y="97002"/>
                  <a:pt x="426924" y="96754"/>
                </a:cubicBezTo>
                <a:cubicBezTo>
                  <a:pt x="425103" y="96507"/>
                  <a:pt x="423461" y="96204"/>
                  <a:pt x="422000" y="95844"/>
                </a:cubicBezTo>
                <a:cubicBezTo>
                  <a:pt x="420539" y="95484"/>
                  <a:pt x="419313" y="95102"/>
                  <a:pt x="418324" y="94697"/>
                </a:cubicBezTo>
                <a:cubicBezTo>
                  <a:pt x="417335" y="94293"/>
                  <a:pt x="416615" y="93888"/>
                  <a:pt x="416166" y="93483"/>
                </a:cubicBezTo>
                <a:cubicBezTo>
                  <a:pt x="415716" y="93078"/>
                  <a:pt x="415390" y="92528"/>
                  <a:pt x="415188" y="91831"/>
                </a:cubicBezTo>
                <a:cubicBezTo>
                  <a:pt x="414985" y="91134"/>
                  <a:pt x="414884" y="90201"/>
                  <a:pt x="414884" y="89032"/>
                </a:cubicBezTo>
                <a:cubicBezTo>
                  <a:pt x="414884" y="88042"/>
                  <a:pt x="414918" y="87255"/>
                  <a:pt x="414985" y="86671"/>
                </a:cubicBezTo>
                <a:cubicBezTo>
                  <a:pt x="415053" y="86086"/>
                  <a:pt x="415154" y="85637"/>
                  <a:pt x="415289" y="85322"/>
                </a:cubicBezTo>
                <a:cubicBezTo>
                  <a:pt x="415424" y="85007"/>
                  <a:pt x="415615" y="84794"/>
                  <a:pt x="415862" y="84681"/>
                </a:cubicBezTo>
                <a:cubicBezTo>
                  <a:pt x="416110" y="84569"/>
                  <a:pt x="416413" y="84513"/>
                  <a:pt x="416773" y="84513"/>
                </a:cubicBezTo>
                <a:cubicBezTo>
                  <a:pt x="417267" y="84513"/>
                  <a:pt x="417964" y="84681"/>
                  <a:pt x="418864" y="85018"/>
                </a:cubicBezTo>
                <a:cubicBezTo>
                  <a:pt x="419763" y="85356"/>
                  <a:pt x="420898" y="85727"/>
                  <a:pt x="422270" y="86131"/>
                </a:cubicBezTo>
                <a:cubicBezTo>
                  <a:pt x="423641" y="86536"/>
                  <a:pt x="425249" y="86907"/>
                  <a:pt x="427092" y="87244"/>
                </a:cubicBezTo>
                <a:cubicBezTo>
                  <a:pt x="428936" y="87581"/>
                  <a:pt x="431004" y="87750"/>
                  <a:pt x="433298" y="87750"/>
                </a:cubicBezTo>
                <a:cubicBezTo>
                  <a:pt x="437659" y="87750"/>
                  <a:pt x="441403" y="86905"/>
                  <a:pt x="444528" y="85214"/>
                </a:cubicBezTo>
                <a:cubicBezTo>
                  <a:pt x="447653" y="83524"/>
                  <a:pt x="450205" y="81259"/>
                  <a:pt x="452183" y="78419"/>
                </a:cubicBezTo>
                <a:cubicBezTo>
                  <a:pt x="454162" y="75578"/>
                  <a:pt x="455645" y="72286"/>
                  <a:pt x="456635" y="68544"/>
                </a:cubicBezTo>
                <a:cubicBezTo>
                  <a:pt x="457624" y="64802"/>
                  <a:pt x="458164" y="60862"/>
                  <a:pt x="458253" y="56724"/>
                </a:cubicBezTo>
                <a:cubicBezTo>
                  <a:pt x="455870" y="58118"/>
                  <a:pt x="453015" y="59354"/>
                  <a:pt x="449688" y="60434"/>
                </a:cubicBezTo>
                <a:cubicBezTo>
                  <a:pt x="446360" y="61513"/>
                  <a:pt x="442538" y="62052"/>
                  <a:pt x="438221" y="62052"/>
                </a:cubicBezTo>
                <a:cubicBezTo>
                  <a:pt x="433365" y="62052"/>
                  <a:pt x="429284" y="61388"/>
                  <a:pt x="425979" y="60060"/>
                </a:cubicBezTo>
                <a:cubicBezTo>
                  <a:pt x="422675" y="58733"/>
                  <a:pt x="420022" y="56921"/>
                  <a:pt x="418021" y="54625"/>
                </a:cubicBezTo>
                <a:cubicBezTo>
                  <a:pt x="416020" y="52329"/>
                  <a:pt x="414581" y="49605"/>
                  <a:pt x="413704" y="46453"/>
                </a:cubicBezTo>
                <a:cubicBezTo>
                  <a:pt x="412827" y="43301"/>
                  <a:pt x="412389" y="39857"/>
                  <a:pt x="412389" y="36121"/>
                </a:cubicBezTo>
                <a:cubicBezTo>
                  <a:pt x="412389" y="32248"/>
                  <a:pt x="412951" y="28567"/>
                  <a:pt x="414075" y="25078"/>
                </a:cubicBezTo>
                <a:cubicBezTo>
                  <a:pt x="415199" y="21589"/>
                  <a:pt x="416953" y="18517"/>
                  <a:pt x="419336" y="15861"/>
                </a:cubicBezTo>
                <a:cubicBezTo>
                  <a:pt x="421719" y="13205"/>
                  <a:pt x="424754" y="11090"/>
                  <a:pt x="428441" y="9514"/>
                </a:cubicBezTo>
                <a:cubicBezTo>
                  <a:pt x="432129" y="7938"/>
                  <a:pt x="436535" y="7150"/>
                  <a:pt x="441661" y="7150"/>
                </a:cubicBezTo>
                <a:cubicBezTo>
                  <a:pt x="445303" y="7150"/>
                  <a:pt x="448530" y="7611"/>
                  <a:pt x="451340" y="8534"/>
                </a:cubicBezTo>
                <a:cubicBezTo>
                  <a:pt x="454150" y="9457"/>
                  <a:pt x="456590" y="10786"/>
                  <a:pt x="458658" y="12520"/>
                </a:cubicBezTo>
                <a:cubicBezTo>
                  <a:pt x="460727" y="14254"/>
                  <a:pt x="462480" y="16348"/>
                  <a:pt x="463919" y="18803"/>
                </a:cubicBezTo>
                <a:cubicBezTo>
                  <a:pt x="465358" y="21257"/>
                  <a:pt x="466516" y="24038"/>
                  <a:pt x="467393" y="27146"/>
                </a:cubicBezTo>
                <a:cubicBezTo>
                  <a:pt x="468269" y="30253"/>
                  <a:pt x="468899" y="33619"/>
                  <a:pt x="469281" y="37244"/>
                </a:cubicBezTo>
                <a:cubicBezTo>
                  <a:pt x="469663" y="40868"/>
                  <a:pt x="469855" y="44684"/>
                  <a:pt x="469855" y="48693"/>
                </a:cubicBezTo>
                <a:moveTo>
                  <a:pt x="458051" y="47406"/>
                </a:moveTo>
                <a:cubicBezTo>
                  <a:pt x="458051" y="41640"/>
                  <a:pt x="457669" y="36787"/>
                  <a:pt x="456904" y="32845"/>
                </a:cubicBezTo>
                <a:cubicBezTo>
                  <a:pt x="456140" y="28902"/>
                  <a:pt x="455016" y="25715"/>
                  <a:pt x="453532" y="23282"/>
                </a:cubicBezTo>
                <a:cubicBezTo>
                  <a:pt x="452048" y="20850"/>
                  <a:pt x="450227" y="19093"/>
                  <a:pt x="448069" y="18013"/>
                </a:cubicBezTo>
                <a:cubicBezTo>
                  <a:pt x="445910" y="16931"/>
                  <a:pt x="443415" y="16390"/>
                  <a:pt x="440582" y="16390"/>
                </a:cubicBezTo>
                <a:cubicBezTo>
                  <a:pt x="437659" y="16390"/>
                  <a:pt x="435164" y="16920"/>
                  <a:pt x="433095" y="17979"/>
                </a:cubicBezTo>
                <a:cubicBezTo>
                  <a:pt x="431027" y="19037"/>
                  <a:pt x="429329" y="20456"/>
                  <a:pt x="428003" y="22235"/>
                </a:cubicBezTo>
                <a:cubicBezTo>
                  <a:pt x="426676" y="24014"/>
                  <a:pt x="425698" y="26029"/>
                  <a:pt x="425069" y="28282"/>
                </a:cubicBezTo>
                <a:cubicBezTo>
                  <a:pt x="424439" y="30534"/>
                  <a:pt x="424125" y="32855"/>
                  <a:pt x="424125" y="35244"/>
                </a:cubicBezTo>
                <a:cubicBezTo>
                  <a:pt x="424125" y="37901"/>
                  <a:pt x="424406" y="40333"/>
                  <a:pt x="424968" y="42541"/>
                </a:cubicBezTo>
                <a:cubicBezTo>
                  <a:pt x="425530" y="44748"/>
                  <a:pt x="426440" y="46618"/>
                  <a:pt x="427699" y="48150"/>
                </a:cubicBezTo>
                <a:cubicBezTo>
                  <a:pt x="428958" y="49681"/>
                  <a:pt x="430600" y="50864"/>
                  <a:pt x="432623" y="51697"/>
                </a:cubicBezTo>
                <a:cubicBezTo>
                  <a:pt x="434647" y="52530"/>
                  <a:pt x="437142" y="52947"/>
                  <a:pt x="440110" y="52947"/>
                </a:cubicBezTo>
                <a:cubicBezTo>
                  <a:pt x="443482" y="52947"/>
                  <a:pt x="446742" y="52440"/>
                  <a:pt x="449890" y="51427"/>
                </a:cubicBezTo>
                <a:cubicBezTo>
                  <a:pt x="453037" y="50413"/>
                  <a:pt x="455758" y="49072"/>
                  <a:pt x="458051" y="47406"/>
                </a:cubicBezTo>
                <a:close/>
                <a:moveTo>
                  <a:pt x="501915" y="86131"/>
                </a:moveTo>
                <a:cubicBezTo>
                  <a:pt x="501915" y="87525"/>
                  <a:pt x="501848" y="88807"/>
                  <a:pt x="501713" y="89976"/>
                </a:cubicBezTo>
                <a:cubicBezTo>
                  <a:pt x="501578" y="91145"/>
                  <a:pt x="501353" y="92247"/>
                  <a:pt x="501038" y="93281"/>
                </a:cubicBezTo>
                <a:cubicBezTo>
                  <a:pt x="500724" y="94315"/>
                  <a:pt x="500308" y="95338"/>
                  <a:pt x="499790" y="96350"/>
                </a:cubicBezTo>
                <a:cubicBezTo>
                  <a:pt x="499273" y="97361"/>
                  <a:pt x="498633" y="98429"/>
                  <a:pt x="497868" y="99553"/>
                </a:cubicBezTo>
                <a:lnTo>
                  <a:pt x="488628" y="113448"/>
                </a:lnTo>
                <a:cubicBezTo>
                  <a:pt x="488403" y="113763"/>
                  <a:pt x="488144" y="114032"/>
                  <a:pt x="487852" y="114257"/>
                </a:cubicBezTo>
                <a:cubicBezTo>
                  <a:pt x="487560" y="114482"/>
                  <a:pt x="487200" y="114684"/>
                  <a:pt x="486773" y="114864"/>
                </a:cubicBezTo>
                <a:cubicBezTo>
                  <a:pt x="486346" y="115044"/>
                  <a:pt x="485851" y="115168"/>
                  <a:pt x="485289" y="115235"/>
                </a:cubicBezTo>
                <a:cubicBezTo>
                  <a:pt x="484727" y="115303"/>
                  <a:pt x="484019" y="115336"/>
                  <a:pt x="483165" y="115336"/>
                </a:cubicBezTo>
                <a:cubicBezTo>
                  <a:pt x="482400" y="115336"/>
                  <a:pt x="481759" y="115303"/>
                  <a:pt x="481242" y="115235"/>
                </a:cubicBezTo>
                <a:cubicBezTo>
                  <a:pt x="480725" y="115168"/>
                  <a:pt x="480354" y="115055"/>
                  <a:pt x="480129" y="114898"/>
                </a:cubicBezTo>
                <a:cubicBezTo>
                  <a:pt x="479905" y="114741"/>
                  <a:pt x="479781" y="114527"/>
                  <a:pt x="479758" y="114257"/>
                </a:cubicBezTo>
                <a:cubicBezTo>
                  <a:pt x="479736" y="113987"/>
                  <a:pt x="479815" y="113673"/>
                  <a:pt x="479994" y="113313"/>
                </a:cubicBezTo>
                <a:lnTo>
                  <a:pt x="488965" y="94765"/>
                </a:lnTo>
                <a:lnTo>
                  <a:pt x="488965" y="86131"/>
                </a:lnTo>
                <a:cubicBezTo>
                  <a:pt x="488965" y="84917"/>
                  <a:pt x="489089" y="83950"/>
                  <a:pt x="489336" y="83231"/>
                </a:cubicBezTo>
                <a:cubicBezTo>
                  <a:pt x="489583" y="82512"/>
                  <a:pt x="489977" y="81972"/>
                  <a:pt x="490516" y="81612"/>
                </a:cubicBezTo>
                <a:cubicBezTo>
                  <a:pt x="491056" y="81253"/>
                  <a:pt x="491730" y="81005"/>
                  <a:pt x="492540" y="80870"/>
                </a:cubicBezTo>
                <a:cubicBezTo>
                  <a:pt x="493349" y="80735"/>
                  <a:pt x="494338" y="80668"/>
                  <a:pt x="495508" y="80668"/>
                </a:cubicBezTo>
                <a:cubicBezTo>
                  <a:pt x="496632" y="80668"/>
                  <a:pt x="497598" y="80735"/>
                  <a:pt x="498408" y="80870"/>
                </a:cubicBezTo>
                <a:cubicBezTo>
                  <a:pt x="499217" y="81005"/>
                  <a:pt x="499880" y="81253"/>
                  <a:pt x="500398" y="81612"/>
                </a:cubicBezTo>
                <a:cubicBezTo>
                  <a:pt x="500915" y="81972"/>
                  <a:pt x="501297" y="82512"/>
                  <a:pt x="501544" y="83231"/>
                </a:cubicBezTo>
                <a:cubicBezTo>
                  <a:pt x="501791" y="83950"/>
                  <a:pt x="501915" y="84917"/>
                  <a:pt x="501915" y="86131"/>
                </a:cubicBezTo>
                <a:close/>
                <a:moveTo>
                  <a:pt x="605168" y="91190"/>
                </a:moveTo>
                <a:cubicBezTo>
                  <a:pt x="605168" y="92044"/>
                  <a:pt x="605100" y="92764"/>
                  <a:pt x="604965" y="93348"/>
                </a:cubicBezTo>
                <a:cubicBezTo>
                  <a:pt x="604830" y="93933"/>
                  <a:pt x="604651" y="94405"/>
                  <a:pt x="604426" y="94765"/>
                </a:cubicBezTo>
                <a:cubicBezTo>
                  <a:pt x="604201" y="95124"/>
                  <a:pt x="603942" y="95383"/>
                  <a:pt x="603650" y="95540"/>
                </a:cubicBezTo>
                <a:cubicBezTo>
                  <a:pt x="603358" y="95698"/>
                  <a:pt x="603054" y="95776"/>
                  <a:pt x="602740" y="95776"/>
                </a:cubicBezTo>
                <a:lnTo>
                  <a:pt x="557145" y="95776"/>
                </a:lnTo>
                <a:cubicBezTo>
                  <a:pt x="556830" y="95776"/>
                  <a:pt x="556538" y="95698"/>
                  <a:pt x="556268" y="95540"/>
                </a:cubicBezTo>
                <a:cubicBezTo>
                  <a:pt x="555998" y="95383"/>
                  <a:pt x="555739" y="95124"/>
                  <a:pt x="555492" y="94765"/>
                </a:cubicBezTo>
                <a:cubicBezTo>
                  <a:pt x="555245" y="94405"/>
                  <a:pt x="555054" y="93933"/>
                  <a:pt x="554919" y="93348"/>
                </a:cubicBezTo>
                <a:cubicBezTo>
                  <a:pt x="554784" y="92764"/>
                  <a:pt x="554716" y="92044"/>
                  <a:pt x="554716" y="91190"/>
                </a:cubicBezTo>
                <a:cubicBezTo>
                  <a:pt x="554716" y="90381"/>
                  <a:pt x="554784" y="89684"/>
                  <a:pt x="554919" y="89099"/>
                </a:cubicBezTo>
                <a:cubicBezTo>
                  <a:pt x="555054" y="88514"/>
                  <a:pt x="555222" y="88031"/>
                  <a:pt x="555425" y="87649"/>
                </a:cubicBezTo>
                <a:cubicBezTo>
                  <a:pt x="555627" y="87267"/>
                  <a:pt x="555874" y="86974"/>
                  <a:pt x="556167" y="86772"/>
                </a:cubicBezTo>
                <a:cubicBezTo>
                  <a:pt x="556459" y="86570"/>
                  <a:pt x="556785" y="86469"/>
                  <a:pt x="557145" y="86469"/>
                </a:cubicBezTo>
                <a:lnTo>
                  <a:pt x="575356" y="86469"/>
                </a:lnTo>
                <a:lnTo>
                  <a:pt x="575356" y="20032"/>
                </a:lnTo>
                <a:lnTo>
                  <a:pt x="558494" y="30149"/>
                </a:lnTo>
                <a:cubicBezTo>
                  <a:pt x="557639" y="30599"/>
                  <a:pt x="556953" y="30869"/>
                  <a:pt x="556436" y="30959"/>
                </a:cubicBezTo>
                <a:cubicBezTo>
                  <a:pt x="555919" y="31049"/>
                  <a:pt x="555503" y="30947"/>
                  <a:pt x="555189" y="30655"/>
                </a:cubicBezTo>
                <a:cubicBezTo>
                  <a:pt x="554874" y="30363"/>
                  <a:pt x="554660" y="29879"/>
                  <a:pt x="554548" y="29203"/>
                </a:cubicBezTo>
                <a:cubicBezTo>
                  <a:pt x="554435" y="28526"/>
                  <a:pt x="554379" y="27669"/>
                  <a:pt x="554379" y="26631"/>
                </a:cubicBezTo>
                <a:cubicBezTo>
                  <a:pt x="554379" y="25864"/>
                  <a:pt x="554413" y="25210"/>
                  <a:pt x="554480" y="24669"/>
                </a:cubicBezTo>
                <a:cubicBezTo>
                  <a:pt x="554548" y="24128"/>
                  <a:pt x="554649" y="23677"/>
                  <a:pt x="554784" y="23316"/>
                </a:cubicBezTo>
                <a:cubicBezTo>
                  <a:pt x="554919" y="22955"/>
                  <a:pt x="555110" y="22639"/>
                  <a:pt x="555357" y="22370"/>
                </a:cubicBezTo>
                <a:cubicBezTo>
                  <a:pt x="555604" y="22098"/>
                  <a:pt x="555930" y="21828"/>
                  <a:pt x="556335" y="21558"/>
                </a:cubicBezTo>
                <a:lnTo>
                  <a:pt x="576435" y="8635"/>
                </a:lnTo>
                <a:cubicBezTo>
                  <a:pt x="576615" y="8501"/>
                  <a:pt x="576839" y="8388"/>
                  <a:pt x="577109" y="8298"/>
                </a:cubicBezTo>
                <a:cubicBezTo>
                  <a:pt x="577379" y="8207"/>
                  <a:pt x="577716" y="8116"/>
                  <a:pt x="578121" y="8026"/>
                </a:cubicBezTo>
                <a:cubicBezTo>
                  <a:pt x="578526" y="7936"/>
                  <a:pt x="578998" y="7880"/>
                  <a:pt x="579537" y="7858"/>
                </a:cubicBezTo>
                <a:cubicBezTo>
                  <a:pt x="580077" y="7835"/>
                  <a:pt x="580751" y="7824"/>
                  <a:pt x="581561" y="7824"/>
                </a:cubicBezTo>
                <a:cubicBezTo>
                  <a:pt x="582640" y="7824"/>
                  <a:pt x="583539" y="7869"/>
                  <a:pt x="584259" y="7959"/>
                </a:cubicBezTo>
                <a:cubicBezTo>
                  <a:pt x="584978" y="8049"/>
                  <a:pt x="585540" y="8172"/>
                  <a:pt x="585945" y="8330"/>
                </a:cubicBezTo>
                <a:cubicBezTo>
                  <a:pt x="586350" y="8487"/>
                  <a:pt x="586619" y="8690"/>
                  <a:pt x="586754" y="8939"/>
                </a:cubicBezTo>
                <a:cubicBezTo>
                  <a:pt x="586889" y="9186"/>
                  <a:pt x="586957" y="9445"/>
                  <a:pt x="586957" y="9715"/>
                </a:cubicBezTo>
                <a:lnTo>
                  <a:pt x="586957" y="86469"/>
                </a:lnTo>
                <a:lnTo>
                  <a:pt x="602740" y="86469"/>
                </a:lnTo>
                <a:cubicBezTo>
                  <a:pt x="603099" y="86469"/>
                  <a:pt x="603436" y="86570"/>
                  <a:pt x="603751" y="86772"/>
                </a:cubicBezTo>
                <a:cubicBezTo>
                  <a:pt x="604066" y="86974"/>
                  <a:pt x="604325" y="87267"/>
                  <a:pt x="604527" y="87649"/>
                </a:cubicBezTo>
                <a:cubicBezTo>
                  <a:pt x="604729" y="88031"/>
                  <a:pt x="604887" y="88514"/>
                  <a:pt x="604999" y="89099"/>
                </a:cubicBezTo>
                <a:cubicBezTo>
                  <a:pt x="605111" y="89684"/>
                  <a:pt x="605168" y="90381"/>
                  <a:pt x="605168" y="91190"/>
                </a:cubicBezTo>
                <a:close/>
                <a:moveTo>
                  <a:pt x="676281" y="13490"/>
                </a:moveTo>
                <a:cubicBezTo>
                  <a:pt x="676281" y="14299"/>
                  <a:pt x="676247" y="15030"/>
                  <a:pt x="676180" y="15682"/>
                </a:cubicBezTo>
                <a:cubicBezTo>
                  <a:pt x="676112" y="16334"/>
                  <a:pt x="676022" y="16963"/>
                  <a:pt x="675910" y="17570"/>
                </a:cubicBezTo>
                <a:cubicBezTo>
                  <a:pt x="675798" y="18177"/>
                  <a:pt x="675640" y="18762"/>
                  <a:pt x="675438" y="19324"/>
                </a:cubicBezTo>
                <a:cubicBezTo>
                  <a:pt x="675236" y="19886"/>
                  <a:pt x="674999" y="20482"/>
                  <a:pt x="674730" y="21111"/>
                </a:cubicBezTo>
                <a:lnTo>
                  <a:pt x="643299" y="93551"/>
                </a:lnTo>
                <a:cubicBezTo>
                  <a:pt x="643074" y="94090"/>
                  <a:pt x="642793" y="94529"/>
                  <a:pt x="642456" y="94866"/>
                </a:cubicBezTo>
                <a:cubicBezTo>
                  <a:pt x="642118" y="95203"/>
                  <a:pt x="641691" y="95473"/>
                  <a:pt x="641174" y="95675"/>
                </a:cubicBezTo>
                <a:cubicBezTo>
                  <a:pt x="640657" y="95878"/>
                  <a:pt x="639994" y="96012"/>
                  <a:pt x="639185" y="96080"/>
                </a:cubicBezTo>
                <a:cubicBezTo>
                  <a:pt x="638375" y="96147"/>
                  <a:pt x="637386" y="96181"/>
                  <a:pt x="636217" y="96181"/>
                </a:cubicBezTo>
                <a:cubicBezTo>
                  <a:pt x="634688" y="96181"/>
                  <a:pt x="633496" y="96114"/>
                  <a:pt x="632642" y="95979"/>
                </a:cubicBezTo>
                <a:cubicBezTo>
                  <a:pt x="631788" y="95844"/>
                  <a:pt x="631169" y="95630"/>
                  <a:pt x="630787" y="95338"/>
                </a:cubicBezTo>
                <a:cubicBezTo>
                  <a:pt x="630405" y="95046"/>
                  <a:pt x="630236" y="94686"/>
                  <a:pt x="630281" y="94259"/>
                </a:cubicBezTo>
                <a:cubicBezTo>
                  <a:pt x="630326" y="93832"/>
                  <a:pt x="630484" y="93326"/>
                  <a:pt x="630753" y="92741"/>
                </a:cubicBezTo>
                <a:lnTo>
                  <a:pt x="663803" y="18683"/>
                </a:lnTo>
                <a:lnTo>
                  <a:pt x="621918" y="18683"/>
                </a:lnTo>
                <a:cubicBezTo>
                  <a:pt x="621063" y="18683"/>
                  <a:pt x="620423" y="18233"/>
                  <a:pt x="619996" y="17334"/>
                </a:cubicBezTo>
                <a:cubicBezTo>
                  <a:pt x="619568" y="16435"/>
                  <a:pt x="619355" y="15176"/>
                  <a:pt x="619355" y="13557"/>
                </a:cubicBezTo>
                <a:cubicBezTo>
                  <a:pt x="619355" y="12703"/>
                  <a:pt x="619411" y="11961"/>
                  <a:pt x="619523" y="11331"/>
                </a:cubicBezTo>
                <a:cubicBezTo>
                  <a:pt x="619636" y="10702"/>
                  <a:pt x="619804" y="10173"/>
                  <a:pt x="620029" y="9746"/>
                </a:cubicBezTo>
                <a:cubicBezTo>
                  <a:pt x="620254" y="9319"/>
                  <a:pt x="620524" y="9004"/>
                  <a:pt x="620839" y="8802"/>
                </a:cubicBezTo>
                <a:cubicBezTo>
                  <a:pt x="621153" y="8600"/>
                  <a:pt x="621513" y="8498"/>
                  <a:pt x="621918" y="8498"/>
                </a:cubicBezTo>
                <a:lnTo>
                  <a:pt x="672774" y="8498"/>
                </a:lnTo>
                <a:cubicBezTo>
                  <a:pt x="673403" y="8498"/>
                  <a:pt x="673954" y="8566"/>
                  <a:pt x="674426" y="8701"/>
                </a:cubicBezTo>
                <a:cubicBezTo>
                  <a:pt x="674898" y="8836"/>
                  <a:pt x="675258" y="9106"/>
                  <a:pt x="675505" y="9510"/>
                </a:cubicBezTo>
                <a:cubicBezTo>
                  <a:pt x="675753" y="9915"/>
                  <a:pt x="675944" y="10432"/>
                  <a:pt x="676079" y="11061"/>
                </a:cubicBezTo>
                <a:cubicBezTo>
                  <a:pt x="676214" y="11691"/>
                  <a:pt x="676281" y="12500"/>
                  <a:pt x="676281" y="13490"/>
                </a:cubicBezTo>
                <a:close/>
                <a:moveTo>
                  <a:pt x="746314" y="13490"/>
                </a:moveTo>
                <a:cubicBezTo>
                  <a:pt x="746314" y="14299"/>
                  <a:pt x="746281" y="15030"/>
                  <a:pt x="746213" y="15682"/>
                </a:cubicBezTo>
                <a:cubicBezTo>
                  <a:pt x="746146" y="16334"/>
                  <a:pt x="746056" y="16963"/>
                  <a:pt x="745943" y="17570"/>
                </a:cubicBezTo>
                <a:cubicBezTo>
                  <a:pt x="745831" y="18177"/>
                  <a:pt x="745674" y="18762"/>
                  <a:pt x="745471" y="19324"/>
                </a:cubicBezTo>
                <a:cubicBezTo>
                  <a:pt x="745269" y="19886"/>
                  <a:pt x="745033" y="20482"/>
                  <a:pt x="744763" y="21111"/>
                </a:cubicBezTo>
                <a:lnTo>
                  <a:pt x="713332" y="93551"/>
                </a:lnTo>
                <a:cubicBezTo>
                  <a:pt x="713107" y="94090"/>
                  <a:pt x="712826" y="94529"/>
                  <a:pt x="712489" y="94866"/>
                </a:cubicBezTo>
                <a:cubicBezTo>
                  <a:pt x="712152" y="95203"/>
                  <a:pt x="711725" y="95473"/>
                  <a:pt x="711208" y="95675"/>
                </a:cubicBezTo>
                <a:cubicBezTo>
                  <a:pt x="710690" y="95878"/>
                  <a:pt x="710027" y="96012"/>
                  <a:pt x="709218" y="96080"/>
                </a:cubicBezTo>
                <a:cubicBezTo>
                  <a:pt x="708408" y="96147"/>
                  <a:pt x="707419" y="96181"/>
                  <a:pt x="706250" y="96181"/>
                </a:cubicBezTo>
                <a:cubicBezTo>
                  <a:pt x="704721" y="96181"/>
                  <a:pt x="703530" y="96114"/>
                  <a:pt x="702675" y="95979"/>
                </a:cubicBezTo>
                <a:cubicBezTo>
                  <a:pt x="701821" y="95844"/>
                  <a:pt x="701203" y="95630"/>
                  <a:pt x="700821" y="95338"/>
                </a:cubicBezTo>
                <a:cubicBezTo>
                  <a:pt x="700438" y="95046"/>
                  <a:pt x="700270" y="94686"/>
                  <a:pt x="700315" y="94259"/>
                </a:cubicBezTo>
                <a:cubicBezTo>
                  <a:pt x="700360" y="93832"/>
                  <a:pt x="700517" y="93326"/>
                  <a:pt x="700787" y="92741"/>
                </a:cubicBezTo>
                <a:lnTo>
                  <a:pt x="733836" y="18683"/>
                </a:lnTo>
                <a:lnTo>
                  <a:pt x="691951" y="18683"/>
                </a:lnTo>
                <a:cubicBezTo>
                  <a:pt x="691097" y="18683"/>
                  <a:pt x="690456" y="18233"/>
                  <a:pt x="690029" y="17334"/>
                </a:cubicBezTo>
                <a:cubicBezTo>
                  <a:pt x="689602" y="16435"/>
                  <a:pt x="689388" y="15176"/>
                  <a:pt x="689388" y="13557"/>
                </a:cubicBezTo>
                <a:cubicBezTo>
                  <a:pt x="689388" y="12703"/>
                  <a:pt x="689444" y="11961"/>
                  <a:pt x="689557" y="11331"/>
                </a:cubicBezTo>
                <a:cubicBezTo>
                  <a:pt x="689669" y="10702"/>
                  <a:pt x="689838" y="10173"/>
                  <a:pt x="690063" y="9746"/>
                </a:cubicBezTo>
                <a:cubicBezTo>
                  <a:pt x="690287" y="9319"/>
                  <a:pt x="690557" y="9004"/>
                  <a:pt x="690872" y="8802"/>
                </a:cubicBezTo>
                <a:cubicBezTo>
                  <a:pt x="691187" y="8600"/>
                  <a:pt x="691546" y="8498"/>
                  <a:pt x="691951" y="8498"/>
                </a:cubicBezTo>
                <a:lnTo>
                  <a:pt x="742807" y="8498"/>
                </a:lnTo>
                <a:cubicBezTo>
                  <a:pt x="743437" y="8498"/>
                  <a:pt x="743987" y="8566"/>
                  <a:pt x="744459" y="8701"/>
                </a:cubicBezTo>
                <a:cubicBezTo>
                  <a:pt x="744932" y="8836"/>
                  <a:pt x="745291" y="9106"/>
                  <a:pt x="745539" y="9510"/>
                </a:cubicBezTo>
                <a:cubicBezTo>
                  <a:pt x="745786" y="9915"/>
                  <a:pt x="745977" y="10432"/>
                  <a:pt x="746112" y="11061"/>
                </a:cubicBezTo>
                <a:cubicBezTo>
                  <a:pt x="746247" y="11691"/>
                  <a:pt x="746314" y="12500"/>
                  <a:pt x="746314" y="13490"/>
                </a:cubicBezTo>
                <a:close/>
                <a:moveTo>
                  <a:pt x="777768" y="86131"/>
                </a:moveTo>
                <a:cubicBezTo>
                  <a:pt x="777768" y="87525"/>
                  <a:pt x="777700" y="88807"/>
                  <a:pt x="777566" y="89976"/>
                </a:cubicBezTo>
                <a:cubicBezTo>
                  <a:pt x="777431" y="91145"/>
                  <a:pt x="777206" y="92247"/>
                  <a:pt x="776891" y="93281"/>
                </a:cubicBezTo>
                <a:cubicBezTo>
                  <a:pt x="776576" y="94315"/>
                  <a:pt x="776160" y="95338"/>
                  <a:pt x="775643" y="96350"/>
                </a:cubicBezTo>
                <a:cubicBezTo>
                  <a:pt x="775126" y="97361"/>
                  <a:pt x="774485" y="98429"/>
                  <a:pt x="773721" y="99553"/>
                </a:cubicBezTo>
                <a:lnTo>
                  <a:pt x="764481" y="113448"/>
                </a:lnTo>
                <a:cubicBezTo>
                  <a:pt x="764256" y="113763"/>
                  <a:pt x="763997" y="114032"/>
                  <a:pt x="763705" y="114257"/>
                </a:cubicBezTo>
                <a:cubicBezTo>
                  <a:pt x="763413" y="114482"/>
                  <a:pt x="763053" y="114684"/>
                  <a:pt x="762626" y="114864"/>
                </a:cubicBezTo>
                <a:cubicBezTo>
                  <a:pt x="762199" y="115044"/>
                  <a:pt x="761704" y="115168"/>
                  <a:pt x="761142" y="115235"/>
                </a:cubicBezTo>
                <a:cubicBezTo>
                  <a:pt x="760580" y="115303"/>
                  <a:pt x="759872" y="115336"/>
                  <a:pt x="759017" y="115336"/>
                </a:cubicBezTo>
                <a:cubicBezTo>
                  <a:pt x="758253" y="115336"/>
                  <a:pt x="757612" y="115303"/>
                  <a:pt x="757095" y="115235"/>
                </a:cubicBezTo>
                <a:cubicBezTo>
                  <a:pt x="756578" y="115168"/>
                  <a:pt x="756207" y="115055"/>
                  <a:pt x="755982" y="114898"/>
                </a:cubicBezTo>
                <a:cubicBezTo>
                  <a:pt x="755757" y="114741"/>
                  <a:pt x="755634" y="114527"/>
                  <a:pt x="755611" y="114257"/>
                </a:cubicBezTo>
                <a:cubicBezTo>
                  <a:pt x="755589" y="113987"/>
                  <a:pt x="755667" y="113673"/>
                  <a:pt x="755847" y="113313"/>
                </a:cubicBezTo>
                <a:lnTo>
                  <a:pt x="764818" y="94765"/>
                </a:lnTo>
                <a:lnTo>
                  <a:pt x="764818" y="86131"/>
                </a:lnTo>
                <a:cubicBezTo>
                  <a:pt x="764818" y="84917"/>
                  <a:pt x="764941" y="83950"/>
                  <a:pt x="765189" y="83231"/>
                </a:cubicBezTo>
                <a:cubicBezTo>
                  <a:pt x="765436" y="82512"/>
                  <a:pt x="765830" y="81972"/>
                  <a:pt x="766369" y="81612"/>
                </a:cubicBezTo>
                <a:cubicBezTo>
                  <a:pt x="766909" y="81253"/>
                  <a:pt x="767583" y="81005"/>
                  <a:pt x="768393" y="80870"/>
                </a:cubicBezTo>
                <a:cubicBezTo>
                  <a:pt x="769202" y="80735"/>
                  <a:pt x="770191" y="80668"/>
                  <a:pt x="771360" y="80668"/>
                </a:cubicBezTo>
                <a:cubicBezTo>
                  <a:pt x="772484" y="80668"/>
                  <a:pt x="773451" y="80735"/>
                  <a:pt x="774261" y="80870"/>
                </a:cubicBezTo>
                <a:cubicBezTo>
                  <a:pt x="775070" y="81005"/>
                  <a:pt x="775733" y="81253"/>
                  <a:pt x="776250" y="81612"/>
                </a:cubicBezTo>
                <a:cubicBezTo>
                  <a:pt x="776767" y="81972"/>
                  <a:pt x="777150" y="82512"/>
                  <a:pt x="777397" y="83231"/>
                </a:cubicBezTo>
                <a:cubicBezTo>
                  <a:pt x="777644" y="83950"/>
                  <a:pt x="777768" y="84917"/>
                  <a:pt x="777768" y="86131"/>
                </a:cubicBezTo>
                <a:close/>
                <a:moveTo>
                  <a:pt x="880818" y="90785"/>
                </a:moveTo>
                <a:cubicBezTo>
                  <a:pt x="880818" y="91595"/>
                  <a:pt x="880762" y="92314"/>
                  <a:pt x="880649" y="92944"/>
                </a:cubicBezTo>
                <a:cubicBezTo>
                  <a:pt x="880537" y="93573"/>
                  <a:pt x="880380" y="94101"/>
                  <a:pt x="880177" y="94529"/>
                </a:cubicBezTo>
                <a:cubicBezTo>
                  <a:pt x="879975" y="94956"/>
                  <a:pt x="879705" y="95271"/>
                  <a:pt x="879368" y="95473"/>
                </a:cubicBezTo>
                <a:cubicBezTo>
                  <a:pt x="879031" y="95675"/>
                  <a:pt x="878660" y="95776"/>
                  <a:pt x="878255" y="95776"/>
                </a:cubicBezTo>
                <a:lnTo>
                  <a:pt x="830030" y="95776"/>
                </a:lnTo>
                <a:cubicBezTo>
                  <a:pt x="829400" y="95776"/>
                  <a:pt x="828849" y="95698"/>
                  <a:pt x="828377" y="95540"/>
                </a:cubicBezTo>
                <a:cubicBezTo>
                  <a:pt x="827905" y="95383"/>
                  <a:pt x="827500" y="95124"/>
                  <a:pt x="827163" y="94765"/>
                </a:cubicBezTo>
                <a:cubicBezTo>
                  <a:pt x="826826" y="94405"/>
                  <a:pt x="826578" y="93888"/>
                  <a:pt x="826421" y="93213"/>
                </a:cubicBezTo>
                <a:cubicBezTo>
                  <a:pt x="826264" y="92539"/>
                  <a:pt x="826185" y="91707"/>
                  <a:pt x="826185" y="90718"/>
                </a:cubicBezTo>
                <a:cubicBezTo>
                  <a:pt x="826185" y="89818"/>
                  <a:pt x="826219" y="89032"/>
                  <a:pt x="826286" y="88357"/>
                </a:cubicBezTo>
                <a:cubicBezTo>
                  <a:pt x="826354" y="87683"/>
                  <a:pt x="826500" y="87087"/>
                  <a:pt x="826725" y="86570"/>
                </a:cubicBezTo>
                <a:cubicBezTo>
                  <a:pt x="826949" y="86053"/>
                  <a:pt x="827230" y="85536"/>
                  <a:pt x="827568" y="85018"/>
                </a:cubicBezTo>
                <a:cubicBezTo>
                  <a:pt x="827905" y="84501"/>
                  <a:pt x="828343" y="83950"/>
                  <a:pt x="828883" y="83366"/>
                </a:cubicBezTo>
                <a:lnTo>
                  <a:pt x="845812" y="65402"/>
                </a:lnTo>
                <a:cubicBezTo>
                  <a:pt x="849724" y="61262"/>
                  <a:pt x="852861" y="57549"/>
                  <a:pt x="855221" y="54264"/>
                </a:cubicBezTo>
                <a:cubicBezTo>
                  <a:pt x="857582" y="50979"/>
                  <a:pt x="859403" y="47987"/>
                  <a:pt x="860685" y="45287"/>
                </a:cubicBezTo>
                <a:cubicBezTo>
                  <a:pt x="861966" y="42586"/>
                  <a:pt x="862809" y="40134"/>
                  <a:pt x="863214" y="37929"/>
                </a:cubicBezTo>
                <a:cubicBezTo>
                  <a:pt x="863619" y="35724"/>
                  <a:pt x="863821" y="33655"/>
                  <a:pt x="863821" y="31720"/>
                </a:cubicBezTo>
                <a:cubicBezTo>
                  <a:pt x="863821" y="29783"/>
                  <a:pt x="863506" y="27949"/>
                  <a:pt x="862877" y="26216"/>
                </a:cubicBezTo>
                <a:cubicBezTo>
                  <a:pt x="862247" y="24482"/>
                  <a:pt x="861337" y="22963"/>
                  <a:pt x="860145" y="21657"/>
                </a:cubicBezTo>
                <a:cubicBezTo>
                  <a:pt x="858954" y="20350"/>
                  <a:pt x="857459" y="19315"/>
                  <a:pt x="855660" y="18550"/>
                </a:cubicBezTo>
                <a:cubicBezTo>
                  <a:pt x="853861" y="17785"/>
                  <a:pt x="851793" y="17402"/>
                  <a:pt x="849455" y="17402"/>
                </a:cubicBezTo>
                <a:cubicBezTo>
                  <a:pt x="846712" y="17402"/>
                  <a:pt x="844250" y="17784"/>
                  <a:pt x="842069" y="18548"/>
                </a:cubicBezTo>
                <a:cubicBezTo>
                  <a:pt x="839888" y="19313"/>
                  <a:pt x="837977" y="20145"/>
                  <a:pt x="836336" y="21044"/>
                </a:cubicBezTo>
                <a:cubicBezTo>
                  <a:pt x="834695" y="21943"/>
                  <a:pt x="833323" y="22775"/>
                  <a:pt x="832222" y="23539"/>
                </a:cubicBezTo>
                <a:cubicBezTo>
                  <a:pt x="831120" y="24304"/>
                  <a:pt x="830299" y="24686"/>
                  <a:pt x="829760" y="24686"/>
                </a:cubicBezTo>
                <a:cubicBezTo>
                  <a:pt x="829445" y="24686"/>
                  <a:pt x="829164" y="24596"/>
                  <a:pt x="828917" y="24416"/>
                </a:cubicBezTo>
                <a:cubicBezTo>
                  <a:pt x="828669" y="24236"/>
                  <a:pt x="828467" y="23944"/>
                  <a:pt x="828310" y="23539"/>
                </a:cubicBezTo>
                <a:cubicBezTo>
                  <a:pt x="828152" y="23135"/>
                  <a:pt x="828029" y="22595"/>
                  <a:pt x="827939" y="21921"/>
                </a:cubicBezTo>
                <a:cubicBezTo>
                  <a:pt x="827849" y="21246"/>
                  <a:pt x="827804" y="20437"/>
                  <a:pt x="827804" y="19493"/>
                </a:cubicBezTo>
                <a:cubicBezTo>
                  <a:pt x="827804" y="18818"/>
                  <a:pt x="827826" y="18233"/>
                  <a:pt x="827871" y="17739"/>
                </a:cubicBezTo>
                <a:cubicBezTo>
                  <a:pt x="827916" y="17244"/>
                  <a:pt x="827995" y="16817"/>
                  <a:pt x="828107" y="16457"/>
                </a:cubicBezTo>
                <a:cubicBezTo>
                  <a:pt x="828220" y="16098"/>
                  <a:pt x="828366" y="15760"/>
                  <a:pt x="828546" y="15446"/>
                </a:cubicBezTo>
                <a:cubicBezTo>
                  <a:pt x="828726" y="15131"/>
                  <a:pt x="829085" y="14737"/>
                  <a:pt x="829625" y="14265"/>
                </a:cubicBezTo>
                <a:cubicBezTo>
                  <a:pt x="830164" y="13793"/>
                  <a:pt x="831098" y="13152"/>
                  <a:pt x="832424" y="12343"/>
                </a:cubicBezTo>
                <a:cubicBezTo>
                  <a:pt x="833750" y="11534"/>
                  <a:pt x="835414" y="10735"/>
                  <a:pt x="837415" y="9949"/>
                </a:cubicBezTo>
                <a:cubicBezTo>
                  <a:pt x="839416" y="9162"/>
                  <a:pt x="841619" y="8498"/>
                  <a:pt x="844025" y="7959"/>
                </a:cubicBezTo>
                <a:cubicBezTo>
                  <a:pt x="846431" y="7419"/>
                  <a:pt x="848960" y="7150"/>
                  <a:pt x="851613" y="7150"/>
                </a:cubicBezTo>
                <a:cubicBezTo>
                  <a:pt x="855840" y="7150"/>
                  <a:pt x="859538" y="7746"/>
                  <a:pt x="862708" y="8939"/>
                </a:cubicBezTo>
                <a:cubicBezTo>
                  <a:pt x="865878" y="10131"/>
                  <a:pt x="868509" y="11761"/>
                  <a:pt x="870600" y="13831"/>
                </a:cubicBezTo>
                <a:cubicBezTo>
                  <a:pt x="872691" y="15901"/>
                  <a:pt x="874253" y="18309"/>
                  <a:pt x="875287" y="21054"/>
                </a:cubicBezTo>
                <a:cubicBezTo>
                  <a:pt x="876322" y="23799"/>
                  <a:pt x="876839" y="26724"/>
                  <a:pt x="876839" y="29829"/>
                </a:cubicBezTo>
                <a:cubicBezTo>
                  <a:pt x="876839" y="32620"/>
                  <a:pt x="876591" y="35399"/>
                  <a:pt x="876097" y="38167"/>
                </a:cubicBezTo>
                <a:cubicBezTo>
                  <a:pt x="875602" y="40934"/>
                  <a:pt x="874557" y="43926"/>
                  <a:pt x="872960" y="47144"/>
                </a:cubicBezTo>
                <a:cubicBezTo>
                  <a:pt x="871364" y="50362"/>
                  <a:pt x="869060" y="53940"/>
                  <a:pt x="866047" y="57877"/>
                </a:cubicBezTo>
                <a:cubicBezTo>
                  <a:pt x="863034" y="61814"/>
                  <a:pt x="859032" y="66348"/>
                  <a:pt x="854041" y="71478"/>
                </a:cubicBezTo>
                <a:lnTo>
                  <a:pt x="840214" y="85929"/>
                </a:lnTo>
                <a:lnTo>
                  <a:pt x="878188" y="85929"/>
                </a:lnTo>
                <a:cubicBezTo>
                  <a:pt x="878547" y="85929"/>
                  <a:pt x="878896" y="86030"/>
                  <a:pt x="879233" y="86232"/>
                </a:cubicBezTo>
                <a:cubicBezTo>
                  <a:pt x="879570" y="86435"/>
                  <a:pt x="879863" y="86738"/>
                  <a:pt x="880110" y="87143"/>
                </a:cubicBezTo>
                <a:cubicBezTo>
                  <a:pt x="880357" y="87548"/>
                  <a:pt x="880537" y="88054"/>
                  <a:pt x="880649" y="88661"/>
                </a:cubicBezTo>
                <a:cubicBezTo>
                  <a:pt x="880762" y="89268"/>
                  <a:pt x="880818" y="89976"/>
                  <a:pt x="880818" y="90785"/>
                </a:cubicBezTo>
                <a:close/>
                <a:moveTo>
                  <a:pt x="950178" y="70888"/>
                </a:moveTo>
                <a:cubicBezTo>
                  <a:pt x="950178" y="74890"/>
                  <a:pt x="949481" y="78498"/>
                  <a:pt x="948087" y="81713"/>
                </a:cubicBezTo>
                <a:cubicBezTo>
                  <a:pt x="946693" y="84928"/>
                  <a:pt x="944692" y="87683"/>
                  <a:pt x="942084" y="89976"/>
                </a:cubicBezTo>
                <a:cubicBezTo>
                  <a:pt x="939476" y="92269"/>
                  <a:pt x="936261" y="94034"/>
                  <a:pt x="932439" y="95271"/>
                </a:cubicBezTo>
                <a:cubicBezTo>
                  <a:pt x="928617" y="96507"/>
                  <a:pt x="924300" y="97125"/>
                  <a:pt x="919489" y="97125"/>
                </a:cubicBezTo>
                <a:cubicBezTo>
                  <a:pt x="916566" y="97125"/>
                  <a:pt x="913834" y="96888"/>
                  <a:pt x="911294" y="96413"/>
                </a:cubicBezTo>
                <a:cubicBezTo>
                  <a:pt x="908753" y="95939"/>
                  <a:pt x="906494" y="95375"/>
                  <a:pt x="904515" y="94720"/>
                </a:cubicBezTo>
                <a:cubicBezTo>
                  <a:pt x="902537" y="94066"/>
                  <a:pt x="900896" y="93388"/>
                  <a:pt x="899592" y="92689"/>
                </a:cubicBezTo>
                <a:cubicBezTo>
                  <a:pt x="898288" y="91989"/>
                  <a:pt x="897467" y="91481"/>
                  <a:pt x="897130" y="91165"/>
                </a:cubicBezTo>
                <a:cubicBezTo>
                  <a:pt x="896793" y="90848"/>
                  <a:pt x="896534" y="90533"/>
                  <a:pt x="896354" y="90218"/>
                </a:cubicBezTo>
                <a:cubicBezTo>
                  <a:pt x="896174" y="89902"/>
                  <a:pt x="896017" y="89518"/>
                  <a:pt x="895882" y="89067"/>
                </a:cubicBezTo>
                <a:cubicBezTo>
                  <a:pt x="895747" y="88615"/>
                  <a:pt x="895646" y="88061"/>
                  <a:pt x="895578" y="87406"/>
                </a:cubicBezTo>
                <a:cubicBezTo>
                  <a:pt x="895511" y="86752"/>
                  <a:pt x="895477" y="85950"/>
                  <a:pt x="895477" y="85002"/>
                </a:cubicBezTo>
                <a:cubicBezTo>
                  <a:pt x="895477" y="83377"/>
                  <a:pt x="895635" y="82249"/>
                  <a:pt x="895949" y="81616"/>
                </a:cubicBezTo>
                <a:cubicBezTo>
                  <a:pt x="896264" y="80984"/>
                  <a:pt x="896714" y="80668"/>
                  <a:pt x="897298" y="80668"/>
                </a:cubicBezTo>
                <a:cubicBezTo>
                  <a:pt x="897703" y="80668"/>
                  <a:pt x="898501" y="81031"/>
                  <a:pt x="899693" y="81758"/>
                </a:cubicBezTo>
                <a:cubicBezTo>
                  <a:pt x="900884" y="82484"/>
                  <a:pt x="902413" y="83268"/>
                  <a:pt x="904279" y="84108"/>
                </a:cubicBezTo>
                <a:cubicBezTo>
                  <a:pt x="906145" y="84948"/>
                  <a:pt x="908326" y="85732"/>
                  <a:pt x="910822" y="86458"/>
                </a:cubicBezTo>
                <a:cubicBezTo>
                  <a:pt x="913317" y="87184"/>
                  <a:pt x="916094" y="87548"/>
                  <a:pt x="919152" y="87548"/>
                </a:cubicBezTo>
                <a:cubicBezTo>
                  <a:pt x="922119" y="87548"/>
                  <a:pt x="924727" y="87166"/>
                  <a:pt x="926976" y="86401"/>
                </a:cubicBezTo>
                <a:cubicBezTo>
                  <a:pt x="929224" y="85637"/>
                  <a:pt x="931112" y="84558"/>
                  <a:pt x="932641" y="83164"/>
                </a:cubicBezTo>
                <a:cubicBezTo>
                  <a:pt x="934170" y="81770"/>
                  <a:pt x="935317" y="80117"/>
                  <a:pt x="936081" y="78206"/>
                </a:cubicBezTo>
                <a:cubicBezTo>
                  <a:pt x="936846" y="76295"/>
                  <a:pt x="937228" y="74215"/>
                  <a:pt x="937228" y="71967"/>
                </a:cubicBezTo>
                <a:cubicBezTo>
                  <a:pt x="937228" y="69494"/>
                  <a:pt x="936744" y="67268"/>
                  <a:pt x="935778" y="65290"/>
                </a:cubicBezTo>
                <a:cubicBezTo>
                  <a:pt x="934811" y="63311"/>
                  <a:pt x="933394" y="61603"/>
                  <a:pt x="931528" y="60164"/>
                </a:cubicBezTo>
                <a:cubicBezTo>
                  <a:pt x="929662" y="58725"/>
                  <a:pt x="927369" y="57623"/>
                  <a:pt x="924649" y="56859"/>
                </a:cubicBezTo>
                <a:cubicBezTo>
                  <a:pt x="921928" y="56094"/>
                  <a:pt x="918837" y="55712"/>
                  <a:pt x="915375" y="55712"/>
                </a:cubicBezTo>
                <a:lnTo>
                  <a:pt x="907078" y="55712"/>
                </a:lnTo>
                <a:cubicBezTo>
                  <a:pt x="906719" y="55712"/>
                  <a:pt x="906370" y="55633"/>
                  <a:pt x="906033" y="55476"/>
                </a:cubicBezTo>
                <a:cubicBezTo>
                  <a:pt x="905696" y="55319"/>
                  <a:pt x="905403" y="55060"/>
                  <a:pt x="905156" y="54700"/>
                </a:cubicBezTo>
                <a:cubicBezTo>
                  <a:pt x="904909" y="54341"/>
                  <a:pt x="904706" y="53869"/>
                  <a:pt x="904549" y="53284"/>
                </a:cubicBezTo>
                <a:cubicBezTo>
                  <a:pt x="904392" y="52699"/>
                  <a:pt x="904313" y="51935"/>
                  <a:pt x="904313" y="50991"/>
                </a:cubicBezTo>
                <a:cubicBezTo>
                  <a:pt x="904313" y="50136"/>
                  <a:pt x="904380" y="49428"/>
                  <a:pt x="904515" y="48866"/>
                </a:cubicBezTo>
                <a:cubicBezTo>
                  <a:pt x="904650" y="48304"/>
                  <a:pt x="904841" y="47854"/>
                  <a:pt x="905089" y="47517"/>
                </a:cubicBezTo>
                <a:cubicBezTo>
                  <a:pt x="905336" y="47180"/>
                  <a:pt x="905617" y="46933"/>
                  <a:pt x="905932" y="46775"/>
                </a:cubicBezTo>
                <a:cubicBezTo>
                  <a:pt x="906247" y="46618"/>
                  <a:pt x="906606" y="46539"/>
                  <a:pt x="907011" y="46539"/>
                </a:cubicBezTo>
                <a:lnTo>
                  <a:pt x="914633" y="46539"/>
                </a:lnTo>
                <a:cubicBezTo>
                  <a:pt x="917600" y="46539"/>
                  <a:pt x="920264" y="46156"/>
                  <a:pt x="922625" y="45388"/>
                </a:cubicBezTo>
                <a:cubicBezTo>
                  <a:pt x="924986" y="44620"/>
                  <a:pt x="926987" y="43513"/>
                  <a:pt x="928628" y="42069"/>
                </a:cubicBezTo>
                <a:cubicBezTo>
                  <a:pt x="930269" y="40623"/>
                  <a:pt x="931528" y="38895"/>
                  <a:pt x="932405" y="36886"/>
                </a:cubicBezTo>
                <a:cubicBezTo>
                  <a:pt x="933282" y="34875"/>
                  <a:pt x="933720" y="32627"/>
                  <a:pt x="933720" y="30143"/>
                </a:cubicBezTo>
                <a:cubicBezTo>
                  <a:pt x="933720" y="28336"/>
                  <a:pt x="933428" y="26608"/>
                  <a:pt x="932844" y="24960"/>
                </a:cubicBezTo>
                <a:cubicBezTo>
                  <a:pt x="932259" y="23310"/>
                  <a:pt x="931382" y="21876"/>
                  <a:pt x="930213" y="20658"/>
                </a:cubicBezTo>
                <a:cubicBezTo>
                  <a:pt x="929044" y="19438"/>
                  <a:pt x="927549" y="18479"/>
                  <a:pt x="925728" y="17779"/>
                </a:cubicBezTo>
                <a:cubicBezTo>
                  <a:pt x="923907" y="17078"/>
                  <a:pt x="921805" y="16727"/>
                  <a:pt x="919421" y="16727"/>
                </a:cubicBezTo>
                <a:cubicBezTo>
                  <a:pt x="916813" y="16727"/>
                  <a:pt x="914419" y="17121"/>
                  <a:pt x="912238" y="17907"/>
                </a:cubicBezTo>
                <a:cubicBezTo>
                  <a:pt x="910057" y="18694"/>
                  <a:pt x="908113" y="19537"/>
                  <a:pt x="906404" y="20437"/>
                </a:cubicBezTo>
                <a:cubicBezTo>
                  <a:pt x="904695" y="21336"/>
                  <a:pt x="903279" y="22179"/>
                  <a:pt x="902155" y="22966"/>
                </a:cubicBezTo>
                <a:cubicBezTo>
                  <a:pt x="901031" y="23753"/>
                  <a:pt x="900244" y="24146"/>
                  <a:pt x="899794" y="24146"/>
                </a:cubicBezTo>
                <a:cubicBezTo>
                  <a:pt x="899479" y="24146"/>
                  <a:pt x="899198" y="24090"/>
                  <a:pt x="898951" y="23978"/>
                </a:cubicBezTo>
                <a:cubicBezTo>
                  <a:pt x="898704" y="23865"/>
                  <a:pt x="898501" y="23641"/>
                  <a:pt x="898344" y="23303"/>
                </a:cubicBezTo>
                <a:cubicBezTo>
                  <a:pt x="898186" y="22966"/>
                  <a:pt x="898074" y="22494"/>
                  <a:pt x="898007" y="21887"/>
                </a:cubicBezTo>
                <a:cubicBezTo>
                  <a:pt x="897939" y="21280"/>
                  <a:pt x="897905" y="20482"/>
                  <a:pt x="897905" y="19493"/>
                </a:cubicBezTo>
                <a:cubicBezTo>
                  <a:pt x="897905" y="18818"/>
                  <a:pt x="897928" y="18222"/>
                  <a:pt x="897973" y="17705"/>
                </a:cubicBezTo>
                <a:cubicBezTo>
                  <a:pt x="898018" y="17188"/>
                  <a:pt x="898108" y="16738"/>
                  <a:pt x="898243" y="16356"/>
                </a:cubicBezTo>
                <a:cubicBezTo>
                  <a:pt x="898378" y="15974"/>
                  <a:pt x="898535" y="15625"/>
                  <a:pt x="898715" y="15311"/>
                </a:cubicBezTo>
                <a:cubicBezTo>
                  <a:pt x="898895" y="14996"/>
                  <a:pt x="899198" y="14625"/>
                  <a:pt x="899625" y="14198"/>
                </a:cubicBezTo>
                <a:cubicBezTo>
                  <a:pt x="900053" y="13771"/>
                  <a:pt x="900918" y="13152"/>
                  <a:pt x="902222" y="12343"/>
                </a:cubicBezTo>
                <a:cubicBezTo>
                  <a:pt x="903526" y="11534"/>
                  <a:pt x="905134" y="10735"/>
                  <a:pt x="907045" y="9949"/>
                </a:cubicBezTo>
                <a:cubicBezTo>
                  <a:pt x="908956" y="9162"/>
                  <a:pt x="911159" y="8498"/>
                  <a:pt x="913655" y="7959"/>
                </a:cubicBezTo>
                <a:cubicBezTo>
                  <a:pt x="916150" y="7419"/>
                  <a:pt x="918837" y="7150"/>
                  <a:pt x="921715" y="7150"/>
                </a:cubicBezTo>
                <a:cubicBezTo>
                  <a:pt x="925762" y="7150"/>
                  <a:pt x="929314" y="7669"/>
                  <a:pt x="932371" y="8707"/>
                </a:cubicBezTo>
                <a:cubicBezTo>
                  <a:pt x="935429" y="9744"/>
                  <a:pt x="937981" y="11210"/>
                  <a:pt x="940027" y="13104"/>
                </a:cubicBezTo>
                <a:cubicBezTo>
                  <a:pt x="942073" y="14998"/>
                  <a:pt x="943602" y="17265"/>
                  <a:pt x="944613" y="19904"/>
                </a:cubicBezTo>
                <a:cubicBezTo>
                  <a:pt x="945625" y="22542"/>
                  <a:pt x="946131" y="25463"/>
                  <a:pt x="946131" y="28665"/>
                </a:cubicBezTo>
                <a:cubicBezTo>
                  <a:pt x="946131" y="31417"/>
                  <a:pt x="945771" y="33977"/>
                  <a:pt x="945052" y="36346"/>
                </a:cubicBezTo>
                <a:cubicBezTo>
                  <a:pt x="944332" y="38714"/>
                  <a:pt x="943276" y="40811"/>
                  <a:pt x="941882" y="42638"/>
                </a:cubicBezTo>
                <a:cubicBezTo>
                  <a:pt x="940488" y="44464"/>
                  <a:pt x="938779" y="46021"/>
                  <a:pt x="936756" y="47306"/>
                </a:cubicBezTo>
                <a:cubicBezTo>
                  <a:pt x="934732" y="48592"/>
                  <a:pt x="932394" y="49483"/>
                  <a:pt x="929741" y="49979"/>
                </a:cubicBezTo>
                <a:lnTo>
                  <a:pt x="929741" y="50114"/>
                </a:lnTo>
                <a:cubicBezTo>
                  <a:pt x="932754" y="50429"/>
                  <a:pt x="935508" y="51182"/>
                  <a:pt x="938003" y="52373"/>
                </a:cubicBezTo>
                <a:cubicBezTo>
                  <a:pt x="940499" y="53565"/>
                  <a:pt x="942646" y="55060"/>
                  <a:pt x="944445" y="56859"/>
                </a:cubicBezTo>
                <a:cubicBezTo>
                  <a:pt x="946243" y="58657"/>
                  <a:pt x="947648" y="60760"/>
                  <a:pt x="948660" y="63165"/>
                </a:cubicBezTo>
                <a:cubicBezTo>
                  <a:pt x="949672" y="65571"/>
                  <a:pt x="950178" y="68145"/>
                  <a:pt x="950178" y="70888"/>
                </a:cubicBezTo>
                <a:close/>
                <a:moveTo>
                  <a:pt x="1020886" y="90785"/>
                </a:moveTo>
                <a:cubicBezTo>
                  <a:pt x="1020886" y="91595"/>
                  <a:pt x="1020829" y="92314"/>
                  <a:pt x="1020717" y="92944"/>
                </a:cubicBezTo>
                <a:cubicBezTo>
                  <a:pt x="1020605" y="93573"/>
                  <a:pt x="1020447" y="94101"/>
                  <a:pt x="1020245" y="94529"/>
                </a:cubicBezTo>
                <a:cubicBezTo>
                  <a:pt x="1020042" y="94956"/>
                  <a:pt x="1019773" y="95271"/>
                  <a:pt x="1019435" y="95473"/>
                </a:cubicBezTo>
                <a:cubicBezTo>
                  <a:pt x="1019098" y="95675"/>
                  <a:pt x="1018727" y="95776"/>
                  <a:pt x="1018323" y="95776"/>
                </a:cubicBezTo>
                <a:lnTo>
                  <a:pt x="970097" y="95776"/>
                </a:lnTo>
                <a:cubicBezTo>
                  <a:pt x="969468" y="95776"/>
                  <a:pt x="968917" y="95698"/>
                  <a:pt x="968445" y="95540"/>
                </a:cubicBezTo>
                <a:cubicBezTo>
                  <a:pt x="967972" y="95383"/>
                  <a:pt x="967568" y="95124"/>
                  <a:pt x="967231" y="94765"/>
                </a:cubicBezTo>
                <a:cubicBezTo>
                  <a:pt x="966893" y="94405"/>
                  <a:pt x="966646" y="93888"/>
                  <a:pt x="966489" y="93213"/>
                </a:cubicBezTo>
                <a:cubicBezTo>
                  <a:pt x="966331" y="92539"/>
                  <a:pt x="966253" y="91707"/>
                  <a:pt x="966253" y="90718"/>
                </a:cubicBezTo>
                <a:cubicBezTo>
                  <a:pt x="966253" y="89818"/>
                  <a:pt x="966286" y="89032"/>
                  <a:pt x="966354" y="88357"/>
                </a:cubicBezTo>
                <a:cubicBezTo>
                  <a:pt x="966421" y="87683"/>
                  <a:pt x="966567" y="87087"/>
                  <a:pt x="966792" y="86570"/>
                </a:cubicBezTo>
                <a:cubicBezTo>
                  <a:pt x="967017" y="86053"/>
                  <a:pt x="967298" y="85536"/>
                  <a:pt x="967635" y="85018"/>
                </a:cubicBezTo>
                <a:cubicBezTo>
                  <a:pt x="967972" y="84501"/>
                  <a:pt x="968411" y="83950"/>
                  <a:pt x="968950" y="83366"/>
                </a:cubicBezTo>
                <a:lnTo>
                  <a:pt x="985880" y="65402"/>
                </a:lnTo>
                <a:cubicBezTo>
                  <a:pt x="989792" y="61262"/>
                  <a:pt x="992928" y="57549"/>
                  <a:pt x="995289" y="54264"/>
                </a:cubicBezTo>
                <a:cubicBezTo>
                  <a:pt x="997650" y="50979"/>
                  <a:pt x="999471" y="47987"/>
                  <a:pt x="1000752" y="45287"/>
                </a:cubicBezTo>
                <a:cubicBezTo>
                  <a:pt x="1002034" y="42586"/>
                  <a:pt x="1002877" y="40134"/>
                  <a:pt x="1003282" y="37929"/>
                </a:cubicBezTo>
                <a:cubicBezTo>
                  <a:pt x="1003686" y="35724"/>
                  <a:pt x="1003889" y="33655"/>
                  <a:pt x="1003889" y="31720"/>
                </a:cubicBezTo>
                <a:cubicBezTo>
                  <a:pt x="1003889" y="29783"/>
                  <a:pt x="1003574" y="27949"/>
                  <a:pt x="1002944" y="26216"/>
                </a:cubicBezTo>
                <a:cubicBezTo>
                  <a:pt x="1002315" y="24482"/>
                  <a:pt x="1001404" y="22963"/>
                  <a:pt x="1000213" y="21657"/>
                </a:cubicBezTo>
                <a:cubicBezTo>
                  <a:pt x="999021" y="20350"/>
                  <a:pt x="997526" y="19315"/>
                  <a:pt x="995727" y="18550"/>
                </a:cubicBezTo>
                <a:cubicBezTo>
                  <a:pt x="993929" y="17785"/>
                  <a:pt x="991860" y="17402"/>
                  <a:pt x="989522" y="17402"/>
                </a:cubicBezTo>
                <a:cubicBezTo>
                  <a:pt x="986779" y="17402"/>
                  <a:pt x="984317" y="17784"/>
                  <a:pt x="982137" y="18548"/>
                </a:cubicBezTo>
                <a:cubicBezTo>
                  <a:pt x="979956" y="19313"/>
                  <a:pt x="978045" y="20145"/>
                  <a:pt x="976404" y="21044"/>
                </a:cubicBezTo>
                <a:cubicBezTo>
                  <a:pt x="974762" y="21943"/>
                  <a:pt x="973391" y="22775"/>
                  <a:pt x="972289" y="23539"/>
                </a:cubicBezTo>
                <a:cubicBezTo>
                  <a:pt x="971188" y="24304"/>
                  <a:pt x="970367" y="24686"/>
                  <a:pt x="969827" y="24686"/>
                </a:cubicBezTo>
                <a:cubicBezTo>
                  <a:pt x="969513" y="24686"/>
                  <a:pt x="969232" y="24596"/>
                  <a:pt x="968984" y="24416"/>
                </a:cubicBezTo>
                <a:cubicBezTo>
                  <a:pt x="968737" y="24236"/>
                  <a:pt x="968535" y="23944"/>
                  <a:pt x="968377" y="23539"/>
                </a:cubicBezTo>
                <a:cubicBezTo>
                  <a:pt x="968220" y="23135"/>
                  <a:pt x="968096" y="22595"/>
                  <a:pt x="968006" y="21921"/>
                </a:cubicBezTo>
                <a:cubicBezTo>
                  <a:pt x="967916" y="21246"/>
                  <a:pt x="967871" y="20437"/>
                  <a:pt x="967871" y="19493"/>
                </a:cubicBezTo>
                <a:cubicBezTo>
                  <a:pt x="967871" y="18818"/>
                  <a:pt x="967894" y="18233"/>
                  <a:pt x="967939" y="17739"/>
                </a:cubicBezTo>
                <a:cubicBezTo>
                  <a:pt x="967984" y="17244"/>
                  <a:pt x="968062" y="16817"/>
                  <a:pt x="968175" y="16457"/>
                </a:cubicBezTo>
                <a:cubicBezTo>
                  <a:pt x="968287" y="16098"/>
                  <a:pt x="968433" y="15760"/>
                  <a:pt x="968613" y="15446"/>
                </a:cubicBezTo>
                <a:cubicBezTo>
                  <a:pt x="968793" y="15131"/>
                  <a:pt x="969153" y="14737"/>
                  <a:pt x="969692" y="14265"/>
                </a:cubicBezTo>
                <a:cubicBezTo>
                  <a:pt x="970232" y="13793"/>
                  <a:pt x="971165" y="13152"/>
                  <a:pt x="972492" y="12343"/>
                </a:cubicBezTo>
                <a:cubicBezTo>
                  <a:pt x="973818" y="11534"/>
                  <a:pt x="975482" y="10735"/>
                  <a:pt x="977483" y="9949"/>
                </a:cubicBezTo>
                <a:cubicBezTo>
                  <a:pt x="979484" y="9162"/>
                  <a:pt x="981687" y="8498"/>
                  <a:pt x="984093" y="7959"/>
                </a:cubicBezTo>
                <a:cubicBezTo>
                  <a:pt x="986498" y="7419"/>
                  <a:pt x="989028" y="7150"/>
                  <a:pt x="991681" y="7150"/>
                </a:cubicBezTo>
                <a:cubicBezTo>
                  <a:pt x="995907" y="7150"/>
                  <a:pt x="999606" y="7746"/>
                  <a:pt x="1002776" y="8939"/>
                </a:cubicBezTo>
                <a:cubicBezTo>
                  <a:pt x="1005946" y="10131"/>
                  <a:pt x="1008576" y="11761"/>
                  <a:pt x="1010667" y="13831"/>
                </a:cubicBezTo>
                <a:cubicBezTo>
                  <a:pt x="1012758" y="15901"/>
                  <a:pt x="1014321" y="18309"/>
                  <a:pt x="1015355" y="21054"/>
                </a:cubicBezTo>
                <a:cubicBezTo>
                  <a:pt x="1016389" y="23799"/>
                  <a:pt x="1016906" y="26724"/>
                  <a:pt x="1016906" y="29829"/>
                </a:cubicBezTo>
                <a:cubicBezTo>
                  <a:pt x="1016906" y="32620"/>
                  <a:pt x="1016659" y="35399"/>
                  <a:pt x="1016164" y="38167"/>
                </a:cubicBezTo>
                <a:cubicBezTo>
                  <a:pt x="1015670" y="40934"/>
                  <a:pt x="1014624" y="43926"/>
                  <a:pt x="1013028" y="47144"/>
                </a:cubicBezTo>
                <a:cubicBezTo>
                  <a:pt x="1011432" y="50362"/>
                  <a:pt x="1009127" y="53940"/>
                  <a:pt x="1006114" y="57877"/>
                </a:cubicBezTo>
                <a:cubicBezTo>
                  <a:pt x="1003102" y="61814"/>
                  <a:pt x="999100" y="66348"/>
                  <a:pt x="994109" y="71478"/>
                </a:cubicBezTo>
                <a:lnTo>
                  <a:pt x="980282" y="85929"/>
                </a:lnTo>
                <a:lnTo>
                  <a:pt x="1018255" y="85929"/>
                </a:lnTo>
                <a:cubicBezTo>
                  <a:pt x="1018615" y="85929"/>
                  <a:pt x="1018963" y="86030"/>
                  <a:pt x="1019301" y="86232"/>
                </a:cubicBezTo>
                <a:cubicBezTo>
                  <a:pt x="1019638" y="86435"/>
                  <a:pt x="1019930" y="86738"/>
                  <a:pt x="1020177" y="87143"/>
                </a:cubicBezTo>
                <a:cubicBezTo>
                  <a:pt x="1020425" y="87548"/>
                  <a:pt x="1020605" y="88054"/>
                  <a:pt x="1020717" y="88661"/>
                </a:cubicBezTo>
                <a:cubicBezTo>
                  <a:pt x="1020829" y="89268"/>
                  <a:pt x="1020886" y="89976"/>
                  <a:pt x="1020886" y="90785"/>
                </a:cubicBezTo>
                <a:close/>
                <a:moveTo>
                  <a:pt x="1061262" y="59557"/>
                </a:moveTo>
                <a:cubicBezTo>
                  <a:pt x="1061262" y="64643"/>
                  <a:pt x="1060947" y="69674"/>
                  <a:pt x="1060317" y="74648"/>
                </a:cubicBezTo>
                <a:cubicBezTo>
                  <a:pt x="1059688" y="79623"/>
                  <a:pt x="1058744" y="84541"/>
                  <a:pt x="1057485" y="89403"/>
                </a:cubicBezTo>
                <a:cubicBezTo>
                  <a:pt x="1056226" y="94264"/>
                  <a:pt x="1054686" y="99048"/>
                  <a:pt x="1052864" y="103752"/>
                </a:cubicBezTo>
                <a:cubicBezTo>
                  <a:pt x="1051043" y="108457"/>
                  <a:pt x="1048919" y="113104"/>
                  <a:pt x="1046491" y="117695"/>
                </a:cubicBezTo>
                <a:cubicBezTo>
                  <a:pt x="1046356" y="117920"/>
                  <a:pt x="1046153" y="118122"/>
                  <a:pt x="1045884" y="118302"/>
                </a:cubicBezTo>
                <a:cubicBezTo>
                  <a:pt x="1045614" y="118483"/>
                  <a:pt x="1045265" y="118641"/>
                  <a:pt x="1044838" y="118776"/>
                </a:cubicBezTo>
                <a:cubicBezTo>
                  <a:pt x="1044411" y="118911"/>
                  <a:pt x="1043905" y="119001"/>
                  <a:pt x="1043321" y="119046"/>
                </a:cubicBezTo>
                <a:cubicBezTo>
                  <a:pt x="1042736" y="119091"/>
                  <a:pt x="1042039" y="119113"/>
                  <a:pt x="1041230" y="119113"/>
                </a:cubicBezTo>
                <a:cubicBezTo>
                  <a:pt x="1040061" y="119113"/>
                  <a:pt x="1039150" y="119057"/>
                  <a:pt x="1038498" y="118945"/>
                </a:cubicBezTo>
                <a:cubicBezTo>
                  <a:pt x="1037846" y="118832"/>
                  <a:pt x="1037374" y="118652"/>
                  <a:pt x="1037082" y="118403"/>
                </a:cubicBezTo>
                <a:cubicBezTo>
                  <a:pt x="1036789" y="118156"/>
                  <a:pt x="1036654" y="117841"/>
                  <a:pt x="1036677" y="117459"/>
                </a:cubicBezTo>
                <a:cubicBezTo>
                  <a:pt x="1036699" y="117077"/>
                  <a:pt x="1036823" y="116615"/>
                  <a:pt x="1037048" y="116074"/>
                </a:cubicBezTo>
                <a:cubicBezTo>
                  <a:pt x="1041185" y="106981"/>
                  <a:pt x="1044310" y="97675"/>
                  <a:pt x="1046423" y="88155"/>
                </a:cubicBezTo>
                <a:cubicBezTo>
                  <a:pt x="1048537" y="78633"/>
                  <a:pt x="1049593" y="69033"/>
                  <a:pt x="1049593" y="59354"/>
                </a:cubicBezTo>
                <a:cubicBezTo>
                  <a:pt x="1049593" y="49721"/>
                  <a:pt x="1048537" y="40144"/>
                  <a:pt x="1046423" y="30624"/>
                </a:cubicBezTo>
                <a:cubicBezTo>
                  <a:pt x="1044310" y="21102"/>
                  <a:pt x="1041140" y="11817"/>
                  <a:pt x="1036913" y="2767"/>
                </a:cubicBezTo>
                <a:cubicBezTo>
                  <a:pt x="1036733" y="2363"/>
                  <a:pt x="1036666" y="1981"/>
                  <a:pt x="1036711" y="1621"/>
                </a:cubicBezTo>
                <a:cubicBezTo>
                  <a:pt x="1036756" y="1261"/>
                  <a:pt x="1036958" y="969"/>
                  <a:pt x="1037318" y="744"/>
                </a:cubicBezTo>
                <a:cubicBezTo>
                  <a:pt x="1037677" y="518"/>
                  <a:pt x="1038172" y="337"/>
                  <a:pt x="1038801" y="202"/>
                </a:cubicBezTo>
                <a:cubicBezTo>
                  <a:pt x="1039431" y="67"/>
                  <a:pt x="1040263" y="0"/>
                  <a:pt x="1041297" y="0"/>
                </a:cubicBezTo>
                <a:cubicBezTo>
                  <a:pt x="1042241" y="0"/>
                  <a:pt x="1043028" y="34"/>
                  <a:pt x="1043658" y="101"/>
                </a:cubicBezTo>
                <a:cubicBezTo>
                  <a:pt x="1044287" y="169"/>
                  <a:pt x="1044793" y="270"/>
                  <a:pt x="1045175" y="405"/>
                </a:cubicBezTo>
                <a:cubicBezTo>
                  <a:pt x="1045558" y="540"/>
                  <a:pt x="1045839" y="675"/>
                  <a:pt x="1046018" y="811"/>
                </a:cubicBezTo>
                <a:cubicBezTo>
                  <a:pt x="1046198" y="946"/>
                  <a:pt x="1046333" y="1104"/>
                  <a:pt x="1046423" y="1284"/>
                </a:cubicBezTo>
                <a:cubicBezTo>
                  <a:pt x="1051055" y="10511"/>
                  <a:pt x="1054686" y="19998"/>
                  <a:pt x="1057316" y="29745"/>
                </a:cubicBezTo>
                <a:cubicBezTo>
                  <a:pt x="1059946" y="39491"/>
                  <a:pt x="1061262" y="49428"/>
                  <a:pt x="1061262" y="595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Black,">
            <a:extLst xmlns:a="http://schemas.openxmlformats.org/drawingml/2006/main">
              <a:ext uri="{FF2B5EF4-FFF2-40B4-BE49-F238E27FC236}">
                <a16:creationId xmlns:a16="http://schemas.microsoft.com/office/drawing/2014/main" id="{437B3AA0-F2F1-42A9-A9AC-880F330D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3297" y="1240594"/>
            <a:ext cx="307786" cy="113583"/>
          </a:xfrm>
          <a:custGeom xmlns:a="http://schemas.openxmlformats.org/drawingml/2006/main">
            <a:pathLst>
              <a:path w="307786" h="113583">
                <a:moveTo>
                  <a:pt x="57533" y="68999"/>
                </a:moveTo>
                <a:cubicBezTo>
                  <a:pt x="57533" y="71742"/>
                  <a:pt x="57185" y="74272"/>
                  <a:pt x="56488" y="76587"/>
                </a:cubicBezTo>
                <a:cubicBezTo>
                  <a:pt x="55791" y="78903"/>
                  <a:pt x="54813" y="80983"/>
                  <a:pt x="53554" y="82826"/>
                </a:cubicBezTo>
                <a:cubicBezTo>
                  <a:pt x="52295" y="84670"/>
                  <a:pt x="50777" y="86289"/>
                  <a:pt x="49001" y="87683"/>
                </a:cubicBezTo>
                <a:cubicBezTo>
                  <a:pt x="47225" y="89077"/>
                  <a:pt x="45224" y="90246"/>
                  <a:pt x="42998" y="91190"/>
                </a:cubicBezTo>
                <a:cubicBezTo>
                  <a:pt x="40772" y="92134"/>
                  <a:pt x="38389" y="92842"/>
                  <a:pt x="35849" y="93315"/>
                </a:cubicBezTo>
                <a:cubicBezTo>
                  <a:pt x="33308" y="93787"/>
                  <a:pt x="30397" y="94023"/>
                  <a:pt x="27114" y="94023"/>
                </a:cubicBezTo>
                <a:lnTo>
                  <a:pt x="4317" y="94023"/>
                </a:lnTo>
                <a:cubicBezTo>
                  <a:pt x="3282" y="94023"/>
                  <a:pt x="2304" y="93674"/>
                  <a:pt x="1383" y="92977"/>
                </a:cubicBezTo>
                <a:cubicBezTo>
                  <a:pt x="461" y="92280"/>
                  <a:pt x="0" y="91055"/>
                  <a:pt x="0" y="89301"/>
                </a:cubicBezTo>
                <a:lnTo>
                  <a:pt x="0" y="11466"/>
                </a:lnTo>
                <a:cubicBezTo>
                  <a:pt x="0" y="9713"/>
                  <a:pt x="461" y="8487"/>
                  <a:pt x="1383" y="7790"/>
                </a:cubicBezTo>
                <a:cubicBezTo>
                  <a:pt x="2304" y="7093"/>
                  <a:pt x="3282" y="6745"/>
                  <a:pt x="4317" y="6745"/>
                </a:cubicBezTo>
                <a:lnTo>
                  <a:pt x="24146" y="6745"/>
                </a:lnTo>
                <a:cubicBezTo>
                  <a:pt x="29362" y="6745"/>
                  <a:pt x="33634" y="7239"/>
                  <a:pt x="36962" y="8229"/>
                </a:cubicBezTo>
                <a:cubicBezTo>
                  <a:pt x="40289" y="9218"/>
                  <a:pt x="43066" y="10657"/>
                  <a:pt x="45291" y="12545"/>
                </a:cubicBezTo>
                <a:cubicBezTo>
                  <a:pt x="47517" y="14434"/>
                  <a:pt x="49192" y="16750"/>
                  <a:pt x="50316" y="19493"/>
                </a:cubicBezTo>
                <a:cubicBezTo>
                  <a:pt x="51440" y="22235"/>
                  <a:pt x="52003" y="25338"/>
                  <a:pt x="52003" y="28800"/>
                </a:cubicBezTo>
                <a:cubicBezTo>
                  <a:pt x="52003" y="30869"/>
                  <a:pt x="51755" y="32847"/>
                  <a:pt x="51261" y="34736"/>
                </a:cubicBezTo>
                <a:cubicBezTo>
                  <a:pt x="50766" y="36624"/>
                  <a:pt x="50035" y="38367"/>
                  <a:pt x="49069" y="39963"/>
                </a:cubicBezTo>
                <a:cubicBezTo>
                  <a:pt x="48102" y="41559"/>
                  <a:pt x="46888" y="42987"/>
                  <a:pt x="45426" y="44246"/>
                </a:cubicBezTo>
                <a:cubicBezTo>
                  <a:pt x="43965" y="45505"/>
                  <a:pt x="42290" y="46539"/>
                  <a:pt x="40401" y="47349"/>
                </a:cubicBezTo>
                <a:cubicBezTo>
                  <a:pt x="42785" y="47798"/>
                  <a:pt x="45010" y="48619"/>
                  <a:pt x="47079" y="49810"/>
                </a:cubicBezTo>
                <a:cubicBezTo>
                  <a:pt x="49147" y="51002"/>
                  <a:pt x="50957" y="52520"/>
                  <a:pt x="52508" y="54363"/>
                </a:cubicBezTo>
                <a:cubicBezTo>
                  <a:pt x="54060" y="56207"/>
                  <a:pt x="55285" y="58365"/>
                  <a:pt x="56184" y="60838"/>
                </a:cubicBezTo>
                <a:cubicBezTo>
                  <a:pt x="57084" y="63311"/>
                  <a:pt x="57533" y="66032"/>
                  <a:pt x="57533" y="68999"/>
                </a:cubicBezTo>
                <a:moveTo>
                  <a:pt x="40064" y="29947"/>
                </a:moveTo>
                <a:cubicBezTo>
                  <a:pt x="40064" y="27834"/>
                  <a:pt x="39772" y="25923"/>
                  <a:pt x="39187" y="24214"/>
                </a:cubicBezTo>
                <a:cubicBezTo>
                  <a:pt x="38603" y="22505"/>
                  <a:pt x="37681" y="21055"/>
                  <a:pt x="36422" y="19863"/>
                </a:cubicBezTo>
                <a:cubicBezTo>
                  <a:pt x="35163" y="18672"/>
                  <a:pt x="33522" y="17761"/>
                  <a:pt x="31498" y="17132"/>
                </a:cubicBezTo>
                <a:cubicBezTo>
                  <a:pt x="29475" y="16502"/>
                  <a:pt x="26799" y="16188"/>
                  <a:pt x="23472" y="16188"/>
                </a:cubicBezTo>
                <a:lnTo>
                  <a:pt x="11466" y="16188"/>
                </a:lnTo>
                <a:lnTo>
                  <a:pt x="11466" y="44448"/>
                </a:lnTo>
                <a:lnTo>
                  <a:pt x="24686" y="44448"/>
                </a:lnTo>
                <a:cubicBezTo>
                  <a:pt x="27699" y="44448"/>
                  <a:pt x="30127" y="44055"/>
                  <a:pt x="31970" y="43268"/>
                </a:cubicBezTo>
                <a:cubicBezTo>
                  <a:pt x="33814" y="42481"/>
                  <a:pt x="35343" y="41424"/>
                  <a:pt x="36557" y="40098"/>
                </a:cubicBezTo>
                <a:cubicBezTo>
                  <a:pt x="37771" y="38771"/>
                  <a:pt x="38659" y="37220"/>
                  <a:pt x="39221" y="35444"/>
                </a:cubicBezTo>
                <a:cubicBezTo>
                  <a:pt x="39783" y="33668"/>
                  <a:pt x="40064" y="31836"/>
                  <a:pt x="40064" y="29947"/>
                </a:cubicBezTo>
                <a:moveTo>
                  <a:pt x="45325" y="69674"/>
                </a:moveTo>
                <a:cubicBezTo>
                  <a:pt x="45325" y="67066"/>
                  <a:pt x="44909" y="64773"/>
                  <a:pt x="44077" y="62794"/>
                </a:cubicBezTo>
                <a:cubicBezTo>
                  <a:pt x="43246" y="60816"/>
                  <a:pt x="42031" y="59152"/>
                  <a:pt x="40435" y="57803"/>
                </a:cubicBezTo>
                <a:cubicBezTo>
                  <a:pt x="38839" y="56454"/>
                  <a:pt x="36838" y="55431"/>
                  <a:pt x="34432" y="54734"/>
                </a:cubicBezTo>
                <a:cubicBezTo>
                  <a:pt x="32027" y="54037"/>
                  <a:pt x="29003" y="53689"/>
                  <a:pt x="25361" y="53689"/>
                </a:cubicBezTo>
                <a:lnTo>
                  <a:pt x="11466" y="53689"/>
                </a:lnTo>
                <a:lnTo>
                  <a:pt x="11466" y="84445"/>
                </a:lnTo>
                <a:lnTo>
                  <a:pt x="28328" y="84445"/>
                </a:lnTo>
                <a:cubicBezTo>
                  <a:pt x="30981" y="84445"/>
                  <a:pt x="33297" y="84130"/>
                  <a:pt x="35275" y="83501"/>
                </a:cubicBezTo>
                <a:cubicBezTo>
                  <a:pt x="37254" y="82871"/>
                  <a:pt x="38996" y="81938"/>
                  <a:pt x="40503" y="80702"/>
                </a:cubicBezTo>
                <a:cubicBezTo>
                  <a:pt x="42009" y="79465"/>
                  <a:pt x="43189" y="77925"/>
                  <a:pt x="44044" y="76082"/>
                </a:cubicBezTo>
                <a:cubicBezTo>
                  <a:pt x="44898" y="74238"/>
                  <a:pt x="45325" y="72102"/>
                  <a:pt x="45325" y="69674"/>
                </a:cubicBezTo>
                <a:close/>
                <a:moveTo>
                  <a:pt x="84992" y="92334"/>
                </a:moveTo>
                <a:cubicBezTo>
                  <a:pt x="84992" y="92694"/>
                  <a:pt x="84902" y="92998"/>
                  <a:pt x="84722" y="93247"/>
                </a:cubicBezTo>
                <a:cubicBezTo>
                  <a:pt x="84542" y="93494"/>
                  <a:pt x="84250" y="93708"/>
                  <a:pt x="83845" y="93888"/>
                </a:cubicBezTo>
                <a:cubicBezTo>
                  <a:pt x="83441" y="94068"/>
                  <a:pt x="82879" y="94203"/>
                  <a:pt x="82159" y="94293"/>
                </a:cubicBezTo>
                <a:cubicBezTo>
                  <a:pt x="81440" y="94382"/>
                  <a:pt x="80518" y="94427"/>
                  <a:pt x="79394" y="94427"/>
                </a:cubicBezTo>
                <a:cubicBezTo>
                  <a:pt x="78315" y="94427"/>
                  <a:pt x="77415" y="94382"/>
                  <a:pt x="76696" y="94293"/>
                </a:cubicBezTo>
                <a:cubicBezTo>
                  <a:pt x="75976" y="94203"/>
                  <a:pt x="75403" y="94068"/>
                  <a:pt x="74976" y="93888"/>
                </a:cubicBezTo>
                <a:cubicBezTo>
                  <a:pt x="74549" y="93708"/>
                  <a:pt x="74256" y="93494"/>
                  <a:pt x="74099" y="93247"/>
                </a:cubicBezTo>
                <a:cubicBezTo>
                  <a:pt x="73942" y="92998"/>
                  <a:pt x="73863" y="92694"/>
                  <a:pt x="73863" y="92334"/>
                </a:cubicBezTo>
                <a:lnTo>
                  <a:pt x="73863" y="2160"/>
                </a:lnTo>
                <a:cubicBezTo>
                  <a:pt x="73863" y="1801"/>
                  <a:pt x="73942" y="1486"/>
                  <a:pt x="74099" y="1216"/>
                </a:cubicBezTo>
                <a:cubicBezTo>
                  <a:pt x="74256" y="945"/>
                  <a:pt x="74549" y="719"/>
                  <a:pt x="74976" y="540"/>
                </a:cubicBezTo>
                <a:cubicBezTo>
                  <a:pt x="75403" y="360"/>
                  <a:pt x="75976" y="225"/>
                  <a:pt x="76696" y="135"/>
                </a:cubicBezTo>
                <a:cubicBezTo>
                  <a:pt x="77415" y="45"/>
                  <a:pt x="78315" y="0"/>
                  <a:pt x="79394" y="0"/>
                </a:cubicBezTo>
                <a:cubicBezTo>
                  <a:pt x="80518" y="0"/>
                  <a:pt x="81440" y="45"/>
                  <a:pt x="82159" y="135"/>
                </a:cubicBezTo>
                <a:cubicBezTo>
                  <a:pt x="82879" y="225"/>
                  <a:pt x="83441" y="360"/>
                  <a:pt x="83845" y="540"/>
                </a:cubicBezTo>
                <a:cubicBezTo>
                  <a:pt x="84250" y="719"/>
                  <a:pt x="84542" y="945"/>
                  <a:pt x="84722" y="1216"/>
                </a:cubicBezTo>
                <a:cubicBezTo>
                  <a:pt x="84902" y="1486"/>
                  <a:pt x="84992" y="1801"/>
                  <a:pt x="84992" y="2160"/>
                </a:cubicBezTo>
                <a:lnTo>
                  <a:pt x="84992" y="92334"/>
                </a:lnTo>
                <a:close/>
                <a:moveTo>
                  <a:pt x="151364" y="92404"/>
                </a:moveTo>
                <a:cubicBezTo>
                  <a:pt x="151364" y="92944"/>
                  <a:pt x="151184" y="93348"/>
                  <a:pt x="150824" y="93618"/>
                </a:cubicBezTo>
                <a:cubicBezTo>
                  <a:pt x="150464" y="93888"/>
                  <a:pt x="149970" y="94090"/>
                  <a:pt x="149340" y="94225"/>
                </a:cubicBezTo>
                <a:cubicBezTo>
                  <a:pt x="148711" y="94360"/>
                  <a:pt x="147789" y="94427"/>
                  <a:pt x="146575" y="94427"/>
                </a:cubicBezTo>
                <a:cubicBezTo>
                  <a:pt x="145406" y="94427"/>
                  <a:pt x="144473" y="94360"/>
                  <a:pt x="143776" y="94225"/>
                </a:cubicBezTo>
                <a:cubicBezTo>
                  <a:pt x="143079" y="94090"/>
                  <a:pt x="142573" y="93888"/>
                  <a:pt x="142258" y="93618"/>
                </a:cubicBezTo>
                <a:cubicBezTo>
                  <a:pt x="141943" y="93348"/>
                  <a:pt x="141786" y="92944"/>
                  <a:pt x="141786" y="92404"/>
                </a:cubicBezTo>
                <a:lnTo>
                  <a:pt x="141786" y="86334"/>
                </a:lnTo>
                <a:cubicBezTo>
                  <a:pt x="139133" y="89166"/>
                  <a:pt x="136177" y="91381"/>
                  <a:pt x="132917" y="92977"/>
                </a:cubicBezTo>
                <a:cubicBezTo>
                  <a:pt x="129657" y="94574"/>
                  <a:pt x="126206" y="95372"/>
                  <a:pt x="122563" y="95372"/>
                </a:cubicBezTo>
                <a:cubicBezTo>
                  <a:pt x="119371" y="95372"/>
                  <a:pt x="116482" y="94954"/>
                  <a:pt x="113896" y="94120"/>
                </a:cubicBezTo>
                <a:cubicBezTo>
                  <a:pt x="111311" y="93285"/>
                  <a:pt x="109107" y="92078"/>
                  <a:pt x="107286" y="90499"/>
                </a:cubicBezTo>
                <a:cubicBezTo>
                  <a:pt x="105465" y="88919"/>
                  <a:pt x="104049" y="86979"/>
                  <a:pt x="103037" y="84679"/>
                </a:cubicBezTo>
                <a:cubicBezTo>
                  <a:pt x="102025" y="82377"/>
                  <a:pt x="101520" y="79760"/>
                  <a:pt x="101520" y="76826"/>
                </a:cubicBezTo>
                <a:cubicBezTo>
                  <a:pt x="101520" y="73397"/>
                  <a:pt x="102216" y="70419"/>
                  <a:pt x="103610" y="67893"/>
                </a:cubicBezTo>
                <a:cubicBezTo>
                  <a:pt x="105004" y="65365"/>
                  <a:pt x="107005" y="63266"/>
                  <a:pt x="109613" y="61597"/>
                </a:cubicBezTo>
                <a:cubicBezTo>
                  <a:pt x="112221" y="59928"/>
                  <a:pt x="115414" y="58676"/>
                  <a:pt x="119191" y="57841"/>
                </a:cubicBezTo>
                <a:cubicBezTo>
                  <a:pt x="122968" y="57006"/>
                  <a:pt x="127217" y="56589"/>
                  <a:pt x="131939" y="56589"/>
                </a:cubicBezTo>
                <a:lnTo>
                  <a:pt x="140302" y="56589"/>
                </a:lnTo>
                <a:lnTo>
                  <a:pt x="140302" y="51885"/>
                </a:lnTo>
                <a:cubicBezTo>
                  <a:pt x="140302" y="49555"/>
                  <a:pt x="140055" y="47494"/>
                  <a:pt x="139560" y="45702"/>
                </a:cubicBezTo>
                <a:cubicBezTo>
                  <a:pt x="139066" y="43909"/>
                  <a:pt x="138268" y="42419"/>
                  <a:pt x="137166" y="41232"/>
                </a:cubicBezTo>
                <a:cubicBezTo>
                  <a:pt x="136064" y="40045"/>
                  <a:pt x="134637" y="39149"/>
                  <a:pt x="132883" y="38545"/>
                </a:cubicBezTo>
                <a:cubicBezTo>
                  <a:pt x="131129" y="37939"/>
                  <a:pt x="128971" y="37636"/>
                  <a:pt x="126408" y="37636"/>
                </a:cubicBezTo>
                <a:cubicBezTo>
                  <a:pt x="123665" y="37636"/>
                  <a:pt x="121203" y="37959"/>
                  <a:pt x="119022" y="38604"/>
                </a:cubicBezTo>
                <a:cubicBezTo>
                  <a:pt x="116841" y="39249"/>
                  <a:pt x="114930" y="39960"/>
                  <a:pt x="113289" y="40739"/>
                </a:cubicBezTo>
                <a:cubicBezTo>
                  <a:pt x="111648" y="41517"/>
                  <a:pt x="110277" y="42229"/>
                  <a:pt x="109175" y="42874"/>
                </a:cubicBezTo>
                <a:cubicBezTo>
                  <a:pt x="108073" y="43519"/>
                  <a:pt x="107253" y="43841"/>
                  <a:pt x="106713" y="43841"/>
                </a:cubicBezTo>
                <a:cubicBezTo>
                  <a:pt x="106353" y="43841"/>
                  <a:pt x="106039" y="43751"/>
                  <a:pt x="105769" y="43572"/>
                </a:cubicBezTo>
                <a:cubicBezTo>
                  <a:pt x="105499" y="43392"/>
                  <a:pt x="105263" y="43122"/>
                  <a:pt x="105061" y="42762"/>
                </a:cubicBezTo>
                <a:cubicBezTo>
                  <a:pt x="104858" y="42402"/>
                  <a:pt x="104712" y="41942"/>
                  <a:pt x="104622" y="41379"/>
                </a:cubicBezTo>
                <a:cubicBezTo>
                  <a:pt x="104532" y="40817"/>
                  <a:pt x="104487" y="40199"/>
                  <a:pt x="104487" y="39525"/>
                </a:cubicBezTo>
                <a:cubicBezTo>
                  <a:pt x="104487" y="38400"/>
                  <a:pt x="104566" y="37512"/>
                  <a:pt x="104723" y="36860"/>
                </a:cubicBezTo>
                <a:cubicBezTo>
                  <a:pt x="104881" y="36208"/>
                  <a:pt x="105263" y="35590"/>
                  <a:pt x="105870" y="35006"/>
                </a:cubicBezTo>
                <a:cubicBezTo>
                  <a:pt x="106477" y="34421"/>
                  <a:pt x="107522" y="33740"/>
                  <a:pt x="109006" y="32963"/>
                </a:cubicBezTo>
                <a:cubicBezTo>
                  <a:pt x="110490" y="32185"/>
                  <a:pt x="112199" y="31474"/>
                  <a:pt x="114132" y="30830"/>
                </a:cubicBezTo>
                <a:cubicBezTo>
                  <a:pt x="116066" y="30187"/>
                  <a:pt x="118179" y="29654"/>
                  <a:pt x="120472" y="29232"/>
                </a:cubicBezTo>
                <a:cubicBezTo>
                  <a:pt x="122766" y="28810"/>
                  <a:pt x="125081" y="28598"/>
                  <a:pt x="127420" y="28598"/>
                </a:cubicBezTo>
                <a:cubicBezTo>
                  <a:pt x="131781" y="28598"/>
                  <a:pt x="135491" y="29093"/>
                  <a:pt x="138549" y="30082"/>
                </a:cubicBezTo>
                <a:cubicBezTo>
                  <a:pt x="141606" y="31071"/>
                  <a:pt x="144079" y="32521"/>
                  <a:pt x="145968" y="34432"/>
                </a:cubicBezTo>
                <a:cubicBezTo>
                  <a:pt x="147856" y="36343"/>
                  <a:pt x="149228" y="38715"/>
                  <a:pt x="150082" y="41548"/>
                </a:cubicBezTo>
                <a:cubicBezTo>
                  <a:pt x="150937" y="44381"/>
                  <a:pt x="151364" y="47686"/>
                  <a:pt x="151364" y="51463"/>
                </a:cubicBezTo>
                <a:lnTo>
                  <a:pt x="151364" y="92404"/>
                </a:lnTo>
                <a:moveTo>
                  <a:pt x="140302" y="64615"/>
                </a:moveTo>
                <a:lnTo>
                  <a:pt x="130792" y="64615"/>
                </a:lnTo>
                <a:cubicBezTo>
                  <a:pt x="127734" y="64615"/>
                  <a:pt x="125081" y="64876"/>
                  <a:pt x="122833" y="65397"/>
                </a:cubicBezTo>
                <a:cubicBezTo>
                  <a:pt x="120585" y="65917"/>
                  <a:pt x="118719" y="66686"/>
                  <a:pt x="117235" y="67703"/>
                </a:cubicBezTo>
                <a:cubicBezTo>
                  <a:pt x="115751" y="68721"/>
                  <a:pt x="114661" y="69942"/>
                  <a:pt x="113964" y="71369"/>
                </a:cubicBezTo>
                <a:cubicBezTo>
                  <a:pt x="113267" y="72793"/>
                  <a:pt x="112918" y="74433"/>
                  <a:pt x="112918" y="76288"/>
                </a:cubicBezTo>
                <a:cubicBezTo>
                  <a:pt x="112918" y="79455"/>
                  <a:pt x="113919" y="81978"/>
                  <a:pt x="115920" y="83855"/>
                </a:cubicBezTo>
                <a:cubicBezTo>
                  <a:pt x="117921" y="85732"/>
                  <a:pt x="120720" y="86671"/>
                  <a:pt x="124317" y="86671"/>
                </a:cubicBezTo>
                <a:cubicBezTo>
                  <a:pt x="127240" y="86671"/>
                  <a:pt x="129949" y="85925"/>
                  <a:pt x="132444" y="84432"/>
                </a:cubicBezTo>
                <a:cubicBezTo>
                  <a:pt x="134940" y="82939"/>
                  <a:pt x="137559" y="80654"/>
                  <a:pt x="140302" y="77578"/>
                </a:cubicBezTo>
                <a:lnTo>
                  <a:pt x="140302" y="64615"/>
                </a:lnTo>
                <a:close/>
                <a:moveTo>
                  <a:pt x="215439" y="83164"/>
                </a:moveTo>
                <a:cubicBezTo>
                  <a:pt x="215439" y="83928"/>
                  <a:pt x="215417" y="84591"/>
                  <a:pt x="215372" y="85153"/>
                </a:cubicBezTo>
                <a:cubicBezTo>
                  <a:pt x="215327" y="85715"/>
                  <a:pt x="215248" y="86188"/>
                  <a:pt x="215136" y="86570"/>
                </a:cubicBezTo>
                <a:cubicBezTo>
                  <a:pt x="215023" y="86952"/>
                  <a:pt x="214888" y="87289"/>
                  <a:pt x="214731" y="87581"/>
                </a:cubicBezTo>
                <a:cubicBezTo>
                  <a:pt x="214573" y="87874"/>
                  <a:pt x="214214" y="88301"/>
                  <a:pt x="213652" y="88863"/>
                </a:cubicBezTo>
                <a:cubicBezTo>
                  <a:pt x="213090" y="89425"/>
                  <a:pt x="212134" y="90122"/>
                  <a:pt x="210785" y="90954"/>
                </a:cubicBezTo>
                <a:cubicBezTo>
                  <a:pt x="209436" y="91786"/>
                  <a:pt x="207919" y="92528"/>
                  <a:pt x="206232" y="93180"/>
                </a:cubicBezTo>
                <a:cubicBezTo>
                  <a:pt x="204546" y="93832"/>
                  <a:pt x="202714" y="94360"/>
                  <a:pt x="200735" y="94765"/>
                </a:cubicBezTo>
                <a:cubicBezTo>
                  <a:pt x="198757" y="95169"/>
                  <a:pt x="196711" y="95372"/>
                  <a:pt x="194598" y="95372"/>
                </a:cubicBezTo>
                <a:cubicBezTo>
                  <a:pt x="190236" y="95372"/>
                  <a:pt x="186369" y="94651"/>
                  <a:pt x="182997" y="93209"/>
                </a:cubicBezTo>
                <a:cubicBezTo>
                  <a:pt x="179624" y="91767"/>
                  <a:pt x="176803" y="89661"/>
                  <a:pt x="174532" y="86890"/>
                </a:cubicBezTo>
                <a:cubicBezTo>
                  <a:pt x="172261" y="84119"/>
                  <a:pt x="170530" y="80717"/>
                  <a:pt x="169338" y="76684"/>
                </a:cubicBezTo>
                <a:cubicBezTo>
                  <a:pt x="168147" y="72652"/>
                  <a:pt x="167551" y="68000"/>
                  <a:pt x="167551" y="62729"/>
                </a:cubicBezTo>
                <a:cubicBezTo>
                  <a:pt x="167551" y="56736"/>
                  <a:pt x="168282" y="51588"/>
                  <a:pt x="169743" y="47285"/>
                </a:cubicBezTo>
                <a:cubicBezTo>
                  <a:pt x="171204" y="42983"/>
                  <a:pt x="173205" y="39457"/>
                  <a:pt x="175746" y="36709"/>
                </a:cubicBezTo>
                <a:cubicBezTo>
                  <a:pt x="178286" y="33960"/>
                  <a:pt x="181277" y="31921"/>
                  <a:pt x="184716" y="30592"/>
                </a:cubicBezTo>
                <a:cubicBezTo>
                  <a:pt x="188156" y="29263"/>
                  <a:pt x="191877" y="28598"/>
                  <a:pt x="195879" y="28598"/>
                </a:cubicBezTo>
                <a:cubicBezTo>
                  <a:pt x="197813" y="28598"/>
                  <a:pt x="199690" y="28778"/>
                  <a:pt x="201511" y="29138"/>
                </a:cubicBezTo>
                <a:cubicBezTo>
                  <a:pt x="203332" y="29497"/>
                  <a:pt x="205007" y="29969"/>
                  <a:pt x="206536" y="30554"/>
                </a:cubicBezTo>
                <a:cubicBezTo>
                  <a:pt x="208065" y="31139"/>
                  <a:pt x="209425" y="31813"/>
                  <a:pt x="210617" y="32577"/>
                </a:cubicBezTo>
                <a:cubicBezTo>
                  <a:pt x="211808" y="33342"/>
                  <a:pt x="212674" y="33994"/>
                  <a:pt x="213213" y="34533"/>
                </a:cubicBezTo>
                <a:cubicBezTo>
                  <a:pt x="213753" y="35073"/>
                  <a:pt x="214124" y="35500"/>
                  <a:pt x="214326" y="35815"/>
                </a:cubicBezTo>
                <a:cubicBezTo>
                  <a:pt x="214529" y="36130"/>
                  <a:pt x="214697" y="36501"/>
                  <a:pt x="214832" y="36928"/>
                </a:cubicBezTo>
                <a:cubicBezTo>
                  <a:pt x="214967" y="37355"/>
                  <a:pt x="215057" y="37838"/>
                  <a:pt x="215102" y="38378"/>
                </a:cubicBezTo>
                <a:cubicBezTo>
                  <a:pt x="215147" y="38918"/>
                  <a:pt x="215169" y="39592"/>
                  <a:pt x="215169" y="40401"/>
                </a:cubicBezTo>
                <a:cubicBezTo>
                  <a:pt x="215169" y="42155"/>
                  <a:pt x="214967" y="43380"/>
                  <a:pt x="214562" y="44077"/>
                </a:cubicBezTo>
                <a:cubicBezTo>
                  <a:pt x="214158" y="44774"/>
                  <a:pt x="213663" y="45123"/>
                  <a:pt x="213078" y="45123"/>
                </a:cubicBezTo>
                <a:cubicBezTo>
                  <a:pt x="212404" y="45123"/>
                  <a:pt x="211628" y="44752"/>
                  <a:pt x="210751" y="44010"/>
                </a:cubicBezTo>
                <a:cubicBezTo>
                  <a:pt x="209875" y="43268"/>
                  <a:pt x="208762" y="42447"/>
                  <a:pt x="207413" y="41548"/>
                </a:cubicBezTo>
                <a:cubicBezTo>
                  <a:pt x="206064" y="40649"/>
                  <a:pt x="204434" y="39828"/>
                  <a:pt x="202523" y="39086"/>
                </a:cubicBezTo>
                <a:cubicBezTo>
                  <a:pt x="200612" y="38344"/>
                  <a:pt x="198352" y="37973"/>
                  <a:pt x="195744" y="37973"/>
                </a:cubicBezTo>
                <a:cubicBezTo>
                  <a:pt x="190393" y="37973"/>
                  <a:pt x="186290" y="40037"/>
                  <a:pt x="183435" y="44164"/>
                </a:cubicBezTo>
                <a:cubicBezTo>
                  <a:pt x="180580" y="48289"/>
                  <a:pt x="179152" y="54275"/>
                  <a:pt x="179152" y="62120"/>
                </a:cubicBezTo>
                <a:cubicBezTo>
                  <a:pt x="179152" y="66043"/>
                  <a:pt x="179523" y="69481"/>
                  <a:pt x="180265" y="72435"/>
                </a:cubicBezTo>
                <a:cubicBezTo>
                  <a:pt x="181007" y="75389"/>
                  <a:pt x="182097" y="77858"/>
                  <a:pt x="183536" y="79842"/>
                </a:cubicBezTo>
                <a:cubicBezTo>
                  <a:pt x="184975" y="81826"/>
                  <a:pt x="186740" y="83303"/>
                  <a:pt x="188831" y="84272"/>
                </a:cubicBezTo>
                <a:cubicBezTo>
                  <a:pt x="190922" y="85242"/>
                  <a:pt x="193316" y="85727"/>
                  <a:pt x="196014" y="85727"/>
                </a:cubicBezTo>
                <a:cubicBezTo>
                  <a:pt x="198577" y="85727"/>
                  <a:pt x="200825" y="85322"/>
                  <a:pt x="202759" y="84513"/>
                </a:cubicBezTo>
                <a:cubicBezTo>
                  <a:pt x="204692" y="83703"/>
                  <a:pt x="206367" y="82815"/>
                  <a:pt x="207784" y="81848"/>
                </a:cubicBezTo>
                <a:cubicBezTo>
                  <a:pt x="209200" y="80882"/>
                  <a:pt x="210392" y="80005"/>
                  <a:pt x="211358" y="79218"/>
                </a:cubicBezTo>
                <a:cubicBezTo>
                  <a:pt x="212325" y="78431"/>
                  <a:pt x="213078" y="78038"/>
                  <a:pt x="213618" y="78038"/>
                </a:cubicBezTo>
                <a:cubicBezTo>
                  <a:pt x="213933" y="78038"/>
                  <a:pt x="214203" y="78127"/>
                  <a:pt x="214427" y="78307"/>
                </a:cubicBezTo>
                <a:cubicBezTo>
                  <a:pt x="214652" y="78487"/>
                  <a:pt x="214843" y="78791"/>
                  <a:pt x="215001" y="79218"/>
                </a:cubicBezTo>
                <a:cubicBezTo>
                  <a:pt x="215158" y="79645"/>
                  <a:pt x="215270" y="80185"/>
                  <a:pt x="215338" y="80837"/>
                </a:cubicBezTo>
                <a:cubicBezTo>
                  <a:pt x="215405" y="81489"/>
                  <a:pt x="215439" y="82264"/>
                  <a:pt x="215439" y="83164"/>
                </a:cubicBezTo>
                <a:close/>
                <a:moveTo>
                  <a:pt x="280075" y="92269"/>
                </a:moveTo>
                <a:cubicBezTo>
                  <a:pt x="280075" y="92629"/>
                  <a:pt x="279985" y="92944"/>
                  <a:pt x="279806" y="93213"/>
                </a:cubicBezTo>
                <a:cubicBezTo>
                  <a:pt x="279626" y="93483"/>
                  <a:pt x="279322" y="93708"/>
                  <a:pt x="278895" y="93888"/>
                </a:cubicBezTo>
                <a:cubicBezTo>
                  <a:pt x="278468" y="94068"/>
                  <a:pt x="277872" y="94203"/>
                  <a:pt x="277108" y="94293"/>
                </a:cubicBezTo>
                <a:cubicBezTo>
                  <a:pt x="276343" y="94382"/>
                  <a:pt x="275376" y="94427"/>
                  <a:pt x="274207" y="94427"/>
                </a:cubicBezTo>
                <a:cubicBezTo>
                  <a:pt x="272993" y="94427"/>
                  <a:pt x="271993" y="94394"/>
                  <a:pt x="271206" y="94326"/>
                </a:cubicBezTo>
                <a:cubicBezTo>
                  <a:pt x="270419" y="94259"/>
                  <a:pt x="269756" y="94146"/>
                  <a:pt x="269216" y="93989"/>
                </a:cubicBezTo>
                <a:cubicBezTo>
                  <a:pt x="268677" y="93832"/>
                  <a:pt x="268238" y="93607"/>
                  <a:pt x="267901" y="93315"/>
                </a:cubicBezTo>
                <a:cubicBezTo>
                  <a:pt x="267564" y="93022"/>
                  <a:pt x="267260" y="92674"/>
                  <a:pt x="266990" y="92269"/>
                </a:cubicBezTo>
                <a:lnTo>
                  <a:pt x="241360" y="58680"/>
                </a:lnTo>
                <a:lnTo>
                  <a:pt x="241360" y="92337"/>
                </a:lnTo>
                <a:cubicBezTo>
                  <a:pt x="241360" y="92696"/>
                  <a:pt x="241270" y="93000"/>
                  <a:pt x="241090" y="93247"/>
                </a:cubicBezTo>
                <a:cubicBezTo>
                  <a:pt x="240910" y="93494"/>
                  <a:pt x="240618" y="93708"/>
                  <a:pt x="240213" y="93888"/>
                </a:cubicBezTo>
                <a:cubicBezTo>
                  <a:pt x="239809" y="94068"/>
                  <a:pt x="239247" y="94203"/>
                  <a:pt x="238527" y="94293"/>
                </a:cubicBezTo>
                <a:cubicBezTo>
                  <a:pt x="237808" y="94382"/>
                  <a:pt x="236886" y="94427"/>
                  <a:pt x="235762" y="94427"/>
                </a:cubicBezTo>
                <a:cubicBezTo>
                  <a:pt x="234683" y="94427"/>
                  <a:pt x="233783" y="94382"/>
                  <a:pt x="233064" y="94293"/>
                </a:cubicBezTo>
                <a:cubicBezTo>
                  <a:pt x="232345" y="94203"/>
                  <a:pt x="231771" y="94068"/>
                  <a:pt x="231344" y="93888"/>
                </a:cubicBezTo>
                <a:cubicBezTo>
                  <a:pt x="230917" y="93708"/>
                  <a:pt x="230625" y="93494"/>
                  <a:pt x="230467" y="93247"/>
                </a:cubicBezTo>
                <a:cubicBezTo>
                  <a:pt x="230310" y="92998"/>
                  <a:pt x="230231" y="92694"/>
                  <a:pt x="230231" y="92334"/>
                </a:cubicBezTo>
                <a:lnTo>
                  <a:pt x="230231" y="2160"/>
                </a:lnTo>
                <a:cubicBezTo>
                  <a:pt x="230231" y="1801"/>
                  <a:pt x="230310" y="1486"/>
                  <a:pt x="230467" y="1216"/>
                </a:cubicBezTo>
                <a:cubicBezTo>
                  <a:pt x="230625" y="945"/>
                  <a:pt x="230917" y="719"/>
                  <a:pt x="231344" y="540"/>
                </a:cubicBezTo>
                <a:cubicBezTo>
                  <a:pt x="231771" y="360"/>
                  <a:pt x="232345" y="225"/>
                  <a:pt x="233064" y="135"/>
                </a:cubicBezTo>
                <a:cubicBezTo>
                  <a:pt x="233783" y="45"/>
                  <a:pt x="234683" y="0"/>
                  <a:pt x="235762" y="0"/>
                </a:cubicBezTo>
                <a:cubicBezTo>
                  <a:pt x="236886" y="0"/>
                  <a:pt x="237808" y="45"/>
                  <a:pt x="238527" y="135"/>
                </a:cubicBezTo>
                <a:cubicBezTo>
                  <a:pt x="239247" y="225"/>
                  <a:pt x="239809" y="360"/>
                  <a:pt x="240213" y="540"/>
                </a:cubicBezTo>
                <a:cubicBezTo>
                  <a:pt x="240618" y="719"/>
                  <a:pt x="240910" y="945"/>
                  <a:pt x="241090" y="1216"/>
                </a:cubicBezTo>
                <a:cubicBezTo>
                  <a:pt x="241270" y="1486"/>
                  <a:pt x="241360" y="1801"/>
                  <a:pt x="241360" y="2160"/>
                </a:cubicBezTo>
                <a:lnTo>
                  <a:pt x="241360" y="57129"/>
                </a:lnTo>
                <a:lnTo>
                  <a:pt x="264292" y="31903"/>
                </a:lnTo>
                <a:cubicBezTo>
                  <a:pt x="264652" y="31453"/>
                  <a:pt x="265034" y="31082"/>
                  <a:pt x="265439" y="30790"/>
                </a:cubicBezTo>
                <a:cubicBezTo>
                  <a:pt x="265844" y="30498"/>
                  <a:pt x="266327" y="30251"/>
                  <a:pt x="266889" y="30048"/>
                </a:cubicBezTo>
                <a:cubicBezTo>
                  <a:pt x="267451" y="29846"/>
                  <a:pt x="268115" y="29711"/>
                  <a:pt x="268879" y="29643"/>
                </a:cubicBezTo>
                <a:cubicBezTo>
                  <a:pt x="269643" y="29576"/>
                  <a:pt x="270565" y="29542"/>
                  <a:pt x="271644" y="29542"/>
                </a:cubicBezTo>
                <a:cubicBezTo>
                  <a:pt x="272768" y="29542"/>
                  <a:pt x="273713" y="29576"/>
                  <a:pt x="274477" y="29643"/>
                </a:cubicBezTo>
                <a:cubicBezTo>
                  <a:pt x="275242" y="29711"/>
                  <a:pt x="275860" y="29823"/>
                  <a:pt x="276332" y="29981"/>
                </a:cubicBezTo>
                <a:cubicBezTo>
                  <a:pt x="276804" y="30138"/>
                  <a:pt x="277141" y="30340"/>
                  <a:pt x="277344" y="30588"/>
                </a:cubicBezTo>
                <a:cubicBezTo>
                  <a:pt x="277546" y="30835"/>
                  <a:pt x="277647" y="31161"/>
                  <a:pt x="277647" y="31566"/>
                </a:cubicBezTo>
                <a:cubicBezTo>
                  <a:pt x="277647" y="32105"/>
                  <a:pt x="277501" y="32645"/>
                  <a:pt x="277209" y="33184"/>
                </a:cubicBezTo>
                <a:cubicBezTo>
                  <a:pt x="276917" y="33724"/>
                  <a:pt x="276433" y="34354"/>
                  <a:pt x="275759" y="35073"/>
                </a:cubicBezTo>
                <a:lnTo>
                  <a:pt x="253771" y="57061"/>
                </a:lnTo>
                <a:lnTo>
                  <a:pt x="278457" y="89099"/>
                </a:lnTo>
                <a:cubicBezTo>
                  <a:pt x="279041" y="89863"/>
                  <a:pt x="279457" y="90482"/>
                  <a:pt x="279704" y="90954"/>
                </a:cubicBezTo>
                <a:cubicBezTo>
                  <a:pt x="279952" y="91426"/>
                  <a:pt x="280075" y="91864"/>
                  <a:pt x="280075" y="92269"/>
                </a:cubicBezTo>
                <a:close/>
                <a:moveTo>
                  <a:pt x="307786" y="84378"/>
                </a:moveTo>
                <a:cubicBezTo>
                  <a:pt x="307786" y="85772"/>
                  <a:pt x="307718" y="87053"/>
                  <a:pt x="307583" y="88222"/>
                </a:cubicBezTo>
                <a:cubicBezTo>
                  <a:pt x="307448" y="89391"/>
                  <a:pt x="307223" y="90493"/>
                  <a:pt x="306909" y="91527"/>
                </a:cubicBezTo>
                <a:cubicBezTo>
                  <a:pt x="306594" y="92561"/>
                  <a:pt x="306178" y="93584"/>
                  <a:pt x="305661" y="94596"/>
                </a:cubicBezTo>
                <a:cubicBezTo>
                  <a:pt x="305144" y="95608"/>
                  <a:pt x="304503" y="96676"/>
                  <a:pt x="303739" y="97800"/>
                </a:cubicBezTo>
                <a:lnTo>
                  <a:pt x="294498" y="111694"/>
                </a:lnTo>
                <a:cubicBezTo>
                  <a:pt x="294273" y="112009"/>
                  <a:pt x="294015" y="112279"/>
                  <a:pt x="293723" y="112504"/>
                </a:cubicBezTo>
                <a:cubicBezTo>
                  <a:pt x="293430" y="112728"/>
                  <a:pt x="293071" y="112931"/>
                  <a:pt x="292643" y="113111"/>
                </a:cubicBezTo>
                <a:cubicBezTo>
                  <a:pt x="292216" y="113290"/>
                  <a:pt x="291722" y="113414"/>
                  <a:pt x="291160" y="113482"/>
                </a:cubicBezTo>
                <a:cubicBezTo>
                  <a:pt x="290598" y="113549"/>
                  <a:pt x="289889" y="113583"/>
                  <a:pt x="289035" y="113583"/>
                </a:cubicBezTo>
                <a:cubicBezTo>
                  <a:pt x="288271" y="113583"/>
                  <a:pt x="287630" y="113549"/>
                  <a:pt x="287113" y="113482"/>
                </a:cubicBezTo>
                <a:cubicBezTo>
                  <a:pt x="286596" y="113414"/>
                  <a:pt x="286225" y="113302"/>
                  <a:pt x="286000" y="113144"/>
                </a:cubicBezTo>
                <a:cubicBezTo>
                  <a:pt x="285775" y="112987"/>
                  <a:pt x="285651" y="112773"/>
                  <a:pt x="285629" y="112504"/>
                </a:cubicBezTo>
                <a:cubicBezTo>
                  <a:pt x="285606" y="112234"/>
                  <a:pt x="285685" y="111919"/>
                  <a:pt x="285865" y="111559"/>
                </a:cubicBezTo>
                <a:lnTo>
                  <a:pt x="294835" y="93011"/>
                </a:lnTo>
                <a:lnTo>
                  <a:pt x="294835" y="84378"/>
                </a:lnTo>
                <a:cubicBezTo>
                  <a:pt x="294835" y="83164"/>
                  <a:pt x="294959" y="82197"/>
                  <a:pt x="295206" y="81477"/>
                </a:cubicBezTo>
                <a:cubicBezTo>
                  <a:pt x="295454" y="80758"/>
                  <a:pt x="295847" y="80218"/>
                  <a:pt x="296387" y="79859"/>
                </a:cubicBezTo>
                <a:cubicBezTo>
                  <a:pt x="296926" y="79499"/>
                  <a:pt x="297601" y="79252"/>
                  <a:pt x="298410" y="79117"/>
                </a:cubicBezTo>
                <a:cubicBezTo>
                  <a:pt x="299220" y="78982"/>
                  <a:pt x="300209" y="78914"/>
                  <a:pt x="301378" y="78914"/>
                </a:cubicBezTo>
                <a:cubicBezTo>
                  <a:pt x="302502" y="78914"/>
                  <a:pt x="303469" y="78982"/>
                  <a:pt x="304278" y="79117"/>
                </a:cubicBezTo>
                <a:cubicBezTo>
                  <a:pt x="305088" y="79252"/>
                  <a:pt x="305751" y="79499"/>
                  <a:pt x="306268" y="79859"/>
                </a:cubicBezTo>
                <a:cubicBezTo>
                  <a:pt x="306785" y="80218"/>
                  <a:pt x="307167" y="80758"/>
                  <a:pt x="307415" y="81477"/>
                </a:cubicBezTo>
                <a:cubicBezTo>
                  <a:pt x="307662" y="82197"/>
                  <a:pt x="307786" y="83164"/>
                  <a:pt x="307786" y="843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(RGB:0,0,0)">
            <a:extLst xmlns:a="http://schemas.openxmlformats.org/drawingml/2006/main">
              <a:ext uri="{FF2B5EF4-FFF2-40B4-BE49-F238E27FC236}">
                <a16:creationId xmlns:a16="http://schemas.microsoft.com/office/drawing/2014/main" id="{29FAD2E8-A724-4636-975D-2A766E39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372" y="1404600"/>
            <a:ext cx="711643" cy="119113"/>
          </a:xfrm>
          <a:custGeom xmlns:a="http://schemas.openxmlformats.org/drawingml/2006/main">
            <a:pathLst>
              <a:path w="711643" h="119113">
                <a:moveTo>
                  <a:pt x="24416" y="2767"/>
                </a:moveTo>
                <a:cubicBezTo>
                  <a:pt x="20145" y="11817"/>
                  <a:pt x="16963" y="21102"/>
                  <a:pt x="14872" y="30624"/>
                </a:cubicBezTo>
                <a:cubicBezTo>
                  <a:pt x="12781" y="40144"/>
                  <a:pt x="11736" y="49721"/>
                  <a:pt x="11736" y="59354"/>
                </a:cubicBezTo>
                <a:cubicBezTo>
                  <a:pt x="11736" y="69033"/>
                  <a:pt x="12804" y="78622"/>
                  <a:pt x="14940" y="88121"/>
                </a:cubicBezTo>
                <a:cubicBezTo>
                  <a:pt x="17076" y="97619"/>
                  <a:pt x="20189" y="106936"/>
                  <a:pt x="24281" y="116074"/>
                </a:cubicBezTo>
                <a:cubicBezTo>
                  <a:pt x="24506" y="116615"/>
                  <a:pt x="24630" y="117077"/>
                  <a:pt x="24652" y="117459"/>
                </a:cubicBezTo>
                <a:cubicBezTo>
                  <a:pt x="24675" y="117841"/>
                  <a:pt x="24529" y="118156"/>
                  <a:pt x="24214" y="118403"/>
                </a:cubicBezTo>
                <a:cubicBezTo>
                  <a:pt x="23899" y="118652"/>
                  <a:pt x="23416" y="118832"/>
                  <a:pt x="22764" y="118945"/>
                </a:cubicBezTo>
                <a:cubicBezTo>
                  <a:pt x="22112" y="119057"/>
                  <a:pt x="21224" y="119113"/>
                  <a:pt x="20100" y="119113"/>
                </a:cubicBezTo>
                <a:cubicBezTo>
                  <a:pt x="19290" y="119113"/>
                  <a:pt x="18593" y="119091"/>
                  <a:pt x="18009" y="119046"/>
                </a:cubicBezTo>
                <a:cubicBezTo>
                  <a:pt x="17424" y="119001"/>
                  <a:pt x="16918" y="118911"/>
                  <a:pt x="16491" y="118776"/>
                </a:cubicBezTo>
                <a:cubicBezTo>
                  <a:pt x="16064" y="118641"/>
                  <a:pt x="15715" y="118483"/>
                  <a:pt x="15446" y="118302"/>
                </a:cubicBezTo>
                <a:cubicBezTo>
                  <a:pt x="15176" y="118122"/>
                  <a:pt x="14973" y="117920"/>
                  <a:pt x="14839" y="117695"/>
                </a:cubicBezTo>
                <a:cubicBezTo>
                  <a:pt x="12410" y="113104"/>
                  <a:pt x="10275" y="108457"/>
                  <a:pt x="8431" y="103752"/>
                </a:cubicBezTo>
                <a:cubicBezTo>
                  <a:pt x="6587" y="99048"/>
                  <a:pt x="5036" y="94264"/>
                  <a:pt x="3777" y="89403"/>
                </a:cubicBezTo>
                <a:cubicBezTo>
                  <a:pt x="2518" y="84541"/>
                  <a:pt x="1574" y="79623"/>
                  <a:pt x="944" y="74648"/>
                </a:cubicBezTo>
                <a:cubicBezTo>
                  <a:pt x="315" y="69674"/>
                  <a:pt x="0" y="64643"/>
                  <a:pt x="0" y="59557"/>
                </a:cubicBezTo>
                <a:cubicBezTo>
                  <a:pt x="0" y="54470"/>
                  <a:pt x="348" y="49451"/>
                  <a:pt x="1045" y="44499"/>
                </a:cubicBezTo>
                <a:cubicBezTo>
                  <a:pt x="1742" y="39547"/>
                  <a:pt x="2732" y="34629"/>
                  <a:pt x="4013" y="29745"/>
                </a:cubicBezTo>
                <a:cubicBezTo>
                  <a:pt x="5295" y="24860"/>
                  <a:pt x="6857" y="20055"/>
                  <a:pt x="8701" y="15328"/>
                </a:cubicBezTo>
                <a:cubicBezTo>
                  <a:pt x="10544" y="10601"/>
                  <a:pt x="12613" y="5919"/>
                  <a:pt x="14906" y="1284"/>
                </a:cubicBezTo>
                <a:cubicBezTo>
                  <a:pt x="14951" y="1104"/>
                  <a:pt x="15075" y="946"/>
                  <a:pt x="15277" y="811"/>
                </a:cubicBezTo>
                <a:cubicBezTo>
                  <a:pt x="15479" y="675"/>
                  <a:pt x="15760" y="540"/>
                  <a:pt x="16120" y="405"/>
                </a:cubicBezTo>
                <a:cubicBezTo>
                  <a:pt x="16480" y="270"/>
                  <a:pt x="16974" y="169"/>
                  <a:pt x="17604" y="101"/>
                </a:cubicBezTo>
                <a:cubicBezTo>
                  <a:pt x="18233" y="34"/>
                  <a:pt x="19043" y="0"/>
                  <a:pt x="20032" y="0"/>
                </a:cubicBezTo>
                <a:cubicBezTo>
                  <a:pt x="21066" y="0"/>
                  <a:pt x="21898" y="67"/>
                  <a:pt x="22528" y="202"/>
                </a:cubicBezTo>
                <a:cubicBezTo>
                  <a:pt x="23157" y="337"/>
                  <a:pt x="23652" y="518"/>
                  <a:pt x="24012" y="744"/>
                </a:cubicBezTo>
                <a:cubicBezTo>
                  <a:pt x="24371" y="969"/>
                  <a:pt x="24574" y="1261"/>
                  <a:pt x="24619" y="1621"/>
                </a:cubicBezTo>
                <a:cubicBezTo>
                  <a:pt x="24664" y="1981"/>
                  <a:pt x="24596" y="2363"/>
                  <a:pt x="24416" y="2767"/>
                </a:cubicBezTo>
                <a:close/>
                <a:moveTo>
                  <a:pt x="102693" y="94023"/>
                </a:moveTo>
                <a:cubicBezTo>
                  <a:pt x="102693" y="94382"/>
                  <a:pt x="102625" y="94697"/>
                  <a:pt x="102490" y="94967"/>
                </a:cubicBezTo>
                <a:cubicBezTo>
                  <a:pt x="102355" y="95237"/>
                  <a:pt x="102063" y="95462"/>
                  <a:pt x="101613" y="95641"/>
                </a:cubicBezTo>
                <a:cubicBezTo>
                  <a:pt x="101164" y="95821"/>
                  <a:pt x="100534" y="95956"/>
                  <a:pt x="99725" y="96046"/>
                </a:cubicBezTo>
                <a:cubicBezTo>
                  <a:pt x="98916" y="96136"/>
                  <a:pt x="97836" y="96181"/>
                  <a:pt x="96487" y="96181"/>
                </a:cubicBezTo>
                <a:cubicBezTo>
                  <a:pt x="95318" y="96181"/>
                  <a:pt x="94363" y="96136"/>
                  <a:pt x="93621" y="96046"/>
                </a:cubicBezTo>
                <a:cubicBezTo>
                  <a:pt x="92879" y="95956"/>
                  <a:pt x="92283" y="95810"/>
                  <a:pt x="91833" y="95608"/>
                </a:cubicBezTo>
                <a:cubicBezTo>
                  <a:pt x="91384" y="95405"/>
                  <a:pt x="91035" y="95124"/>
                  <a:pt x="90788" y="94765"/>
                </a:cubicBezTo>
                <a:cubicBezTo>
                  <a:pt x="90541" y="94405"/>
                  <a:pt x="90327" y="93955"/>
                  <a:pt x="90147" y="93416"/>
                </a:cubicBezTo>
                <a:lnTo>
                  <a:pt x="82121" y="72844"/>
                </a:lnTo>
                <a:cubicBezTo>
                  <a:pt x="81177" y="70506"/>
                  <a:pt x="80199" y="68359"/>
                  <a:pt x="79187" y="66403"/>
                </a:cubicBezTo>
                <a:cubicBezTo>
                  <a:pt x="78175" y="64447"/>
                  <a:pt x="76972" y="62761"/>
                  <a:pt x="75578" y="61344"/>
                </a:cubicBezTo>
                <a:cubicBezTo>
                  <a:pt x="74185" y="59928"/>
                  <a:pt x="72543" y="58826"/>
                  <a:pt x="70655" y="58039"/>
                </a:cubicBezTo>
                <a:cubicBezTo>
                  <a:pt x="68766" y="57252"/>
                  <a:pt x="66495" y="56859"/>
                  <a:pt x="63842" y="56859"/>
                </a:cubicBezTo>
                <a:lnTo>
                  <a:pt x="56086" y="56859"/>
                </a:lnTo>
                <a:lnTo>
                  <a:pt x="56086" y="94023"/>
                </a:lnTo>
                <a:cubicBezTo>
                  <a:pt x="56086" y="94382"/>
                  <a:pt x="55985" y="94697"/>
                  <a:pt x="55782" y="94967"/>
                </a:cubicBezTo>
                <a:cubicBezTo>
                  <a:pt x="55580" y="95237"/>
                  <a:pt x="55265" y="95450"/>
                  <a:pt x="54838" y="95608"/>
                </a:cubicBezTo>
                <a:cubicBezTo>
                  <a:pt x="54411" y="95765"/>
                  <a:pt x="53826" y="95900"/>
                  <a:pt x="53084" y="96012"/>
                </a:cubicBezTo>
                <a:cubicBezTo>
                  <a:pt x="52343" y="96125"/>
                  <a:pt x="51410" y="96181"/>
                  <a:pt x="50285" y="96181"/>
                </a:cubicBezTo>
                <a:cubicBezTo>
                  <a:pt x="49161" y="96181"/>
                  <a:pt x="48228" y="96125"/>
                  <a:pt x="47486" y="96012"/>
                </a:cubicBezTo>
                <a:cubicBezTo>
                  <a:pt x="46744" y="95900"/>
                  <a:pt x="46149" y="95765"/>
                  <a:pt x="45699" y="95608"/>
                </a:cubicBezTo>
                <a:cubicBezTo>
                  <a:pt x="45249" y="95450"/>
                  <a:pt x="44935" y="95237"/>
                  <a:pt x="44755" y="94967"/>
                </a:cubicBezTo>
                <a:cubicBezTo>
                  <a:pt x="44575" y="94697"/>
                  <a:pt x="44485" y="94382"/>
                  <a:pt x="44485" y="94023"/>
                </a:cubicBezTo>
                <a:lnTo>
                  <a:pt x="44485" y="13220"/>
                </a:lnTo>
                <a:cubicBezTo>
                  <a:pt x="44485" y="11466"/>
                  <a:pt x="44946" y="10241"/>
                  <a:pt x="45868" y="9544"/>
                </a:cubicBezTo>
                <a:cubicBezTo>
                  <a:pt x="46789" y="8847"/>
                  <a:pt x="47767" y="8498"/>
                  <a:pt x="48802" y="8498"/>
                </a:cubicBezTo>
                <a:lnTo>
                  <a:pt x="67350" y="8498"/>
                </a:lnTo>
                <a:cubicBezTo>
                  <a:pt x="69553" y="8498"/>
                  <a:pt x="71385" y="8555"/>
                  <a:pt x="72847" y="8667"/>
                </a:cubicBezTo>
                <a:cubicBezTo>
                  <a:pt x="74308" y="8779"/>
                  <a:pt x="75623" y="8903"/>
                  <a:pt x="76793" y="9038"/>
                </a:cubicBezTo>
                <a:cubicBezTo>
                  <a:pt x="80165" y="9623"/>
                  <a:pt x="83144" y="10544"/>
                  <a:pt x="85729" y="11803"/>
                </a:cubicBezTo>
                <a:cubicBezTo>
                  <a:pt x="88315" y="13062"/>
                  <a:pt x="90484" y="14659"/>
                  <a:pt x="92238" y="16592"/>
                </a:cubicBezTo>
                <a:cubicBezTo>
                  <a:pt x="93992" y="18526"/>
                  <a:pt x="95307" y="20740"/>
                  <a:pt x="96184" y="23236"/>
                </a:cubicBezTo>
                <a:cubicBezTo>
                  <a:pt x="97061" y="25731"/>
                  <a:pt x="97499" y="28486"/>
                  <a:pt x="97499" y="31498"/>
                </a:cubicBezTo>
                <a:cubicBezTo>
                  <a:pt x="97499" y="34421"/>
                  <a:pt x="97106" y="37040"/>
                  <a:pt x="96319" y="39356"/>
                </a:cubicBezTo>
                <a:cubicBezTo>
                  <a:pt x="95532" y="41672"/>
                  <a:pt x="94396" y="43718"/>
                  <a:pt x="92913" y="45494"/>
                </a:cubicBezTo>
                <a:cubicBezTo>
                  <a:pt x="91429" y="47270"/>
                  <a:pt x="89653" y="48810"/>
                  <a:pt x="87584" y="50114"/>
                </a:cubicBezTo>
                <a:cubicBezTo>
                  <a:pt x="85516" y="51418"/>
                  <a:pt x="83200" y="52520"/>
                  <a:pt x="80637" y="53419"/>
                </a:cubicBezTo>
                <a:cubicBezTo>
                  <a:pt x="82076" y="54048"/>
                  <a:pt x="83380" y="54847"/>
                  <a:pt x="84549" y="55813"/>
                </a:cubicBezTo>
                <a:cubicBezTo>
                  <a:pt x="85718" y="56780"/>
                  <a:pt x="86809" y="57938"/>
                  <a:pt x="87820" y="59287"/>
                </a:cubicBezTo>
                <a:cubicBezTo>
                  <a:pt x="88832" y="60636"/>
                  <a:pt x="89788" y="62187"/>
                  <a:pt x="90687" y="63941"/>
                </a:cubicBezTo>
                <a:cubicBezTo>
                  <a:pt x="91586" y="65695"/>
                  <a:pt x="92485" y="67673"/>
                  <a:pt x="93385" y="69876"/>
                </a:cubicBezTo>
                <a:lnTo>
                  <a:pt x="101209" y="89099"/>
                </a:lnTo>
                <a:cubicBezTo>
                  <a:pt x="101838" y="90718"/>
                  <a:pt x="102243" y="91853"/>
                  <a:pt x="102423" y="92505"/>
                </a:cubicBezTo>
                <a:cubicBezTo>
                  <a:pt x="102603" y="93157"/>
                  <a:pt x="102693" y="93663"/>
                  <a:pt x="102693" y="94023"/>
                </a:cubicBezTo>
                <a:moveTo>
                  <a:pt x="85224" y="32712"/>
                </a:moveTo>
                <a:cubicBezTo>
                  <a:pt x="85224" y="29295"/>
                  <a:pt x="84459" y="26406"/>
                  <a:pt x="82930" y="24045"/>
                </a:cubicBezTo>
                <a:cubicBezTo>
                  <a:pt x="81401" y="21685"/>
                  <a:pt x="78838" y="19987"/>
                  <a:pt x="75241" y="18953"/>
                </a:cubicBezTo>
                <a:cubicBezTo>
                  <a:pt x="74117" y="18638"/>
                  <a:pt x="72847" y="18413"/>
                  <a:pt x="71430" y="18278"/>
                </a:cubicBezTo>
                <a:cubicBezTo>
                  <a:pt x="70014" y="18144"/>
                  <a:pt x="68159" y="18076"/>
                  <a:pt x="65866" y="18076"/>
                </a:cubicBezTo>
                <a:lnTo>
                  <a:pt x="56086" y="18076"/>
                </a:lnTo>
                <a:lnTo>
                  <a:pt x="56086" y="47484"/>
                </a:lnTo>
                <a:lnTo>
                  <a:pt x="67417" y="47484"/>
                </a:lnTo>
                <a:cubicBezTo>
                  <a:pt x="70475" y="47484"/>
                  <a:pt x="73117" y="47113"/>
                  <a:pt x="75342" y="46371"/>
                </a:cubicBezTo>
                <a:cubicBezTo>
                  <a:pt x="77568" y="45629"/>
                  <a:pt x="79423" y="44594"/>
                  <a:pt x="80907" y="43268"/>
                </a:cubicBezTo>
                <a:cubicBezTo>
                  <a:pt x="82391" y="41942"/>
                  <a:pt x="83481" y="40379"/>
                  <a:pt x="84178" y="38580"/>
                </a:cubicBezTo>
                <a:cubicBezTo>
                  <a:pt x="84875" y="36782"/>
                  <a:pt x="85224" y="34826"/>
                  <a:pt x="85224" y="32712"/>
                </a:cubicBezTo>
                <a:close/>
                <a:moveTo>
                  <a:pt x="183808" y="20369"/>
                </a:moveTo>
                <a:cubicBezTo>
                  <a:pt x="183808" y="21224"/>
                  <a:pt x="183763" y="21977"/>
                  <a:pt x="183673" y="22629"/>
                </a:cubicBezTo>
                <a:cubicBezTo>
                  <a:pt x="183583" y="23281"/>
                  <a:pt x="183448" y="23820"/>
                  <a:pt x="183268" y="24248"/>
                </a:cubicBezTo>
                <a:cubicBezTo>
                  <a:pt x="183089" y="24675"/>
                  <a:pt x="182864" y="24978"/>
                  <a:pt x="182594" y="25158"/>
                </a:cubicBezTo>
                <a:cubicBezTo>
                  <a:pt x="182324" y="25338"/>
                  <a:pt x="182032" y="25428"/>
                  <a:pt x="181717" y="25428"/>
                </a:cubicBezTo>
                <a:cubicBezTo>
                  <a:pt x="181177" y="25428"/>
                  <a:pt x="180278" y="25001"/>
                  <a:pt x="179019" y="24146"/>
                </a:cubicBezTo>
                <a:cubicBezTo>
                  <a:pt x="177760" y="23292"/>
                  <a:pt x="176074" y="22348"/>
                  <a:pt x="173961" y="21314"/>
                </a:cubicBezTo>
                <a:cubicBezTo>
                  <a:pt x="171847" y="20279"/>
                  <a:pt x="169318" y="19335"/>
                  <a:pt x="166373" y="18481"/>
                </a:cubicBezTo>
                <a:cubicBezTo>
                  <a:pt x="163427" y="17626"/>
                  <a:pt x="159931" y="17199"/>
                  <a:pt x="155884" y="17199"/>
                </a:cubicBezTo>
                <a:cubicBezTo>
                  <a:pt x="151073" y="17199"/>
                  <a:pt x="146756" y="18076"/>
                  <a:pt x="142934" y="19830"/>
                </a:cubicBezTo>
                <a:cubicBezTo>
                  <a:pt x="139112" y="21583"/>
                  <a:pt x="135875" y="24012"/>
                  <a:pt x="133222" y="27114"/>
                </a:cubicBezTo>
                <a:cubicBezTo>
                  <a:pt x="130569" y="30217"/>
                  <a:pt x="128534" y="33904"/>
                  <a:pt x="127118" y="38176"/>
                </a:cubicBezTo>
                <a:cubicBezTo>
                  <a:pt x="125701" y="42447"/>
                  <a:pt x="124993" y="47079"/>
                  <a:pt x="124993" y="52070"/>
                </a:cubicBezTo>
                <a:cubicBezTo>
                  <a:pt x="124993" y="57646"/>
                  <a:pt x="125769" y="62592"/>
                  <a:pt x="127320" y="66909"/>
                </a:cubicBezTo>
                <a:cubicBezTo>
                  <a:pt x="128871" y="71225"/>
                  <a:pt x="131019" y="74867"/>
                  <a:pt x="133761" y="77835"/>
                </a:cubicBezTo>
                <a:cubicBezTo>
                  <a:pt x="136504" y="80803"/>
                  <a:pt x="139776" y="83051"/>
                  <a:pt x="143575" y="84580"/>
                </a:cubicBezTo>
                <a:cubicBezTo>
                  <a:pt x="147375" y="86109"/>
                  <a:pt x="151545" y="86873"/>
                  <a:pt x="156087" y="86873"/>
                </a:cubicBezTo>
                <a:cubicBezTo>
                  <a:pt x="158785" y="86873"/>
                  <a:pt x="161516" y="86547"/>
                  <a:pt x="164282" y="85895"/>
                </a:cubicBezTo>
                <a:cubicBezTo>
                  <a:pt x="167047" y="85243"/>
                  <a:pt x="169621" y="84265"/>
                  <a:pt x="172005" y="82961"/>
                </a:cubicBezTo>
                <a:lnTo>
                  <a:pt x="172005" y="57533"/>
                </a:lnTo>
                <a:lnTo>
                  <a:pt x="151770" y="57533"/>
                </a:lnTo>
                <a:cubicBezTo>
                  <a:pt x="151006" y="57533"/>
                  <a:pt x="150432" y="57151"/>
                  <a:pt x="150050" y="56387"/>
                </a:cubicBezTo>
                <a:cubicBezTo>
                  <a:pt x="149668" y="55622"/>
                  <a:pt x="149477" y="54431"/>
                  <a:pt x="149477" y="52812"/>
                </a:cubicBezTo>
                <a:cubicBezTo>
                  <a:pt x="149477" y="51958"/>
                  <a:pt x="149522" y="51227"/>
                  <a:pt x="149612" y="50620"/>
                </a:cubicBezTo>
                <a:cubicBezTo>
                  <a:pt x="149702" y="50013"/>
                  <a:pt x="149848" y="49518"/>
                  <a:pt x="150050" y="49136"/>
                </a:cubicBezTo>
                <a:cubicBezTo>
                  <a:pt x="150253" y="48754"/>
                  <a:pt x="150489" y="48473"/>
                  <a:pt x="150758" y="48293"/>
                </a:cubicBezTo>
                <a:cubicBezTo>
                  <a:pt x="151028" y="48113"/>
                  <a:pt x="151365" y="48023"/>
                  <a:pt x="151770" y="48023"/>
                </a:cubicBezTo>
                <a:lnTo>
                  <a:pt x="179491" y="48023"/>
                </a:lnTo>
                <a:cubicBezTo>
                  <a:pt x="179986" y="48023"/>
                  <a:pt x="180481" y="48113"/>
                  <a:pt x="180975" y="48293"/>
                </a:cubicBezTo>
                <a:cubicBezTo>
                  <a:pt x="181470" y="48473"/>
                  <a:pt x="181919" y="48743"/>
                  <a:pt x="182324" y="49102"/>
                </a:cubicBezTo>
                <a:cubicBezTo>
                  <a:pt x="182729" y="49462"/>
                  <a:pt x="183044" y="49957"/>
                  <a:pt x="183268" y="50586"/>
                </a:cubicBezTo>
                <a:cubicBezTo>
                  <a:pt x="183493" y="51216"/>
                  <a:pt x="183606" y="51935"/>
                  <a:pt x="183606" y="52744"/>
                </a:cubicBezTo>
                <a:lnTo>
                  <a:pt x="183606" y="85996"/>
                </a:lnTo>
                <a:cubicBezTo>
                  <a:pt x="183606" y="87166"/>
                  <a:pt x="183403" y="88177"/>
                  <a:pt x="182999" y="89032"/>
                </a:cubicBezTo>
                <a:cubicBezTo>
                  <a:pt x="182594" y="89886"/>
                  <a:pt x="181740" y="90639"/>
                  <a:pt x="180436" y="91291"/>
                </a:cubicBezTo>
                <a:cubicBezTo>
                  <a:pt x="179132" y="91943"/>
                  <a:pt x="177445" y="92651"/>
                  <a:pt x="175377" y="93416"/>
                </a:cubicBezTo>
                <a:cubicBezTo>
                  <a:pt x="173309" y="94180"/>
                  <a:pt x="171173" y="94832"/>
                  <a:pt x="168969" y="95372"/>
                </a:cubicBezTo>
                <a:cubicBezTo>
                  <a:pt x="166766" y="95911"/>
                  <a:pt x="164540" y="96316"/>
                  <a:pt x="162292" y="96586"/>
                </a:cubicBezTo>
                <a:cubicBezTo>
                  <a:pt x="160044" y="96856"/>
                  <a:pt x="157818" y="96990"/>
                  <a:pt x="155615" y="96990"/>
                </a:cubicBezTo>
                <a:cubicBezTo>
                  <a:pt x="148870" y="96990"/>
                  <a:pt x="142844" y="95945"/>
                  <a:pt x="137539" y="93854"/>
                </a:cubicBezTo>
                <a:cubicBezTo>
                  <a:pt x="132233" y="91763"/>
                  <a:pt x="127747" y="88784"/>
                  <a:pt x="124083" y="84917"/>
                </a:cubicBezTo>
                <a:cubicBezTo>
                  <a:pt x="120418" y="81050"/>
                  <a:pt x="117619" y="76419"/>
                  <a:pt x="115685" y="71023"/>
                </a:cubicBezTo>
                <a:cubicBezTo>
                  <a:pt x="113752" y="65627"/>
                  <a:pt x="112785" y="59602"/>
                  <a:pt x="112785" y="52947"/>
                </a:cubicBezTo>
                <a:cubicBezTo>
                  <a:pt x="112785" y="46022"/>
                  <a:pt x="113831" y="39749"/>
                  <a:pt x="115921" y="34129"/>
                </a:cubicBezTo>
                <a:cubicBezTo>
                  <a:pt x="118012" y="28508"/>
                  <a:pt x="120958" y="23719"/>
                  <a:pt x="124757" y="19762"/>
                </a:cubicBezTo>
                <a:cubicBezTo>
                  <a:pt x="128557" y="15805"/>
                  <a:pt x="133121" y="12736"/>
                  <a:pt x="138449" y="10556"/>
                </a:cubicBezTo>
                <a:cubicBezTo>
                  <a:pt x="143777" y="8375"/>
                  <a:pt x="149679" y="7284"/>
                  <a:pt x="156154" y="7284"/>
                </a:cubicBezTo>
                <a:cubicBezTo>
                  <a:pt x="159482" y="7284"/>
                  <a:pt x="162607" y="7577"/>
                  <a:pt x="165530" y="8161"/>
                </a:cubicBezTo>
                <a:cubicBezTo>
                  <a:pt x="168452" y="8746"/>
                  <a:pt x="171049" y="9432"/>
                  <a:pt x="173320" y="10218"/>
                </a:cubicBezTo>
                <a:cubicBezTo>
                  <a:pt x="175591" y="11005"/>
                  <a:pt x="177502" y="11860"/>
                  <a:pt x="179053" y="12781"/>
                </a:cubicBezTo>
                <a:cubicBezTo>
                  <a:pt x="180604" y="13703"/>
                  <a:pt x="181672" y="14456"/>
                  <a:pt x="182257" y="15041"/>
                </a:cubicBezTo>
                <a:cubicBezTo>
                  <a:pt x="182841" y="15625"/>
                  <a:pt x="183246" y="16300"/>
                  <a:pt x="183471" y="17064"/>
                </a:cubicBezTo>
                <a:cubicBezTo>
                  <a:pt x="183696" y="17829"/>
                  <a:pt x="183808" y="18930"/>
                  <a:pt x="183808" y="20369"/>
                </a:cubicBezTo>
                <a:close/>
                <a:moveTo>
                  <a:pt x="262944" y="70753"/>
                </a:moveTo>
                <a:cubicBezTo>
                  <a:pt x="262944" y="73496"/>
                  <a:pt x="262595" y="76025"/>
                  <a:pt x="261899" y="78341"/>
                </a:cubicBezTo>
                <a:cubicBezTo>
                  <a:pt x="261202" y="80657"/>
                  <a:pt x="260224" y="82736"/>
                  <a:pt x="258965" y="84580"/>
                </a:cubicBezTo>
                <a:cubicBezTo>
                  <a:pt x="257705" y="86424"/>
                  <a:pt x="256188" y="88042"/>
                  <a:pt x="254412" y="89436"/>
                </a:cubicBezTo>
                <a:cubicBezTo>
                  <a:pt x="252636" y="90830"/>
                  <a:pt x="250635" y="91999"/>
                  <a:pt x="248409" y="92944"/>
                </a:cubicBezTo>
                <a:cubicBezTo>
                  <a:pt x="246183" y="93888"/>
                  <a:pt x="243800" y="94596"/>
                  <a:pt x="241259" y="95068"/>
                </a:cubicBezTo>
                <a:cubicBezTo>
                  <a:pt x="238719" y="95540"/>
                  <a:pt x="235807" y="95776"/>
                  <a:pt x="232525" y="95776"/>
                </a:cubicBezTo>
                <a:lnTo>
                  <a:pt x="209727" y="95776"/>
                </a:lnTo>
                <a:cubicBezTo>
                  <a:pt x="208693" y="95776"/>
                  <a:pt x="207715" y="95428"/>
                  <a:pt x="206793" y="94731"/>
                </a:cubicBezTo>
                <a:cubicBezTo>
                  <a:pt x="205872" y="94034"/>
                  <a:pt x="205411" y="92809"/>
                  <a:pt x="205411" y="91055"/>
                </a:cubicBezTo>
                <a:lnTo>
                  <a:pt x="205411" y="13220"/>
                </a:lnTo>
                <a:cubicBezTo>
                  <a:pt x="205411" y="11466"/>
                  <a:pt x="205872" y="10241"/>
                  <a:pt x="206793" y="9544"/>
                </a:cubicBezTo>
                <a:cubicBezTo>
                  <a:pt x="207715" y="8847"/>
                  <a:pt x="208693" y="8498"/>
                  <a:pt x="209727" y="8498"/>
                </a:cubicBezTo>
                <a:lnTo>
                  <a:pt x="229557" y="8498"/>
                </a:lnTo>
                <a:cubicBezTo>
                  <a:pt x="234773" y="8498"/>
                  <a:pt x="239045" y="8993"/>
                  <a:pt x="242372" y="9982"/>
                </a:cubicBezTo>
                <a:cubicBezTo>
                  <a:pt x="245700" y="10972"/>
                  <a:pt x="248476" y="12410"/>
                  <a:pt x="250702" y="14299"/>
                </a:cubicBezTo>
                <a:cubicBezTo>
                  <a:pt x="252928" y="16188"/>
                  <a:pt x="254603" y="18503"/>
                  <a:pt x="255727" y="21246"/>
                </a:cubicBezTo>
                <a:cubicBezTo>
                  <a:pt x="256851" y="23989"/>
                  <a:pt x="257413" y="27092"/>
                  <a:pt x="257413" y="30554"/>
                </a:cubicBezTo>
                <a:cubicBezTo>
                  <a:pt x="257413" y="32622"/>
                  <a:pt x="257166" y="34601"/>
                  <a:pt x="256671" y="36489"/>
                </a:cubicBezTo>
                <a:cubicBezTo>
                  <a:pt x="256177" y="38378"/>
                  <a:pt x="255446" y="40120"/>
                  <a:pt x="254479" y="41717"/>
                </a:cubicBezTo>
                <a:cubicBezTo>
                  <a:pt x="253512" y="43313"/>
                  <a:pt x="252298" y="44741"/>
                  <a:pt x="250837" y="46000"/>
                </a:cubicBezTo>
                <a:cubicBezTo>
                  <a:pt x="249376" y="47259"/>
                  <a:pt x="247701" y="48293"/>
                  <a:pt x="245812" y="49102"/>
                </a:cubicBezTo>
                <a:cubicBezTo>
                  <a:pt x="248195" y="49552"/>
                  <a:pt x="250421" y="50373"/>
                  <a:pt x="252489" y="51564"/>
                </a:cubicBezTo>
                <a:cubicBezTo>
                  <a:pt x="254558" y="52756"/>
                  <a:pt x="256368" y="54273"/>
                  <a:pt x="257919" y="56117"/>
                </a:cubicBezTo>
                <a:cubicBezTo>
                  <a:pt x="259470" y="57960"/>
                  <a:pt x="260696" y="60119"/>
                  <a:pt x="261595" y="62592"/>
                </a:cubicBezTo>
                <a:cubicBezTo>
                  <a:pt x="262494" y="65065"/>
                  <a:pt x="262944" y="67785"/>
                  <a:pt x="262944" y="70753"/>
                </a:cubicBezTo>
                <a:moveTo>
                  <a:pt x="245475" y="31701"/>
                </a:moveTo>
                <a:cubicBezTo>
                  <a:pt x="245475" y="29587"/>
                  <a:pt x="245183" y="27676"/>
                  <a:pt x="244598" y="25968"/>
                </a:cubicBezTo>
                <a:cubicBezTo>
                  <a:pt x="244014" y="24259"/>
                  <a:pt x="243092" y="22809"/>
                  <a:pt x="241833" y="21617"/>
                </a:cubicBezTo>
                <a:cubicBezTo>
                  <a:pt x="240574" y="20426"/>
                  <a:pt x="238932" y="19515"/>
                  <a:pt x="236909" y="18885"/>
                </a:cubicBezTo>
                <a:cubicBezTo>
                  <a:pt x="234886" y="18256"/>
                  <a:pt x="232210" y="17941"/>
                  <a:pt x="228883" y="17941"/>
                </a:cubicBezTo>
                <a:lnTo>
                  <a:pt x="216877" y="17941"/>
                </a:lnTo>
                <a:lnTo>
                  <a:pt x="216877" y="46202"/>
                </a:lnTo>
                <a:lnTo>
                  <a:pt x="230097" y="46202"/>
                </a:lnTo>
                <a:cubicBezTo>
                  <a:pt x="233109" y="46202"/>
                  <a:pt x="235538" y="45809"/>
                  <a:pt x="237381" y="45022"/>
                </a:cubicBezTo>
                <a:cubicBezTo>
                  <a:pt x="239225" y="44235"/>
                  <a:pt x="240754" y="43178"/>
                  <a:pt x="241968" y="41852"/>
                </a:cubicBezTo>
                <a:cubicBezTo>
                  <a:pt x="243182" y="40525"/>
                  <a:pt x="244070" y="38974"/>
                  <a:pt x="244632" y="37198"/>
                </a:cubicBezTo>
                <a:cubicBezTo>
                  <a:pt x="245194" y="35422"/>
                  <a:pt x="245475" y="33589"/>
                  <a:pt x="245475" y="31701"/>
                </a:cubicBezTo>
                <a:moveTo>
                  <a:pt x="250736" y="71428"/>
                </a:moveTo>
                <a:cubicBezTo>
                  <a:pt x="250736" y="68820"/>
                  <a:pt x="250320" y="66526"/>
                  <a:pt x="249488" y="64548"/>
                </a:cubicBezTo>
                <a:cubicBezTo>
                  <a:pt x="248656" y="62569"/>
                  <a:pt x="247442" y="60906"/>
                  <a:pt x="245846" y="59557"/>
                </a:cubicBezTo>
                <a:cubicBezTo>
                  <a:pt x="244250" y="58208"/>
                  <a:pt x="242249" y="57185"/>
                  <a:pt x="239843" y="56488"/>
                </a:cubicBezTo>
                <a:cubicBezTo>
                  <a:pt x="237437" y="55791"/>
                  <a:pt x="234413" y="55442"/>
                  <a:pt x="230771" y="55442"/>
                </a:cubicBezTo>
                <a:lnTo>
                  <a:pt x="216877" y="55442"/>
                </a:lnTo>
                <a:lnTo>
                  <a:pt x="216877" y="86199"/>
                </a:lnTo>
                <a:lnTo>
                  <a:pt x="233739" y="86199"/>
                </a:lnTo>
                <a:cubicBezTo>
                  <a:pt x="236392" y="86199"/>
                  <a:pt x="238708" y="85884"/>
                  <a:pt x="240686" y="85254"/>
                </a:cubicBezTo>
                <a:cubicBezTo>
                  <a:pt x="242665" y="84625"/>
                  <a:pt x="244407" y="83692"/>
                  <a:pt x="245913" y="82455"/>
                </a:cubicBezTo>
                <a:cubicBezTo>
                  <a:pt x="247420" y="81219"/>
                  <a:pt x="248600" y="79679"/>
                  <a:pt x="249454" y="77835"/>
                </a:cubicBezTo>
                <a:cubicBezTo>
                  <a:pt x="250309" y="75992"/>
                  <a:pt x="250736" y="73856"/>
                  <a:pt x="250736" y="71428"/>
                </a:cubicBezTo>
                <a:close/>
                <a:moveTo>
                  <a:pt x="295731" y="41784"/>
                </a:moveTo>
                <a:cubicBezTo>
                  <a:pt x="295731" y="43230"/>
                  <a:pt x="295630" y="44450"/>
                  <a:pt x="295428" y="45443"/>
                </a:cubicBezTo>
                <a:cubicBezTo>
                  <a:pt x="295225" y="46437"/>
                  <a:pt x="294843" y="47238"/>
                  <a:pt x="294281" y="47848"/>
                </a:cubicBezTo>
                <a:cubicBezTo>
                  <a:pt x="293719" y="48457"/>
                  <a:pt x="292988" y="48885"/>
                  <a:pt x="292089" y="49134"/>
                </a:cubicBezTo>
                <a:cubicBezTo>
                  <a:pt x="291190" y="49383"/>
                  <a:pt x="290043" y="49507"/>
                  <a:pt x="288649" y="49507"/>
                </a:cubicBezTo>
                <a:cubicBezTo>
                  <a:pt x="287210" y="49507"/>
                  <a:pt x="286041" y="49383"/>
                  <a:pt x="285142" y="49134"/>
                </a:cubicBezTo>
                <a:cubicBezTo>
                  <a:pt x="284242" y="48885"/>
                  <a:pt x="283523" y="48457"/>
                  <a:pt x="282983" y="47848"/>
                </a:cubicBezTo>
                <a:cubicBezTo>
                  <a:pt x="282444" y="47238"/>
                  <a:pt x="282073" y="46437"/>
                  <a:pt x="281870" y="45443"/>
                </a:cubicBezTo>
                <a:cubicBezTo>
                  <a:pt x="281668" y="44450"/>
                  <a:pt x="281567" y="43230"/>
                  <a:pt x="281567" y="41784"/>
                </a:cubicBezTo>
                <a:cubicBezTo>
                  <a:pt x="281567" y="40248"/>
                  <a:pt x="281668" y="38972"/>
                  <a:pt x="281870" y="37956"/>
                </a:cubicBezTo>
                <a:cubicBezTo>
                  <a:pt x="282073" y="36941"/>
                  <a:pt x="282444" y="36128"/>
                  <a:pt x="282983" y="35520"/>
                </a:cubicBezTo>
                <a:cubicBezTo>
                  <a:pt x="283523" y="34910"/>
                  <a:pt x="284242" y="34481"/>
                  <a:pt x="285142" y="34232"/>
                </a:cubicBezTo>
                <a:cubicBezTo>
                  <a:pt x="286041" y="33983"/>
                  <a:pt x="287210" y="33859"/>
                  <a:pt x="288649" y="33859"/>
                </a:cubicBezTo>
                <a:cubicBezTo>
                  <a:pt x="290043" y="33859"/>
                  <a:pt x="291190" y="33983"/>
                  <a:pt x="292089" y="34232"/>
                </a:cubicBezTo>
                <a:cubicBezTo>
                  <a:pt x="292988" y="34481"/>
                  <a:pt x="293719" y="34910"/>
                  <a:pt x="294281" y="35520"/>
                </a:cubicBezTo>
                <a:cubicBezTo>
                  <a:pt x="294843" y="36128"/>
                  <a:pt x="295225" y="36941"/>
                  <a:pt x="295428" y="37956"/>
                </a:cubicBezTo>
                <a:cubicBezTo>
                  <a:pt x="295630" y="38972"/>
                  <a:pt x="295731" y="40248"/>
                  <a:pt x="295731" y="41784"/>
                </a:cubicBezTo>
                <a:moveTo>
                  <a:pt x="295731" y="88661"/>
                </a:moveTo>
                <a:cubicBezTo>
                  <a:pt x="295731" y="90151"/>
                  <a:pt x="295630" y="91394"/>
                  <a:pt x="295428" y="92387"/>
                </a:cubicBezTo>
                <a:cubicBezTo>
                  <a:pt x="295225" y="93381"/>
                  <a:pt x="294843" y="94182"/>
                  <a:pt x="294281" y="94792"/>
                </a:cubicBezTo>
                <a:cubicBezTo>
                  <a:pt x="293719" y="95401"/>
                  <a:pt x="292988" y="95829"/>
                  <a:pt x="292089" y="96078"/>
                </a:cubicBezTo>
                <a:cubicBezTo>
                  <a:pt x="291190" y="96327"/>
                  <a:pt x="290043" y="96451"/>
                  <a:pt x="288649" y="96451"/>
                </a:cubicBezTo>
                <a:cubicBezTo>
                  <a:pt x="287210" y="96451"/>
                  <a:pt x="286041" y="96327"/>
                  <a:pt x="285142" y="96078"/>
                </a:cubicBezTo>
                <a:cubicBezTo>
                  <a:pt x="284242" y="95829"/>
                  <a:pt x="283523" y="95401"/>
                  <a:pt x="282983" y="94792"/>
                </a:cubicBezTo>
                <a:cubicBezTo>
                  <a:pt x="282444" y="94182"/>
                  <a:pt x="282073" y="93381"/>
                  <a:pt x="281870" y="92387"/>
                </a:cubicBezTo>
                <a:cubicBezTo>
                  <a:pt x="281668" y="91394"/>
                  <a:pt x="281567" y="90151"/>
                  <a:pt x="281567" y="88661"/>
                </a:cubicBezTo>
                <a:cubicBezTo>
                  <a:pt x="281567" y="87170"/>
                  <a:pt x="281668" y="85916"/>
                  <a:pt x="281870" y="84900"/>
                </a:cubicBezTo>
                <a:cubicBezTo>
                  <a:pt x="282073" y="83884"/>
                  <a:pt x="282444" y="83083"/>
                  <a:pt x="282983" y="82498"/>
                </a:cubicBezTo>
                <a:cubicBezTo>
                  <a:pt x="283523" y="81910"/>
                  <a:pt x="284242" y="81481"/>
                  <a:pt x="285142" y="81210"/>
                </a:cubicBezTo>
                <a:cubicBezTo>
                  <a:pt x="286041" y="80938"/>
                  <a:pt x="287210" y="80803"/>
                  <a:pt x="288649" y="80803"/>
                </a:cubicBezTo>
                <a:cubicBezTo>
                  <a:pt x="290043" y="80803"/>
                  <a:pt x="291190" y="80938"/>
                  <a:pt x="292089" y="81210"/>
                </a:cubicBezTo>
                <a:cubicBezTo>
                  <a:pt x="292988" y="81481"/>
                  <a:pt x="293719" y="81910"/>
                  <a:pt x="294281" y="82498"/>
                </a:cubicBezTo>
                <a:cubicBezTo>
                  <a:pt x="294843" y="83083"/>
                  <a:pt x="295225" y="83884"/>
                  <a:pt x="295428" y="84900"/>
                </a:cubicBezTo>
                <a:cubicBezTo>
                  <a:pt x="295630" y="85916"/>
                  <a:pt x="295731" y="87170"/>
                  <a:pt x="295731" y="88661"/>
                </a:cubicBezTo>
                <a:close/>
                <a:moveTo>
                  <a:pt x="402414" y="51935"/>
                </a:moveTo>
                <a:cubicBezTo>
                  <a:pt x="402414" y="58645"/>
                  <a:pt x="401886" y="64769"/>
                  <a:pt x="400829" y="70308"/>
                </a:cubicBezTo>
                <a:cubicBezTo>
                  <a:pt x="399773" y="75848"/>
                  <a:pt x="398019" y="80610"/>
                  <a:pt x="395568" y="84595"/>
                </a:cubicBezTo>
                <a:cubicBezTo>
                  <a:pt x="393118" y="88580"/>
                  <a:pt x="389914" y="91665"/>
                  <a:pt x="385957" y="93850"/>
                </a:cubicBezTo>
                <a:cubicBezTo>
                  <a:pt x="382000" y="96034"/>
                  <a:pt x="377121" y="97125"/>
                  <a:pt x="371321" y="97125"/>
                </a:cubicBezTo>
                <a:cubicBezTo>
                  <a:pt x="365835" y="97125"/>
                  <a:pt x="361215" y="96146"/>
                  <a:pt x="357460" y="94187"/>
                </a:cubicBezTo>
                <a:cubicBezTo>
                  <a:pt x="353706" y="92228"/>
                  <a:pt x="350682" y="89346"/>
                  <a:pt x="348388" y="85541"/>
                </a:cubicBezTo>
                <a:cubicBezTo>
                  <a:pt x="346095" y="81736"/>
                  <a:pt x="344465" y="77053"/>
                  <a:pt x="343498" y="71491"/>
                </a:cubicBezTo>
                <a:cubicBezTo>
                  <a:pt x="342532" y="65929"/>
                  <a:pt x="342048" y="59545"/>
                  <a:pt x="342048" y="52340"/>
                </a:cubicBezTo>
                <a:cubicBezTo>
                  <a:pt x="342048" y="45675"/>
                  <a:pt x="342588" y="39562"/>
                  <a:pt x="343667" y="34000"/>
                </a:cubicBezTo>
                <a:cubicBezTo>
                  <a:pt x="344746" y="28439"/>
                  <a:pt x="346500" y="23665"/>
                  <a:pt x="348928" y="19680"/>
                </a:cubicBezTo>
                <a:cubicBezTo>
                  <a:pt x="351356" y="15695"/>
                  <a:pt x="354549" y="12611"/>
                  <a:pt x="358506" y="10427"/>
                </a:cubicBezTo>
                <a:cubicBezTo>
                  <a:pt x="362463" y="8242"/>
                  <a:pt x="367319" y="7150"/>
                  <a:pt x="373075" y="7150"/>
                </a:cubicBezTo>
                <a:cubicBezTo>
                  <a:pt x="378605" y="7150"/>
                  <a:pt x="383248" y="8129"/>
                  <a:pt x="387003" y="10088"/>
                </a:cubicBezTo>
                <a:cubicBezTo>
                  <a:pt x="390757" y="12047"/>
                  <a:pt x="393781" y="14929"/>
                  <a:pt x="396074" y="18734"/>
                </a:cubicBezTo>
                <a:cubicBezTo>
                  <a:pt x="398368" y="22539"/>
                  <a:pt x="399998" y="27222"/>
                  <a:pt x="400964" y="32784"/>
                </a:cubicBezTo>
                <a:cubicBezTo>
                  <a:pt x="401931" y="38346"/>
                  <a:pt x="402414" y="44729"/>
                  <a:pt x="402414" y="51935"/>
                </a:cubicBezTo>
                <a:moveTo>
                  <a:pt x="390544" y="52747"/>
                </a:moveTo>
                <a:cubicBezTo>
                  <a:pt x="390544" y="48376"/>
                  <a:pt x="390386" y="44457"/>
                  <a:pt x="390071" y="40987"/>
                </a:cubicBezTo>
                <a:cubicBezTo>
                  <a:pt x="389757" y="37518"/>
                  <a:pt x="389296" y="34455"/>
                  <a:pt x="388689" y="31798"/>
                </a:cubicBezTo>
                <a:cubicBezTo>
                  <a:pt x="388082" y="29139"/>
                  <a:pt x="387295" y="26853"/>
                  <a:pt x="386328" y="24939"/>
                </a:cubicBezTo>
                <a:cubicBezTo>
                  <a:pt x="385361" y="23024"/>
                  <a:pt x="384203" y="21447"/>
                  <a:pt x="382854" y="20209"/>
                </a:cubicBezTo>
                <a:cubicBezTo>
                  <a:pt x="381506" y="18970"/>
                  <a:pt x="379965" y="18068"/>
                  <a:pt x="378234" y="17505"/>
                </a:cubicBezTo>
                <a:cubicBezTo>
                  <a:pt x="376503" y="16941"/>
                  <a:pt x="374558" y="16660"/>
                  <a:pt x="372400" y="16660"/>
                </a:cubicBezTo>
                <a:cubicBezTo>
                  <a:pt x="368578" y="16660"/>
                  <a:pt x="365475" y="17561"/>
                  <a:pt x="363092" y="19364"/>
                </a:cubicBezTo>
                <a:cubicBezTo>
                  <a:pt x="360709" y="21165"/>
                  <a:pt x="358832" y="23643"/>
                  <a:pt x="357460" y="26796"/>
                </a:cubicBezTo>
                <a:cubicBezTo>
                  <a:pt x="356089" y="29949"/>
                  <a:pt x="355156" y="33643"/>
                  <a:pt x="354661" y="37878"/>
                </a:cubicBezTo>
                <a:cubicBezTo>
                  <a:pt x="354167" y="42114"/>
                  <a:pt x="353919" y="46664"/>
                  <a:pt x="353919" y="51528"/>
                </a:cubicBezTo>
                <a:cubicBezTo>
                  <a:pt x="353919" y="58061"/>
                  <a:pt x="354256" y="63614"/>
                  <a:pt x="354931" y="68188"/>
                </a:cubicBezTo>
                <a:cubicBezTo>
                  <a:pt x="355605" y="72760"/>
                  <a:pt x="356673" y="76488"/>
                  <a:pt x="358135" y="79372"/>
                </a:cubicBezTo>
                <a:cubicBezTo>
                  <a:pt x="359596" y="82254"/>
                  <a:pt x="361462" y="84348"/>
                  <a:pt x="363733" y="85655"/>
                </a:cubicBezTo>
                <a:cubicBezTo>
                  <a:pt x="366004" y="86962"/>
                  <a:pt x="368758" y="87615"/>
                  <a:pt x="371995" y="87615"/>
                </a:cubicBezTo>
                <a:cubicBezTo>
                  <a:pt x="374513" y="87615"/>
                  <a:pt x="376728" y="87210"/>
                  <a:pt x="378639" y="86399"/>
                </a:cubicBezTo>
                <a:cubicBezTo>
                  <a:pt x="380550" y="85588"/>
                  <a:pt x="382191" y="84428"/>
                  <a:pt x="383563" y="82919"/>
                </a:cubicBezTo>
                <a:cubicBezTo>
                  <a:pt x="384934" y="81410"/>
                  <a:pt x="386070" y="79597"/>
                  <a:pt x="386969" y="77479"/>
                </a:cubicBezTo>
                <a:cubicBezTo>
                  <a:pt x="387868" y="75361"/>
                  <a:pt x="388588" y="73019"/>
                  <a:pt x="389127" y="70452"/>
                </a:cubicBezTo>
                <a:cubicBezTo>
                  <a:pt x="389667" y="67883"/>
                  <a:pt x="390038" y="65101"/>
                  <a:pt x="390240" y="62105"/>
                </a:cubicBezTo>
                <a:cubicBezTo>
                  <a:pt x="390442" y="59109"/>
                  <a:pt x="390544" y="55990"/>
                  <a:pt x="390544" y="52747"/>
                </a:cubicBezTo>
                <a:close/>
                <a:moveTo>
                  <a:pt x="432249" y="86131"/>
                </a:moveTo>
                <a:cubicBezTo>
                  <a:pt x="432249" y="87525"/>
                  <a:pt x="432181" y="88807"/>
                  <a:pt x="432046" y="89976"/>
                </a:cubicBezTo>
                <a:cubicBezTo>
                  <a:pt x="431911" y="91145"/>
                  <a:pt x="431687" y="92247"/>
                  <a:pt x="431372" y="93281"/>
                </a:cubicBezTo>
                <a:cubicBezTo>
                  <a:pt x="431057" y="94315"/>
                  <a:pt x="430641" y="95338"/>
                  <a:pt x="430124" y="96350"/>
                </a:cubicBezTo>
                <a:cubicBezTo>
                  <a:pt x="429607" y="97361"/>
                  <a:pt x="428966" y="98429"/>
                  <a:pt x="428202" y="99553"/>
                </a:cubicBezTo>
                <a:lnTo>
                  <a:pt x="418961" y="113448"/>
                </a:lnTo>
                <a:cubicBezTo>
                  <a:pt x="418737" y="113763"/>
                  <a:pt x="418478" y="114032"/>
                  <a:pt x="418186" y="114257"/>
                </a:cubicBezTo>
                <a:cubicBezTo>
                  <a:pt x="417893" y="114482"/>
                  <a:pt x="417534" y="114684"/>
                  <a:pt x="417107" y="114864"/>
                </a:cubicBezTo>
                <a:cubicBezTo>
                  <a:pt x="416679" y="115044"/>
                  <a:pt x="416185" y="115168"/>
                  <a:pt x="415623" y="115235"/>
                </a:cubicBezTo>
                <a:cubicBezTo>
                  <a:pt x="415061" y="115303"/>
                  <a:pt x="414352" y="115336"/>
                  <a:pt x="413498" y="115336"/>
                </a:cubicBezTo>
                <a:cubicBezTo>
                  <a:pt x="412734" y="115336"/>
                  <a:pt x="412093" y="115303"/>
                  <a:pt x="411576" y="115235"/>
                </a:cubicBezTo>
                <a:cubicBezTo>
                  <a:pt x="411059" y="115168"/>
                  <a:pt x="410688" y="115055"/>
                  <a:pt x="410463" y="114898"/>
                </a:cubicBezTo>
                <a:cubicBezTo>
                  <a:pt x="410238" y="114741"/>
                  <a:pt x="410114" y="114527"/>
                  <a:pt x="410092" y="114257"/>
                </a:cubicBezTo>
                <a:cubicBezTo>
                  <a:pt x="410069" y="113987"/>
                  <a:pt x="410148" y="113673"/>
                  <a:pt x="410328" y="113313"/>
                </a:cubicBezTo>
                <a:lnTo>
                  <a:pt x="419299" y="94765"/>
                </a:lnTo>
                <a:lnTo>
                  <a:pt x="419299" y="86131"/>
                </a:lnTo>
                <a:cubicBezTo>
                  <a:pt x="419299" y="84917"/>
                  <a:pt x="419422" y="83950"/>
                  <a:pt x="419670" y="83231"/>
                </a:cubicBezTo>
                <a:cubicBezTo>
                  <a:pt x="419917" y="82512"/>
                  <a:pt x="420310" y="81972"/>
                  <a:pt x="420850" y="81612"/>
                </a:cubicBezTo>
                <a:cubicBezTo>
                  <a:pt x="421390" y="81253"/>
                  <a:pt x="422064" y="81005"/>
                  <a:pt x="422873" y="80870"/>
                </a:cubicBezTo>
                <a:cubicBezTo>
                  <a:pt x="423683" y="80735"/>
                  <a:pt x="424672" y="80668"/>
                  <a:pt x="425841" y="80668"/>
                </a:cubicBezTo>
                <a:cubicBezTo>
                  <a:pt x="426965" y="80668"/>
                  <a:pt x="427932" y="80735"/>
                  <a:pt x="428741" y="80870"/>
                </a:cubicBezTo>
                <a:cubicBezTo>
                  <a:pt x="429551" y="81005"/>
                  <a:pt x="430214" y="81253"/>
                  <a:pt x="430731" y="81612"/>
                </a:cubicBezTo>
                <a:cubicBezTo>
                  <a:pt x="431248" y="81972"/>
                  <a:pt x="431630" y="82512"/>
                  <a:pt x="431878" y="83231"/>
                </a:cubicBezTo>
                <a:cubicBezTo>
                  <a:pt x="432125" y="83950"/>
                  <a:pt x="432249" y="84917"/>
                  <a:pt x="432249" y="86131"/>
                </a:cubicBezTo>
                <a:close/>
                <a:moveTo>
                  <a:pt x="538199" y="51935"/>
                </a:moveTo>
                <a:cubicBezTo>
                  <a:pt x="538199" y="58645"/>
                  <a:pt x="537671" y="64769"/>
                  <a:pt x="536614" y="70308"/>
                </a:cubicBezTo>
                <a:cubicBezTo>
                  <a:pt x="535558" y="75848"/>
                  <a:pt x="533804" y="80610"/>
                  <a:pt x="531353" y="84595"/>
                </a:cubicBezTo>
                <a:cubicBezTo>
                  <a:pt x="528903" y="88580"/>
                  <a:pt x="525699" y="91665"/>
                  <a:pt x="521742" y="93850"/>
                </a:cubicBezTo>
                <a:cubicBezTo>
                  <a:pt x="517785" y="96034"/>
                  <a:pt x="512906" y="97125"/>
                  <a:pt x="507106" y="97125"/>
                </a:cubicBezTo>
                <a:cubicBezTo>
                  <a:pt x="501620" y="97125"/>
                  <a:pt x="497000" y="96146"/>
                  <a:pt x="493245" y="94187"/>
                </a:cubicBezTo>
                <a:cubicBezTo>
                  <a:pt x="489491" y="92228"/>
                  <a:pt x="486467" y="89346"/>
                  <a:pt x="484173" y="85541"/>
                </a:cubicBezTo>
                <a:cubicBezTo>
                  <a:pt x="481880" y="81736"/>
                  <a:pt x="480250" y="77053"/>
                  <a:pt x="479283" y="71491"/>
                </a:cubicBezTo>
                <a:cubicBezTo>
                  <a:pt x="478317" y="65929"/>
                  <a:pt x="477833" y="59545"/>
                  <a:pt x="477833" y="52340"/>
                </a:cubicBezTo>
                <a:cubicBezTo>
                  <a:pt x="477833" y="45675"/>
                  <a:pt x="478373" y="39562"/>
                  <a:pt x="479452" y="34000"/>
                </a:cubicBezTo>
                <a:cubicBezTo>
                  <a:pt x="480531" y="28439"/>
                  <a:pt x="482285" y="23665"/>
                  <a:pt x="484713" y="19680"/>
                </a:cubicBezTo>
                <a:cubicBezTo>
                  <a:pt x="487141" y="15695"/>
                  <a:pt x="490334" y="12611"/>
                  <a:pt x="494291" y="10427"/>
                </a:cubicBezTo>
                <a:cubicBezTo>
                  <a:pt x="498248" y="8242"/>
                  <a:pt x="503104" y="7150"/>
                  <a:pt x="508859" y="7150"/>
                </a:cubicBezTo>
                <a:cubicBezTo>
                  <a:pt x="514390" y="7150"/>
                  <a:pt x="519033" y="8129"/>
                  <a:pt x="522788" y="10088"/>
                </a:cubicBezTo>
                <a:cubicBezTo>
                  <a:pt x="526542" y="12047"/>
                  <a:pt x="529566" y="14929"/>
                  <a:pt x="531859" y="18734"/>
                </a:cubicBezTo>
                <a:cubicBezTo>
                  <a:pt x="534153" y="22539"/>
                  <a:pt x="535783" y="27222"/>
                  <a:pt x="536749" y="32784"/>
                </a:cubicBezTo>
                <a:cubicBezTo>
                  <a:pt x="537716" y="38346"/>
                  <a:pt x="538199" y="44729"/>
                  <a:pt x="538199" y="51935"/>
                </a:cubicBezTo>
                <a:moveTo>
                  <a:pt x="526329" y="52747"/>
                </a:moveTo>
                <a:cubicBezTo>
                  <a:pt x="526329" y="48376"/>
                  <a:pt x="526171" y="44457"/>
                  <a:pt x="525856" y="40987"/>
                </a:cubicBezTo>
                <a:cubicBezTo>
                  <a:pt x="525542" y="37518"/>
                  <a:pt x="525081" y="34455"/>
                  <a:pt x="524474" y="31798"/>
                </a:cubicBezTo>
                <a:cubicBezTo>
                  <a:pt x="523867" y="29139"/>
                  <a:pt x="523080" y="26853"/>
                  <a:pt x="522113" y="24939"/>
                </a:cubicBezTo>
                <a:cubicBezTo>
                  <a:pt x="521146" y="23024"/>
                  <a:pt x="519988" y="21447"/>
                  <a:pt x="518639" y="20209"/>
                </a:cubicBezTo>
                <a:cubicBezTo>
                  <a:pt x="517291" y="18970"/>
                  <a:pt x="515750" y="18068"/>
                  <a:pt x="514019" y="17505"/>
                </a:cubicBezTo>
                <a:cubicBezTo>
                  <a:pt x="512288" y="16941"/>
                  <a:pt x="510343" y="16660"/>
                  <a:pt x="508185" y="16660"/>
                </a:cubicBezTo>
                <a:cubicBezTo>
                  <a:pt x="504363" y="16660"/>
                  <a:pt x="501260" y="17561"/>
                  <a:pt x="498877" y="19364"/>
                </a:cubicBezTo>
                <a:cubicBezTo>
                  <a:pt x="496494" y="21165"/>
                  <a:pt x="494617" y="23643"/>
                  <a:pt x="493245" y="26796"/>
                </a:cubicBezTo>
                <a:cubicBezTo>
                  <a:pt x="491874" y="29949"/>
                  <a:pt x="490941" y="33643"/>
                  <a:pt x="490446" y="37878"/>
                </a:cubicBezTo>
                <a:cubicBezTo>
                  <a:pt x="489952" y="42114"/>
                  <a:pt x="489704" y="46664"/>
                  <a:pt x="489704" y="51528"/>
                </a:cubicBezTo>
                <a:cubicBezTo>
                  <a:pt x="489704" y="58061"/>
                  <a:pt x="490041" y="63614"/>
                  <a:pt x="490716" y="68188"/>
                </a:cubicBezTo>
                <a:cubicBezTo>
                  <a:pt x="491390" y="72760"/>
                  <a:pt x="492458" y="76488"/>
                  <a:pt x="493920" y="79372"/>
                </a:cubicBezTo>
                <a:cubicBezTo>
                  <a:pt x="495381" y="82254"/>
                  <a:pt x="497247" y="84348"/>
                  <a:pt x="499518" y="85655"/>
                </a:cubicBezTo>
                <a:cubicBezTo>
                  <a:pt x="501789" y="86962"/>
                  <a:pt x="504543" y="87615"/>
                  <a:pt x="507780" y="87615"/>
                </a:cubicBezTo>
                <a:cubicBezTo>
                  <a:pt x="510298" y="87615"/>
                  <a:pt x="512513" y="87210"/>
                  <a:pt x="514424" y="86399"/>
                </a:cubicBezTo>
                <a:cubicBezTo>
                  <a:pt x="516335" y="85588"/>
                  <a:pt x="517976" y="84428"/>
                  <a:pt x="519348" y="82919"/>
                </a:cubicBezTo>
                <a:cubicBezTo>
                  <a:pt x="520719" y="81410"/>
                  <a:pt x="521854" y="79597"/>
                  <a:pt x="522754" y="77479"/>
                </a:cubicBezTo>
                <a:cubicBezTo>
                  <a:pt x="523653" y="75361"/>
                  <a:pt x="524373" y="73019"/>
                  <a:pt x="524912" y="70452"/>
                </a:cubicBezTo>
                <a:cubicBezTo>
                  <a:pt x="525452" y="67883"/>
                  <a:pt x="525823" y="65101"/>
                  <a:pt x="526025" y="62105"/>
                </a:cubicBezTo>
                <a:cubicBezTo>
                  <a:pt x="526227" y="59109"/>
                  <a:pt x="526329" y="55990"/>
                  <a:pt x="526329" y="52747"/>
                </a:cubicBezTo>
                <a:close/>
                <a:moveTo>
                  <a:pt x="568034" y="86131"/>
                </a:moveTo>
                <a:cubicBezTo>
                  <a:pt x="568034" y="87525"/>
                  <a:pt x="567966" y="88807"/>
                  <a:pt x="567832" y="89976"/>
                </a:cubicBezTo>
                <a:cubicBezTo>
                  <a:pt x="567697" y="91145"/>
                  <a:pt x="567472" y="92247"/>
                  <a:pt x="567157" y="93281"/>
                </a:cubicBezTo>
                <a:cubicBezTo>
                  <a:pt x="566842" y="94315"/>
                  <a:pt x="566426" y="95338"/>
                  <a:pt x="565909" y="96350"/>
                </a:cubicBezTo>
                <a:cubicBezTo>
                  <a:pt x="565392" y="97361"/>
                  <a:pt x="564751" y="98429"/>
                  <a:pt x="563987" y="99553"/>
                </a:cubicBezTo>
                <a:lnTo>
                  <a:pt x="554747" y="113448"/>
                </a:lnTo>
                <a:cubicBezTo>
                  <a:pt x="554522" y="113763"/>
                  <a:pt x="554263" y="114032"/>
                  <a:pt x="553971" y="114257"/>
                </a:cubicBezTo>
                <a:cubicBezTo>
                  <a:pt x="553679" y="114482"/>
                  <a:pt x="553319" y="114684"/>
                  <a:pt x="552892" y="114864"/>
                </a:cubicBezTo>
                <a:cubicBezTo>
                  <a:pt x="552465" y="115044"/>
                  <a:pt x="551970" y="115168"/>
                  <a:pt x="551408" y="115235"/>
                </a:cubicBezTo>
                <a:cubicBezTo>
                  <a:pt x="550846" y="115303"/>
                  <a:pt x="550138" y="115336"/>
                  <a:pt x="549283" y="115336"/>
                </a:cubicBezTo>
                <a:cubicBezTo>
                  <a:pt x="548519" y="115336"/>
                  <a:pt x="547878" y="115303"/>
                  <a:pt x="547361" y="115235"/>
                </a:cubicBezTo>
                <a:cubicBezTo>
                  <a:pt x="546844" y="115168"/>
                  <a:pt x="546473" y="115055"/>
                  <a:pt x="546248" y="114898"/>
                </a:cubicBezTo>
                <a:cubicBezTo>
                  <a:pt x="546023" y="114741"/>
                  <a:pt x="545900" y="114527"/>
                  <a:pt x="545877" y="114257"/>
                </a:cubicBezTo>
                <a:cubicBezTo>
                  <a:pt x="545855" y="113987"/>
                  <a:pt x="545933" y="113673"/>
                  <a:pt x="546113" y="113313"/>
                </a:cubicBezTo>
                <a:lnTo>
                  <a:pt x="555084" y="94765"/>
                </a:lnTo>
                <a:lnTo>
                  <a:pt x="555084" y="86131"/>
                </a:lnTo>
                <a:cubicBezTo>
                  <a:pt x="555084" y="84917"/>
                  <a:pt x="555208" y="83950"/>
                  <a:pt x="555455" y="83231"/>
                </a:cubicBezTo>
                <a:cubicBezTo>
                  <a:pt x="555702" y="82512"/>
                  <a:pt x="556096" y="81972"/>
                  <a:pt x="556635" y="81612"/>
                </a:cubicBezTo>
                <a:cubicBezTo>
                  <a:pt x="557175" y="81253"/>
                  <a:pt x="557849" y="81005"/>
                  <a:pt x="558659" y="80870"/>
                </a:cubicBezTo>
                <a:cubicBezTo>
                  <a:pt x="559468" y="80735"/>
                  <a:pt x="560457" y="80668"/>
                  <a:pt x="561626" y="80668"/>
                </a:cubicBezTo>
                <a:cubicBezTo>
                  <a:pt x="562750" y="80668"/>
                  <a:pt x="563717" y="80735"/>
                  <a:pt x="564527" y="80870"/>
                </a:cubicBezTo>
                <a:cubicBezTo>
                  <a:pt x="565336" y="81005"/>
                  <a:pt x="565999" y="81253"/>
                  <a:pt x="566516" y="81612"/>
                </a:cubicBezTo>
                <a:cubicBezTo>
                  <a:pt x="567033" y="81972"/>
                  <a:pt x="567416" y="82512"/>
                  <a:pt x="567663" y="83231"/>
                </a:cubicBezTo>
                <a:cubicBezTo>
                  <a:pt x="567910" y="83950"/>
                  <a:pt x="568034" y="84917"/>
                  <a:pt x="568034" y="86131"/>
                </a:cubicBezTo>
                <a:close/>
                <a:moveTo>
                  <a:pt x="673985" y="51935"/>
                </a:moveTo>
                <a:cubicBezTo>
                  <a:pt x="673985" y="58645"/>
                  <a:pt x="673456" y="64769"/>
                  <a:pt x="672400" y="70308"/>
                </a:cubicBezTo>
                <a:cubicBezTo>
                  <a:pt x="671343" y="75848"/>
                  <a:pt x="669589" y="80610"/>
                  <a:pt x="667139" y="84595"/>
                </a:cubicBezTo>
                <a:cubicBezTo>
                  <a:pt x="664688" y="88580"/>
                  <a:pt x="661484" y="91665"/>
                  <a:pt x="657527" y="93850"/>
                </a:cubicBezTo>
                <a:cubicBezTo>
                  <a:pt x="653570" y="96034"/>
                  <a:pt x="648692" y="97125"/>
                  <a:pt x="642891" y="97125"/>
                </a:cubicBezTo>
                <a:cubicBezTo>
                  <a:pt x="637405" y="97125"/>
                  <a:pt x="632785" y="96146"/>
                  <a:pt x="629030" y="94187"/>
                </a:cubicBezTo>
                <a:cubicBezTo>
                  <a:pt x="625276" y="92228"/>
                  <a:pt x="622252" y="89346"/>
                  <a:pt x="619959" y="85541"/>
                </a:cubicBezTo>
                <a:cubicBezTo>
                  <a:pt x="617665" y="81736"/>
                  <a:pt x="616035" y="77053"/>
                  <a:pt x="615069" y="71491"/>
                </a:cubicBezTo>
                <a:cubicBezTo>
                  <a:pt x="614102" y="65929"/>
                  <a:pt x="613619" y="59545"/>
                  <a:pt x="613619" y="52340"/>
                </a:cubicBezTo>
                <a:cubicBezTo>
                  <a:pt x="613619" y="45675"/>
                  <a:pt x="614158" y="39562"/>
                  <a:pt x="615237" y="34000"/>
                </a:cubicBezTo>
                <a:cubicBezTo>
                  <a:pt x="616317" y="28439"/>
                  <a:pt x="618070" y="23665"/>
                  <a:pt x="620498" y="19680"/>
                </a:cubicBezTo>
                <a:cubicBezTo>
                  <a:pt x="622926" y="15695"/>
                  <a:pt x="626119" y="12611"/>
                  <a:pt x="630076" y="10427"/>
                </a:cubicBezTo>
                <a:cubicBezTo>
                  <a:pt x="634033" y="8242"/>
                  <a:pt x="638889" y="7150"/>
                  <a:pt x="644645" y="7150"/>
                </a:cubicBezTo>
                <a:cubicBezTo>
                  <a:pt x="650175" y="7150"/>
                  <a:pt x="654818" y="8129"/>
                  <a:pt x="658573" y="10088"/>
                </a:cubicBezTo>
                <a:cubicBezTo>
                  <a:pt x="662327" y="12047"/>
                  <a:pt x="665351" y="14929"/>
                  <a:pt x="667645" y="18734"/>
                </a:cubicBezTo>
                <a:cubicBezTo>
                  <a:pt x="669938" y="22539"/>
                  <a:pt x="671568" y="27222"/>
                  <a:pt x="672535" y="32784"/>
                </a:cubicBezTo>
                <a:cubicBezTo>
                  <a:pt x="673501" y="38346"/>
                  <a:pt x="673985" y="44729"/>
                  <a:pt x="673985" y="51935"/>
                </a:cubicBezTo>
                <a:moveTo>
                  <a:pt x="662114" y="52747"/>
                </a:moveTo>
                <a:cubicBezTo>
                  <a:pt x="662114" y="48376"/>
                  <a:pt x="661956" y="44457"/>
                  <a:pt x="661642" y="40987"/>
                </a:cubicBezTo>
                <a:cubicBezTo>
                  <a:pt x="661327" y="37518"/>
                  <a:pt x="660866" y="34455"/>
                  <a:pt x="660259" y="31798"/>
                </a:cubicBezTo>
                <a:cubicBezTo>
                  <a:pt x="659652" y="29139"/>
                  <a:pt x="658865" y="26853"/>
                  <a:pt x="657898" y="24939"/>
                </a:cubicBezTo>
                <a:cubicBezTo>
                  <a:pt x="656932" y="23024"/>
                  <a:pt x="655774" y="21447"/>
                  <a:pt x="654425" y="20209"/>
                </a:cubicBezTo>
                <a:cubicBezTo>
                  <a:pt x="653076" y="18970"/>
                  <a:pt x="651536" y="18068"/>
                  <a:pt x="649805" y="17505"/>
                </a:cubicBezTo>
                <a:cubicBezTo>
                  <a:pt x="648073" y="16941"/>
                  <a:pt x="646129" y="16660"/>
                  <a:pt x="643970" y="16660"/>
                </a:cubicBezTo>
                <a:cubicBezTo>
                  <a:pt x="640148" y="16660"/>
                  <a:pt x="637046" y="17561"/>
                  <a:pt x="634662" y="19364"/>
                </a:cubicBezTo>
                <a:cubicBezTo>
                  <a:pt x="632279" y="21165"/>
                  <a:pt x="630402" y="23643"/>
                  <a:pt x="629030" y="26796"/>
                </a:cubicBezTo>
                <a:cubicBezTo>
                  <a:pt x="627659" y="29949"/>
                  <a:pt x="626726" y="33643"/>
                  <a:pt x="626231" y="37878"/>
                </a:cubicBezTo>
                <a:cubicBezTo>
                  <a:pt x="625737" y="42114"/>
                  <a:pt x="625489" y="46664"/>
                  <a:pt x="625489" y="51528"/>
                </a:cubicBezTo>
                <a:cubicBezTo>
                  <a:pt x="625489" y="58061"/>
                  <a:pt x="625827" y="63614"/>
                  <a:pt x="626501" y="68188"/>
                </a:cubicBezTo>
                <a:cubicBezTo>
                  <a:pt x="627176" y="72760"/>
                  <a:pt x="628244" y="76488"/>
                  <a:pt x="629705" y="79372"/>
                </a:cubicBezTo>
                <a:cubicBezTo>
                  <a:pt x="631166" y="82254"/>
                  <a:pt x="633032" y="84348"/>
                  <a:pt x="635303" y="85655"/>
                </a:cubicBezTo>
                <a:cubicBezTo>
                  <a:pt x="637574" y="86962"/>
                  <a:pt x="640328" y="87615"/>
                  <a:pt x="643566" y="87615"/>
                </a:cubicBezTo>
                <a:cubicBezTo>
                  <a:pt x="646084" y="87615"/>
                  <a:pt x="648298" y="87210"/>
                  <a:pt x="650209" y="86399"/>
                </a:cubicBezTo>
                <a:cubicBezTo>
                  <a:pt x="652120" y="85588"/>
                  <a:pt x="653761" y="84428"/>
                  <a:pt x="655133" y="82919"/>
                </a:cubicBezTo>
                <a:cubicBezTo>
                  <a:pt x="656504" y="81410"/>
                  <a:pt x="657640" y="79597"/>
                  <a:pt x="658539" y="77479"/>
                </a:cubicBezTo>
                <a:cubicBezTo>
                  <a:pt x="659438" y="75361"/>
                  <a:pt x="660158" y="73019"/>
                  <a:pt x="660697" y="70452"/>
                </a:cubicBezTo>
                <a:cubicBezTo>
                  <a:pt x="661237" y="67883"/>
                  <a:pt x="661608" y="65101"/>
                  <a:pt x="661810" y="62105"/>
                </a:cubicBezTo>
                <a:cubicBezTo>
                  <a:pt x="662013" y="59109"/>
                  <a:pt x="662114" y="55990"/>
                  <a:pt x="662114" y="52747"/>
                </a:cubicBezTo>
                <a:close/>
                <a:moveTo>
                  <a:pt x="711643" y="59557"/>
                </a:moveTo>
                <a:cubicBezTo>
                  <a:pt x="711643" y="64643"/>
                  <a:pt x="711328" y="69674"/>
                  <a:pt x="710698" y="74648"/>
                </a:cubicBezTo>
                <a:cubicBezTo>
                  <a:pt x="710069" y="79623"/>
                  <a:pt x="709125" y="84541"/>
                  <a:pt x="707866" y="89403"/>
                </a:cubicBezTo>
                <a:cubicBezTo>
                  <a:pt x="706606" y="94264"/>
                  <a:pt x="705066" y="99048"/>
                  <a:pt x="703245" y="103752"/>
                </a:cubicBezTo>
                <a:cubicBezTo>
                  <a:pt x="701424" y="108457"/>
                  <a:pt x="699300" y="113104"/>
                  <a:pt x="696871" y="117695"/>
                </a:cubicBezTo>
                <a:cubicBezTo>
                  <a:pt x="696737" y="117920"/>
                  <a:pt x="696534" y="118122"/>
                  <a:pt x="696264" y="118302"/>
                </a:cubicBezTo>
                <a:cubicBezTo>
                  <a:pt x="695995" y="118483"/>
                  <a:pt x="695646" y="118641"/>
                  <a:pt x="695219" y="118776"/>
                </a:cubicBezTo>
                <a:cubicBezTo>
                  <a:pt x="694792" y="118911"/>
                  <a:pt x="694286" y="119001"/>
                  <a:pt x="693701" y="119046"/>
                </a:cubicBezTo>
                <a:cubicBezTo>
                  <a:pt x="693117" y="119091"/>
                  <a:pt x="692420" y="119113"/>
                  <a:pt x="691611" y="119113"/>
                </a:cubicBezTo>
                <a:cubicBezTo>
                  <a:pt x="690441" y="119113"/>
                  <a:pt x="689531" y="119057"/>
                  <a:pt x="688879" y="118945"/>
                </a:cubicBezTo>
                <a:cubicBezTo>
                  <a:pt x="688227" y="118832"/>
                  <a:pt x="687755" y="118652"/>
                  <a:pt x="687462" y="118403"/>
                </a:cubicBezTo>
                <a:cubicBezTo>
                  <a:pt x="687170" y="118156"/>
                  <a:pt x="687035" y="117841"/>
                  <a:pt x="687058" y="117459"/>
                </a:cubicBezTo>
                <a:cubicBezTo>
                  <a:pt x="687080" y="117077"/>
                  <a:pt x="687204" y="116615"/>
                  <a:pt x="687429" y="116074"/>
                </a:cubicBezTo>
                <a:cubicBezTo>
                  <a:pt x="691566" y="106981"/>
                  <a:pt x="694691" y="97675"/>
                  <a:pt x="696804" y="88155"/>
                </a:cubicBezTo>
                <a:cubicBezTo>
                  <a:pt x="698917" y="78633"/>
                  <a:pt x="699974" y="69033"/>
                  <a:pt x="699974" y="59354"/>
                </a:cubicBezTo>
                <a:cubicBezTo>
                  <a:pt x="699974" y="49721"/>
                  <a:pt x="698917" y="40144"/>
                  <a:pt x="696804" y="30624"/>
                </a:cubicBezTo>
                <a:cubicBezTo>
                  <a:pt x="694691" y="21102"/>
                  <a:pt x="691521" y="11817"/>
                  <a:pt x="687294" y="2767"/>
                </a:cubicBezTo>
                <a:cubicBezTo>
                  <a:pt x="687114" y="2363"/>
                  <a:pt x="687047" y="1981"/>
                  <a:pt x="687091" y="1621"/>
                </a:cubicBezTo>
                <a:cubicBezTo>
                  <a:pt x="687136" y="1261"/>
                  <a:pt x="687339" y="969"/>
                  <a:pt x="687699" y="744"/>
                </a:cubicBezTo>
                <a:cubicBezTo>
                  <a:pt x="688058" y="518"/>
                  <a:pt x="688553" y="337"/>
                  <a:pt x="689182" y="202"/>
                </a:cubicBezTo>
                <a:cubicBezTo>
                  <a:pt x="689812" y="67"/>
                  <a:pt x="690644" y="0"/>
                  <a:pt x="691678" y="0"/>
                </a:cubicBezTo>
                <a:cubicBezTo>
                  <a:pt x="692622" y="0"/>
                  <a:pt x="693409" y="34"/>
                  <a:pt x="694039" y="101"/>
                </a:cubicBezTo>
                <a:cubicBezTo>
                  <a:pt x="694668" y="169"/>
                  <a:pt x="695174" y="270"/>
                  <a:pt x="695556" y="405"/>
                </a:cubicBezTo>
                <a:cubicBezTo>
                  <a:pt x="695938" y="540"/>
                  <a:pt x="696219" y="675"/>
                  <a:pt x="696399" y="811"/>
                </a:cubicBezTo>
                <a:cubicBezTo>
                  <a:pt x="696579" y="946"/>
                  <a:pt x="696714" y="1104"/>
                  <a:pt x="696804" y="1284"/>
                </a:cubicBezTo>
                <a:cubicBezTo>
                  <a:pt x="701435" y="10511"/>
                  <a:pt x="705066" y="19998"/>
                  <a:pt x="707697" y="29745"/>
                </a:cubicBezTo>
                <a:cubicBezTo>
                  <a:pt x="710327" y="39491"/>
                  <a:pt x="711643" y="49428"/>
                  <a:pt x="711643" y="595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e83bed86e40da"/>
          <a:stretch xmlns:a="http://schemas.openxmlformats.org/drawingml/2006/main"/>
        </p:blipFill>
        <p:spPr>
          <a:xfrm xmlns:a="http://schemas.openxmlformats.org/drawingml/2006/main">
            <a:off x="1744987" y="577911"/>
            <a:ext cx="663464" cy="663464"/>
          </a:xfrm>
          <a:prstGeom xmlns:a="http://schemas.openxmlformats.org/drawingml/2006/main" prst="rect">
            <a:avLst/>
          </a:prstGeom>
        </p:spPr>
      </p:pic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18693-9BD5-44ED-8DEF-E135569C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711" y="1659960"/>
            <a:ext cx="615847" cy="441567"/>
          </a:xfrm>
          <a:custGeom xmlns:a="http://schemas.openxmlformats.org/drawingml/2006/main">
            <a:pathLst>
              <a:path w="615847" h="441567">
                <a:moveTo>
                  <a:pt x="0" y="441567"/>
                </a:moveTo>
                <a:lnTo>
                  <a:pt x="0" y="0"/>
                </a:lnTo>
                <a:lnTo>
                  <a:pt x="615847" y="0"/>
                </a:lnTo>
                <a:lnTo>
                  <a:pt x="615847" y="441567"/>
                </a:lnTo>
                <a:lnTo>
                  <a:pt x="0" y="441567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0457BA-A645-40C9-8E67-2AFEA794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557" y="1659960"/>
            <a:ext cx="325873" cy="441567"/>
          </a:xfrm>
          <a:custGeom xmlns:a="http://schemas.openxmlformats.org/drawingml/2006/main">
            <a:pathLst>
              <a:path w="325873" h="441567">
                <a:moveTo>
                  <a:pt x="0" y="441567"/>
                </a:moveTo>
                <a:lnTo>
                  <a:pt x="0" y="0"/>
                </a:lnTo>
                <a:lnTo>
                  <a:pt x="325873" y="0"/>
                </a:lnTo>
                <a:lnTo>
                  <a:pt x="325873" y="441567"/>
                </a:lnTo>
                <a:lnTo>
                  <a:pt x="0" y="441567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D83113-5ACE-4088-935B-6033C4E8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438" y="1659960"/>
            <a:ext cx="270109" cy="441567"/>
          </a:xfrm>
          <a:custGeom xmlns:a="http://schemas.openxmlformats.org/drawingml/2006/main">
            <a:pathLst>
              <a:path w="270109" h="441567">
                <a:moveTo>
                  <a:pt x="0" y="441567"/>
                </a:moveTo>
                <a:lnTo>
                  <a:pt x="0" y="0"/>
                </a:lnTo>
                <a:lnTo>
                  <a:pt x="270109" y="0"/>
                </a:lnTo>
                <a:lnTo>
                  <a:pt x="270109" y="441567"/>
                </a:lnTo>
                <a:lnTo>
                  <a:pt x="0" y="441567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EE25CA-05E3-4DCA-8170-5367D9B9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528" y="1659960"/>
            <a:ext cx="327634" cy="441567"/>
          </a:xfrm>
          <a:custGeom xmlns:a="http://schemas.openxmlformats.org/drawingml/2006/main">
            <a:pathLst>
              <a:path w="327634" h="441567">
                <a:moveTo>
                  <a:pt x="0" y="441567"/>
                </a:moveTo>
                <a:lnTo>
                  <a:pt x="0" y="0"/>
                </a:lnTo>
                <a:lnTo>
                  <a:pt x="327634" y="0"/>
                </a:lnTo>
                <a:lnTo>
                  <a:pt x="327634" y="441567"/>
                </a:lnTo>
                <a:lnTo>
                  <a:pt x="0" y="441567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E26F1-13C5-4219-BFF4-9E8BB294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174" y="1659960"/>
            <a:ext cx="270109" cy="441567"/>
          </a:xfrm>
          <a:custGeom xmlns:a="http://schemas.openxmlformats.org/drawingml/2006/main">
            <a:pathLst>
              <a:path w="270109" h="441567">
                <a:moveTo>
                  <a:pt x="0" y="441567"/>
                </a:moveTo>
                <a:lnTo>
                  <a:pt x="0" y="0"/>
                </a:lnTo>
                <a:lnTo>
                  <a:pt x="270109" y="0"/>
                </a:lnTo>
                <a:lnTo>
                  <a:pt x="270109" y="441567"/>
                </a:lnTo>
                <a:lnTo>
                  <a:pt x="0" y="441567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45F8F5-0E80-45B7-B9E8-5564B6DF7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711" y="2101512"/>
            <a:ext cx="615847" cy="263429"/>
          </a:xfrm>
          <a:custGeom xmlns:a="http://schemas.openxmlformats.org/drawingml/2006/main">
            <a:pathLst>
              <a:path w="615847" h="263429">
                <a:moveTo>
                  <a:pt x="0" y="263429"/>
                </a:moveTo>
                <a:lnTo>
                  <a:pt x="0" y="0"/>
                </a:lnTo>
                <a:lnTo>
                  <a:pt x="615847" y="0"/>
                </a:lnTo>
                <a:lnTo>
                  <a:pt x="615847" y="263429"/>
                </a:lnTo>
                <a:lnTo>
                  <a:pt x="0" y="263429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C9798D-DEDF-4FB0-AD21-A8D57C9D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557" y="2101512"/>
            <a:ext cx="325873" cy="263429"/>
          </a:xfrm>
          <a:custGeom xmlns:a="http://schemas.openxmlformats.org/drawingml/2006/main">
            <a:pathLst>
              <a:path w="325873" h="263429">
                <a:moveTo>
                  <a:pt x="0" y="263429"/>
                </a:moveTo>
                <a:lnTo>
                  <a:pt x="0" y="0"/>
                </a:lnTo>
                <a:lnTo>
                  <a:pt x="325873" y="0"/>
                </a:lnTo>
                <a:lnTo>
                  <a:pt x="325873" y="263429"/>
                </a:lnTo>
                <a:lnTo>
                  <a:pt x="0" y="263429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22770-303B-4101-BDC7-20D39477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438" y="2101512"/>
            <a:ext cx="270109" cy="263429"/>
          </a:xfrm>
          <a:custGeom xmlns:a="http://schemas.openxmlformats.org/drawingml/2006/main">
            <a:pathLst>
              <a:path w="270109" h="263429">
                <a:moveTo>
                  <a:pt x="0" y="263429"/>
                </a:moveTo>
                <a:lnTo>
                  <a:pt x="0" y="0"/>
                </a:lnTo>
                <a:lnTo>
                  <a:pt x="270109" y="0"/>
                </a:lnTo>
                <a:lnTo>
                  <a:pt x="270109" y="263429"/>
                </a:lnTo>
                <a:lnTo>
                  <a:pt x="0" y="263429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53982-A26D-4C8E-8684-E4024F1B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528" y="2101512"/>
            <a:ext cx="327634" cy="263429"/>
          </a:xfrm>
          <a:custGeom xmlns:a="http://schemas.openxmlformats.org/drawingml/2006/main">
            <a:pathLst>
              <a:path w="327634" h="263429">
                <a:moveTo>
                  <a:pt x="0" y="263429"/>
                </a:moveTo>
                <a:lnTo>
                  <a:pt x="0" y="0"/>
                </a:lnTo>
                <a:lnTo>
                  <a:pt x="327634" y="0"/>
                </a:lnTo>
                <a:lnTo>
                  <a:pt x="327634" y="263429"/>
                </a:lnTo>
                <a:lnTo>
                  <a:pt x="0" y="263429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D72E17-2B40-4E1A-B318-538AFD37D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174" y="2101512"/>
            <a:ext cx="270109" cy="263429"/>
          </a:xfrm>
          <a:custGeom xmlns:a="http://schemas.openxmlformats.org/drawingml/2006/main">
            <a:pathLst>
              <a:path w="270109" h="263429">
                <a:moveTo>
                  <a:pt x="0" y="263429"/>
                </a:moveTo>
                <a:lnTo>
                  <a:pt x="0" y="0"/>
                </a:lnTo>
                <a:lnTo>
                  <a:pt x="270109" y="0"/>
                </a:lnTo>
                <a:lnTo>
                  <a:pt x="270109" y="263429"/>
                </a:lnTo>
                <a:lnTo>
                  <a:pt x="0" y="263429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F9D02C-2D4C-4FBD-81CE-AB11D05F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711" y="2628378"/>
            <a:ext cx="615847" cy="263429"/>
          </a:xfrm>
          <a:custGeom xmlns:a="http://schemas.openxmlformats.org/drawingml/2006/main">
            <a:pathLst>
              <a:path w="615847" h="263429">
                <a:moveTo>
                  <a:pt x="0" y="263429"/>
                </a:moveTo>
                <a:lnTo>
                  <a:pt x="0" y="0"/>
                </a:lnTo>
                <a:lnTo>
                  <a:pt x="615847" y="0"/>
                </a:lnTo>
                <a:lnTo>
                  <a:pt x="615847" y="263429"/>
                </a:lnTo>
                <a:lnTo>
                  <a:pt x="0" y="263429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56904-B15B-4D77-92A1-C0C6D0837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557" y="2628378"/>
            <a:ext cx="325873" cy="263429"/>
          </a:xfrm>
          <a:custGeom xmlns:a="http://schemas.openxmlformats.org/drawingml/2006/main">
            <a:pathLst>
              <a:path w="325873" h="263429">
                <a:moveTo>
                  <a:pt x="0" y="263429"/>
                </a:moveTo>
                <a:lnTo>
                  <a:pt x="0" y="0"/>
                </a:lnTo>
                <a:lnTo>
                  <a:pt x="325873" y="0"/>
                </a:lnTo>
                <a:lnTo>
                  <a:pt x="325873" y="263429"/>
                </a:lnTo>
                <a:lnTo>
                  <a:pt x="0" y="263429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831F05-934D-46CE-8239-B81F5362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438" y="2628378"/>
            <a:ext cx="270109" cy="263429"/>
          </a:xfrm>
          <a:custGeom xmlns:a="http://schemas.openxmlformats.org/drawingml/2006/main">
            <a:pathLst>
              <a:path w="270109" h="263429">
                <a:moveTo>
                  <a:pt x="0" y="263429"/>
                </a:moveTo>
                <a:lnTo>
                  <a:pt x="0" y="0"/>
                </a:lnTo>
                <a:lnTo>
                  <a:pt x="270109" y="0"/>
                </a:lnTo>
                <a:lnTo>
                  <a:pt x="270109" y="263429"/>
                </a:lnTo>
                <a:lnTo>
                  <a:pt x="0" y="263429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4F82A-7000-4230-887B-DCC3B8A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528" y="2628378"/>
            <a:ext cx="327634" cy="263429"/>
          </a:xfrm>
          <a:custGeom xmlns:a="http://schemas.openxmlformats.org/drawingml/2006/main">
            <a:pathLst>
              <a:path w="327634" h="263429">
                <a:moveTo>
                  <a:pt x="0" y="263429"/>
                </a:moveTo>
                <a:lnTo>
                  <a:pt x="0" y="0"/>
                </a:lnTo>
                <a:lnTo>
                  <a:pt x="327634" y="0"/>
                </a:lnTo>
                <a:lnTo>
                  <a:pt x="327634" y="263429"/>
                </a:lnTo>
                <a:lnTo>
                  <a:pt x="0" y="263429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81B366-AFCA-46A4-BD8A-7D4346B8A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174" y="2628378"/>
            <a:ext cx="270109" cy="263429"/>
          </a:xfrm>
          <a:custGeom xmlns:a="http://schemas.openxmlformats.org/drawingml/2006/main">
            <a:pathLst>
              <a:path w="270109" h="263429">
                <a:moveTo>
                  <a:pt x="0" y="263429"/>
                </a:moveTo>
                <a:lnTo>
                  <a:pt x="0" y="0"/>
                </a:lnTo>
                <a:lnTo>
                  <a:pt x="270109" y="0"/>
                </a:lnTo>
                <a:lnTo>
                  <a:pt x="270109" y="263429"/>
                </a:lnTo>
                <a:lnTo>
                  <a:pt x="0" y="263429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2215E5-1897-420F-B550-6EC47083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557" y="1658041"/>
            <a:ext cx="10" cy="443486"/>
          </a:xfrm>
          <a:custGeom xmlns:a="http://schemas.openxmlformats.org/drawingml/2006/main">
            <a:pathLst>
              <a:path w="1" h="443486" fill="none">
                <a:moveTo>
                  <a:pt x="0" y="0"/>
                </a:moveTo>
                <a:lnTo>
                  <a:pt x="0" y="443486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12749-159C-4F7D-8CEA-70C338C0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557" y="2101528"/>
            <a:ext cx="10" cy="792198"/>
          </a:xfrm>
          <a:custGeom xmlns:a="http://schemas.openxmlformats.org/drawingml/2006/main">
            <a:pathLst>
              <a:path w="1" h="792198" fill="none">
                <a:moveTo>
                  <a:pt x="0" y="0"/>
                </a:moveTo>
                <a:lnTo>
                  <a:pt x="0" y="79219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E593EC-C0FE-439B-AE01-143EDBC5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438" y="1658041"/>
            <a:ext cx="10" cy="443486"/>
          </a:xfrm>
          <a:custGeom xmlns:a="http://schemas.openxmlformats.org/drawingml/2006/main">
            <a:pathLst>
              <a:path w="1" h="443486" fill="none">
                <a:moveTo>
                  <a:pt x="0" y="0"/>
                </a:moveTo>
                <a:lnTo>
                  <a:pt x="0" y="443486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C6821-500F-4FCB-A95D-94B586AA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8438" y="2101528"/>
            <a:ext cx="10" cy="792198"/>
          </a:xfrm>
          <a:custGeom xmlns:a="http://schemas.openxmlformats.org/drawingml/2006/main">
            <a:pathLst>
              <a:path w="1" h="792198" fill="none">
                <a:moveTo>
                  <a:pt x="0" y="0"/>
                </a:moveTo>
                <a:lnTo>
                  <a:pt x="0" y="79219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8DCFF-FE4D-44D0-88D8-27BBDACB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528" y="1658041"/>
            <a:ext cx="10" cy="443486"/>
          </a:xfrm>
          <a:custGeom xmlns:a="http://schemas.openxmlformats.org/drawingml/2006/main">
            <a:pathLst>
              <a:path w="1" h="443486" fill="none">
                <a:moveTo>
                  <a:pt x="0" y="0"/>
                </a:moveTo>
                <a:lnTo>
                  <a:pt x="0" y="443486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8E52B-1BA0-47DE-BA00-B3FD2515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8528" y="2101528"/>
            <a:ext cx="10" cy="792198"/>
          </a:xfrm>
          <a:custGeom xmlns:a="http://schemas.openxmlformats.org/drawingml/2006/main">
            <a:pathLst>
              <a:path w="1" h="792198" fill="none">
                <a:moveTo>
                  <a:pt x="0" y="0"/>
                </a:moveTo>
                <a:lnTo>
                  <a:pt x="0" y="79219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6BC53C-6FE5-4EC9-A7ED-AB42958E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174" y="1658041"/>
            <a:ext cx="10" cy="443486"/>
          </a:xfrm>
          <a:custGeom xmlns:a="http://schemas.openxmlformats.org/drawingml/2006/main">
            <a:pathLst>
              <a:path w="1" h="443486" fill="none">
                <a:moveTo>
                  <a:pt x="0" y="0"/>
                </a:moveTo>
                <a:lnTo>
                  <a:pt x="0" y="443486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1AFEF-DC1C-4716-A6D3-26441D11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174" y="2101528"/>
            <a:ext cx="10" cy="792198"/>
          </a:xfrm>
          <a:custGeom xmlns:a="http://schemas.openxmlformats.org/drawingml/2006/main">
            <a:pathLst>
              <a:path w="1" h="792198" fill="none">
                <a:moveTo>
                  <a:pt x="0" y="0"/>
                </a:moveTo>
                <a:lnTo>
                  <a:pt x="0" y="79219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7FE0D4-5B7D-4F54-A087-89DCC0A1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792" y="2101528"/>
            <a:ext cx="1813390" cy="10"/>
          </a:xfrm>
          <a:custGeom xmlns:a="http://schemas.openxmlformats.org/drawingml/2006/main">
            <a:pathLst>
              <a:path w="1813390" h="1" fill="none">
                <a:moveTo>
                  <a:pt x="0" y="0"/>
                </a:moveTo>
                <a:lnTo>
                  <a:pt x="1813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56" cap="flat">
            <a:solidFill>
              <a:srgbClr val="000000"/>
            </a:solidFill>
            <a:round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C6AE68-293C-42C2-B8A5-B1004A75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792" y="2364941"/>
            <a:ext cx="1813390" cy="10"/>
          </a:xfrm>
          <a:custGeom xmlns:a="http://schemas.openxmlformats.org/drawingml/2006/main">
            <a:pathLst>
              <a:path w="1813390" h="1" fill="none">
                <a:moveTo>
                  <a:pt x="0" y="0"/>
                </a:moveTo>
                <a:lnTo>
                  <a:pt x="1813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DE059-A603-4311-B6AA-F6AF137D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792" y="2628393"/>
            <a:ext cx="1813390" cy="10"/>
          </a:xfrm>
          <a:custGeom xmlns:a="http://schemas.openxmlformats.org/drawingml/2006/main">
            <a:pathLst>
              <a:path w="1813390" h="1" fill="none">
                <a:moveTo>
                  <a:pt x="0" y="0"/>
                </a:moveTo>
                <a:lnTo>
                  <a:pt x="1813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8B130-021A-4736-80B3-1DAC28AD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711" y="1658041"/>
            <a:ext cx="10" cy="443486"/>
          </a:xfrm>
          <a:custGeom xmlns:a="http://schemas.openxmlformats.org/drawingml/2006/main">
            <a:pathLst>
              <a:path w="1" h="443486" fill="none">
                <a:moveTo>
                  <a:pt x="0" y="0"/>
                </a:moveTo>
                <a:lnTo>
                  <a:pt x="0" y="443486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740A00-02E0-45BA-AFD1-AC89F59E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6711" y="2101528"/>
            <a:ext cx="10" cy="792198"/>
          </a:xfrm>
          <a:custGeom xmlns:a="http://schemas.openxmlformats.org/drawingml/2006/main">
            <a:pathLst>
              <a:path w="1" h="792198" fill="none">
                <a:moveTo>
                  <a:pt x="0" y="0"/>
                </a:moveTo>
                <a:lnTo>
                  <a:pt x="0" y="79219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680344-4D97-4D9C-836F-C6AB76A4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264" y="1658041"/>
            <a:ext cx="10" cy="443486"/>
          </a:xfrm>
          <a:custGeom xmlns:a="http://schemas.openxmlformats.org/drawingml/2006/main">
            <a:pathLst>
              <a:path w="1" h="443486" fill="none">
                <a:moveTo>
                  <a:pt x="0" y="0"/>
                </a:moveTo>
                <a:lnTo>
                  <a:pt x="0" y="443486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96CD0E-FEF7-4FB2-9B15-40B2DF0C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264" y="2101528"/>
            <a:ext cx="10" cy="792198"/>
          </a:xfrm>
          <a:custGeom xmlns:a="http://schemas.openxmlformats.org/drawingml/2006/main">
            <a:pathLst>
              <a:path w="1" h="792198" fill="none">
                <a:moveTo>
                  <a:pt x="0" y="0"/>
                </a:moveTo>
                <a:lnTo>
                  <a:pt x="0" y="79219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A9233A-DF81-4D72-B545-B953DA09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792" y="1659960"/>
            <a:ext cx="1813390" cy="10"/>
          </a:xfrm>
          <a:custGeom xmlns:a="http://schemas.openxmlformats.org/drawingml/2006/main">
            <a:pathLst>
              <a:path w="1813390" h="1" fill="none">
                <a:moveTo>
                  <a:pt x="0" y="0"/>
                </a:moveTo>
                <a:lnTo>
                  <a:pt x="1813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D290DA-81EE-4CFB-A4DC-6C169D63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792" y="2891807"/>
            <a:ext cx="1813390" cy="10"/>
          </a:xfrm>
          <a:custGeom xmlns:a="http://schemas.openxmlformats.org/drawingml/2006/main">
            <a:pathLst>
              <a:path w="1813390" h="1" fill="none">
                <a:moveTo>
                  <a:pt x="0" y="0"/>
                </a:moveTo>
                <a:lnTo>
                  <a:pt x="1813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06" name="Text ElementX1Y1X">
            <a:extLst xmlns:a="http://schemas.openxmlformats.org/drawingml/2006/main">
              <a:ext uri="{FF2B5EF4-FFF2-40B4-BE49-F238E27FC236}">
                <a16:creationId xmlns:a16="http://schemas.microsoft.com/office/drawing/2014/main" id="{BB14F86C-4A6F-4938-A60D-B8B348FE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5302" y="1833591"/>
            <a:ext cx="1306790" cy="95507"/>
          </a:xfrm>
          <a:custGeom xmlns:a="http://schemas.openxmlformats.org/drawingml/2006/main">
            <a:pathLst>
              <a:path w="1306790" h="95507">
                <a:moveTo>
                  <a:pt x="67111" y="9173"/>
                </a:moveTo>
                <a:cubicBezTo>
                  <a:pt x="67111" y="9443"/>
                  <a:pt x="67077" y="9915"/>
                  <a:pt x="67010" y="10589"/>
                </a:cubicBezTo>
                <a:cubicBezTo>
                  <a:pt x="66942" y="11264"/>
                  <a:pt x="66841" y="12017"/>
                  <a:pt x="66706" y="12849"/>
                </a:cubicBezTo>
                <a:cubicBezTo>
                  <a:pt x="66571" y="13681"/>
                  <a:pt x="66391" y="14546"/>
                  <a:pt x="66167" y="15446"/>
                </a:cubicBezTo>
                <a:cubicBezTo>
                  <a:pt x="65942" y="16345"/>
                  <a:pt x="65661" y="17166"/>
                  <a:pt x="65324" y="17907"/>
                </a:cubicBezTo>
                <a:cubicBezTo>
                  <a:pt x="64986" y="18649"/>
                  <a:pt x="64582" y="19268"/>
                  <a:pt x="64109" y="19762"/>
                </a:cubicBezTo>
                <a:cubicBezTo>
                  <a:pt x="63637" y="20257"/>
                  <a:pt x="63131" y="20504"/>
                  <a:pt x="62592" y="20504"/>
                </a:cubicBezTo>
                <a:lnTo>
                  <a:pt x="31431" y="20504"/>
                </a:lnTo>
                <a:lnTo>
                  <a:pt x="27114" y="41683"/>
                </a:lnTo>
                <a:lnTo>
                  <a:pt x="53554" y="41683"/>
                </a:lnTo>
                <a:cubicBezTo>
                  <a:pt x="54183" y="41683"/>
                  <a:pt x="54633" y="41909"/>
                  <a:pt x="54903" y="42362"/>
                </a:cubicBezTo>
                <a:cubicBezTo>
                  <a:pt x="55173" y="42813"/>
                  <a:pt x="55307" y="43445"/>
                  <a:pt x="55307" y="44259"/>
                </a:cubicBezTo>
                <a:cubicBezTo>
                  <a:pt x="55307" y="44575"/>
                  <a:pt x="55274" y="45061"/>
                  <a:pt x="55206" y="45717"/>
                </a:cubicBezTo>
                <a:cubicBezTo>
                  <a:pt x="55139" y="46372"/>
                  <a:pt x="55038" y="47117"/>
                  <a:pt x="54903" y="47954"/>
                </a:cubicBezTo>
                <a:cubicBezTo>
                  <a:pt x="54768" y="48790"/>
                  <a:pt x="54588" y="49637"/>
                  <a:pt x="54363" y="50495"/>
                </a:cubicBezTo>
                <a:cubicBezTo>
                  <a:pt x="54138" y="51354"/>
                  <a:pt x="53857" y="52145"/>
                  <a:pt x="53520" y="52869"/>
                </a:cubicBezTo>
                <a:cubicBezTo>
                  <a:pt x="53183" y="53591"/>
                  <a:pt x="52789" y="54178"/>
                  <a:pt x="52340" y="54631"/>
                </a:cubicBezTo>
                <a:cubicBezTo>
                  <a:pt x="51890" y="55082"/>
                  <a:pt x="51395" y="55307"/>
                  <a:pt x="50856" y="55307"/>
                </a:cubicBezTo>
                <a:lnTo>
                  <a:pt x="24484" y="55307"/>
                </a:lnTo>
                <a:lnTo>
                  <a:pt x="19493" y="79994"/>
                </a:lnTo>
                <a:lnTo>
                  <a:pt x="51058" y="79994"/>
                </a:lnTo>
                <a:cubicBezTo>
                  <a:pt x="51598" y="79994"/>
                  <a:pt x="52003" y="80230"/>
                  <a:pt x="52272" y="80702"/>
                </a:cubicBezTo>
                <a:cubicBezTo>
                  <a:pt x="52542" y="81174"/>
                  <a:pt x="52677" y="81860"/>
                  <a:pt x="52677" y="82759"/>
                </a:cubicBezTo>
                <a:cubicBezTo>
                  <a:pt x="52677" y="83074"/>
                  <a:pt x="52655" y="83568"/>
                  <a:pt x="52610" y="84243"/>
                </a:cubicBezTo>
                <a:cubicBezTo>
                  <a:pt x="52565" y="84917"/>
                  <a:pt x="52463" y="85670"/>
                  <a:pt x="52306" y="86502"/>
                </a:cubicBezTo>
                <a:cubicBezTo>
                  <a:pt x="52149" y="87334"/>
                  <a:pt x="51958" y="88177"/>
                  <a:pt x="51733" y="89032"/>
                </a:cubicBezTo>
                <a:cubicBezTo>
                  <a:pt x="51508" y="89886"/>
                  <a:pt x="51227" y="90684"/>
                  <a:pt x="50890" y="91426"/>
                </a:cubicBezTo>
                <a:cubicBezTo>
                  <a:pt x="50552" y="92168"/>
                  <a:pt x="50159" y="92764"/>
                  <a:pt x="49709" y="93213"/>
                </a:cubicBezTo>
                <a:cubicBezTo>
                  <a:pt x="49260" y="93663"/>
                  <a:pt x="48743" y="93888"/>
                  <a:pt x="48158" y="93888"/>
                </a:cubicBezTo>
                <a:lnTo>
                  <a:pt x="4317" y="93888"/>
                </a:lnTo>
                <a:cubicBezTo>
                  <a:pt x="3597" y="93888"/>
                  <a:pt x="2945" y="93787"/>
                  <a:pt x="2361" y="93584"/>
                </a:cubicBezTo>
                <a:cubicBezTo>
                  <a:pt x="1776" y="93381"/>
                  <a:pt x="1293" y="93043"/>
                  <a:pt x="911" y="92570"/>
                </a:cubicBezTo>
                <a:cubicBezTo>
                  <a:pt x="528" y="92097"/>
                  <a:pt x="270" y="91511"/>
                  <a:pt x="135" y="90813"/>
                </a:cubicBezTo>
                <a:cubicBezTo>
                  <a:pt x="0" y="90114"/>
                  <a:pt x="22" y="89270"/>
                  <a:pt x="202" y="88279"/>
                </a:cubicBezTo>
                <a:lnTo>
                  <a:pt x="15446" y="12200"/>
                </a:lnTo>
                <a:cubicBezTo>
                  <a:pt x="15850" y="10224"/>
                  <a:pt x="16660" y="8798"/>
                  <a:pt x="17874" y="7923"/>
                </a:cubicBezTo>
                <a:cubicBezTo>
                  <a:pt x="19088" y="7048"/>
                  <a:pt x="20437" y="6610"/>
                  <a:pt x="21921" y="6610"/>
                </a:cubicBezTo>
                <a:lnTo>
                  <a:pt x="65357" y="6610"/>
                </a:lnTo>
                <a:cubicBezTo>
                  <a:pt x="66526" y="6610"/>
                  <a:pt x="67111" y="7464"/>
                  <a:pt x="67111" y="9173"/>
                </a:cubicBezTo>
                <a:close/>
                <a:moveTo>
                  <a:pt x="82923" y="91595"/>
                </a:moveTo>
                <a:cubicBezTo>
                  <a:pt x="82833" y="92044"/>
                  <a:pt x="82619" y="92438"/>
                  <a:pt x="82282" y="92775"/>
                </a:cubicBezTo>
                <a:cubicBezTo>
                  <a:pt x="81945" y="93112"/>
                  <a:pt x="81439" y="93393"/>
                  <a:pt x="80764" y="93618"/>
                </a:cubicBezTo>
                <a:cubicBezTo>
                  <a:pt x="80090" y="93843"/>
                  <a:pt x="79190" y="94011"/>
                  <a:pt x="78066" y="94124"/>
                </a:cubicBezTo>
                <a:cubicBezTo>
                  <a:pt x="76942" y="94236"/>
                  <a:pt x="75571" y="94293"/>
                  <a:pt x="73952" y="94293"/>
                </a:cubicBezTo>
                <a:cubicBezTo>
                  <a:pt x="72243" y="94293"/>
                  <a:pt x="70861" y="94236"/>
                  <a:pt x="69804" y="94124"/>
                </a:cubicBezTo>
                <a:cubicBezTo>
                  <a:pt x="68747" y="94011"/>
                  <a:pt x="67927" y="93843"/>
                  <a:pt x="67342" y="93618"/>
                </a:cubicBezTo>
                <a:cubicBezTo>
                  <a:pt x="66757" y="93393"/>
                  <a:pt x="66364" y="93112"/>
                  <a:pt x="66162" y="92775"/>
                </a:cubicBezTo>
                <a:cubicBezTo>
                  <a:pt x="65959" y="92438"/>
                  <a:pt x="65903" y="92044"/>
                  <a:pt x="65993" y="91595"/>
                </a:cubicBezTo>
                <a:lnTo>
                  <a:pt x="83732" y="2900"/>
                </a:lnTo>
                <a:cubicBezTo>
                  <a:pt x="83822" y="2451"/>
                  <a:pt x="84024" y="2046"/>
                  <a:pt x="84339" y="1686"/>
                </a:cubicBezTo>
                <a:cubicBezTo>
                  <a:pt x="84654" y="1326"/>
                  <a:pt x="85171" y="1023"/>
                  <a:pt x="85890" y="776"/>
                </a:cubicBezTo>
                <a:cubicBezTo>
                  <a:pt x="86610" y="528"/>
                  <a:pt x="87520" y="337"/>
                  <a:pt x="88622" y="202"/>
                </a:cubicBezTo>
                <a:cubicBezTo>
                  <a:pt x="89724" y="67"/>
                  <a:pt x="91106" y="0"/>
                  <a:pt x="92770" y="0"/>
                </a:cubicBezTo>
                <a:cubicBezTo>
                  <a:pt x="94434" y="0"/>
                  <a:pt x="95794" y="67"/>
                  <a:pt x="96851" y="202"/>
                </a:cubicBezTo>
                <a:cubicBezTo>
                  <a:pt x="97907" y="337"/>
                  <a:pt x="98728" y="528"/>
                  <a:pt x="99312" y="776"/>
                </a:cubicBezTo>
                <a:cubicBezTo>
                  <a:pt x="99897" y="1023"/>
                  <a:pt x="100279" y="1326"/>
                  <a:pt x="100459" y="1686"/>
                </a:cubicBezTo>
                <a:cubicBezTo>
                  <a:pt x="100639" y="2046"/>
                  <a:pt x="100684" y="2451"/>
                  <a:pt x="100594" y="2900"/>
                </a:cubicBezTo>
                <a:lnTo>
                  <a:pt x="82923" y="91595"/>
                </a:lnTo>
                <a:close/>
                <a:moveTo>
                  <a:pt x="162633" y="44613"/>
                </a:moveTo>
                <a:cubicBezTo>
                  <a:pt x="162633" y="47856"/>
                  <a:pt x="161903" y="50773"/>
                  <a:pt x="160441" y="53364"/>
                </a:cubicBezTo>
                <a:cubicBezTo>
                  <a:pt x="158980" y="55954"/>
                  <a:pt x="156709" y="58184"/>
                  <a:pt x="153629" y="60054"/>
                </a:cubicBezTo>
                <a:cubicBezTo>
                  <a:pt x="150549" y="61923"/>
                  <a:pt x="146637" y="63353"/>
                  <a:pt x="141893" y="64343"/>
                </a:cubicBezTo>
                <a:cubicBezTo>
                  <a:pt x="137149" y="65334"/>
                  <a:pt x="131495" y="65829"/>
                  <a:pt x="124930" y="65829"/>
                </a:cubicBezTo>
                <a:lnTo>
                  <a:pt x="118725" y="65829"/>
                </a:lnTo>
                <a:cubicBezTo>
                  <a:pt x="118545" y="66864"/>
                  <a:pt x="118410" y="67887"/>
                  <a:pt x="118320" y="68898"/>
                </a:cubicBezTo>
                <a:cubicBezTo>
                  <a:pt x="118230" y="69910"/>
                  <a:pt x="118185" y="70843"/>
                  <a:pt x="118185" y="71697"/>
                </a:cubicBezTo>
                <a:cubicBezTo>
                  <a:pt x="118185" y="75340"/>
                  <a:pt x="119129" y="78082"/>
                  <a:pt x="121018" y="79926"/>
                </a:cubicBezTo>
                <a:cubicBezTo>
                  <a:pt x="122906" y="81770"/>
                  <a:pt x="125942" y="82691"/>
                  <a:pt x="130123" y="82691"/>
                </a:cubicBezTo>
                <a:cubicBezTo>
                  <a:pt x="133091" y="82691"/>
                  <a:pt x="135755" y="82474"/>
                  <a:pt x="138116" y="82040"/>
                </a:cubicBezTo>
                <a:cubicBezTo>
                  <a:pt x="140477" y="81606"/>
                  <a:pt x="142545" y="81126"/>
                  <a:pt x="144321" y="80601"/>
                </a:cubicBezTo>
                <a:cubicBezTo>
                  <a:pt x="146097" y="80075"/>
                  <a:pt x="147570" y="79595"/>
                  <a:pt x="148739" y="79161"/>
                </a:cubicBezTo>
                <a:cubicBezTo>
                  <a:pt x="149908" y="78727"/>
                  <a:pt x="150762" y="78510"/>
                  <a:pt x="151302" y="78510"/>
                </a:cubicBezTo>
                <a:cubicBezTo>
                  <a:pt x="151842" y="78510"/>
                  <a:pt x="152224" y="78668"/>
                  <a:pt x="152449" y="78986"/>
                </a:cubicBezTo>
                <a:cubicBezTo>
                  <a:pt x="152673" y="79304"/>
                  <a:pt x="152786" y="79802"/>
                  <a:pt x="152786" y="80480"/>
                </a:cubicBezTo>
                <a:cubicBezTo>
                  <a:pt x="152786" y="81252"/>
                  <a:pt x="152718" y="82136"/>
                  <a:pt x="152584" y="83134"/>
                </a:cubicBezTo>
                <a:cubicBezTo>
                  <a:pt x="152449" y="84130"/>
                  <a:pt x="152258" y="85116"/>
                  <a:pt x="152010" y="86091"/>
                </a:cubicBezTo>
                <a:cubicBezTo>
                  <a:pt x="151763" y="87065"/>
                  <a:pt x="151448" y="87983"/>
                  <a:pt x="151066" y="88844"/>
                </a:cubicBezTo>
                <a:cubicBezTo>
                  <a:pt x="150684" y="89705"/>
                  <a:pt x="150245" y="90362"/>
                  <a:pt x="149751" y="90815"/>
                </a:cubicBezTo>
                <a:cubicBezTo>
                  <a:pt x="149211" y="91359"/>
                  <a:pt x="148222" y="91903"/>
                  <a:pt x="146783" y="92448"/>
                </a:cubicBezTo>
                <a:cubicBezTo>
                  <a:pt x="145344" y="92992"/>
                  <a:pt x="143613" y="93490"/>
                  <a:pt x="141589" y="93943"/>
                </a:cubicBezTo>
                <a:cubicBezTo>
                  <a:pt x="139566" y="94397"/>
                  <a:pt x="137295" y="94770"/>
                  <a:pt x="134777" y="95064"/>
                </a:cubicBezTo>
                <a:cubicBezTo>
                  <a:pt x="132259" y="95359"/>
                  <a:pt x="129696" y="95507"/>
                  <a:pt x="127088" y="95507"/>
                </a:cubicBezTo>
                <a:cubicBezTo>
                  <a:pt x="122771" y="95507"/>
                  <a:pt x="119006" y="95056"/>
                  <a:pt x="115791" y="94153"/>
                </a:cubicBezTo>
                <a:cubicBezTo>
                  <a:pt x="112576" y="93253"/>
                  <a:pt x="109889" y="91879"/>
                  <a:pt x="107731" y="90033"/>
                </a:cubicBezTo>
                <a:cubicBezTo>
                  <a:pt x="105572" y="88185"/>
                  <a:pt x="103953" y="85831"/>
                  <a:pt x="102874" y="82970"/>
                </a:cubicBezTo>
                <a:cubicBezTo>
                  <a:pt x="101795" y="80109"/>
                  <a:pt x="101255" y="76719"/>
                  <a:pt x="101255" y="72800"/>
                </a:cubicBezTo>
                <a:cubicBezTo>
                  <a:pt x="101255" y="69780"/>
                  <a:pt x="101537" y="66547"/>
                  <a:pt x="102099" y="63102"/>
                </a:cubicBezTo>
                <a:cubicBezTo>
                  <a:pt x="102661" y="59655"/>
                  <a:pt x="103571" y="56253"/>
                  <a:pt x="104830" y="52896"/>
                </a:cubicBezTo>
                <a:cubicBezTo>
                  <a:pt x="106089" y="49539"/>
                  <a:pt x="107708" y="46329"/>
                  <a:pt x="109687" y="43266"/>
                </a:cubicBezTo>
                <a:cubicBezTo>
                  <a:pt x="111665" y="40203"/>
                  <a:pt x="114059" y="37511"/>
                  <a:pt x="116870" y="35191"/>
                </a:cubicBezTo>
                <a:cubicBezTo>
                  <a:pt x="119680" y="32870"/>
                  <a:pt x="122929" y="31011"/>
                  <a:pt x="126616" y="29614"/>
                </a:cubicBezTo>
                <a:cubicBezTo>
                  <a:pt x="130303" y="28217"/>
                  <a:pt x="134507" y="27519"/>
                  <a:pt x="139229" y="27519"/>
                </a:cubicBezTo>
                <a:cubicBezTo>
                  <a:pt x="143321" y="27519"/>
                  <a:pt x="146839" y="28003"/>
                  <a:pt x="149784" y="28971"/>
                </a:cubicBezTo>
                <a:cubicBezTo>
                  <a:pt x="152730" y="29939"/>
                  <a:pt x="155147" y="31223"/>
                  <a:pt x="157035" y="32822"/>
                </a:cubicBezTo>
                <a:cubicBezTo>
                  <a:pt x="158924" y="34421"/>
                  <a:pt x="160329" y="36246"/>
                  <a:pt x="161251" y="38296"/>
                </a:cubicBezTo>
                <a:cubicBezTo>
                  <a:pt x="162172" y="40346"/>
                  <a:pt x="162633" y="42452"/>
                  <a:pt x="162633" y="44613"/>
                </a:cubicBezTo>
                <a:moveTo>
                  <a:pt x="145974" y="45905"/>
                </a:moveTo>
                <a:cubicBezTo>
                  <a:pt x="145974" y="44115"/>
                  <a:pt x="145265" y="42627"/>
                  <a:pt x="143849" y="41441"/>
                </a:cubicBezTo>
                <a:cubicBezTo>
                  <a:pt x="142433" y="40253"/>
                  <a:pt x="140375" y="39660"/>
                  <a:pt x="137677" y="39660"/>
                </a:cubicBezTo>
                <a:cubicBezTo>
                  <a:pt x="135429" y="39660"/>
                  <a:pt x="133417" y="40063"/>
                  <a:pt x="131641" y="40869"/>
                </a:cubicBezTo>
                <a:cubicBezTo>
                  <a:pt x="129865" y="41675"/>
                  <a:pt x="128302" y="42760"/>
                  <a:pt x="126953" y="44126"/>
                </a:cubicBezTo>
                <a:cubicBezTo>
                  <a:pt x="125604" y="45490"/>
                  <a:pt x="124446" y="47102"/>
                  <a:pt x="123480" y="48961"/>
                </a:cubicBezTo>
                <a:cubicBezTo>
                  <a:pt x="122513" y="50819"/>
                  <a:pt x="121737" y="52799"/>
                  <a:pt x="121153" y="54903"/>
                </a:cubicBezTo>
                <a:lnTo>
                  <a:pt x="126818" y="54903"/>
                </a:lnTo>
                <a:cubicBezTo>
                  <a:pt x="130416" y="54903"/>
                  <a:pt x="133428" y="54668"/>
                  <a:pt x="135856" y="54199"/>
                </a:cubicBezTo>
                <a:cubicBezTo>
                  <a:pt x="138285" y="53728"/>
                  <a:pt x="140241" y="53090"/>
                  <a:pt x="141724" y="52285"/>
                </a:cubicBezTo>
                <a:cubicBezTo>
                  <a:pt x="143208" y="51478"/>
                  <a:pt x="144287" y="50527"/>
                  <a:pt x="144962" y="49431"/>
                </a:cubicBezTo>
                <a:cubicBezTo>
                  <a:pt x="145636" y="48334"/>
                  <a:pt x="145974" y="47158"/>
                  <a:pt x="145974" y="45905"/>
                </a:cubicBezTo>
                <a:close/>
                <a:moveTo>
                  <a:pt x="262158" y="91595"/>
                </a:moveTo>
                <a:cubicBezTo>
                  <a:pt x="262068" y="92044"/>
                  <a:pt x="261854" y="92438"/>
                  <a:pt x="261517" y="92775"/>
                </a:cubicBezTo>
                <a:cubicBezTo>
                  <a:pt x="261180" y="93112"/>
                  <a:pt x="260651" y="93393"/>
                  <a:pt x="259932" y="93618"/>
                </a:cubicBezTo>
                <a:cubicBezTo>
                  <a:pt x="259213" y="93843"/>
                  <a:pt x="258302" y="94011"/>
                  <a:pt x="257200" y="94124"/>
                </a:cubicBezTo>
                <a:cubicBezTo>
                  <a:pt x="256099" y="94236"/>
                  <a:pt x="254716" y="94293"/>
                  <a:pt x="253052" y="94293"/>
                </a:cubicBezTo>
                <a:cubicBezTo>
                  <a:pt x="251434" y="94293"/>
                  <a:pt x="250085" y="94236"/>
                  <a:pt x="249005" y="94124"/>
                </a:cubicBezTo>
                <a:cubicBezTo>
                  <a:pt x="247926" y="94011"/>
                  <a:pt x="247094" y="93843"/>
                  <a:pt x="246510" y="93618"/>
                </a:cubicBezTo>
                <a:cubicBezTo>
                  <a:pt x="245925" y="93393"/>
                  <a:pt x="245532" y="93112"/>
                  <a:pt x="245330" y="92775"/>
                </a:cubicBezTo>
                <a:cubicBezTo>
                  <a:pt x="245127" y="92438"/>
                  <a:pt x="245093" y="92044"/>
                  <a:pt x="245228" y="91595"/>
                </a:cubicBezTo>
                <a:lnTo>
                  <a:pt x="252445" y="55510"/>
                </a:lnTo>
                <a:cubicBezTo>
                  <a:pt x="252625" y="54470"/>
                  <a:pt x="252783" y="53442"/>
                  <a:pt x="252917" y="52426"/>
                </a:cubicBezTo>
                <a:cubicBezTo>
                  <a:pt x="253052" y="51409"/>
                  <a:pt x="253120" y="50380"/>
                  <a:pt x="253120" y="49340"/>
                </a:cubicBezTo>
                <a:cubicBezTo>
                  <a:pt x="253120" y="47216"/>
                  <a:pt x="252726" y="45499"/>
                  <a:pt x="251939" y="44189"/>
                </a:cubicBezTo>
                <a:cubicBezTo>
                  <a:pt x="251153" y="42878"/>
                  <a:pt x="249747" y="42223"/>
                  <a:pt x="247724" y="42223"/>
                </a:cubicBezTo>
                <a:cubicBezTo>
                  <a:pt x="245925" y="42223"/>
                  <a:pt x="244059" y="42809"/>
                  <a:pt x="242126" y="43983"/>
                </a:cubicBezTo>
                <a:cubicBezTo>
                  <a:pt x="240192" y="45154"/>
                  <a:pt x="238337" y="46744"/>
                  <a:pt x="236561" y="48752"/>
                </a:cubicBezTo>
                <a:cubicBezTo>
                  <a:pt x="234785" y="50759"/>
                  <a:pt x="233211" y="53104"/>
                  <a:pt x="231840" y="55788"/>
                </a:cubicBezTo>
                <a:cubicBezTo>
                  <a:pt x="230468" y="58471"/>
                  <a:pt x="229490" y="61323"/>
                  <a:pt x="228906" y="64346"/>
                </a:cubicBezTo>
                <a:lnTo>
                  <a:pt x="223443" y="91595"/>
                </a:lnTo>
                <a:cubicBezTo>
                  <a:pt x="223353" y="92044"/>
                  <a:pt x="223139" y="92438"/>
                  <a:pt x="222802" y="92775"/>
                </a:cubicBezTo>
                <a:cubicBezTo>
                  <a:pt x="222465" y="93112"/>
                  <a:pt x="221936" y="93393"/>
                  <a:pt x="221217" y="93618"/>
                </a:cubicBezTo>
                <a:cubicBezTo>
                  <a:pt x="220497" y="93843"/>
                  <a:pt x="219587" y="94011"/>
                  <a:pt x="218485" y="94124"/>
                </a:cubicBezTo>
                <a:cubicBezTo>
                  <a:pt x="217383" y="94236"/>
                  <a:pt x="216001" y="94293"/>
                  <a:pt x="214337" y="94293"/>
                </a:cubicBezTo>
                <a:cubicBezTo>
                  <a:pt x="212718" y="94293"/>
                  <a:pt x="211381" y="94236"/>
                  <a:pt x="210324" y="94124"/>
                </a:cubicBezTo>
                <a:cubicBezTo>
                  <a:pt x="209267" y="94011"/>
                  <a:pt x="208447" y="93843"/>
                  <a:pt x="207862" y="93618"/>
                </a:cubicBezTo>
                <a:cubicBezTo>
                  <a:pt x="207278" y="93393"/>
                  <a:pt x="206884" y="93112"/>
                  <a:pt x="206682" y="92775"/>
                </a:cubicBezTo>
                <a:cubicBezTo>
                  <a:pt x="206479" y="92438"/>
                  <a:pt x="206423" y="92044"/>
                  <a:pt x="206513" y="91595"/>
                </a:cubicBezTo>
                <a:lnTo>
                  <a:pt x="213663" y="55510"/>
                </a:lnTo>
                <a:cubicBezTo>
                  <a:pt x="213932" y="54470"/>
                  <a:pt x="214123" y="53396"/>
                  <a:pt x="214236" y="52289"/>
                </a:cubicBezTo>
                <a:cubicBezTo>
                  <a:pt x="214348" y="51182"/>
                  <a:pt x="214405" y="50108"/>
                  <a:pt x="214405" y="49069"/>
                </a:cubicBezTo>
                <a:cubicBezTo>
                  <a:pt x="214405" y="47080"/>
                  <a:pt x="214000" y="45442"/>
                  <a:pt x="213190" y="44155"/>
                </a:cubicBezTo>
                <a:cubicBezTo>
                  <a:pt x="212381" y="42867"/>
                  <a:pt x="210987" y="42223"/>
                  <a:pt x="209009" y="42223"/>
                </a:cubicBezTo>
                <a:cubicBezTo>
                  <a:pt x="207210" y="42223"/>
                  <a:pt x="205344" y="42809"/>
                  <a:pt x="203410" y="43983"/>
                </a:cubicBezTo>
                <a:cubicBezTo>
                  <a:pt x="201477" y="45154"/>
                  <a:pt x="199622" y="46744"/>
                  <a:pt x="197846" y="48752"/>
                </a:cubicBezTo>
                <a:cubicBezTo>
                  <a:pt x="196070" y="50759"/>
                  <a:pt x="194496" y="53104"/>
                  <a:pt x="193125" y="55788"/>
                </a:cubicBezTo>
                <a:cubicBezTo>
                  <a:pt x="191753" y="58471"/>
                  <a:pt x="190775" y="61323"/>
                  <a:pt x="190191" y="64346"/>
                </a:cubicBezTo>
                <a:lnTo>
                  <a:pt x="184727" y="91595"/>
                </a:lnTo>
                <a:cubicBezTo>
                  <a:pt x="184637" y="92044"/>
                  <a:pt x="184424" y="92438"/>
                  <a:pt x="184087" y="92775"/>
                </a:cubicBezTo>
                <a:cubicBezTo>
                  <a:pt x="183749" y="93112"/>
                  <a:pt x="183232" y="93393"/>
                  <a:pt x="182535" y="93618"/>
                </a:cubicBezTo>
                <a:cubicBezTo>
                  <a:pt x="181838" y="93843"/>
                  <a:pt x="180928" y="94011"/>
                  <a:pt x="179804" y="94124"/>
                </a:cubicBezTo>
                <a:cubicBezTo>
                  <a:pt x="178679" y="94236"/>
                  <a:pt x="177308" y="94293"/>
                  <a:pt x="175689" y="94293"/>
                </a:cubicBezTo>
                <a:cubicBezTo>
                  <a:pt x="174026" y="94293"/>
                  <a:pt x="172665" y="94236"/>
                  <a:pt x="171609" y="94124"/>
                </a:cubicBezTo>
                <a:cubicBezTo>
                  <a:pt x="170552" y="94011"/>
                  <a:pt x="169720" y="93843"/>
                  <a:pt x="169113" y="93618"/>
                </a:cubicBezTo>
                <a:cubicBezTo>
                  <a:pt x="168506" y="93393"/>
                  <a:pt x="168113" y="93112"/>
                  <a:pt x="167933" y="92775"/>
                </a:cubicBezTo>
                <a:cubicBezTo>
                  <a:pt x="167753" y="92438"/>
                  <a:pt x="167708" y="92044"/>
                  <a:pt x="167798" y="91595"/>
                </a:cubicBezTo>
                <a:lnTo>
                  <a:pt x="179871" y="31363"/>
                </a:lnTo>
                <a:cubicBezTo>
                  <a:pt x="179961" y="30914"/>
                  <a:pt x="180152" y="30520"/>
                  <a:pt x="180444" y="30183"/>
                </a:cubicBezTo>
                <a:cubicBezTo>
                  <a:pt x="180737" y="29846"/>
                  <a:pt x="181186" y="29576"/>
                  <a:pt x="181793" y="29374"/>
                </a:cubicBezTo>
                <a:cubicBezTo>
                  <a:pt x="182400" y="29171"/>
                  <a:pt x="183187" y="29014"/>
                  <a:pt x="184154" y="28902"/>
                </a:cubicBezTo>
                <a:cubicBezTo>
                  <a:pt x="185121" y="28789"/>
                  <a:pt x="186279" y="28733"/>
                  <a:pt x="187628" y="28733"/>
                </a:cubicBezTo>
                <a:cubicBezTo>
                  <a:pt x="189022" y="28733"/>
                  <a:pt x="190157" y="28789"/>
                  <a:pt x="191034" y="28902"/>
                </a:cubicBezTo>
                <a:cubicBezTo>
                  <a:pt x="191911" y="29014"/>
                  <a:pt x="192596" y="29171"/>
                  <a:pt x="193091" y="29374"/>
                </a:cubicBezTo>
                <a:cubicBezTo>
                  <a:pt x="193586" y="29576"/>
                  <a:pt x="193912" y="29846"/>
                  <a:pt x="194069" y="30183"/>
                </a:cubicBezTo>
                <a:cubicBezTo>
                  <a:pt x="194226" y="30520"/>
                  <a:pt x="194260" y="30914"/>
                  <a:pt x="194170" y="31363"/>
                </a:cubicBezTo>
                <a:lnTo>
                  <a:pt x="192214" y="41278"/>
                </a:lnTo>
                <a:cubicBezTo>
                  <a:pt x="193158" y="39696"/>
                  <a:pt x="194417" y="38081"/>
                  <a:pt x="195991" y="36433"/>
                </a:cubicBezTo>
                <a:cubicBezTo>
                  <a:pt x="197565" y="34783"/>
                  <a:pt x="199352" y="33303"/>
                  <a:pt x="201353" y="31994"/>
                </a:cubicBezTo>
                <a:cubicBezTo>
                  <a:pt x="203354" y="30683"/>
                  <a:pt x="205535" y="29609"/>
                  <a:pt x="207896" y="28773"/>
                </a:cubicBezTo>
                <a:cubicBezTo>
                  <a:pt x="210256" y="27937"/>
                  <a:pt x="212696" y="27519"/>
                  <a:pt x="215214" y="27519"/>
                </a:cubicBezTo>
                <a:cubicBezTo>
                  <a:pt x="217822" y="27519"/>
                  <a:pt x="220081" y="27869"/>
                  <a:pt x="221992" y="28571"/>
                </a:cubicBezTo>
                <a:cubicBezTo>
                  <a:pt x="223903" y="29270"/>
                  <a:pt x="225477" y="30242"/>
                  <a:pt x="226714" y="31486"/>
                </a:cubicBezTo>
                <a:cubicBezTo>
                  <a:pt x="227950" y="32728"/>
                  <a:pt x="228895" y="34185"/>
                  <a:pt x="229547" y="35857"/>
                </a:cubicBezTo>
                <a:cubicBezTo>
                  <a:pt x="230199" y="37528"/>
                  <a:pt x="230615" y="39335"/>
                  <a:pt x="230794" y="41278"/>
                </a:cubicBezTo>
                <a:cubicBezTo>
                  <a:pt x="231829" y="39651"/>
                  <a:pt x="233144" y="38025"/>
                  <a:pt x="234740" y="36399"/>
                </a:cubicBezTo>
                <a:cubicBezTo>
                  <a:pt x="236336" y="34772"/>
                  <a:pt x="238135" y="33303"/>
                  <a:pt x="240136" y="31994"/>
                </a:cubicBezTo>
                <a:cubicBezTo>
                  <a:pt x="242137" y="30683"/>
                  <a:pt x="244307" y="29609"/>
                  <a:pt x="246645" y="28773"/>
                </a:cubicBezTo>
                <a:cubicBezTo>
                  <a:pt x="248983" y="27937"/>
                  <a:pt x="251389" y="27519"/>
                  <a:pt x="253862" y="27519"/>
                </a:cubicBezTo>
                <a:cubicBezTo>
                  <a:pt x="257009" y="27519"/>
                  <a:pt x="259651" y="27959"/>
                  <a:pt x="261787" y="28838"/>
                </a:cubicBezTo>
                <a:cubicBezTo>
                  <a:pt x="263923" y="29717"/>
                  <a:pt x="265643" y="30933"/>
                  <a:pt x="266947" y="32489"/>
                </a:cubicBezTo>
                <a:cubicBezTo>
                  <a:pt x="268251" y="34044"/>
                  <a:pt x="269195" y="35870"/>
                  <a:pt x="269779" y="37967"/>
                </a:cubicBezTo>
                <a:cubicBezTo>
                  <a:pt x="270364" y="40062"/>
                  <a:pt x="270656" y="42327"/>
                  <a:pt x="270656" y="44762"/>
                </a:cubicBezTo>
                <a:cubicBezTo>
                  <a:pt x="270656" y="46339"/>
                  <a:pt x="270566" y="47928"/>
                  <a:pt x="270387" y="49528"/>
                </a:cubicBezTo>
                <a:cubicBezTo>
                  <a:pt x="270207" y="51129"/>
                  <a:pt x="269937" y="52763"/>
                  <a:pt x="269577" y="54431"/>
                </a:cubicBezTo>
                <a:lnTo>
                  <a:pt x="262158" y="91595"/>
                </a:lnTo>
                <a:close/>
                <a:moveTo>
                  <a:pt x="341517" y="44613"/>
                </a:moveTo>
                <a:cubicBezTo>
                  <a:pt x="341517" y="47856"/>
                  <a:pt x="340786" y="50773"/>
                  <a:pt x="339324" y="53364"/>
                </a:cubicBezTo>
                <a:cubicBezTo>
                  <a:pt x="337863" y="55954"/>
                  <a:pt x="335592" y="58184"/>
                  <a:pt x="332512" y="60054"/>
                </a:cubicBezTo>
                <a:cubicBezTo>
                  <a:pt x="329432" y="61923"/>
                  <a:pt x="325520" y="63353"/>
                  <a:pt x="320776" y="64343"/>
                </a:cubicBezTo>
                <a:cubicBezTo>
                  <a:pt x="316032" y="65334"/>
                  <a:pt x="310378" y="65829"/>
                  <a:pt x="303813" y="65829"/>
                </a:cubicBezTo>
                <a:lnTo>
                  <a:pt x="297608" y="65829"/>
                </a:lnTo>
                <a:cubicBezTo>
                  <a:pt x="297428" y="66864"/>
                  <a:pt x="297293" y="67887"/>
                  <a:pt x="297203" y="68898"/>
                </a:cubicBezTo>
                <a:cubicBezTo>
                  <a:pt x="297113" y="69910"/>
                  <a:pt x="297068" y="70843"/>
                  <a:pt x="297068" y="71697"/>
                </a:cubicBezTo>
                <a:cubicBezTo>
                  <a:pt x="297068" y="75340"/>
                  <a:pt x="298012" y="78082"/>
                  <a:pt x="299901" y="79926"/>
                </a:cubicBezTo>
                <a:cubicBezTo>
                  <a:pt x="301790" y="81770"/>
                  <a:pt x="304825" y="82691"/>
                  <a:pt x="309007" y="82691"/>
                </a:cubicBezTo>
                <a:cubicBezTo>
                  <a:pt x="311974" y="82691"/>
                  <a:pt x="314638" y="82474"/>
                  <a:pt x="316999" y="82040"/>
                </a:cubicBezTo>
                <a:cubicBezTo>
                  <a:pt x="319360" y="81606"/>
                  <a:pt x="321428" y="81126"/>
                  <a:pt x="323204" y="80601"/>
                </a:cubicBezTo>
                <a:cubicBezTo>
                  <a:pt x="324980" y="80075"/>
                  <a:pt x="326453" y="79595"/>
                  <a:pt x="327622" y="79161"/>
                </a:cubicBezTo>
                <a:cubicBezTo>
                  <a:pt x="328791" y="78727"/>
                  <a:pt x="329646" y="78510"/>
                  <a:pt x="330185" y="78510"/>
                </a:cubicBezTo>
                <a:cubicBezTo>
                  <a:pt x="330725" y="78510"/>
                  <a:pt x="331107" y="78668"/>
                  <a:pt x="331332" y="78986"/>
                </a:cubicBezTo>
                <a:cubicBezTo>
                  <a:pt x="331557" y="79304"/>
                  <a:pt x="331669" y="79802"/>
                  <a:pt x="331669" y="80480"/>
                </a:cubicBezTo>
                <a:cubicBezTo>
                  <a:pt x="331669" y="81252"/>
                  <a:pt x="331602" y="82136"/>
                  <a:pt x="331467" y="83134"/>
                </a:cubicBezTo>
                <a:cubicBezTo>
                  <a:pt x="331332" y="84130"/>
                  <a:pt x="331141" y="85116"/>
                  <a:pt x="330893" y="86091"/>
                </a:cubicBezTo>
                <a:cubicBezTo>
                  <a:pt x="330646" y="87065"/>
                  <a:pt x="330331" y="87983"/>
                  <a:pt x="329949" y="88844"/>
                </a:cubicBezTo>
                <a:cubicBezTo>
                  <a:pt x="329567" y="89705"/>
                  <a:pt x="329129" y="90362"/>
                  <a:pt x="328634" y="90815"/>
                </a:cubicBezTo>
                <a:cubicBezTo>
                  <a:pt x="328094" y="91359"/>
                  <a:pt x="327105" y="91903"/>
                  <a:pt x="325666" y="92448"/>
                </a:cubicBezTo>
                <a:cubicBezTo>
                  <a:pt x="324227" y="92992"/>
                  <a:pt x="322496" y="93490"/>
                  <a:pt x="320473" y="93943"/>
                </a:cubicBezTo>
                <a:cubicBezTo>
                  <a:pt x="318449" y="94397"/>
                  <a:pt x="316179" y="94770"/>
                  <a:pt x="313660" y="95064"/>
                </a:cubicBezTo>
                <a:cubicBezTo>
                  <a:pt x="311142" y="95359"/>
                  <a:pt x="308579" y="95507"/>
                  <a:pt x="305971" y="95507"/>
                </a:cubicBezTo>
                <a:cubicBezTo>
                  <a:pt x="301655" y="95507"/>
                  <a:pt x="297889" y="95056"/>
                  <a:pt x="294674" y="94153"/>
                </a:cubicBezTo>
                <a:cubicBezTo>
                  <a:pt x="291459" y="93253"/>
                  <a:pt x="288772" y="91879"/>
                  <a:pt x="286614" y="90033"/>
                </a:cubicBezTo>
                <a:cubicBezTo>
                  <a:pt x="284455" y="88185"/>
                  <a:pt x="282837" y="85831"/>
                  <a:pt x="281757" y="82970"/>
                </a:cubicBezTo>
                <a:cubicBezTo>
                  <a:pt x="280678" y="80109"/>
                  <a:pt x="280139" y="76719"/>
                  <a:pt x="280139" y="72800"/>
                </a:cubicBezTo>
                <a:cubicBezTo>
                  <a:pt x="280139" y="69780"/>
                  <a:pt x="280420" y="66547"/>
                  <a:pt x="280982" y="63102"/>
                </a:cubicBezTo>
                <a:cubicBezTo>
                  <a:pt x="281544" y="59655"/>
                  <a:pt x="282454" y="56253"/>
                  <a:pt x="283713" y="52896"/>
                </a:cubicBezTo>
                <a:cubicBezTo>
                  <a:pt x="284972" y="49539"/>
                  <a:pt x="286591" y="46329"/>
                  <a:pt x="288570" y="43266"/>
                </a:cubicBezTo>
                <a:cubicBezTo>
                  <a:pt x="290548" y="40203"/>
                  <a:pt x="292943" y="37511"/>
                  <a:pt x="295753" y="35191"/>
                </a:cubicBezTo>
                <a:cubicBezTo>
                  <a:pt x="298563" y="32870"/>
                  <a:pt x="301812" y="31011"/>
                  <a:pt x="305499" y="29614"/>
                </a:cubicBezTo>
                <a:cubicBezTo>
                  <a:pt x="309186" y="28217"/>
                  <a:pt x="313391" y="27519"/>
                  <a:pt x="318112" y="27519"/>
                </a:cubicBezTo>
                <a:cubicBezTo>
                  <a:pt x="322204" y="27519"/>
                  <a:pt x="325722" y="28003"/>
                  <a:pt x="328668" y="28971"/>
                </a:cubicBezTo>
                <a:cubicBezTo>
                  <a:pt x="331613" y="29939"/>
                  <a:pt x="334030" y="31223"/>
                  <a:pt x="335918" y="32822"/>
                </a:cubicBezTo>
                <a:cubicBezTo>
                  <a:pt x="337807" y="34421"/>
                  <a:pt x="339212" y="36246"/>
                  <a:pt x="340134" y="38296"/>
                </a:cubicBezTo>
                <a:cubicBezTo>
                  <a:pt x="341056" y="40346"/>
                  <a:pt x="341517" y="42452"/>
                  <a:pt x="341517" y="44613"/>
                </a:cubicBezTo>
                <a:moveTo>
                  <a:pt x="324857" y="45905"/>
                </a:moveTo>
                <a:cubicBezTo>
                  <a:pt x="324857" y="44115"/>
                  <a:pt x="324149" y="42627"/>
                  <a:pt x="322732" y="41441"/>
                </a:cubicBezTo>
                <a:cubicBezTo>
                  <a:pt x="321316" y="40253"/>
                  <a:pt x="319259" y="39660"/>
                  <a:pt x="316561" y="39660"/>
                </a:cubicBezTo>
                <a:cubicBezTo>
                  <a:pt x="314312" y="39660"/>
                  <a:pt x="312300" y="40063"/>
                  <a:pt x="310524" y="40869"/>
                </a:cubicBezTo>
                <a:cubicBezTo>
                  <a:pt x="308748" y="41675"/>
                  <a:pt x="307185" y="42760"/>
                  <a:pt x="305836" y="44126"/>
                </a:cubicBezTo>
                <a:cubicBezTo>
                  <a:pt x="304487" y="45490"/>
                  <a:pt x="303330" y="47102"/>
                  <a:pt x="302363" y="48961"/>
                </a:cubicBezTo>
                <a:cubicBezTo>
                  <a:pt x="301396" y="50819"/>
                  <a:pt x="300620" y="52799"/>
                  <a:pt x="300036" y="54903"/>
                </a:cubicBezTo>
                <a:lnTo>
                  <a:pt x="305702" y="54903"/>
                </a:lnTo>
                <a:cubicBezTo>
                  <a:pt x="309299" y="54903"/>
                  <a:pt x="312311" y="54668"/>
                  <a:pt x="314740" y="54199"/>
                </a:cubicBezTo>
                <a:cubicBezTo>
                  <a:pt x="317168" y="53728"/>
                  <a:pt x="319124" y="53090"/>
                  <a:pt x="320608" y="52285"/>
                </a:cubicBezTo>
                <a:cubicBezTo>
                  <a:pt x="322091" y="51478"/>
                  <a:pt x="323171" y="50527"/>
                  <a:pt x="323845" y="49431"/>
                </a:cubicBezTo>
                <a:cubicBezTo>
                  <a:pt x="324520" y="48334"/>
                  <a:pt x="324857" y="47158"/>
                  <a:pt x="324857" y="45905"/>
                </a:cubicBezTo>
                <a:close/>
                <a:moveTo>
                  <a:pt x="410950" y="44805"/>
                </a:moveTo>
                <a:cubicBezTo>
                  <a:pt x="410950" y="46380"/>
                  <a:pt x="410848" y="47955"/>
                  <a:pt x="410646" y="49530"/>
                </a:cubicBezTo>
                <a:cubicBezTo>
                  <a:pt x="410444" y="51105"/>
                  <a:pt x="410185" y="52725"/>
                  <a:pt x="409870" y="54391"/>
                </a:cubicBezTo>
                <a:lnTo>
                  <a:pt x="402384" y="91595"/>
                </a:lnTo>
                <a:cubicBezTo>
                  <a:pt x="402294" y="92044"/>
                  <a:pt x="402080" y="92438"/>
                  <a:pt x="401743" y="92775"/>
                </a:cubicBezTo>
                <a:cubicBezTo>
                  <a:pt x="401406" y="93112"/>
                  <a:pt x="400889" y="93393"/>
                  <a:pt x="400192" y="93618"/>
                </a:cubicBezTo>
                <a:cubicBezTo>
                  <a:pt x="399495" y="93843"/>
                  <a:pt x="398595" y="94011"/>
                  <a:pt x="397494" y="94124"/>
                </a:cubicBezTo>
                <a:cubicBezTo>
                  <a:pt x="396392" y="94236"/>
                  <a:pt x="395009" y="94293"/>
                  <a:pt x="393346" y="94293"/>
                </a:cubicBezTo>
                <a:cubicBezTo>
                  <a:pt x="391682" y="94293"/>
                  <a:pt x="390322" y="94236"/>
                  <a:pt x="389265" y="94124"/>
                </a:cubicBezTo>
                <a:cubicBezTo>
                  <a:pt x="388208" y="94011"/>
                  <a:pt x="387388" y="93843"/>
                  <a:pt x="386803" y="93618"/>
                </a:cubicBezTo>
                <a:cubicBezTo>
                  <a:pt x="386219" y="93393"/>
                  <a:pt x="385825" y="93112"/>
                  <a:pt x="385623" y="92775"/>
                </a:cubicBezTo>
                <a:cubicBezTo>
                  <a:pt x="385420" y="92438"/>
                  <a:pt x="385364" y="92044"/>
                  <a:pt x="385454" y="91595"/>
                </a:cubicBezTo>
                <a:lnTo>
                  <a:pt x="392739" y="55510"/>
                </a:lnTo>
                <a:cubicBezTo>
                  <a:pt x="392963" y="54425"/>
                  <a:pt x="393132" y="53318"/>
                  <a:pt x="393244" y="52188"/>
                </a:cubicBezTo>
                <a:cubicBezTo>
                  <a:pt x="393357" y="51058"/>
                  <a:pt x="393413" y="50064"/>
                  <a:pt x="393413" y="49206"/>
                </a:cubicBezTo>
                <a:cubicBezTo>
                  <a:pt x="393413" y="47171"/>
                  <a:pt x="392986" y="45499"/>
                  <a:pt x="392132" y="44189"/>
                </a:cubicBezTo>
                <a:cubicBezTo>
                  <a:pt x="391277" y="42878"/>
                  <a:pt x="389838" y="42223"/>
                  <a:pt x="387815" y="42223"/>
                </a:cubicBezTo>
                <a:cubicBezTo>
                  <a:pt x="385971" y="42223"/>
                  <a:pt x="384049" y="42809"/>
                  <a:pt x="382048" y="43983"/>
                </a:cubicBezTo>
                <a:cubicBezTo>
                  <a:pt x="380047" y="45154"/>
                  <a:pt x="378158" y="46744"/>
                  <a:pt x="376382" y="48752"/>
                </a:cubicBezTo>
                <a:cubicBezTo>
                  <a:pt x="374606" y="50759"/>
                  <a:pt x="373021" y="53104"/>
                  <a:pt x="371627" y="55788"/>
                </a:cubicBezTo>
                <a:cubicBezTo>
                  <a:pt x="370233" y="58471"/>
                  <a:pt x="369244" y="61323"/>
                  <a:pt x="368660" y="64346"/>
                </a:cubicBezTo>
                <a:lnTo>
                  <a:pt x="363196" y="91595"/>
                </a:lnTo>
                <a:cubicBezTo>
                  <a:pt x="363106" y="92044"/>
                  <a:pt x="362893" y="92438"/>
                  <a:pt x="362555" y="92775"/>
                </a:cubicBezTo>
                <a:cubicBezTo>
                  <a:pt x="362218" y="93112"/>
                  <a:pt x="361701" y="93393"/>
                  <a:pt x="361004" y="93618"/>
                </a:cubicBezTo>
                <a:cubicBezTo>
                  <a:pt x="360307" y="93843"/>
                  <a:pt x="359397" y="94011"/>
                  <a:pt x="358273" y="94124"/>
                </a:cubicBezTo>
                <a:cubicBezTo>
                  <a:pt x="357148" y="94236"/>
                  <a:pt x="355777" y="94293"/>
                  <a:pt x="354158" y="94293"/>
                </a:cubicBezTo>
                <a:cubicBezTo>
                  <a:pt x="352494" y="94293"/>
                  <a:pt x="351134" y="94236"/>
                  <a:pt x="350078" y="94124"/>
                </a:cubicBezTo>
                <a:cubicBezTo>
                  <a:pt x="349021" y="94011"/>
                  <a:pt x="348189" y="93843"/>
                  <a:pt x="347582" y="93618"/>
                </a:cubicBezTo>
                <a:cubicBezTo>
                  <a:pt x="346975" y="93393"/>
                  <a:pt x="346582" y="93112"/>
                  <a:pt x="346402" y="92775"/>
                </a:cubicBezTo>
                <a:cubicBezTo>
                  <a:pt x="346222" y="92438"/>
                  <a:pt x="346177" y="92044"/>
                  <a:pt x="346267" y="91595"/>
                </a:cubicBezTo>
                <a:lnTo>
                  <a:pt x="358340" y="31363"/>
                </a:lnTo>
                <a:cubicBezTo>
                  <a:pt x="358430" y="30914"/>
                  <a:pt x="358621" y="30520"/>
                  <a:pt x="358913" y="30183"/>
                </a:cubicBezTo>
                <a:cubicBezTo>
                  <a:pt x="359206" y="29846"/>
                  <a:pt x="359655" y="29576"/>
                  <a:pt x="360262" y="29374"/>
                </a:cubicBezTo>
                <a:cubicBezTo>
                  <a:pt x="360869" y="29171"/>
                  <a:pt x="361656" y="29014"/>
                  <a:pt x="362623" y="28902"/>
                </a:cubicBezTo>
                <a:cubicBezTo>
                  <a:pt x="363590" y="28789"/>
                  <a:pt x="364748" y="28733"/>
                  <a:pt x="366097" y="28733"/>
                </a:cubicBezTo>
                <a:cubicBezTo>
                  <a:pt x="367490" y="28733"/>
                  <a:pt x="368626" y="28789"/>
                  <a:pt x="369503" y="28902"/>
                </a:cubicBezTo>
                <a:cubicBezTo>
                  <a:pt x="370379" y="29014"/>
                  <a:pt x="371065" y="29171"/>
                  <a:pt x="371560" y="29374"/>
                </a:cubicBezTo>
                <a:cubicBezTo>
                  <a:pt x="372054" y="29576"/>
                  <a:pt x="372380" y="29846"/>
                  <a:pt x="372538" y="30183"/>
                </a:cubicBezTo>
                <a:cubicBezTo>
                  <a:pt x="372695" y="30520"/>
                  <a:pt x="372729" y="30914"/>
                  <a:pt x="372639" y="31363"/>
                </a:cubicBezTo>
                <a:lnTo>
                  <a:pt x="370683" y="41278"/>
                </a:lnTo>
                <a:cubicBezTo>
                  <a:pt x="371627" y="39696"/>
                  <a:pt x="372886" y="38081"/>
                  <a:pt x="374460" y="36433"/>
                </a:cubicBezTo>
                <a:cubicBezTo>
                  <a:pt x="376034" y="34783"/>
                  <a:pt x="377844" y="33303"/>
                  <a:pt x="379890" y="31994"/>
                </a:cubicBezTo>
                <a:cubicBezTo>
                  <a:pt x="381936" y="30683"/>
                  <a:pt x="384161" y="29609"/>
                  <a:pt x="386567" y="28773"/>
                </a:cubicBezTo>
                <a:cubicBezTo>
                  <a:pt x="388973" y="27937"/>
                  <a:pt x="391480" y="27519"/>
                  <a:pt x="394088" y="27519"/>
                </a:cubicBezTo>
                <a:cubicBezTo>
                  <a:pt x="397235" y="27519"/>
                  <a:pt x="399877" y="27980"/>
                  <a:pt x="402013" y="28904"/>
                </a:cubicBezTo>
                <a:cubicBezTo>
                  <a:pt x="404149" y="29825"/>
                  <a:pt x="405880" y="31075"/>
                  <a:pt x="407206" y="32651"/>
                </a:cubicBezTo>
                <a:cubicBezTo>
                  <a:pt x="408533" y="34226"/>
                  <a:pt x="409488" y="36061"/>
                  <a:pt x="410073" y="38155"/>
                </a:cubicBezTo>
                <a:cubicBezTo>
                  <a:pt x="410657" y="40247"/>
                  <a:pt x="410950" y="42464"/>
                  <a:pt x="410950" y="44805"/>
                </a:cubicBezTo>
                <a:close/>
                <a:moveTo>
                  <a:pt x="464963" y="32038"/>
                </a:moveTo>
                <a:cubicBezTo>
                  <a:pt x="464963" y="32488"/>
                  <a:pt x="464918" y="33061"/>
                  <a:pt x="464828" y="33758"/>
                </a:cubicBezTo>
                <a:cubicBezTo>
                  <a:pt x="464738" y="34455"/>
                  <a:pt x="464615" y="35208"/>
                  <a:pt x="464457" y="36017"/>
                </a:cubicBezTo>
                <a:cubicBezTo>
                  <a:pt x="464300" y="36827"/>
                  <a:pt x="464086" y="37636"/>
                  <a:pt x="463817" y="38445"/>
                </a:cubicBezTo>
                <a:cubicBezTo>
                  <a:pt x="463547" y="39255"/>
                  <a:pt x="463243" y="39986"/>
                  <a:pt x="462906" y="40638"/>
                </a:cubicBezTo>
                <a:cubicBezTo>
                  <a:pt x="462569" y="41290"/>
                  <a:pt x="462187" y="41829"/>
                  <a:pt x="461759" y="42256"/>
                </a:cubicBezTo>
                <a:cubicBezTo>
                  <a:pt x="461332" y="42683"/>
                  <a:pt x="460871" y="42897"/>
                  <a:pt x="460377" y="42897"/>
                </a:cubicBezTo>
                <a:lnTo>
                  <a:pt x="447224" y="42897"/>
                </a:lnTo>
                <a:lnTo>
                  <a:pt x="441559" y="71158"/>
                </a:lnTo>
                <a:cubicBezTo>
                  <a:pt x="441424" y="71828"/>
                  <a:pt x="441300" y="72621"/>
                  <a:pt x="441188" y="73537"/>
                </a:cubicBezTo>
                <a:cubicBezTo>
                  <a:pt x="441075" y="74452"/>
                  <a:pt x="441019" y="75200"/>
                  <a:pt x="441019" y="75780"/>
                </a:cubicBezTo>
                <a:cubicBezTo>
                  <a:pt x="441019" y="77566"/>
                  <a:pt x="441446" y="78872"/>
                  <a:pt x="442301" y="79698"/>
                </a:cubicBezTo>
                <a:cubicBezTo>
                  <a:pt x="443155" y="80525"/>
                  <a:pt x="444504" y="80938"/>
                  <a:pt x="446347" y="80938"/>
                </a:cubicBezTo>
                <a:cubicBezTo>
                  <a:pt x="447427" y="80938"/>
                  <a:pt x="448348" y="80859"/>
                  <a:pt x="449113" y="80702"/>
                </a:cubicBezTo>
                <a:cubicBezTo>
                  <a:pt x="449877" y="80544"/>
                  <a:pt x="450540" y="80364"/>
                  <a:pt x="451103" y="80162"/>
                </a:cubicBezTo>
                <a:cubicBezTo>
                  <a:pt x="451665" y="79960"/>
                  <a:pt x="452148" y="79780"/>
                  <a:pt x="452553" y="79623"/>
                </a:cubicBezTo>
                <a:cubicBezTo>
                  <a:pt x="452957" y="79465"/>
                  <a:pt x="453340" y="79386"/>
                  <a:pt x="453699" y="79386"/>
                </a:cubicBezTo>
                <a:cubicBezTo>
                  <a:pt x="454059" y="79386"/>
                  <a:pt x="454363" y="79555"/>
                  <a:pt x="454610" y="79892"/>
                </a:cubicBezTo>
                <a:cubicBezTo>
                  <a:pt x="454857" y="80230"/>
                  <a:pt x="454981" y="80781"/>
                  <a:pt x="454981" y="81547"/>
                </a:cubicBezTo>
                <a:cubicBezTo>
                  <a:pt x="454981" y="82405"/>
                  <a:pt x="454891" y="83377"/>
                  <a:pt x="454711" y="84462"/>
                </a:cubicBezTo>
                <a:cubicBezTo>
                  <a:pt x="454531" y="85547"/>
                  <a:pt x="454295" y="86597"/>
                  <a:pt x="454003" y="87613"/>
                </a:cubicBezTo>
                <a:cubicBezTo>
                  <a:pt x="453711" y="88629"/>
                  <a:pt x="453385" y="89555"/>
                  <a:pt x="453025" y="90391"/>
                </a:cubicBezTo>
                <a:cubicBezTo>
                  <a:pt x="452665" y="91227"/>
                  <a:pt x="452283" y="91848"/>
                  <a:pt x="451878" y="92254"/>
                </a:cubicBezTo>
                <a:cubicBezTo>
                  <a:pt x="451473" y="92662"/>
                  <a:pt x="450866" y="93046"/>
                  <a:pt x="450057" y="93407"/>
                </a:cubicBezTo>
                <a:cubicBezTo>
                  <a:pt x="449248" y="93768"/>
                  <a:pt x="448292" y="94085"/>
                  <a:pt x="447191" y="94356"/>
                </a:cubicBezTo>
                <a:cubicBezTo>
                  <a:pt x="446089" y="94627"/>
                  <a:pt x="444909" y="94841"/>
                  <a:pt x="443650" y="94999"/>
                </a:cubicBezTo>
                <a:cubicBezTo>
                  <a:pt x="442390" y="95157"/>
                  <a:pt x="441131" y="95237"/>
                  <a:pt x="439872" y="95237"/>
                </a:cubicBezTo>
                <a:cubicBezTo>
                  <a:pt x="437174" y="95237"/>
                  <a:pt x="434803" y="94956"/>
                  <a:pt x="432757" y="94394"/>
                </a:cubicBezTo>
                <a:cubicBezTo>
                  <a:pt x="430711" y="93832"/>
                  <a:pt x="428991" y="92944"/>
                  <a:pt x="427597" y="91729"/>
                </a:cubicBezTo>
                <a:cubicBezTo>
                  <a:pt x="426203" y="90515"/>
                  <a:pt x="425157" y="88964"/>
                  <a:pt x="424461" y="87076"/>
                </a:cubicBezTo>
                <a:cubicBezTo>
                  <a:pt x="423764" y="85187"/>
                  <a:pt x="423415" y="82894"/>
                  <a:pt x="423415" y="80196"/>
                </a:cubicBezTo>
                <a:cubicBezTo>
                  <a:pt x="423415" y="79701"/>
                  <a:pt x="423438" y="79128"/>
                  <a:pt x="423483" y="78476"/>
                </a:cubicBezTo>
                <a:cubicBezTo>
                  <a:pt x="423527" y="77824"/>
                  <a:pt x="423606" y="77138"/>
                  <a:pt x="423719" y="76419"/>
                </a:cubicBezTo>
                <a:cubicBezTo>
                  <a:pt x="423831" y="75699"/>
                  <a:pt x="423943" y="74969"/>
                  <a:pt x="424056" y="74227"/>
                </a:cubicBezTo>
                <a:cubicBezTo>
                  <a:pt x="424168" y="73485"/>
                  <a:pt x="424292" y="72822"/>
                  <a:pt x="424427" y="72237"/>
                </a:cubicBezTo>
                <a:lnTo>
                  <a:pt x="430295" y="42897"/>
                </a:lnTo>
                <a:lnTo>
                  <a:pt x="423010" y="42897"/>
                </a:lnTo>
                <a:cubicBezTo>
                  <a:pt x="422426" y="42897"/>
                  <a:pt x="421999" y="42706"/>
                  <a:pt x="421729" y="42324"/>
                </a:cubicBezTo>
                <a:cubicBezTo>
                  <a:pt x="421459" y="41942"/>
                  <a:pt x="421324" y="41211"/>
                  <a:pt x="421324" y="40132"/>
                </a:cubicBezTo>
                <a:cubicBezTo>
                  <a:pt x="421324" y="39367"/>
                  <a:pt x="421403" y="38367"/>
                  <a:pt x="421560" y="37130"/>
                </a:cubicBezTo>
                <a:cubicBezTo>
                  <a:pt x="421718" y="35894"/>
                  <a:pt x="421976" y="34680"/>
                  <a:pt x="422336" y="33488"/>
                </a:cubicBezTo>
                <a:cubicBezTo>
                  <a:pt x="422696" y="32296"/>
                  <a:pt x="423168" y="31273"/>
                  <a:pt x="423752" y="30419"/>
                </a:cubicBezTo>
                <a:cubicBezTo>
                  <a:pt x="424337" y="29565"/>
                  <a:pt x="425034" y="29138"/>
                  <a:pt x="425843" y="29138"/>
                </a:cubicBezTo>
                <a:lnTo>
                  <a:pt x="433060" y="29138"/>
                </a:lnTo>
                <a:lnTo>
                  <a:pt x="435758" y="15661"/>
                </a:lnTo>
                <a:cubicBezTo>
                  <a:pt x="435848" y="15210"/>
                  <a:pt x="436062" y="14803"/>
                  <a:pt x="436399" y="14442"/>
                </a:cubicBezTo>
                <a:cubicBezTo>
                  <a:pt x="436736" y="14080"/>
                  <a:pt x="437253" y="13775"/>
                  <a:pt x="437950" y="13528"/>
                </a:cubicBezTo>
                <a:cubicBezTo>
                  <a:pt x="438647" y="13279"/>
                  <a:pt x="439546" y="13098"/>
                  <a:pt x="440648" y="12986"/>
                </a:cubicBezTo>
                <a:cubicBezTo>
                  <a:pt x="441750" y="12872"/>
                  <a:pt x="443132" y="12815"/>
                  <a:pt x="444796" y="12815"/>
                </a:cubicBezTo>
                <a:cubicBezTo>
                  <a:pt x="446415" y="12815"/>
                  <a:pt x="447764" y="12872"/>
                  <a:pt x="448843" y="12986"/>
                </a:cubicBezTo>
                <a:cubicBezTo>
                  <a:pt x="449922" y="13098"/>
                  <a:pt x="450754" y="13279"/>
                  <a:pt x="451339" y="13528"/>
                </a:cubicBezTo>
                <a:cubicBezTo>
                  <a:pt x="451923" y="13775"/>
                  <a:pt x="452317" y="14080"/>
                  <a:pt x="452519" y="14442"/>
                </a:cubicBezTo>
                <a:cubicBezTo>
                  <a:pt x="452721" y="14803"/>
                  <a:pt x="452777" y="15210"/>
                  <a:pt x="452688" y="15661"/>
                </a:cubicBezTo>
                <a:lnTo>
                  <a:pt x="449990" y="29138"/>
                </a:lnTo>
                <a:lnTo>
                  <a:pt x="463007" y="29138"/>
                </a:lnTo>
                <a:cubicBezTo>
                  <a:pt x="463772" y="29138"/>
                  <a:pt x="464289" y="29385"/>
                  <a:pt x="464558" y="29880"/>
                </a:cubicBezTo>
                <a:cubicBezTo>
                  <a:pt x="464828" y="30374"/>
                  <a:pt x="464963" y="31094"/>
                  <a:pt x="464963" y="32038"/>
                </a:cubicBezTo>
                <a:close/>
                <a:moveTo>
                  <a:pt x="680903" y="48900"/>
                </a:moveTo>
                <a:lnTo>
                  <a:pt x="694325" y="87008"/>
                </a:lnTo>
                <a:cubicBezTo>
                  <a:pt x="694820" y="88627"/>
                  <a:pt x="695101" y="89920"/>
                  <a:pt x="695168" y="90886"/>
                </a:cubicBezTo>
                <a:cubicBezTo>
                  <a:pt x="695236" y="91853"/>
                  <a:pt x="694966" y="92595"/>
                  <a:pt x="694359" y="93112"/>
                </a:cubicBezTo>
                <a:cubicBezTo>
                  <a:pt x="693752" y="93629"/>
                  <a:pt x="692729" y="93955"/>
                  <a:pt x="691290" y="94090"/>
                </a:cubicBezTo>
                <a:cubicBezTo>
                  <a:pt x="689851" y="94225"/>
                  <a:pt x="687850" y="94293"/>
                  <a:pt x="685287" y="94293"/>
                </a:cubicBezTo>
                <a:cubicBezTo>
                  <a:pt x="683444" y="94293"/>
                  <a:pt x="681982" y="94248"/>
                  <a:pt x="680903" y="94158"/>
                </a:cubicBezTo>
                <a:cubicBezTo>
                  <a:pt x="679824" y="94068"/>
                  <a:pt x="678981" y="93922"/>
                  <a:pt x="678374" y="93719"/>
                </a:cubicBezTo>
                <a:cubicBezTo>
                  <a:pt x="677767" y="93517"/>
                  <a:pt x="677339" y="93236"/>
                  <a:pt x="677092" y="92876"/>
                </a:cubicBezTo>
                <a:cubicBezTo>
                  <a:pt x="676845" y="92516"/>
                  <a:pt x="676631" y="92067"/>
                  <a:pt x="676451" y="91527"/>
                </a:cubicBezTo>
                <a:lnTo>
                  <a:pt x="665862" y="59827"/>
                </a:lnTo>
                <a:lnTo>
                  <a:pt x="643469" y="91527"/>
                </a:lnTo>
                <a:cubicBezTo>
                  <a:pt x="643065" y="92067"/>
                  <a:pt x="642649" y="92516"/>
                  <a:pt x="642221" y="92876"/>
                </a:cubicBezTo>
                <a:cubicBezTo>
                  <a:pt x="641794" y="93236"/>
                  <a:pt x="641187" y="93517"/>
                  <a:pt x="640400" y="93719"/>
                </a:cubicBezTo>
                <a:cubicBezTo>
                  <a:pt x="639613" y="93922"/>
                  <a:pt x="638579" y="94068"/>
                  <a:pt x="637298" y="94158"/>
                </a:cubicBezTo>
                <a:cubicBezTo>
                  <a:pt x="636016" y="94248"/>
                  <a:pt x="634364" y="94293"/>
                  <a:pt x="632340" y="94293"/>
                </a:cubicBezTo>
                <a:cubicBezTo>
                  <a:pt x="629957" y="94293"/>
                  <a:pt x="628091" y="94225"/>
                  <a:pt x="626742" y="94090"/>
                </a:cubicBezTo>
                <a:cubicBezTo>
                  <a:pt x="625393" y="93955"/>
                  <a:pt x="624516" y="93641"/>
                  <a:pt x="624112" y="93146"/>
                </a:cubicBezTo>
                <a:cubicBezTo>
                  <a:pt x="623707" y="92651"/>
                  <a:pt x="623718" y="91932"/>
                  <a:pt x="624145" y="90988"/>
                </a:cubicBezTo>
                <a:cubicBezTo>
                  <a:pt x="624573" y="90043"/>
                  <a:pt x="625348" y="88784"/>
                  <a:pt x="626472" y="87210"/>
                </a:cubicBezTo>
                <a:lnTo>
                  <a:pt x="655273" y="48765"/>
                </a:lnTo>
                <a:lnTo>
                  <a:pt x="643065" y="13287"/>
                </a:lnTo>
                <a:cubicBezTo>
                  <a:pt x="642570" y="11713"/>
                  <a:pt x="642289" y="10454"/>
                  <a:pt x="642221" y="9510"/>
                </a:cubicBezTo>
                <a:cubicBezTo>
                  <a:pt x="642154" y="8566"/>
                  <a:pt x="642424" y="7846"/>
                  <a:pt x="643031" y="7352"/>
                </a:cubicBezTo>
                <a:cubicBezTo>
                  <a:pt x="643638" y="6857"/>
                  <a:pt x="644661" y="6542"/>
                  <a:pt x="646100" y="6408"/>
                </a:cubicBezTo>
                <a:cubicBezTo>
                  <a:pt x="647539" y="6273"/>
                  <a:pt x="649517" y="6205"/>
                  <a:pt x="652035" y="6205"/>
                </a:cubicBezTo>
                <a:cubicBezTo>
                  <a:pt x="653969" y="6205"/>
                  <a:pt x="655486" y="6250"/>
                  <a:pt x="656588" y="6340"/>
                </a:cubicBezTo>
                <a:cubicBezTo>
                  <a:pt x="657690" y="6430"/>
                  <a:pt x="658555" y="6587"/>
                  <a:pt x="659185" y="6812"/>
                </a:cubicBezTo>
                <a:cubicBezTo>
                  <a:pt x="659814" y="7037"/>
                  <a:pt x="660264" y="7352"/>
                  <a:pt x="660534" y="7757"/>
                </a:cubicBezTo>
                <a:cubicBezTo>
                  <a:pt x="660803" y="8161"/>
                  <a:pt x="661028" y="8678"/>
                  <a:pt x="661208" y="9308"/>
                </a:cubicBezTo>
                <a:lnTo>
                  <a:pt x="670449" y="37771"/>
                </a:lnTo>
                <a:lnTo>
                  <a:pt x="690818" y="8971"/>
                </a:lnTo>
                <a:cubicBezTo>
                  <a:pt x="691178" y="8431"/>
                  <a:pt x="691571" y="7981"/>
                  <a:pt x="691998" y="7622"/>
                </a:cubicBezTo>
                <a:cubicBezTo>
                  <a:pt x="692425" y="7262"/>
                  <a:pt x="692999" y="6981"/>
                  <a:pt x="693718" y="6779"/>
                </a:cubicBezTo>
                <a:cubicBezTo>
                  <a:pt x="694438" y="6576"/>
                  <a:pt x="695393" y="6430"/>
                  <a:pt x="696585" y="6340"/>
                </a:cubicBezTo>
                <a:cubicBezTo>
                  <a:pt x="697776" y="6250"/>
                  <a:pt x="699361" y="6205"/>
                  <a:pt x="701340" y="6205"/>
                </a:cubicBezTo>
                <a:cubicBezTo>
                  <a:pt x="703768" y="6205"/>
                  <a:pt x="705679" y="6273"/>
                  <a:pt x="707073" y="6408"/>
                </a:cubicBezTo>
                <a:cubicBezTo>
                  <a:pt x="708467" y="6542"/>
                  <a:pt x="709377" y="6857"/>
                  <a:pt x="709805" y="7352"/>
                </a:cubicBezTo>
                <a:cubicBezTo>
                  <a:pt x="710232" y="7846"/>
                  <a:pt x="710243" y="8566"/>
                  <a:pt x="709838" y="9510"/>
                </a:cubicBezTo>
                <a:cubicBezTo>
                  <a:pt x="709434" y="10454"/>
                  <a:pt x="708669" y="11713"/>
                  <a:pt x="707545" y="13287"/>
                </a:cubicBezTo>
                <a:lnTo>
                  <a:pt x="680903" y="48900"/>
                </a:lnTo>
                <a:close/>
                <a:moveTo>
                  <a:pt x="762542" y="82976"/>
                </a:moveTo>
                <a:cubicBezTo>
                  <a:pt x="762542" y="83292"/>
                  <a:pt x="762509" y="83789"/>
                  <a:pt x="762441" y="84466"/>
                </a:cubicBezTo>
                <a:cubicBezTo>
                  <a:pt x="762374" y="85143"/>
                  <a:pt x="762261" y="85900"/>
                  <a:pt x="762104" y="86736"/>
                </a:cubicBezTo>
                <a:cubicBezTo>
                  <a:pt x="761947" y="87572"/>
                  <a:pt x="761755" y="88397"/>
                  <a:pt x="761531" y="89211"/>
                </a:cubicBezTo>
                <a:cubicBezTo>
                  <a:pt x="761306" y="90024"/>
                  <a:pt x="761025" y="90793"/>
                  <a:pt x="760688" y="91517"/>
                </a:cubicBezTo>
                <a:cubicBezTo>
                  <a:pt x="760350" y="92239"/>
                  <a:pt x="759957" y="92815"/>
                  <a:pt x="759507" y="93245"/>
                </a:cubicBezTo>
                <a:cubicBezTo>
                  <a:pt x="759058" y="93674"/>
                  <a:pt x="758585" y="93888"/>
                  <a:pt x="758091" y="93888"/>
                </a:cubicBezTo>
                <a:lnTo>
                  <a:pt x="709865" y="93888"/>
                </a:lnTo>
                <a:cubicBezTo>
                  <a:pt x="709281" y="93888"/>
                  <a:pt x="708831" y="93640"/>
                  <a:pt x="708516" y="93144"/>
                </a:cubicBezTo>
                <a:cubicBezTo>
                  <a:pt x="708202" y="92646"/>
                  <a:pt x="708044" y="91900"/>
                  <a:pt x="708044" y="90905"/>
                </a:cubicBezTo>
                <a:cubicBezTo>
                  <a:pt x="708044" y="90589"/>
                  <a:pt x="708078" y="90104"/>
                  <a:pt x="708145" y="89449"/>
                </a:cubicBezTo>
                <a:cubicBezTo>
                  <a:pt x="708213" y="88793"/>
                  <a:pt x="708325" y="88070"/>
                  <a:pt x="708483" y="87280"/>
                </a:cubicBezTo>
                <a:cubicBezTo>
                  <a:pt x="708640" y="86489"/>
                  <a:pt x="708842" y="85664"/>
                  <a:pt x="709090" y="84806"/>
                </a:cubicBezTo>
                <a:cubicBezTo>
                  <a:pt x="709337" y="83947"/>
                  <a:pt x="709629" y="83179"/>
                  <a:pt x="709967" y="82502"/>
                </a:cubicBezTo>
                <a:cubicBezTo>
                  <a:pt x="710304" y="81823"/>
                  <a:pt x="710697" y="81258"/>
                  <a:pt x="711147" y="80807"/>
                </a:cubicBezTo>
                <a:cubicBezTo>
                  <a:pt x="711597" y="80355"/>
                  <a:pt x="712114" y="80128"/>
                  <a:pt x="712698" y="80128"/>
                </a:cubicBezTo>
                <a:lnTo>
                  <a:pt x="728886" y="80128"/>
                </a:lnTo>
                <a:lnTo>
                  <a:pt x="740082" y="24146"/>
                </a:lnTo>
                <a:lnTo>
                  <a:pt x="724434" y="31970"/>
                </a:lnTo>
                <a:cubicBezTo>
                  <a:pt x="723535" y="32375"/>
                  <a:pt x="722793" y="32634"/>
                  <a:pt x="722208" y="32746"/>
                </a:cubicBezTo>
                <a:cubicBezTo>
                  <a:pt x="721624" y="32858"/>
                  <a:pt x="721174" y="32836"/>
                  <a:pt x="720859" y="32679"/>
                </a:cubicBezTo>
                <a:cubicBezTo>
                  <a:pt x="720545" y="32521"/>
                  <a:pt x="720331" y="32240"/>
                  <a:pt x="720219" y="31833"/>
                </a:cubicBezTo>
                <a:cubicBezTo>
                  <a:pt x="720106" y="31427"/>
                  <a:pt x="720050" y="30886"/>
                  <a:pt x="720050" y="30208"/>
                </a:cubicBezTo>
                <a:cubicBezTo>
                  <a:pt x="720050" y="29575"/>
                  <a:pt x="720106" y="28727"/>
                  <a:pt x="720219" y="27664"/>
                </a:cubicBezTo>
                <a:cubicBezTo>
                  <a:pt x="720331" y="26602"/>
                  <a:pt x="720545" y="25495"/>
                  <a:pt x="720859" y="24342"/>
                </a:cubicBezTo>
                <a:cubicBezTo>
                  <a:pt x="721174" y="23190"/>
                  <a:pt x="721590" y="22117"/>
                  <a:pt x="722107" y="21124"/>
                </a:cubicBezTo>
                <a:cubicBezTo>
                  <a:pt x="722624" y="20129"/>
                  <a:pt x="723265" y="19428"/>
                  <a:pt x="724029" y="19020"/>
                </a:cubicBezTo>
                <a:lnTo>
                  <a:pt x="745411" y="6816"/>
                </a:lnTo>
                <a:cubicBezTo>
                  <a:pt x="745725" y="6635"/>
                  <a:pt x="746063" y="6488"/>
                  <a:pt x="746422" y="6376"/>
                </a:cubicBezTo>
                <a:cubicBezTo>
                  <a:pt x="746782" y="6264"/>
                  <a:pt x="747243" y="6174"/>
                  <a:pt x="747805" y="6106"/>
                </a:cubicBezTo>
                <a:cubicBezTo>
                  <a:pt x="748367" y="6037"/>
                  <a:pt x="749098" y="5992"/>
                  <a:pt x="749997" y="5969"/>
                </a:cubicBezTo>
                <a:cubicBezTo>
                  <a:pt x="750896" y="5947"/>
                  <a:pt x="752043" y="5935"/>
                  <a:pt x="753437" y="5935"/>
                </a:cubicBezTo>
                <a:cubicBezTo>
                  <a:pt x="755146" y="5935"/>
                  <a:pt x="756517" y="5969"/>
                  <a:pt x="757551" y="6037"/>
                </a:cubicBezTo>
                <a:cubicBezTo>
                  <a:pt x="758585" y="6104"/>
                  <a:pt x="759361" y="6216"/>
                  <a:pt x="759878" y="6374"/>
                </a:cubicBezTo>
                <a:cubicBezTo>
                  <a:pt x="760395" y="6531"/>
                  <a:pt x="760699" y="6746"/>
                  <a:pt x="760789" y="7017"/>
                </a:cubicBezTo>
                <a:cubicBezTo>
                  <a:pt x="760879" y="7287"/>
                  <a:pt x="760901" y="7624"/>
                  <a:pt x="760856" y="8028"/>
                </a:cubicBezTo>
                <a:lnTo>
                  <a:pt x="746490" y="80128"/>
                </a:lnTo>
                <a:lnTo>
                  <a:pt x="760856" y="80128"/>
                </a:lnTo>
                <a:cubicBezTo>
                  <a:pt x="761441" y="80128"/>
                  <a:pt x="761868" y="80366"/>
                  <a:pt x="762138" y="80841"/>
                </a:cubicBezTo>
                <a:cubicBezTo>
                  <a:pt x="762407" y="81314"/>
                  <a:pt x="762542" y="82026"/>
                  <a:pt x="762542" y="82976"/>
                </a:cubicBezTo>
                <a:close/>
                <a:moveTo>
                  <a:pt x="972155" y="60771"/>
                </a:moveTo>
                <a:lnTo>
                  <a:pt x="966085" y="91527"/>
                </a:lnTo>
                <a:cubicBezTo>
                  <a:pt x="965950" y="91977"/>
                  <a:pt x="965703" y="92381"/>
                  <a:pt x="965343" y="92741"/>
                </a:cubicBezTo>
                <a:cubicBezTo>
                  <a:pt x="964983" y="93101"/>
                  <a:pt x="964433" y="93393"/>
                  <a:pt x="963691" y="93618"/>
                </a:cubicBezTo>
                <a:cubicBezTo>
                  <a:pt x="962949" y="93843"/>
                  <a:pt x="961993" y="94011"/>
                  <a:pt x="960824" y="94124"/>
                </a:cubicBezTo>
                <a:cubicBezTo>
                  <a:pt x="959655" y="94236"/>
                  <a:pt x="958216" y="94293"/>
                  <a:pt x="956507" y="94293"/>
                </a:cubicBezTo>
                <a:cubicBezTo>
                  <a:pt x="954799" y="94293"/>
                  <a:pt x="953382" y="94236"/>
                  <a:pt x="952258" y="94124"/>
                </a:cubicBezTo>
                <a:cubicBezTo>
                  <a:pt x="951134" y="94011"/>
                  <a:pt x="950268" y="93843"/>
                  <a:pt x="949661" y="93618"/>
                </a:cubicBezTo>
                <a:cubicBezTo>
                  <a:pt x="949054" y="93393"/>
                  <a:pt x="948650" y="93101"/>
                  <a:pt x="948447" y="92741"/>
                </a:cubicBezTo>
                <a:cubicBezTo>
                  <a:pt x="948245" y="92381"/>
                  <a:pt x="948189" y="91977"/>
                  <a:pt x="948279" y="91527"/>
                </a:cubicBezTo>
                <a:lnTo>
                  <a:pt x="954349" y="60771"/>
                </a:lnTo>
                <a:lnTo>
                  <a:pt x="940050" y="13220"/>
                </a:lnTo>
                <a:cubicBezTo>
                  <a:pt x="939555" y="11646"/>
                  <a:pt x="939252" y="10387"/>
                  <a:pt x="939140" y="9443"/>
                </a:cubicBezTo>
                <a:cubicBezTo>
                  <a:pt x="939027" y="8498"/>
                  <a:pt x="939241" y="7790"/>
                  <a:pt x="939780" y="7318"/>
                </a:cubicBezTo>
                <a:cubicBezTo>
                  <a:pt x="940320" y="6846"/>
                  <a:pt x="941264" y="6542"/>
                  <a:pt x="942613" y="6408"/>
                </a:cubicBezTo>
                <a:cubicBezTo>
                  <a:pt x="943962" y="6273"/>
                  <a:pt x="945873" y="6205"/>
                  <a:pt x="948346" y="6205"/>
                </a:cubicBezTo>
                <a:cubicBezTo>
                  <a:pt x="950235" y="6205"/>
                  <a:pt x="951730" y="6239"/>
                  <a:pt x="952832" y="6306"/>
                </a:cubicBezTo>
                <a:cubicBezTo>
                  <a:pt x="953933" y="6374"/>
                  <a:pt x="954799" y="6520"/>
                  <a:pt x="955428" y="6745"/>
                </a:cubicBezTo>
                <a:cubicBezTo>
                  <a:pt x="956058" y="6970"/>
                  <a:pt x="956496" y="7296"/>
                  <a:pt x="956744" y="7723"/>
                </a:cubicBezTo>
                <a:cubicBezTo>
                  <a:pt x="956991" y="8150"/>
                  <a:pt x="957204" y="8701"/>
                  <a:pt x="957384" y="9375"/>
                </a:cubicBezTo>
                <a:lnTo>
                  <a:pt x="963252" y="30352"/>
                </a:lnTo>
                <a:cubicBezTo>
                  <a:pt x="963927" y="32870"/>
                  <a:pt x="964523" y="35264"/>
                  <a:pt x="965040" y="37535"/>
                </a:cubicBezTo>
                <a:cubicBezTo>
                  <a:pt x="965557" y="39806"/>
                  <a:pt x="966018" y="42178"/>
                  <a:pt x="966422" y="44651"/>
                </a:cubicBezTo>
                <a:lnTo>
                  <a:pt x="966557" y="44651"/>
                </a:lnTo>
                <a:cubicBezTo>
                  <a:pt x="967816" y="42223"/>
                  <a:pt x="969120" y="39839"/>
                  <a:pt x="970469" y="37501"/>
                </a:cubicBezTo>
                <a:cubicBezTo>
                  <a:pt x="971818" y="35163"/>
                  <a:pt x="973257" y="32825"/>
                  <a:pt x="974786" y="30487"/>
                </a:cubicBezTo>
                <a:lnTo>
                  <a:pt x="988748" y="9173"/>
                </a:lnTo>
                <a:cubicBezTo>
                  <a:pt x="989107" y="8588"/>
                  <a:pt x="989490" y="8105"/>
                  <a:pt x="989894" y="7723"/>
                </a:cubicBezTo>
                <a:cubicBezTo>
                  <a:pt x="990299" y="7341"/>
                  <a:pt x="990861" y="7037"/>
                  <a:pt x="991580" y="6812"/>
                </a:cubicBezTo>
                <a:cubicBezTo>
                  <a:pt x="992300" y="6587"/>
                  <a:pt x="993255" y="6430"/>
                  <a:pt x="994447" y="6340"/>
                </a:cubicBezTo>
                <a:cubicBezTo>
                  <a:pt x="995639" y="6250"/>
                  <a:pt x="997246" y="6205"/>
                  <a:pt x="999270" y="6205"/>
                </a:cubicBezTo>
                <a:cubicBezTo>
                  <a:pt x="1001878" y="6205"/>
                  <a:pt x="1003867" y="6284"/>
                  <a:pt x="1005239" y="6441"/>
                </a:cubicBezTo>
                <a:cubicBezTo>
                  <a:pt x="1006610" y="6599"/>
                  <a:pt x="1007509" y="6936"/>
                  <a:pt x="1007937" y="7453"/>
                </a:cubicBezTo>
                <a:cubicBezTo>
                  <a:pt x="1008364" y="7970"/>
                  <a:pt x="1008341" y="8690"/>
                  <a:pt x="1007869" y="9611"/>
                </a:cubicBezTo>
                <a:cubicBezTo>
                  <a:pt x="1007397" y="10533"/>
                  <a:pt x="1006644" y="11736"/>
                  <a:pt x="1005610" y="13220"/>
                </a:cubicBezTo>
                <a:lnTo>
                  <a:pt x="972155" y="60771"/>
                </a:lnTo>
                <a:close/>
                <a:moveTo>
                  <a:pt x="1058149" y="82976"/>
                </a:moveTo>
                <a:cubicBezTo>
                  <a:pt x="1058149" y="83292"/>
                  <a:pt x="1058115" y="83789"/>
                  <a:pt x="1058048" y="84466"/>
                </a:cubicBezTo>
                <a:cubicBezTo>
                  <a:pt x="1057980" y="85143"/>
                  <a:pt x="1057868" y="85900"/>
                  <a:pt x="1057711" y="86736"/>
                </a:cubicBezTo>
                <a:cubicBezTo>
                  <a:pt x="1057553" y="87572"/>
                  <a:pt x="1057362" y="88397"/>
                  <a:pt x="1057137" y="89211"/>
                </a:cubicBezTo>
                <a:cubicBezTo>
                  <a:pt x="1056913" y="90024"/>
                  <a:pt x="1056631" y="90793"/>
                  <a:pt x="1056294" y="91517"/>
                </a:cubicBezTo>
                <a:cubicBezTo>
                  <a:pt x="1055957" y="92239"/>
                  <a:pt x="1055564" y="92815"/>
                  <a:pt x="1055114" y="93245"/>
                </a:cubicBezTo>
                <a:cubicBezTo>
                  <a:pt x="1054664" y="93674"/>
                  <a:pt x="1054192" y="93888"/>
                  <a:pt x="1053698" y="93888"/>
                </a:cubicBezTo>
                <a:lnTo>
                  <a:pt x="1005472" y="93888"/>
                </a:lnTo>
                <a:cubicBezTo>
                  <a:pt x="1004888" y="93888"/>
                  <a:pt x="1004438" y="93640"/>
                  <a:pt x="1004123" y="93144"/>
                </a:cubicBezTo>
                <a:cubicBezTo>
                  <a:pt x="1003808" y="92646"/>
                  <a:pt x="1003651" y="91900"/>
                  <a:pt x="1003651" y="90905"/>
                </a:cubicBezTo>
                <a:cubicBezTo>
                  <a:pt x="1003651" y="90589"/>
                  <a:pt x="1003685" y="90104"/>
                  <a:pt x="1003752" y="89449"/>
                </a:cubicBezTo>
                <a:cubicBezTo>
                  <a:pt x="1003820" y="88793"/>
                  <a:pt x="1003932" y="88070"/>
                  <a:pt x="1004089" y="87280"/>
                </a:cubicBezTo>
                <a:cubicBezTo>
                  <a:pt x="1004247" y="86489"/>
                  <a:pt x="1004449" y="85664"/>
                  <a:pt x="1004696" y="84806"/>
                </a:cubicBezTo>
                <a:cubicBezTo>
                  <a:pt x="1004944" y="83947"/>
                  <a:pt x="1005236" y="83179"/>
                  <a:pt x="1005573" y="82502"/>
                </a:cubicBezTo>
                <a:cubicBezTo>
                  <a:pt x="1005910" y="81823"/>
                  <a:pt x="1006304" y="81258"/>
                  <a:pt x="1006754" y="80807"/>
                </a:cubicBezTo>
                <a:cubicBezTo>
                  <a:pt x="1007203" y="80355"/>
                  <a:pt x="1007720" y="80128"/>
                  <a:pt x="1008305" y="80128"/>
                </a:cubicBezTo>
                <a:lnTo>
                  <a:pt x="1024492" y="80128"/>
                </a:lnTo>
                <a:lnTo>
                  <a:pt x="1035689" y="24146"/>
                </a:lnTo>
                <a:lnTo>
                  <a:pt x="1020041" y="31970"/>
                </a:lnTo>
                <a:cubicBezTo>
                  <a:pt x="1019142" y="32375"/>
                  <a:pt x="1018400" y="32634"/>
                  <a:pt x="1017815" y="32746"/>
                </a:cubicBezTo>
                <a:cubicBezTo>
                  <a:pt x="1017231" y="32858"/>
                  <a:pt x="1016781" y="32836"/>
                  <a:pt x="1016466" y="32679"/>
                </a:cubicBezTo>
                <a:cubicBezTo>
                  <a:pt x="1016151" y="32521"/>
                  <a:pt x="1015938" y="32240"/>
                  <a:pt x="1015825" y="31833"/>
                </a:cubicBezTo>
                <a:cubicBezTo>
                  <a:pt x="1015713" y="31427"/>
                  <a:pt x="1015657" y="30886"/>
                  <a:pt x="1015657" y="30208"/>
                </a:cubicBezTo>
                <a:cubicBezTo>
                  <a:pt x="1015657" y="29575"/>
                  <a:pt x="1015713" y="28727"/>
                  <a:pt x="1015825" y="27664"/>
                </a:cubicBezTo>
                <a:cubicBezTo>
                  <a:pt x="1015938" y="26602"/>
                  <a:pt x="1016151" y="25495"/>
                  <a:pt x="1016466" y="24342"/>
                </a:cubicBezTo>
                <a:cubicBezTo>
                  <a:pt x="1016781" y="23190"/>
                  <a:pt x="1017197" y="22117"/>
                  <a:pt x="1017714" y="21124"/>
                </a:cubicBezTo>
                <a:cubicBezTo>
                  <a:pt x="1018231" y="20129"/>
                  <a:pt x="1018872" y="19428"/>
                  <a:pt x="1019636" y="19020"/>
                </a:cubicBezTo>
                <a:lnTo>
                  <a:pt x="1041017" y="6816"/>
                </a:lnTo>
                <a:cubicBezTo>
                  <a:pt x="1041332" y="6635"/>
                  <a:pt x="1041669" y="6488"/>
                  <a:pt x="1042029" y="6376"/>
                </a:cubicBezTo>
                <a:cubicBezTo>
                  <a:pt x="1042389" y="6264"/>
                  <a:pt x="1042850" y="6174"/>
                  <a:pt x="1043412" y="6106"/>
                </a:cubicBezTo>
                <a:cubicBezTo>
                  <a:pt x="1043974" y="6037"/>
                  <a:pt x="1044704" y="5992"/>
                  <a:pt x="1045604" y="5969"/>
                </a:cubicBezTo>
                <a:cubicBezTo>
                  <a:pt x="1046503" y="5947"/>
                  <a:pt x="1047650" y="5935"/>
                  <a:pt x="1049044" y="5935"/>
                </a:cubicBezTo>
                <a:cubicBezTo>
                  <a:pt x="1050752" y="5935"/>
                  <a:pt x="1052124" y="5969"/>
                  <a:pt x="1053158" y="6037"/>
                </a:cubicBezTo>
                <a:cubicBezTo>
                  <a:pt x="1054192" y="6104"/>
                  <a:pt x="1054968" y="6216"/>
                  <a:pt x="1055485" y="6374"/>
                </a:cubicBezTo>
                <a:cubicBezTo>
                  <a:pt x="1056002" y="6531"/>
                  <a:pt x="1056306" y="6746"/>
                  <a:pt x="1056395" y="7017"/>
                </a:cubicBezTo>
                <a:cubicBezTo>
                  <a:pt x="1056485" y="7287"/>
                  <a:pt x="1056508" y="7624"/>
                  <a:pt x="1056463" y="8028"/>
                </a:cubicBezTo>
                <a:lnTo>
                  <a:pt x="1042096" y="80128"/>
                </a:lnTo>
                <a:lnTo>
                  <a:pt x="1056463" y="80128"/>
                </a:lnTo>
                <a:cubicBezTo>
                  <a:pt x="1057047" y="80128"/>
                  <a:pt x="1057475" y="80366"/>
                  <a:pt x="1057744" y="80841"/>
                </a:cubicBezTo>
                <a:cubicBezTo>
                  <a:pt x="1058014" y="81314"/>
                  <a:pt x="1058149" y="82026"/>
                  <a:pt x="1058149" y="82976"/>
                </a:cubicBezTo>
                <a:close/>
                <a:moveTo>
                  <a:pt x="1277450" y="48900"/>
                </a:moveTo>
                <a:lnTo>
                  <a:pt x="1290872" y="87008"/>
                </a:lnTo>
                <a:cubicBezTo>
                  <a:pt x="1291366" y="88627"/>
                  <a:pt x="1291647" y="89920"/>
                  <a:pt x="1291715" y="90886"/>
                </a:cubicBezTo>
                <a:cubicBezTo>
                  <a:pt x="1291782" y="91853"/>
                  <a:pt x="1291512" y="92595"/>
                  <a:pt x="1290905" y="93112"/>
                </a:cubicBezTo>
                <a:cubicBezTo>
                  <a:pt x="1290298" y="93629"/>
                  <a:pt x="1289275" y="93955"/>
                  <a:pt x="1287837" y="94090"/>
                </a:cubicBezTo>
                <a:cubicBezTo>
                  <a:pt x="1286398" y="94225"/>
                  <a:pt x="1284397" y="94293"/>
                  <a:pt x="1281834" y="94293"/>
                </a:cubicBezTo>
                <a:cubicBezTo>
                  <a:pt x="1279990" y="94293"/>
                  <a:pt x="1278529" y="94248"/>
                  <a:pt x="1277450" y="94158"/>
                </a:cubicBezTo>
                <a:cubicBezTo>
                  <a:pt x="1276370" y="94068"/>
                  <a:pt x="1275527" y="93922"/>
                  <a:pt x="1274920" y="93719"/>
                </a:cubicBezTo>
                <a:cubicBezTo>
                  <a:pt x="1274313" y="93517"/>
                  <a:pt x="1273886" y="93236"/>
                  <a:pt x="1273639" y="92876"/>
                </a:cubicBezTo>
                <a:cubicBezTo>
                  <a:pt x="1273391" y="92516"/>
                  <a:pt x="1273178" y="92067"/>
                  <a:pt x="1272998" y="91527"/>
                </a:cubicBezTo>
                <a:lnTo>
                  <a:pt x="1262409" y="59827"/>
                </a:lnTo>
                <a:lnTo>
                  <a:pt x="1240016" y="91527"/>
                </a:lnTo>
                <a:cubicBezTo>
                  <a:pt x="1239611" y="92067"/>
                  <a:pt x="1239195" y="92516"/>
                  <a:pt x="1238768" y="92876"/>
                </a:cubicBezTo>
                <a:cubicBezTo>
                  <a:pt x="1238341" y="93236"/>
                  <a:pt x="1237734" y="93517"/>
                  <a:pt x="1236947" y="93719"/>
                </a:cubicBezTo>
                <a:cubicBezTo>
                  <a:pt x="1236160" y="93922"/>
                  <a:pt x="1235126" y="94068"/>
                  <a:pt x="1233844" y="94158"/>
                </a:cubicBezTo>
                <a:cubicBezTo>
                  <a:pt x="1232563" y="94248"/>
                  <a:pt x="1230910" y="94293"/>
                  <a:pt x="1228887" y="94293"/>
                </a:cubicBezTo>
                <a:cubicBezTo>
                  <a:pt x="1226504" y="94293"/>
                  <a:pt x="1224638" y="94225"/>
                  <a:pt x="1223289" y="94090"/>
                </a:cubicBezTo>
                <a:cubicBezTo>
                  <a:pt x="1221940" y="93955"/>
                  <a:pt x="1221063" y="93641"/>
                  <a:pt x="1220658" y="93146"/>
                </a:cubicBezTo>
                <a:cubicBezTo>
                  <a:pt x="1220254" y="92651"/>
                  <a:pt x="1220265" y="91932"/>
                  <a:pt x="1220692" y="90988"/>
                </a:cubicBezTo>
                <a:cubicBezTo>
                  <a:pt x="1221119" y="90043"/>
                  <a:pt x="1221895" y="88784"/>
                  <a:pt x="1223019" y="87210"/>
                </a:cubicBezTo>
                <a:lnTo>
                  <a:pt x="1251819" y="48765"/>
                </a:lnTo>
                <a:lnTo>
                  <a:pt x="1239611" y="13287"/>
                </a:lnTo>
                <a:cubicBezTo>
                  <a:pt x="1239117" y="11713"/>
                  <a:pt x="1238835" y="10454"/>
                  <a:pt x="1238768" y="9510"/>
                </a:cubicBezTo>
                <a:cubicBezTo>
                  <a:pt x="1238701" y="8566"/>
                  <a:pt x="1238970" y="7846"/>
                  <a:pt x="1239577" y="7352"/>
                </a:cubicBezTo>
                <a:cubicBezTo>
                  <a:pt x="1240184" y="6857"/>
                  <a:pt x="1241207" y="6542"/>
                  <a:pt x="1242646" y="6408"/>
                </a:cubicBezTo>
                <a:cubicBezTo>
                  <a:pt x="1244085" y="6273"/>
                  <a:pt x="1246064" y="6205"/>
                  <a:pt x="1248582" y="6205"/>
                </a:cubicBezTo>
                <a:cubicBezTo>
                  <a:pt x="1250515" y="6205"/>
                  <a:pt x="1252033" y="6250"/>
                  <a:pt x="1253134" y="6340"/>
                </a:cubicBezTo>
                <a:cubicBezTo>
                  <a:pt x="1254236" y="6430"/>
                  <a:pt x="1255102" y="6587"/>
                  <a:pt x="1255731" y="6812"/>
                </a:cubicBezTo>
                <a:cubicBezTo>
                  <a:pt x="1256361" y="7037"/>
                  <a:pt x="1256810" y="7352"/>
                  <a:pt x="1257080" y="7757"/>
                </a:cubicBezTo>
                <a:cubicBezTo>
                  <a:pt x="1257350" y="8161"/>
                  <a:pt x="1257575" y="8678"/>
                  <a:pt x="1257755" y="9308"/>
                </a:cubicBezTo>
                <a:lnTo>
                  <a:pt x="1266995" y="37771"/>
                </a:lnTo>
                <a:lnTo>
                  <a:pt x="1287364" y="8971"/>
                </a:lnTo>
                <a:cubicBezTo>
                  <a:pt x="1287724" y="8431"/>
                  <a:pt x="1288118" y="7981"/>
                  <a:pt x="1288545" y="7622"/>
                </a:cubicBezTo>
                <a:cubicBezTo>
                  <a:pt x="1288972" y="7262"/>
                  <a:pt x="1289545" y="6981"/>
                  <a:pt x="1290265" y="6779"/>
                </a:cubicBezTo>
                <a:cubicBezTo>
                  <a:pt x="1290984" y="6576"/>
                  <a:pt x="1291940" y="6430"/>
                  <a:pt x="1293131" y="6340"/>
                </a:cubicBezTo>
                <a:cubicBezTo>
                  <a:pt x="1294323" y="6250"/>
                  <a:pt x="1295908" y="6205"/>
                  <a:pt x="1297886" y="6205"/>
                </a:cubicBezTo>
                <a:cubicBezTo>
                  <a:pt x="1300314" y="6205"/>
                  <a:pt x="1302226" y="6273"/>
                  <a:pt x="1303619" y="6408"/>
                </a:cubicBezTo>
                <a:cubicBezTo>
                  <a:pt x="1305013" y="6542"/>
                  <a:pt x="1305924" y="6857"/>
                  <a:pt x="1306351" y="7352"/>
                </a:cubicBezTo>
                <a:cubicBezTo>
                  <a:pt x="1306778" y="7846"/>
                  <a:pt x="1306790" y="8566"/>
                  <a:pt x="1306385" y="9510"/>
                </a:cubicBezTo>
                <a:cubicBezTo>
                  <a:pt x="1305980" y="10454"/>
                  <a:pt x="1305216" y="11713"/>
                  <a:pt x="1304092" y="13287"/>
                </a:cubicBezTo>
                <a:lnTo>
                  <a:pt x="1277450" y="489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2Y">
            <a:extLst xmlns:a="http://schemas.openxmlformats.org/drawingml/2006/main">
              <a:ext uri="{FF2B5EF4-FFF2-40B4-BE49-F238E27FC236}">
                <a16:creationId xmlns:a16="http://schemas.microsoft.com/office/drawing/2014/main" id="{A93A12A9-DC14-4C6F-96A6-1E2E3DF3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5846" y="1838582"/>
            <a:ext cx="305556" cy="89301"/>
          </a:xfrm>
          <a:custGeom xmlns:a="http://schemas.openxmlformats.org/drawingml/2006/main">
            <a:pathLst>
              <a:path w="305556" h="89301">
                <a:moveTo>
                  <a:pt x="59422" y="77852"/>
                </a:moveTo>
                <a:cubicBezTo>
                  <a:pt x="59422" y="78168"/>
                  <a:pt x="59388" y="78676"/>
                  <a:pt x="59321" y="79376"/>
                </a:cubicBezTo>
                <a:cubicBezTo>
                  <a:pt x="59253" y="80076"/>
                  <a:pt x="59130" y="80832"/>
                  <a:pt x="58950" y="81646"/>
                </a:cubicBezTo>
                <a:cubicBezTo>
                  <a:pt x="58770" y="82460"/>
                  <a:pt x="58556" y="83296"/>
                  <a:pt x="58309" y="84154"/>
                </a:cubicBezTo>
                <a:cubicBezTo>
                  <a:pt x="58062" y="85011"/>
                  <a:pt x="57769" y="85791"/>
                  <a:pt x="57432" y="86492"/>
                </a:cubicBezTo>
                <a:cubicBezTo>
                  <a:pt x="57095" y="87192"/>
                  <a:pt x="56713" y="87768"/>
                  <a:pt x="56285" y="88220"/>
                </a:cubicBezTo>
                <a:cubicBezTo>
                  <a:pt x="55858" y="88671"/>
                  <a:pt x="55352" y="88897"/>
                  <a:pt x="54768" y="88897"/>
                </a:cubicBezTo>
                <a:lnTo>
                  <a:pt x="4586" y="88897"/>
                </a:lnTo>
                <a:cubicBezTo>
                  <a:pt x="3687" y="88897"/>
                  <a:pt x="2945" y="88829"/>
                  <a:pt x="2361" y="88694"/>
                </a:cubicBezTo>
                <a:cubicBezTo>
                  <a:pt x="1776" y="88558"/>
                  <a:pt x="1304" y="88333"/>
                  <a:pt x="944" y="88018"/>
                </a:cubicBezTo>
                <a:cubicBezTo>
                  <a:pt x="585" y="87702"/>
                  <a:pt x="337" y="87318"/>
                  <a:pt x="202" y="86867"/>
                </a:cubicBezTo>
                <a:cubicBezTo>
                  <a:pt x="67" y="86414"/>
                  <a:pt x="0" y="85873"/>
                  <a:pt x="0" y="85242"/>
                </a:cubicBezTo>
                <a:cubicBezTo>
                  <a:pt x="0" y="84565"/>
                  <a:pt x="67" y="83662"/>
                  <a:pt x="202" y="82533"/>
                </a:cubicBezTo>
                <a:cubicBezTo>
                  <a:pt x="337" y="81405"/>
                  <a:pt x="607" y="80153"/>
                  <a:pt x="1012" y="78777"/>
                </a:cubicBezTo>
                <a:cubicBezTo>
                  <a:pt x="1416" y="77400"/>
                  <a:pt x="2035" y="76001"/>
                  <a:pt x="2867" y="74579"/>
                </a:cubicBezTo>
                <a:cubicBezTo>
                  <a:pt x="3698" y="73157"/>
                  <a:pt x="4789" y="71837"/>
                  <a:pt x="6138" y="70618"/>
                </a:cubicBezTo>
                <a:lnTo>
                  <a:pt x="26709" y="52650"/>
                </a:lnTo>
                <a:cubicBezTo>
                  <a:pt x="29407" y="50220"/>
                  <a:pt x="31757" y="47948"/>
                  <a:pt x="33758" y="45833"/>
                </a:cubicBezTo>
                <a:cubicBezTo>
                  <a:pt x="35759" y="43718"/>
                  <a:pt x="37456" y="41761"/>
                  <a:pt x="38850" y="39961"/>
                </a:cubicBezTo>
                <a:cubicBezTo>
                  <a:pt x="40244" y="38161"/>
                  <a:pt x="41379" y="36473"/>
                  <a:pt x="42256" y="34898"/>
                </a:cubicBezTo>
                <a:cubicBezTo>
                  <a:pt x="43133" y="33323"/>
                  <a:pt x="43819" y="31883"/>
                  <a:pt x="44313" y="30579"/>
                </a:cubicBezTo>
                <a:cubicBezTo>
                  <a:pt x="44808" y="29274"/>
                  <a:pt x="45134" y="28070"/>
                  <a:pt x="45291" y="26967"/>
                </a:cubicBezTo>
                <a:cubicBezTo>
                  <a:pt x="45449" y="25864"/>
                  <a:pt x="45528" y="24885"/>
                  <a:pt x="45528" y="24031"/>
                </a:cubicBezTo>
                <a:cubicBezTo>
                  <a:pt x="45528" y="23182"/>
                  <a:pt x="45393" y="22288"/>
                  <a:pt x="45123" y="21349"/>
                </a:cubicBezTo>
                <a:cubicBezTo>
                  <a:pt x="44853" y="20411"/>
                  <a:pt x="44381" y="19551"/>
                  <a:pt x="43706" y="18770"/>
                </a:cubicBezTo>
                <a:cubicBezTo>
                  <a:pt x="43032" y="17987"/>
                  <a:pt x="42099" y="17338"/>
                  <a:pt x="40907" y="16824"/>
                </a:cubicBezTo>
                <a:cubicBezTo>
                  <a:pt x="39716" y="16310"/>
                  <a:pt x="38198" y="16053"/>
                  <a:pt x="36355" y="16053"/>
                </a:cubicBezTo>
                <a:cubicBezTo>
                  <a:pt x="33971" y="16053"/>
                  <a:pt x="31701" y="16405"/>
                  <a:pt x="29542" y="17109"/>
                </a:cubicBezTo>
                <a:cubicBezTo>
                  <a:pt x="27384" y="17813"/>
                  <a:pt x="25428" y="18585"/>
                  <a:pt x="23674" y="19425"/>
                </a:cubicBezTo>
                <a:cubicBezTo>
                  <a:pt x="21921" y="20265"/>
                  <a:pt x="20426" y="21038"/>
                  <a:pt x="19189" y="21741"/>
                </a:cubicBezTo>
                <a:cubicBezTo>
                  <a:pt x="17952" y="22445"/>
                  <a:pt x="17064" y="22797"/>
                  <a:pt x="16525" y="22797"/>
                </a:cubicBezTo>
                <a:cubicBezTo>
                  <a:pt x="15940" y="22797"/>
                  <a:pt x="15524" y="22528"/>
                  <a:pt x="15277" y="21988"/>
                </a:cubicBezTo>
                <a:cubicBezTo>
                  <a:pt x="15030" y="21449"/>
                  <a:pt x="14906" y="20707"/>
                  <a:pt x="14906" y="19762"/>
                </a:cubicBezTo>
                <a:cubicBezTo>
                  <a:pt x="14906" y="19403"/>
                  <a:pt x="14929" y="18908"/>
                  <a:pt x="14973" y="18278"/>
                </a:cubicBezTo>
                <a:cubicBezTo>
                  <a:pt x="15018" y="17649"/>
                  <a:pt x="15097" y="16952"/>
                  <a:pt x="15210" y="16188"/>
                </a:cubicBezTo>
                <a:cubicBezTo>
                  <a:pt x="15322" y="15423"/>
                  <a:pt x="15479" y="14625"/>
                  <a:pt x="15682" y="13793"/>
                </a:cubicBezTo>
                <a:cubicBezTo>
                  <a:pt x="15884" y="12961"/>
                  <a:pt x="16098" y="12152"/>
                  <a:pt x="16322" y="11365"/>
                </a:cubicBezTo>
                <a:cubicBezTo>
                  <a:pt x="16547" y="10578"/>
                  <a:pt x="16828" y="9859"/>
                  <a:pt x="17166" y="9207"/>
                </a:cubicBezTo>
                <a:cubicBezTo>
                  <a:pt x="17503" y="8555"/>
                  <a:pt x="17896" y="8004"/>
                  <a:pt x="18346" y="7554"/>
                </a:cubicBezTo>
                <a:cubicBezTo>
                  <a:pt x="18885" y="7005"/>
                  <a:pt x="19953" y="6295"/>
                  <a:pt x="21550" y="5425"/>
                </a:cubicBezTo>
                <a:cubicBezTo>
                  <a:pt x="23146" y="4556"/>
                  <a:pt x="25057" y="3720"/>
                  <a:pt x="27283" y="2919"/>
                </a:cubicBezTo>
                <a:cubicBezTo>
                  <a:pt x="29509" y="2118"/>
                  <a:pt x="31982" y="1432"/>
                  <a:pt x="34702" y="860"/>
                </a:cubicBezTo>
                <a:cubicBezTo>
                  <a:pt x="37422" y="287"/>
                  <a:pt x="40199" y="0"/>
                  <a:pt x="43032" y="0"/>
                </a:cubicBezTo>
                <a:cubicBezTo>
                  <a:pt x="47753" y="0"/>
                  <a:pt x="51688" y="596"/>
                  <a:pt x="54835" y="1789"/>
                </a:cubicBezTo>
                <a:cubicBezTo>
                  <a:pt x="57983" y="2981"/>
                  <a:pt x="60479" y="4511"/>
                  <a:pt x="62322" y="6378"/>
                </a:cubicBezTo>
                <a:cubicBezTo>
                  <a:pt x="64166" y="8246"/>
                  <a:pt x="65470" y="10316"/>
                  <a:pt x="66234" y="12590"/>
                </a:cubicBezTo>
                <a:cubicBezTo>
                  <a:pt x="66999" y="14862"/>
                  <a:pt x="67381" y="17078"/>
                  <a:pt x="67381" y="19237"/>
                </a:cubicBezTo>
                <a:cubicBezTo>
                  <a:pt x="67381" y="21217"/>
                  <a:pt x="67212" y="23208"/>
                  <a:pt x="66875" y="25211"/>
                </a:cubicBezTo>
                <a:cubicBezTo>
                  <a:pt x="66538" y="27213"/>
                  <a:pt x="65953" y="29283"/>
                  <a:pt x="65121" y="31420"/>
                </a:cubicBezTo>
                <a:cubicBezTo>
                  <a:pt x="64289" y="33558"/>
                  <a:pt x="63131" y="35785"/>
                  <a:pt x="61648" y="38104"/>
                </a:cubicBezTo>
                <a:cubicBezTo>
                  <a:pt x="60164" y="40421"/>
                  <a:pt x="58286" y="42919"/>
                  <a:pt x="56016" y="45597"/>
                </a:cubicBezTo>
                <a:cubicBezTo>
                  <a:pt x="53745" y="48274"/>
                  <a:pt x="51002" y="51131"/>
                  <a:pt x="47787" y="54169"/>
                </a:cubicBezTo>
                <a:cubicBezTo>
                  <a:pt x="44572" y="57206"/>
                  <a:pt x="40784" y="60502"/>
                  <a:pt x="36422" y="64057"/>
                </a:cubicBezTo>
                <a:lnTo>
                  <a:pt x="24012" y="74463"/>
                </a:lnTo>
                <a:lnTo>
                  <a:pt x="57263" y="74463"/>
                </a:lnTo>
                <a:cubicBezTo>
                  <a:pt x="58073" y="74463"/>
                  <a:pt x="58635" y="74802"/>
                  <a:pt x="58950" y="75481"/>
                </a:cubicBezTo>
                <a:cubicBezTo>
                  <a:pt x="59264" y="76158"/>
                  <a:pt x="59422" y="76949"/>
                  <a:pt x="59422" y="77852"/>
                </a:cubicBezTo>
                <a:close/>
                <a:moveTo>
                  <a:pt x="269347" y="55780"/>
                </a:moveTo>
                <a:lnTo>
                  <a:pt x="263277" y="86536"/>
                </a:lnTo>
                <a:cubicBezTo>
                  <a:pt x="263142" y="86986"/>
                  <a:pt x="262895" y="87390"/>
                  <a:pt x="262535" y="87750"/>
                </a:cubicBezTo>
                <a:cubicBezTo>
                  <a:pt x="262175" y="88110"/>
                  <a:pt x="261624" y="88402"/>
                  <a:pt x="260883" y="88627"/>
                </a:cubicBezTo>
                <a:cubicBezTo>
                  <a:pt x="260141" y="88852"/>
                  <a:pt x="259185" y="89020"/>
                  <a:pt x="258016" y="89133"/>
                </a:cubicBezTo>
                <a:cubicBezTo>
                  <a:pt x="256847" y="89245"/>
                  <a:pt x="255408" y="89301"/>
                  <a:pt x="253699" y="89301"/>
                </a:cubicBezTo>
                <a:cubicBezTo>
                  <a:pt x="251991" y="89301"/>
                  <a:pt x="250574" y="89245"/>
                  <a:pt x="249450" y="89133"/>
                </a:cubicBezTo>
                <a:cubicBezTo>
                  <a:pt x="248326" y="89020"/>
                  <a:pt x="247460" y="88852"/>
                  <a:pt x="246853" y="88627"/>
                </a:cubicBezTo>
                <a:cubicBezTo>
                  <a:pt x="246246" y="88402"/>
                  <a:pt x="245842" y="88110"/>
                  <a:pt x="245639" y="87750"/>
                </a:cubicBezTo>
                <a:cubicBezTo>
                  <a:pt x="245437" y="87390"/>
                  <a:pt x="245381" y="86986"/>
                  <a:pt x="245471" y="86536"/>
                </a:cubicBezTo>
                <a:lnTo>
                  <a:pt x="251541" y="55780"/>
                </a:lnTo>
                <a:lnTo>
                  <a:pt x="237242" y="8229"/>
                </a:lnTo>
                <a:cubicBezTo>
                  <a:pt x="236747" y="6655"/>
                  <a:pt x="236444" y="5396"/>
                  <a:pt x="236331" y="4452"/>
                </a:cubicBezTo>
                <a:cubicBezTo>
                  <a:pt x="236219" y="3507"/>
                  <a:pt x="236433" y="2799"/>
                  <a:pt x="236972" y="2327"/>
                </a:cubicBezTo>
                <a:cubicBezTo>
                  <a:pt x="237512" y="1855"/>
                  <a:pt x="238456" y="1551"/>
                  <a:pt x="239805" y="1416"/>
                </a:cubicBezTo>
                <a:cubicBezTo>
                  <a:pt x="241154" y="1282"/>
                  <a:pt x="243065" y="1214"/>
                  <a:pt x="245538" y="1214"/>
                </a:cubicBezTo>
                <a:cubicBezTo>
                  <a:pt x="247427" y="1214"/>
                  <a:pt x="248922" y="1248"/>
                  <a:pt x="250023" y="1315"/>
                </a:cubicBezTo>
                <a:cubicBezTo>
                  <a:pt x="251125" y="1383"/>
                  <a:pt x="251991" y="1529"/>
                  <a:pt x="252620" y="1754"/>
                </a:cubicBezTo>
                <a:cubicBezTo>
                  <a:pt x="253250" y="1978"/>
                  <a:pt x="253688" y="2304"/>
                  <a:pt x="253935" y="2732"/>
                </a:cubicBezTo>
                <a:cubicBezTo>
                  <a:pt x="254183" y="3159"/>
                  <a:pt x="254396" y="3710"/>
                  <a:pt x="254576" y="4384"/>
                </a:cubicBezTo>
                <a:lnTo>
                  <a:pt x="260444" y="25361"/>
                </a:lnTo>
                <a:cubicBezTo>
                  <a:pt x="261119" y="27879"/>
                  <a:pt x="261714" y="30273"/>
                  <a:pt x="262232" y="32544"/>
                </a:cubicBezTo>
                <a:cubicBezTo>
                  <a:pt x="262749" y="34814"/>
                  <a:pt x="263210" y="37186"/>
                  <a:pt x="263614" y="39660"/>
                </a:cubicBezTo>
                <a:lnTo>
                  <a:pt x="263749" y="39660"/>
                </a:lnTo>
                <a:cubicBezTo>
                  <a:pt x="265008" y="37231"/>
                  <a:pt x="266312" y="34848"/>
                  <a:pt x="267661" y="32510"/>
                </a:cubicBezTo>
                <a:cubicBezTo>
                  <a:pt x="269010" y="30172"/>
                  <a:pt x="270449" y="27834"/>
                  <a:pt x="271978" y="25495"/>
                </a:cubicBezTo>
                <a:lnTo>
                  <a:pt x="285940" y="4182"/>
                </a:lnTo>
                <a:cubicBezTo>
                  <a:pt x="286299" y="3597"/>
                  <a:pt x="286681" y="3114"/>
                  <a:pt x="287086" y="2732"/>
                </a:cubicBezTo>
                <a:cubicBezTo>
                  <a:pt x="287491" y="2349"/>
                  <a:pt x="288053" y="2046"/>
                  <a:pt x="288772" y="1821"/>
                </a:cubicBezTo>
                <a:cubicBezTo>
                  <a:pt x="289492" y="1596"/>
                  <a:pt x="290447" y="1439"/>
                  <a:pt x="291639" y="1349"/>
                </a:cubicBezTo>
                <a:cubicBezTo>
                  <a:pt x="292830" y="1259"/>
                  <a:pt x="294438" y="1214"/>
                  <a:pt x="296461" y="1214"/>
                </a:cubicBezTo>
                <a:cubicBezTo>
                  <a:pt x="299069" y="1214"/>
                  <a:pt x="301059" y="1293"/>
                  <a:pt x="302431" y="1450"/>
                </a:cubicBezTo>
                <a:cubicBezTo>
                  <a:pt x="303802" y="1608"/>
                  <a:pt x="304701" y="1945"/>
                  <a:pt x="305129" y="2462"/>
                </a:cubicBezTo>
                <a:cubicBezTo>
                  <a:pt x="305556" y="2979"/>
                  <a:pt x="305533" y="3698"/>
                  <a:pt x="305061" y="4620"/>
                </a:cubicBezTo>
                <a:cubicBezTo>
                  <a:pt x="304589" y="5542"/>
                  <a:pt x="303836" y="6745"/>
                  <a:pt x="302802" y="8229"/>
                </a:cubicBezTo>
                <a:lnTo>
                  <a:pt x="269347" y="5578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2">
            <a:extLst xmlns:a="http://schemas.openxmlformats.org/drawingml/2006/main">
              <a:ext uri="{FF2B5EF4-FFF2-40B4-BE49-F238E27FC236}">
                <a16:creationId xmlns:a16="http://schemas.microsoft.com/office/drawing/2014/main" id="{338847D6-4FC4-430A-ACD1-3E30C206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2642" y="1838582"/>
            <a:ext cx="67381" cy="88897"/>
          </a:xfrm>
          <a:custGeom xmlns:a="http://schemas.openxmlformats.org/drawingml/2006/main">
            <a:pathLst>
              <a:path w="67381" h="88897">
                <a:moveTo>
                  <a:pt x="59422" y="77852"/>
                </a:moveTo>
                <a:cubicBezTo>
                  <a:pt x="59422" y="78168"/>
                  <a:pt x="59388" y="78676"/>
                  <a:pt x="59321" y="79376"/>
                </a:cubicBezTo>
                <a:cubicBezTo>
                  <a:pt x="59253" y="80076"/>
                  <a:pt x="59130" y="80832"/>
                  <a:pt x="58950" y="81646"/>
                </a:cubicBezTo>
                <a:cubicBezTo>
                  <a:pt x="58770" y="82460"/>
                  <a:pt x="58556" y="83296"/>
                  <a:pt x="58309" y="84154"/>
                </a:cubicBezTo>
                <a:cubicBezTo>
                  <a:pt x="58062" y="85011"/>
                  <a:pt x="57769" y="85791"/>
                  <a:pt x="57432" y="86492"/>
                </a:cubicBezTo>
                <a:cubicBezTo>
                  <a:pt x="57095" y="87192"/>
                  <a:pt x="56713" y="87768"/>
                  <a:pt x="56285" y="88220"/>
                </a:cubicBezTo>
                <a:cubicBezTo>
                  <a:pt x="55858" y="88671"/>
                  <a:pt x="55352" y="88897"/>
                  <a:pt x="54768" y="88897"/>
                </a:cubicBezTo>
                <a:lnTo>
                  <a:pt x="4586" y="88897"/>
                </a:lnTo>
                <a:cubicBezTo>
                  <a:pt x="3687" y="88897"/>
                  <a:pt x="2945" y="88829"/>
                  <a:pt x="2361" y="88694"/>
                </a:cubicBezTo>
                <a:cubicBezTo>
                  <a:pt x="1776" y="88558"/>
                  <a:pt x="1304" y="88333"/>
                  <a:pt x="944" y="88018"/>
                </a:cubicBezTo>
                <a:cubicBezTo>
                  <a:pt x="585" y="87702"/>
                  <a:pt x="337" y="87318"/>
                  <a:pt x="202" y="86867"/>
                </a:cubicBezTo>
                <a:cubicBezTo>
                  <a:pt x="67" y="86414"/>
                  <a:pt x="0" y="85873"/>
                  <a:pt x="0" y="85242"/>
                </a:cubicBezTo>
                <a:cubicBezTo>
                  <a:pt x="0" y="84565"/>
                  <a:pt x="67" y="83662"/>
                  <a:pt x="202" y="82533"/>
                </a:cubicBezTo>
                <a:cubicBezTo>
                  <a:pt x="337" y="81405"/>
                  <a:pt x="607" y="80153"/>
                  <a:pt x="1012" y="78777"/>
                </a:cubicBezTo>
                <a:cubicBezTo>
                  <a:pt x="1416" y="77400"/>
                  <a:pt x="2035" y="76001"/>
                  <a:pt x="2867" y="74579"/>
                </a:cubicBezTo>
                <a:cubicBezTo>
                  <a:pt x="3698" y="73157"/>
                  <a:pt x="4789" y="71837"/>
                  <a:pt x="6138" y="70618"/>
                </a:cubicBezTo>
                <a:lnTo>
                  <a:pt x="26709" y="52650"/>
                </a:lnTo>
                <a:cubicBezTo>
                  <a:pt x="29407" y="50220"/>
                  <a:pt x="31757" y="47948"/>
                  <a:pt x="33758" y="45833"/>
                </a:cubicBezTo>
                <a:cubicBezTo>
                  <a:pt x="35759" y="43718"/>
                  <a:pt x="37456" y="41761"/>
                  <a:pt x="38850" y="39961"/>
                </a:cubicBezTo>
                <a:cubicBezTo>
                  <a:pt x="40244" y="38161"/>
                  <a:pt x="41379" y="36473"/>
                  <a:pt x="42256" y="34898"/>
                </a:cubicBezTo>
                <a:cubicBezTo>
                  <a:pt x="43133" y="33323"/>
                  <a:pt x="43819" y="31883"/>
                  <a:pt x="44313" y="30579"/>
                </a:cubicBezTo>
                <a:cubicBezTo>
                  <a:pt x="44808" y="29274"/>
                  <a:pt x="45134" y="28070"/>
                  <a:pt x="45291" y="26967"/>
                </a:cubicBezTo>
                <a:cubicBezTo>
                  <a:pt x="45449" y="25864"/>
                  <a:pt x="45528" y="24885"/>
                  <a:pt x="45528" y="24031"/>
                </a:cubicBezTo>
                <a:cubicBezTo>
                  <a:pt x="45528" y="23182"/>
                  <a:pt x="45393" y="22288"/>
                  <a:pt x="45123" y="21349"/>
                </a:cubicBezTo>
                <a:cubicBezTo>
                  <a:pt x="44853" y="20411"/>
                  <a:pt x="44381" y="19551"/>
                  <a:pt x="43706" y="18770"/>
                </a:cubicBezTo>
                <a:cubicBezTo>
                  <a:pt x="43032" y="17987"/>
                  <a:pt x="42099" y="17338"/>
                  <a:pt x="40907" y="16824"/>
                </a:cubicBezTo>
                <a:cubicBezTo>
                  <a:pt x="39716" y="16310"/>
                  <a:pt x="38198" y="16053"/>
                  <a:pt x="36355" y="16053"/>
                </a:cubicBezTo>
                <a:cubicBezTo>
                  <a:pt x="33971" y="16053"/>
                  <a:pt x="31701" y="16405"/>
                  <a:pt x="29542" y="17109"/>
                </a:cubicBezTo>
                <a:cubicBezTo>
                  <a:pt x="27384" y="17813"/>
                  <a:pt x="25428" y="18585"/>
                  <a:pt x="23674" y="19425"/>
                </a:cubicBezTo>
                <a:cubicBezTo>
                  <a:pt x="21921" y="20265"/>
                  <a:pt x="20426" y="21038"/>
                  <a:pt x="19189" y="21741"/>
                </a:cubicBezTo>
                <a:cubicBezTo>
                  <a:pt x="17952" y="22445"/>
                  <a:pt x="17064" y="22797"/>
                  <a:pt x="16525" y="22797"/>
                </a:cubicBezTo>
                <a:cubicBezTo>
                  <a:pt x="15940" y="22797"/>
                  <a:pt x="15524" y="22528"/>
                  <a:pt x="15277" y="21988"/>
                </a:cubicBezTo>
                <a:cubicBezTo>
                  <a:pt x="15030" y="21449"/>
                  <a:pt x="14906" y="20707"/>
                  <a:pt x="14906" y="19762"/>
                </a:cubicBezTo>
                <a:cubicBezTo>
                  <a:pt x="14906" y="19403"/>
                  <a:pt x="14929" y="18908"/>
                  <a:pt x="14973" y="18278"/>
                </a:cubicBezTo>
                <a:cubicBezTo>
                  <a:pt x="15018" y="17649"/>
                  <a:pt x="15097" y="16952"/>
                  <a:pt x="15210" y="16188"/>
                </a:cubicBezTo>
                <a:cubicBezTo>
                  <a:pt x="15322" y="15423"/>
                  <a:pt x="15479" y="14625"/>
                  <a:pt x="15682" y="13793"/>
                </a:cubicBezTo>
                <a:cubicBezTo>
                  <a:pt x="15884" y="12961"/>
                  <a:pt x="16098" y="12152"/>
                  <a:pt x="16322" y="11365"/>
                </a:cubicBezTo>
                <a:cubicBezTo>
                  <a:pt x="16547" y="10578"/>
                  <a:pt x="16828" y="9859"/>
                  <a:pt x="17166" y="9207"/>
                </a:cubicBezTo>
                <a:cubicBezTo>
                  <a:pt x="17503" y="8555"/>
                  <a:pt x="17896" y="8004"/>
                  <a:pt x="18346" y="7554"/>
                </a:cubicBezTo>
                <a:cubicBezTo>
                  <a:pt x="18885" y="7005"/>
                  <a:pt x="19953" y="6295"/>
                  <a:pt x="21550" y="5425"/>
                </a:cubicBezTo>
                <a:cubicBezTo>
                  <a:pt x="23146" y="4556"/>
                  <a:pt x="25057" y="3720"/>
                  <a:pt x="27283" y="2919"/>
                </a:cubicBezTo>
                <a:cubicBezTo>
                  <a:pt x="29509" y="2118"/>
                  <a:pt x="31982" y="1432"/>
                  <a:pt x="34702" y="860"/>
                </a:cubicBezTo>
                <a:cubicBezTo>
                  <a:pt x="37422" y="287"/>
                  <a:pt x="40199" y="0"/>
                  <a:pt x="43032" y="0"/>
                </a:cubicBezTo>
                <a:cubicBezTo>
                  <a:pt x="47753" y="0"/>
                  <a:pt x="51688" y="596"/>
                  <a:pt x="54835" y="1789"/>
                </a:cubicBezTo>
                <a:cubicBezTo>
                  <a:pt x="57983" y="2981"/>
                  <a:pt x="60479" y="4511"/>
                  <a:pt x="62322" y="6378"/>
                </a:cubicBezTo>
                <a:cubicBezTo>
                  <a:pt x="64166" y="8246"/>
                  <a:pt x="65470" y="10316"/>
                  <a:pt x="66234" y="12590"/>
                </a:cubicBezTo>
                <a:cubicBezTo>
                  <a:pt x="66999" y="14862"/>
                  <a:pt x="67381" y="17078"/>
                  <a:pt x="67381" y="19237"/>
                </a:cubicBezTo>
                <a:cubicBezTo>
                  <a:pt x="67381" y="21217"/>
                  <a:pt x="67212" y="23208"/>
                  <a:pt x="66875" y="25211"/>
                </a:cubicBezTo>
                <a:cubicBezTo>
                  <a:pt x="66538" y="27213"/>
                  <a:pt x="65953" y="29283"/>
                  <a:pt x="65121" y="31420"/>
                </a:cubicBezTo>
                <a:cubicBezTo>
                  <a:pt x="64289" y="33558"/>
                  <a:pt x="63131" y="35785"/>
                  <a:pt x="61648" y="38104"/>
                </a:cubicBezTo>
                <a:cubicBezTo>
                  <a:pt x="60164" y="40421"/>
                  <a:pt x="58286" y="42919"/>
                  <a:pt x="56016" y="45597"/>
                </a:cubicBezTo>
                <a:cubicBezTo>
                  <a:pt x="53745" y="48274"/>
                  <a:pt x="51002" y="51131"/>
                  <a:pt x="47787" y="54169"/>
                </a:cubicBezTo>
                <a:cubicBezTo>
                  <a:pt x="44572" y="57206"/>
                  <a:pt x="40784" y="60502"/>
                  <a:pt x="36422" y="64057"/>
                </a:cubicBezTo>
                <a:lnTo>
                  <a:pt x="24012" y="74463"/>
                </a:lnTo>
                <a:lnTo>
                  <a:pt x="57263" y="74463"/>
                </a:lnTo>
                <a:cubicBezTo>
                  <a:pt x="58073" y="74463"/>
                  <a:pt x="58635" y="74802"/>
                  <a:pt x="58950" y="75481"/>
                </a:cubicBezTo>
                <a:cubicBezTo>
                  <a:pt x="59264" y="76158"/>
                  <a:pt x="59422" y="76949"/>
                  <a:pt x="59422" y="778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text">
            <a:extLst xmlns:a="http://schemas.openxmlformats.org/drawingml/2006/main">
              <a:ext uri="{FF2B5EF4-FFF2-40B4-BE49-F238E27FC236}">
                <a16:creationId xmlns:a16="http://schemas.microsoft.com/office/drawing/2014/main" id="{D0C33077-40B3-409C-91D2-BD410F8B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124" y="2199186"/>
            <a:ext cx="210807" cy="82152"/>
          </a:xfrm>
          <a:custGeom xmlns:a="http://schemas.openxmlformats.org/drawingml/2006/main">
            <a:pathLst>
              <a:path w="210807" h="82152">
                <a:moveTo>
                  <a:pt x="39660" y="74733"/>
                </a:moveTo>
                <a:cubicBezTo>
                  <a:pt x="39660" y="76037"/>
                  <a:pt x="39570" y="77071"/>
                  <a:pt x="39390" y="77835"/>
                </a:cubicBezTo>
                <a:cubicBezTo>
                  <a:pt x="39210" y="78600"/>
                  <a:pt x="38940" y="79162"/>
                  <a:pt x="38580" y="79521"/>
                </a:cubicBezTo>
                <a:cubicBezTo>
                  <a:pt x="38221" y="79881"/>
                  <a:pt x="37681" y="80218"/>
                  <a:pt x="36962" y="80533"/>
                </a:cubicBezTo>
                <a:cubicBezTo>
                  <a:pt x="36242" y="80848"/>
                  <a:pt x="35422" y="81106"/>
                  <a:pt x="34500" y="81309"/>
                </a:cubicBezTo>
                <a:cubicBezTo>
                  <a:pt x="33578" y="81511"/>
                  <a:pt x="32600" y="81680"/>
                  <a:pt x="31566" y="81815"/>
                </a:cubicBezTo>
                <a:cubicBezTo>
                  <a:pt x="30532" y="81950"/>
                  <a:pt x="29497" y="82017"/>
                  <a:pt x="28463" y="82017"/>
                </a:cubicBezTo>
                <a:cubicBezTo>
                  <a:pt x="25316" y="82017"/>
                  <a:pt x="22618" y="81600"/>
                  <a:pt x="20369" y="80767"/>
                </a:cubicBezTo>
                <a:cubicBezTo>
                  <a:pt x="18121" y="79932"/>
                  <a:pt x="16277" y="78670"/>
                  <a:pt x="14839" y="76979"/>
                </a:cubicBezTo>
                <a:cubicBezTo>
                  <a:pt x="13400" y="75289"/>
                  <a:pt x="12354" y="73148"/>
                  <a:pt x="11702" y="70557"/>
                </a:cubicBezTo>
                <a:cubicBezTo>
                  <a:pt x="11050" y="67966"/>
                  <a:pt x="10724" y="64913"/>
                  <a:pt x="10724" y="61397"/>
                </a:cubicBezTo>
                <a:lnTo>
                  <a:pt x="10724" y="25833"/>
                </a:lnTo>
                <a:lnTo>
                  <a:pt x="2226" y="25833"/>
                </a:lnTo>
                <a:cubicBezTo>
                  <a:pt x="1551" y="25833"/>
                  <a:pt x="1012" y="25473"/>
                  <a:pt x="607" y="24753"/>
                </a:cubicBezTo>
                <a:cubicBezTo>
                  <a:pt x="202" y="24034"/>
                  <a:pt x="0" y="22865"/>
                  <a:pt x="0" y="21246"/>
                </a:cubicBezTo>
                <a:cubicBezTo>
                  <a:pt x="0" y="20392"/>
                  <a:pt x="56" y="19672"/>
                  <a:pt x="169" y="19088"/>
                </a:cubicBezTo>
                <a:cubicBezTo>
                  <a:pt x="281" y="18503"/>
                  <a:pt x="427" y="18020"/>
                  <a:pt x="607" y="17638"/>
                </a:cubicBezTo>
                <a:cubicBezTo>
                  <a:pt x="787" y="17255"/>
                  <a:pt x="1023" y="16986"/>
                  <a:pt x="1315" y="16828"/>
                </a:cubicBezTo>
                <a:cubicBezTo>
                  <a:pt x="1608" y="16671"/>
                  <a:pt x="1934" y="16592"/>
                  <a:pt x="2293" y="16592"/>
                </a:cubicBezTo>
                <a:lnTo>
                  <a:pt x="10724" y="16592"/>
                </a:lnTo>
                <a:lnTo>
                  <a:pt x="10724" y="2158"/>
                </a:lnTo>
                <a:cubicBezTo>
                  <a:pt x="10724" y="1844"/>
                  <a:pt x="10803" y="1551"/>
                  <a:pt x="10960" y="1282"/>
                </a:cubicBezTo>
                <a:cubicBezTo>
                  <a:pt x="11118" y="1012"/>
                  <a:pt x="11410" y="776"/>
                  <a:pt x="11837" y="573"/>
                </a:cubicBezTo>
                <a:cubicBezTo>
                  <a:pt x="12264" y="371"/>
                  <a:pt x="12838" y="225"/>
                  <a:pt x="13557" y="135"/>
                </a:cubicBezTo>
                <a:cubicBezTo>
                  <a:pt x="14277" y="45"/>
                  <a:pt x="15176" y="0"/>
                  <a:pt x="16255" y="0"/>
                </a:cubicBezTo>
                <a:cubicBezTo>
                  <a:pt x="17379" y="0"/>
                  <a:pt x="18301" y="45"/>
                  <a:pt x="19020" y="135"/>
                </a:cubicBezTo>
                <a:cubicBezTo>
                  <a:pt x="19740" y="225"/>
                  <a:pt x="20302" y="371"/>
                  <a:pt x="20707" y="573"/>
                </a:cubicBezTo>
                <a:cubicBezTo>
                  <a:pt x="21111" y="776"/>
                  <a:pt x="21404" y="1012"/>
                  <a:pt x="21583" y="1282"/>
                </a:cubicBezTo>
                <a:cubicBezTo>
                  <a:pt x="21763" y="1551"/>
                  <a:pt x="21853" y="1844"/>
                  <a:pt x="21853" y="2158"/>
                </a:cubicBezTo>
                <a:lnTo>
                  <a:pt x="21853" y="16592"/>
                </a:lnTo>
                <a:lnTo>
                  <a:pt x="37434" y="16592"/>
                </a:lnTo>
                <a:cubicBezTo>
                  <a:pt x="37793" y="16592"/>
                  <a:pt x="38108" y="16671"/>
                  <a:pt x="38378" y="16828"/>
                </a:cubicBezTo>
                <a:cubicBezTo>
                  <a:pt x="38648" y="16986"/>
                  <a:pt x="38884" y="17255"/>
                  <a:pt x="39086" y="17638"/>
                </a:cubicBezTo>
                <a:cubicBezTo>
                  <a:pt x="39289" y="18020"/>
                  <a:pt x="39435" y="18503"/>
                  <a:pt x="39525" y="19088"/>
                </a:cubicBezTo>
                <a:cubicBezTo>
                  <a:pt x="39615" y="19672"/>
                  <a:pt x="39660" y="20392"/>
                  <a:pt x="39660" y="21246"/>
                </a:cubicBezTo>
                <a:cubicBezTo>
                  <a:pt x="39660" y="22865"/>
                  <a:pt x="39457" y="24034"/>
                  <a:pt x="39052" y="24753"/>
                </a:cubicBezTo>
                <a:cubicBezTo>
                  <a:pt x="38648" y="25473"/>
                  <a:pt x="38108" y="25833"/>
                  <a:pt x="37434" y="25833"/>
                </a:cubicBezTo>
                <a:lnTo>
                  <a:pt x="21853" y="25833"/>
                </a:lnTo>
                <a:lnTo>
                  <a:pt x="21853" y="59791"/>
                </a:lnTo>
                <a:cubicBezTo>
                  <a:pt x="21853" y="63984"/>
                  <a:pt x="22471" y="67152"/>
                  <a:pt x="23708" y="69295"/>
                </a:cubicBezTo>
                <a:cubicBezTo>
                  <a:pt x="24945" y="71436"/>
                  <a:pt x="27159" y="72507"/>
                  <a:pt x="30352" y="72507"/>
                </a:cubicBezTo>
                <a:cubicBezTo>
                  <a:pt x="31386" y="72507"/>
                  <a:pt x="32308" y="72406"/>
                  <a:pt x="33117" y="72203"/>
                </a:cubicBezTo>
                <a:cubicBezTo>
                  <a:pt x="33926" y="72001"/>
                  <a:pt x="34646" y="71787"/>
                  <a:pt x="35275" y="71563"/>
                </a:cubicBezTo>
                <a:cubicBezTo>
                  <a:pt x="35905" y="71338"/>
                  <a:pt x="36444" y="71124"/>
                  <a:pt x="36894" y="70922"/>
                </a:cubicBezTo>
                <a:cubicBezTo>
                  <a:pt x="37344" y="70719"/>
                  <a:pt x="37748" y="70618"/>
                  <a:pt x="38108" y="70618"/>
                </a:cubicBezTo>
                <a:cubicBezTo>
                  <a:pt x="38333" y="70618"/>
                  <a:pt x="38547" y="70674"/>
                  <a:pt x="38749" y="70787"/>
                </a:cubicBezTo>
                <a:cubicBezTo>
                  <a:pt x="38951" y="70899"/>
                  <a:pt x="39109" y="71113"/>
                  <a:pt x="39221" y="71428"/>
                </a:cubicBezTo>
                <a:cubicBezTo>
                  <a:pt x="39334" y="71742"/>
                  <a:pt x="39435" y="72170"/>
                  <a:pt x="39525" y="72709"/>
                </a:cubicBezTo>
                <a:cubicBezTo>
                  <a:pt x="39615" y="73249"/>
                  <a:pt x="39660" y="73923"/>
                  <a:pt x="39660" y="74733"/>
                </a:cubicBezTo>
                <a:close/>
                <a:moveTo>
                  <a:pt x="104511" y="46135"/>
                </a:moveTo>
                <a:cubicBezTo>
                  <a:pt x="104511" y="47888"/>
                  <a:pt x="104073" y="49136"/>
                  <a:pt x="103196" y="49878"/>
                </a:cubicBezTo>
                <a:cubicBezTo>
                  <a:pt x="102319" y="50620"/>
                  <a:pt x="101319" y="50991"/>
                  <a:pt x="100195" y="50991"/>
                </a:cubicBezTo>
                <a:lnTo>
                  <a:pt x="60400" y="50991"/>
                </a:lnTo>
                <a:cubicBezTo>
                  <a:pt x="60400" y="54373"/>
                  <a:pt x="60737" y="57417"/>
                  <a:pt x="61412" y="60124"/>
                </a:cubicBezTo>
                <a:cubicBezTo>
                  <a:pt x="62086" y="62830"/>
                  <a:pt x="63210" y="65153"/>
                  <a:pt x="64784" y="67092"/>
                </a:cubicBezTo>
                <a:cubicBezTo>
                  <a:pt x="66358" y="69031"/>
                  <a:pt x="68404" y="70520"/>
                  <a:pt x="70922" y="71558"/>
                </a:cubicBezTo>
                <a:cubicBezTo>
                  <a:pt x="73440" y="72595"/>
                  <a:pt x="76520" y="73114"/>
                  <a:pt x="80162" y="73114"/>
                </a:cubicBezTo>
                <a:cubicBezTo>
                  <a:pt x="83040" y="73114"/>
                  <a:pt x="85603" y="72878"/>
                  <a:pt x="87852" y="72406"/>
                </a:cubicBezTo>
                <a:cubicBezTo>
                  <a:pt x="90100" y="71933"/>
                  <a:pt x="92045" y="71405"/>
                  <a:pt x="93686" y="70821"/>
                </a:cubicBezTo>
                <a:cubicBezTo>
                  <a:pt x="95327" y="70236"/>
                  <a:pt x="96676" y="69708"/>
                  <a:pt x="97733" y="69236"/>
                </a:cubicBezTo>
                <a:cubicBezTo>
                  <a:pt x="98789" y="68763"/>
                  <a:pt x="99588" y="68527"/>
                  <a:pt x="100127" y="68527"/>
                </a:cubicBezTo>
                <a:cubicBezTo>
                  <a:pt x="100442" y="68527"/>
                  <a:pt x="100723" y="68606"/>
                  <a:pt x="100970" y="68763"/>
                </a:cubicBezTo>
                <a:cubicBezTo>
                  <a:pt x="101218" y="68921"/>
                  <a:pt x="101409" y="69157"/>
                  <a:pt x="101544" y="69472"/>
                </a:cubicBezTo>
                <a:cubicBezTo>
                  <a:pt x="101678" y="69786"/>
                  <a:pt x="101780" y="70225"/>
                  <a:pt x="101847" y="70787"/>
                </a:cubicBezTo>
                <a:cubicBezTo>
                  <a:pt x="101914" y="71349"/>
                  <a:pt x="101948" y="72035"/>
                  <a:pt x="101948" y="72844"/>
                </a:cubicBezTo>
                <a:cubicBezTo>
                  <a:pt x="101948" y="73429"/>
                  <a:pt x="101926" y="73934"/>
                  <a:pt x="101881" y="74362"/>
                </a:cubicBezTo>
                <a:cubicBezTo>
                  <a:pt x="101836" y="74789"/>
                  <a:pt x="101780" y="75171"/>
                  <a:pt x="101712" y="75508"/>
                </a:cubicBezTo>
                <a:cubicBezTo>
                  <a:pt x="101645" y="75845"/>
                  <a:pt x="101532" y="76149"/>
                  <a:pt x="101375" y="76419"/>
                </a:cubicBezTo>
                <a:cubicBezTo>
                  <a:pt x="101218" y="76689"/>
                  <a:pt x="101015" y="76947"/>
                  <a:pt x="100768" y="77194"/>
                </a:cubicBezTo>
                <a:cubicBezTo>
                  <a:pt x="100521" y="77442"/>
                  <a:pt x="99790" y="77846"/>
                  <a:pt x="98576" y="78408"/>
                </a:cubicBezTo>
                <a:cubicBezTo>
                  <a:pt x="97362" y="78971"/>
                  <a:pt x="95788" y="79521"/>
                  <a:pt x="93854" y="80061"/>
                </a:cubicBezTo>
                <a:cubicBezTo>
                  <a:pt x="91921" y="80601"/>
                  <a:pt x="89684" y="81084"/>
                  <a:pt x="87143" y="81511"/>
                </a:cubicBezTo>
                <a:cubicBezTo>
                  <a:pt x="84603" y="81938"/>
                  <a:pt x="81894" y="82152"/>
                  <a:pt x="79016" y="82152"/>
                </a:cubicBezTo>
                <a:cubicBezTo>
                  <a:pt x="74025" y="82152"/>
                  <a:pt x="69652" y="81454"/>
                  <a:pt x="65897" y="80059"/>
                </a:cubicBezTo>
                <a:cubicBezTo>
                  <a:pt x="62143" y="78664"/>
                  <a:pt x="58984" y="76593"/>
                  <a:pt x="56421" y="73847"/>
                </a:cubicBezTo>
                <a:cubicBezTo>
                  <a:pt x="53858" y="71102"/>
                  <a:pt x="51924" y="67658"/>
                  <a:pt x="50620" y="63517"/>
                </a:cubicBezTo>
                <a:cubicBezTo>
                  <a:pt x="49316" y="59376"/>
                  <a:pt x="48664" y="54560"/>
                  <a:pt x="48664" y="49069"/>
                </a:cubicBezTo>
                <a:cubicBezTo>
                  <a:pt x="48664" y="43847"/>
                  <a:pt x="49339" y="39154"/>
                  <a:pt x="50688" y="34991"/>
                </a:cubicBezTo>
                <a:cubicBezTo>
                  <a:pt x="52037" y="30827"/>
                  <a:pt x="53981" y="27294"/>
                  <a:pt x="56522" y="24391"/>
                </a:cubicBezTo>
                <a:cubicBezTo>
                  <a:pt x="59062" y="21488"/>
                  <a:pt x="62131" y="19260"/>
                  <a:pt x="65729" y="17707"/>
                </a:cubicBezTo>
                <a:cubicBezTo>
                  <a:pt x="69326" y="16155"/>
                  <a:pt x="73350" y="15378"/>
                  <a:pt x="77802" y="15378"/>
                </a:cubicBezTo>
                <a:cubicBezTo>
                  <a:pt x="82568" y="15378"/>
                  <a:pt x="86626" y="16143"/>
                  <a:pt x="89976" y="17671"/>
                </a:cubicBezTo>
                <a:cubicBezTo>
                  <a:pt x="93326" y="19200"/>
                  <a:pt x="96080" y="21257"/>
                  <a:pt x="98239" y="23843"/>
                </a:cubicBezTo>
                <a:cubicBezTo>
                  <a:pt x="100397" y="26428"/>
                  <a:pt x="101982" y="29464"/>
                  <a:pt x="102994" y="32948"/>
                </a:cubicBezTo>
                <a:cubicBezTo>
                  <a:pt x="104005" y="36433"/>
                  <a:pt x="104511" y="40154"/>
                  <a:pt x="104511" y="44111"/>
                </a:cubicBezTo>
                <a:lnTo>
                  <a:pt x="104511" y="46135"/>
                </a:lnTo>
                <a:moveTo>
                  <a:pt x="93315" y="42830"/>
                </a:moveTo>
                <a:cubicBezTo>
                  <a:pt x="93450" y="36984"/>
                  <a:pt x="92157" y="32398"/>
                  <a:pt x="89437" y="29070"/>
                </a:cubicBezTo>
                <a:cubicBezTo>
                  <a:pt x="86716" y="25743"/>
                  <a:pt x="82681" y="24079"/>
                  <a:pt x="77330" y="24079"/>
                </a:cubicBezTo>
                <a:cubicBezTo>
                  <a:pt x="74587" y="24079"/>
                  <a:pt x="72181" y="24596"/>
                  <a:pt x="70113" y="25630"/>
                </a:cubicBezTo>
                <a:cubicBezTo>
                  <a:pt x="68044" y="26665"/>
                  <a:pt x="66313" y="28036"/>
                  <a:pt x="64919" y="29745"/>
                </a:cubicBezTo>
                <a:cubicBezTo>
                  <a:pt x="63525" y="31453"/>
                  <a:pt x="62446" y="33443"/>
                  <a:pt x="61682" y="35714"/>
                </a:cubicBezTo>
                <a:cubicBezTo>
                  <a:pt x="60917" y="37985"/>
                  <a:pt x="60490" y="40356"/>
                  <a:pt x="60400" y="42830"/>
                </a:cubicBezTo>
                <a:lnTo>
                  <a:pt x="93315" y="42830"/>
                </a:lnTo>
                <a:close/>
                <a:moveTo>
                  <a:pt x="165015" y="77835"/>
                </a:moveTo>
                <a:cubicBezTo>
                  <a:pt x="165374" y="78465"/>
                  <a:pt x="165554" y="78993"/>
                  <a:pt x="165554" y="79420"/>
                </a:cubicBezTo>
                <a:cubicBezTo>
                  <a:pt x="165554" y="79847"/>
                  <a:pt x="165341" y="80196"/>
                  <a:pt x="164914" y="80466"/>
                </a:cubicBezTo>
                <a:cubicBezTo>
                  <a:pt x="164486" y="80735"/>
                  <a:pt x="163834" y="80927"/>
                  <a:pt x="162958" y="81039"/>
                </a:cubicBezTo>
                <a:cubicBezTo>
                  <a:pt x="162081" y="81151"/>
                  <a:pt x="160945" y="81208"/>
                  <a:pt x="159551" y="81208"/>
                </a:cubicBezTo>
                <a:cubicBezTo>
                  <a:pt x="158202" y="81208"/>
                  <a:pt x="157135" y="81174"/>
                  <a:pt x="156348" y="81106"/>
                </a:cubicBezTo>
                <a:cubicBezTo>
                  <a:pt x="155561" y="81039"/>
                  <a:pt x="154931" y="80927"/>
                  <a:pt x="154459" y="80769"/>
                </a:cubicBezTo>
                <a:cubicBezTo>
                  <a:pt x="153987" y="80612"/>
                  <a:pt x="153627" y="80409"/>
                  <a:pt x="153380" y="80162"/>
                </a:cubicBezTo>
                <a:cubicBezTo>
                  <a:pt x="153133" y="79915"/>
                  <a:pt x="152919" y="79634"/>
                  <a:pt x="152739" y="79319"/>
                </a:cubicBezTo>
                <a:lnTo>
                  <a:pt x="138170" y="55240"/>
                </a:lnTo>
                <a:lnTo>
                  <a:pt x="123669" y="79319"/>
                </a:lnTo>
                <a:cubicBezTo>
                  <a:pt x="123489" y="79634"/>
                  <a:pt x="123276" y="79915"/>
                  <a:pt x="123028" y="80162"/>
                </a:cubicBezTo>
                <a:cubicBezTo>
                  <a:pt x="122781" y="80409"/>
                  <a:pt x="122421" y="80612"/>
                  <a:pt x="121949" y="80769"/>
                </a:cubicBezTo>
                <a:cubicBezTo>
                  <a:pt x="121477" y="80927"/>
                  <a:pt x="120859" y="81039"/>
                  <a:pt x="120094" y="81106"/>
                </a:cubicBezTo>
                <a:cubicBezTo>
                  <a:pt x="119330" y="81174"/>
                  <a:pt x="118318" y="81208"/>
                  <a:pt x="117059" y="81208"/>
                </a:cubicBezTo>
                <a:cubicBezTo>
                  <a:pt x="115755" y="81208"/>
                  <a:pt x="114687" y="81151"/>
                  <a:pt x="113855" y="81039"/>
                </a:cubicBezTo>
                <a:cubicBezTo>
                  <a:pt x="113023" y="80927"/>
                  <a:pt x="112416" y="80735"/>
                  <a:pt x="112034" y="80466"/>
                </a:cubicBezTo>
                <a:cubicBezTo>
                  <a:pt x="111652" y="80196"/>
                  <a:pt x="111472" y="79847"/>
                  <a:pt x="111495" y="79420"/>
                </a:cubicBezTo>
                <a:cubicBezTo>
                  <a:pt x="111517" y="78993"/>
                  <a:pt x="111731" y="78465"/>
                  <a:pt x="112135" y="77835"/>
                </a:cubicBezTo>
                <a:lnTo>
                  <a:pt x="131021" y="48225"/>
                </a:lnTo>
                <a:lnTo>
                  <a:pt x="113147" y="19695"/>
                </a:lnTo>
                <a:cubicBezTo>
                  <a:pt x="112787" y="19065"/>
                  <a:pt x="112596" y="18537"/>
                  <a:pt x="112574" y="18110"/>
                </a:cubicBezTo>
                <a:cubicBezTo>
                  <a:pt x="112551" y="17683"/>
                  <a:pt x="112754" y="17323"/>
                  <a:pt x="113181" y="17031"/>
                </a:cubicBezTo>
                <a:cubicBezTo>
                  <a:pt x="113608" y="16738"/>
                  <a:pt x="114260" y="16547"/>
                  <a:pt x="115137" y="16457"/>
                </a:cubicBezTo>
                <a:cubicBezTo>
                  <a:pt x="116014" y="16367"/>
                  <a:pt x="117171" y="16322"/>
                  <a:pt x="118610" y="16322"/>
                </a:cubicBezTo>
                <a:cubicBezTo>
                  <a:pt x="119914" y="16322"/>
                  <a:pt x="120960" y="16356"/>
                  <a:pt x="121747" y="16424"/>
                </a:cubicBezTo>
                <a:cubicBezTo>
                  <a:pt x="122534" y="16491"/>
                  <a:pt x="123152" y="16592"/>
                  <a:pt x="123602" y="16727"/>
                </a:cubicBezTo>
                <a:cubicBezTo>
                  <a:pt x="124051" y="16862"/>
                  <a:pt x="124388" y="17042"/>
                  <a:pt x="124613" y="17267"/>
                </a:cubicBezTo>
                <a:cubicBezTo>
                  <a:pt x="124838" y="17492"/>
                  <a:pt x="125040" y="17761"/>
                  <a:pt x="125220" y="18076"/>
                </a:cubicBezTo>
                <a:lnTo>
                  <a:pt x="139047" y="40671"/>
                </a:lnTo>
                <a:lnTo>
                  <a:pt x="153076" y="18076"/>
                </a:lnTo>
                <a:cubicBezTo>
                  <a:pt x="153256" y="17806"/>
                  <a:pt x="153459" y="17559"/>
                  <a:pt x="153683" y="17334"/>
                </a:cubicBezTo>
                <a:cubicBezTo>
                  <a:pt x="153908" y="17109"/>
                  <a:pt x="154212" y="16918"/>
                  <a:pt x="154594" y="16761"/>
                </a:cubicBezTo>
                <a:cubicBezTo>
                  <a:pt x="154976" y="16603"/>
                  <a:pt x="155516" y="16491"/>
                  <a:pt x="156213" y="16424"/>
                </a:cubicBezTo>
                <a:cubicBezTo>
                  <a:pt x="156910" y="16356"/>
                  <a:pt x="157865" y="16322"/>
                  <a:pt x="159079" y="16322"/>
                </a:cubicBezTo>
                <a:cubicBezTo>
                  <a:pt x="160383" y="16322"/>
                  <a:pt x="161451" y="16367"/>
                  <a:pt x="162283" y="16457"/>
                </a:cubicBezTo>
                <a:cubicBezTo>
                  <a:pt x="163115" y="16547"/>
                  <a:pt x="163733" y="16716"/>
                  <a:pt x="164138" y="16963"/>
                </a:cubicBezTo>
                <a:cubicBezTo>
                  <a:pt x="164543" y="17211"/>
                  <a:pt x="164722" y="17559"/>
                  <a:pt x="164677" y="18009"/>
                </a:cubicBezTo>
                <a:cubicBezTo>
                  <a:pt x="164633" y="18458"/>
                  <a:pt x="164408" y="19020"/>
                  <a:pt x="164003" y="19695"/>
                </a:cubicBezTo>
                <a:lnTo>
                  <a:pt x="146264" y="47888"/>
                </a:lnTo>
                <a:lnTo>
                  <a:pt x="165015" y="77835"/>
                </a:lnTo>
                <a:close/>
                <a:moveTo>
                  <a:pt x="210807" y="74733"/>
                </a:moveTo>
                <a:cubicBezTo>
                  <a:pt x="210807" y="76037"/>
                  <a:pt x="210717" y="77071"/>
                  <a:pt x="210537" y="77835"/>
                </a:cubicBezTo>
                <a:cubicBezTo>
                  <a:pt x="210357" y="78600"/>
                  <a:pt x="210087" y="79162"/>
                  <a:pt x="209728" y="79521"/>
                </a:cubicBezTo>
                <a:cubicBezTo>
                  <a:pt x="209368" y="79881"/>
                  <a:pt x="208828" y="80218"/>
                  <a:pt x="208109" y="80533"/>
                </a:cubicBezTo>
                <a:cubicBezTo>
                  <a:pt x="207390" y="80848"/>
                  <a:pt x="206569" y="81106"/>
                  <a:pt x="205647" y="81309"/>
                </a:cubicBezTo>
                <a:cubicBezTo>
                  <a:pt x="204725" y="81511"/>
                  <a:pt x="203747" y="81680"/>
                  <a:pt x="202713" y="81815"/>
                </a:cubicBezTo>
                <a:cubicBezTo>
                  <a:pt x="201679" y="81950"/>
                  <a:pt x="200645" y="82017"/>
                  <a:pt x="199611" y="82017"/>
                </a:cubicBezTo>
                <a:cubicBezTo>
                  <a:pt x="196463" y="82017"/>
                  <a:pt x="193765" y="81600"/>
                  <a:pt x="191517" y="80767"/>
                </a:cubicBezTo>
                <a:cubicBezTo>
                  <a:pt x="189268" y="79932"/>
                  <a:pt x="187425" y="78670"/>
                  <a:pt x="185986" y="76979"/>
                </a:cubicBezTo>
                <a:cubicBezTo>
                  <a:pt x="184547" y="75289"/>
                  <a:pt x="183502" y="73148"/>
                  <a:pt x="182850" y="70557"/>
                </a:cubicBezTo>
                <a:cubicBezTo>
                  <a:pt x="182198" y="67966"/>
                  <a:pt x="181872" y="64913"/>
                  <a:pt x="181872" y="61397"/>
                </a:cubicBezTo>
                <a:lnTo>
                  <a:pt x="181872" y="25833"/>
                </a:lnTo>
                <a:lnTo>
                  <a:pt x="173373" y="25833"/>
                </a:lnTo>
                <a:cubicBezTo>
                  <a:pt x="172699" y="25833"/>
                  <a:pt x="172159" y="25473"/>
                  <a:pt x="171754" y="24753"/>
                </a:cubicBezTo>
                <a:cubicBezTo>
                  <a:pt x="171350" y="24034"/>
                  <a:pt x="171147" y="22865"/>
                  <a:pt x="171147" y="21246"/>
                </a:cubicBezTo>
                <a:cubicBezTo>
                  <a:pt x="171147" y="20392"/>
                  <a:pt x="171204" y="19672"/>
                  <a:pt x="171316" y="19088"/>
                </a:cubicBezTo>
                <a:cubicBezTo>
                  <a:pt x="171428" y="18503"/>
                  <a:pt x="171575" y="18020"/>
                  <a:pt x="171754" y="17638"/>
                </a:cubicBezTo>
                <a:cubicBezTo>
                  <a:pt x="171934" y="17255"/>
                  <a:pt x="172170" y="16986"/>
                  <a:pt x="172463" y="16828"/>
                </a:cubicBezTo>
                <a:cubicBezTo>
                  <a:pt x="172755" y="16671"/>
                  <a:pt x="173081" y="16592"/>
                  <a:pt x="173441" y="16592"/>
                </a:cubicBezTo>
                <a:lnTo>
                  <a:pt x="181872" y="16592"/>
                </a:lnTo>
                <a:lnTo>
                  <a:pt x="181872" y="2158"/>
                </a:lnTo>
                <a:cubicBezTo>
                  <a:pt x="181872" y="1844"/>
                  <a:pt x="181950" y="1551"/>
                  <a:pt x="182108" y="1282"/>
                </a:cubicBezTo>
                <a:cubicBezTo>
                  <a:pt x="182265" y="1012"/>
                  <a:pt x="182557" y="776"/>
                  <a:pt x="182985" y="573"/>
                </a:cubicBezTo>
                <a:cubicBezTo>
                  <a:pt x="183412" y="371"/>
                  <a:pt x="183985" y="225"/>
                  <a:pt x="184704" y="135"/>
                </a:cubicBezTo>
                <a:cubicBezTo>
                  <a:pt x="185424" y="45"/>
                  <a:pt x="186323" y="0"/>
                  <a:pt x="187402" y="0"/>
                </a:cubicBezTo>
                <a:cubicBezTo>
                  <a:pt x="188527" y="0"/>
                  <a:pt x="189448" y="45"/>
                  <a:pt x="190168" y="135"/>
                </a:cubicBezTo>
                <a:cubicBezTo>
                  <a:pt x="190887" y="225"/>
                  <a:pt x="191449" y="371"/>
                  <a:pt x="191854" y="573"/>
                </a:cubicBezTo>
                <a:cubicBezTo>
                  <a:pt x="192259" y="776"/>
                  <a:pt x="192551" y="1012"/>
                  <a:pt x="192731" y="1282"/>
                </a:cubicBezTo>
                <a:cubicBezTo>
                  <a:pt x="192911" y="1551"/>
                  <a:pt x="193001" y="1844"/>
                  <a:pt x="193001" y="2158"/>
                </a:cubicBezTo>
                <a:lnTo>
                  <a:pt x="193001" y="16592"/>
                </a:lnTo>
                <a:lnTo>
                  <a:pt x="208581" y="16592"/>
                </a:lnTo>
                <a:cubicBezTo>
                  <a:pt x="208941" y="16592"/>
                  <a:pt x="209256" y="16671"/>
                  <a:pt x="209525" y="16828"/>
                </a:cubicBezTo>
                <a:cubicBezTo>
                  <a:pt x="209795" y="16986"/>
                  <a:pt x="210031" y="17255"/>
                  <a:pt x="210234" y="17638"/>
                </a:cubicBezTo>
                <a:cubicBezTo>
                  <a:pt x="210436" y="18020"/>
                  <a:pt x="210582" y="18503"/>
                  <a:pt x="210672" y="19088"/>
                </a:cubicBezTo>
                <a:cubicBezTo>
                  <a:pt x="210762" y="19672"/>
                  <a:pt x="210807" y="20392"/>
                  <a:pt x="210807" y="21246"/>
                </a:cubicBezTo>
                <a:cubicBezTo>
                  <a:pt x="210807" y="22865"/>
                  <a:pt x="210605" y="24034"/>
                  <a:pt x="210200" y="24753"/>
                </a:cubicBezTo>
                <a:cubicBezTo>
                  <a:pt x="209795" y="25473"/>
                  <a:pt x="209256" y="25833"/>
                  <a:pt x="208581" y="25833"/>
                </a:cubicBezTo>
                <a:lnTo>
                  <a:pt x="193001" y="25833"/>
                </a:lnTo>
                <a:lnTo>
                  <a:pt x="193001" y="59791"/>
                </a:lnTo>
                <a:cubicBezTo>
                  <a:pt x="193001" y="63984"/>
                  <a:pt x="193619" y="67152"/>
                  <a:pt x="194855" y="69295"/>
                </a:cubicBezTo>
                <a:cubicBezTo>
                  <a:pt x="196092" y="71436"/>
                  <a:pt x="198307" y="72507"/>
                  <a:pt x="201499" y="72507"/>
                </a:cubicBezTo>
                <a:cubicBezTo>
                  <a:pt x="202533" y="72507"/>
                  <a:pt x="203455" y="72406"/>
                  <a:pt x="204264" y="72203"/>
                </a:cubicBezTo>
                <a:cubicBezTo>
                  <a:pt x="205074" y="72001"/>
                  <a:pt x="205793" y="71787"/>
                  <a:pt x="206423" y="71563"/>
                </a:cubicBezTo>
                <a:cubicBezTo>
                  <a:pt x="207052" y="71338"/>
                  <a:pt x="207592" y="71124"/>
                  <a:pt x="208042" y="70922"/>
                </a:cubicBezTo>
                <a:cubicBezTo>
                  <a:pt x="208491" y="70719"/>
                  <a:pt x="208896" y="70618"/>
                  <a:pt x="209256" y="70618"/>
                </a:cubicBezTo>
                <a:cubicBezTo>
                  <a:pt x="209480" y="70618"/>
                  <a:pt x="209694" y="70674"/>
                  <a:pt x="209896" y="70787"/>
                </a:cubicBezTo>
                <a:cubicBezTo>
                  <a:pt x="210099" y="70899"/>
                  <a:pt x="210256" y="71113"/>
                  <a:pt x="210369" y="71428"/>
                </a:cubicBezTo>
                <a:cubicBezTo>
                  <a:pt x="210481" y="71742"/>
                  <a:pt x="210582" y="72170"/>
                  <a:pt x="210672" y="72709"/>
                </a:cubicBezTo>
                <a:cubicBezTo>
                  <a:pt x="210762" y="73249"/>
                  <a:pt x="210807" y="73923"/>
                  <a:pt x="210807" y="747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453317050">
            <a:extLst xmlns:a="http://schemas.openxmlformats.org/drawingml/2006/main">
              <a:ext uri="{FF2B5EF4-FFF2-40B4-BE49-F238E27FC236}">
                <a16:creationId xmlns:a16="http://schemas.microsoft.com/office/drawing/2014/main" id="{44E3B11E-AED1-4190-ACE2-9FD4D3B6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536" y="2191362"/>
            <a:ext cx="1027732" cy="89976"/>
          </a:xfrm>
          <a:custGeom xmlns:a="http://schemas.openxmlformats.org/drawingml/2006/main">
            <a:pathLst>
              <a:path w="1027732" h="89976">
                <a:moveTo>
                  <a:pt x="62794" y="63739"/>
                </a:moveTo>
                <a:cubicBezTo>
                  <a:pt x="62794" y="65222"/>
                  <a:pt x="62569" y="66391"/>
                  <a:pt x="62120" y="67246"/>
                </a:cubicBezTo>
                <a:cubicBezTo>
                  <a:pt x="61670" y="68100"/>
                  <a:pt x="61041" y="68527"/>
                  <a:pt x="60231" y="68527"/>
                </a:cubicBezTo>
                <a:lnTo>
                  <a:pt x="50384" y="68527"/>
                </a:lnTo>
                <a:lnTo>
                  <a:pt x="50384" y="86934"/>
                </a:lnTo>
                <a:cubicBezTo>
                  <a:pt x="50384" y="87295"/>
                  <a:pt x="50294" y="87600"/>
                  <a:pt x="50114" y="87849"/>
                </a:cubicBezTo>
                <a:cubicBezTo>
                  <a:pt x="49934" y="88096"/>
                  <a:pt x="49619" y="88311"/>
                  <a:pt x="49170" y="88492"/>
                </a:cubicBezTo>
                <a:cubicBezTo>
                  <a:pt x="48720" y="88672"/>
                  <a:pt x="48136" y="88807"/>
                  <a:pt x="47416" y="88897"/>
                </a:cubicBezTo>
                <a:cubicBezTo>
                  <a:pt x="46697" y="88987"/>
                  <a:pt x="45775" y="89032"/>
                  <a:pt x="44651" y="89032"/>
                </a:cubicBezTo>
                <a:cubicBezTo>
                  <a:pt x="43572" y="89032"/>
                  <a:pt x="42672" y="88987"/>
                  <a:pt x="41953" y="88897"/>
                </a:cubicBezTo>
                <a:cubicBezTo>
                  <a:pt x="41233" y="88807"/>
                  <a:pt x="40660" y="88672"/>
                  <a:pt x="40233" y="88492"/>
                </a:cubicBezTo>
                <a:cubicBezTo>
                  <a:pt x="39806" y="88311"/>
                  <a:pt x="39513" y="88096"/>
                  <a:pt x="39356" y="87849"/>
                </a:cubicBezTo>
                <a:cubicBezTo>
                  <a:pt x="39199" y="87600"/>
                  <a:pt x="39120" y="87295"/>
                  <a:pt x="39120" y="86934"/>
                </a:cubicBezTo>
                <a:lnTo>
                  <a:pt x="39120" y="68527"/>
                </a:lnTo>
                <a:lnTo>
                  <a:pt x="3103" y="68527"/>
                </a:lnTo>
                <a:cubicBezTo>
                  <a:pt x="2563" y="68527"/>
                  <a:pt x="2113" y="68460"/>
                  <a:pt x="1754" y="68325"/>
                </a:cubicBezTo>
                <a:cubicBezTo>
                  <a:pt x="1394" y="68190"/>
                  <a:pt x="1068" y="67943"/>
                  <a:pt x="776" y="67583"/>
                </a:cubicBezTo>
                <a:cubicBezTo>
                  <a:pt x="483" y="67223"/>
                  <a:pt x="281" y="66706"/>
                  <a:pt x="169" y="66032"/>
                </a:cubicBezTo>
                <a:cubicBezTo>
                  <a:pt x="56" y="65357"/>
                  <a:pt x="0" y="64480"/>
                  <a:pt x="0" y="63401"/>
                </a:cubicBezTo>
                <a:cubicBezTo>
                  <a:pt x="0" y="62547"/>
                  <a:pt x="22" y="61783"/>
                  <a:pt x="67" y="61108"/>
                </a:cubicBezTo>
                <a:cubicBezTo>
                  <a:pt x="112" y="60434"/>
                  <a:pt x="202" y="59815"/>
                  <a:pt x="337" y="59253"/>
                </a:cubicBezTo>
                <a:cubicBezTo>
                  <a:pt x="472" y="58691"/>
                  <a:pt x="652" y="58152"/>
                  <a:pt x="877" y="57634"/>
                </a:cubicBezTo>
                <a:cubicBezTo>
                  <a:pt x="1102" y="57117"/>
                  <a:pt x="1371" y="56567"/>
                  <a:pt x="1686" y="55982"/>
                </a:cubicBezTo>
                <a:lnTo>
                  <a:pt x="33117" y="3033"/>
                </a:lnTo>
                <a:cubicBezTo>
                  <a:pt x="33342" y="2673"/>
                  <a:pt x="33668" y="2359"/>
                  <a:pt x="34095" y="2091"/>
                </a:cubicBezTo>
                <a:cubicBezTo>
                  <a:pt x="34522" y="1821"/>
                  <a:pt x="35073" y="1596"/>
                  <a:pt x="35748" y="1416"/>
                </a:cubicBezTo>
                <a:cubicBezTo>
                  <a:pt x="36422" y="1237"/>
                  <a:pt x="37254" y="1113"/>
                  <a:pt x="38243" y="1045"/>
                </a:cubicBezTo>
                <a:cubicBezTo>
                  <a:pt x="39232" y="978"/>
                  <a:pt x="40401" y="944"/>
                  <a:pt x="41750" y="944"/>
                </a:cubicBezTo>
                <a:cubicBezTo>
                  <a:pt x="43234" y="944"/>
                  <a:pt x="44527" y="1000"/>
                  <a:pt x="45629" y="1113"/>
                </a:cubicBezTo>
                <a:cubicBezTo>
                  <a:pt x="46730" y="1225"/>
                  <a:pt x="47618" y="1371"/>
                  <a:pt x="48293" y="1551"/>
                </a:cubicBezTo>
                <a:cubicBezTo>
                  <a:pt x="48967" y="1731"/>
                  <a:pt x="49484" y="1967"/>
                  <a:pt x="49844" y="2260"/>
                </a:cubicBezTo>
                <a:cubicBezTo>
                  <a:pt x="50204" y="2550"/>
                  <a:pt x="50384" y="2898"/>
                  <a:pt x="50384" y="3303"/>
                </a:cubicBezTo>
                <a:lnTo>
                  <a:pt x="50384" y="58950"/>
                </a:lnTo>
                <a:lnTo>
                  <a:pt x="60231" y="58950"/>
                </a:lnTo>
                <a:cubicBezTo>
                  <a:pt x="60996" y="58950"/>
                  <a:pt x="61614" y="59343"/>
                  <a:pt x="62086" y="60130"/>
                </a:cubicBezTo>
                <a:cubicBezTo>
                  <a:pt x="62558" y="60917"/>
                  <a:pt x="62794" y="62120"/>
                  <a:pt x="62794" y="63739"/>
                </a:cubicBezTo>
                <a:moveTo>
                  <a:pt x="39120" y="11118"/>
                </a:moveTo>
                <a:lnTo>
                  <a:pt x="38985" y="11118"/>
                </a:lnTo>
                <a:lnTo>
                  <a:pt x="10589" y="58950"/>
                </a:lnTo>
                <a:lnTo>
                  <a:pt x="39120" y="58950"/>
                </a:lnTo>
                <a:lnTo>
                  <a:pt x="39120" y="11118"/>
                </a:lnTo>
                <a:close/>
                <a:moveTo>
                  <a:pt x="128668" y="60636"/>
                </a:moveTo>
                <a:cubicBezTo>
                  <a:pt x="128668" y="65312"/>
                  <a:pt x="127881" y="69472"/>
                  <a:pt x="126307" y="73114"/>
                </a:cubicBezTo>
                <a:cubicBezTo>
                  <a:pt x="124733" y="76756"/>
                  <a:pt x="122507" y="79825"/>
                  <a:pt x="119629" y="82320"/>
                </a:cubicBezTo>
                <a:cubicBezTo>
                  <a:pt x="116752" y="84816"/>
                  <a:pt x="113323" y="86716"/>
                  <a:pt x="109344" y="88020"/>
                </a:cubicBezTo>
                <a:cubicBezTo>
                  <a:pt x="105364" y="89324"/>
                  <a:pt x="100946" y="89976"/>
                  <a:pt x="96090" y="89976"/>
                </a:cubicBezTo>
                <a:cubicBezTo>
                  <a:pt x="93392" y="89976"/>
                  <a:pt x="90829" y="89785"/>
                  <a:pt x="88401" y="89403"/>
                </a:cubicBezTo>
                <a:cubicBezTo>
                  <a:pt x="85973" y="89020"/>
                  <a:pt x="83814" y="88548"/>
                  <a:pt x="81926" y="87986"/>
                </a:cubicBezTo>
                <a:cubicBezTo>
                  <a:pt x="80037" y="87424"/>
                  <a:pt x="78486" y="86873"/>
                  <a:pt x="77272" y="86334"/>
                </a:cubicBezTo>
                <a:cubicBezTo>
                  <a:pt x="76058" y="85794"/>
                  <a:pt x="75282" y="85367"/>
                  <a:pt x="74945" y="85052"/>
                </a:cubicBezTo>
                <a:cubicBezTo>
                  <a:pt x="74608" y="84737"/>
                  <a:pt x="74372" y="84445"/>
                  <a:pt x="74237" y="84175"/>
                </a:cubicBezTo>
                <a:cubicBezTo>
                  <a:pt x="74102" y="83906"/>
                  <a:pt x="73978" y="83580"/>
                  <a:pt x="73866" y="83197"/>
                </a:cubicBezTo>
                <a:cubicBezTo>
                  <a:pt x="73753" y="82815"/>
                  <a:pt x="73675" y="82332"/>
                  <a:pt x="73630" y="81747"/>
                </a:cubicBezTo>
                <a:cubicBezTo>
                  <a:pt x="73585" y="81163"/>
                  <a:pt x="73562" y="80466"/>
                  <a:pt x="73562" y="79656"/>
                </a:cubicBezTo>
                <a:cubicBezTo>
                  <a:pt x="73562" y="78892"/>
                  <a:pt x="73596" y="78206"/>
                  <a:pt x="73664" y="77599"/>
                </a:cubicBezTo>
                <a:cubicBezTo>
                  <a:pt x="73731" y="76992"/>
                  <a:pt x="73855" y="76497"/>
                  <a:pt x="74034" y="76115"/>
                </a:cubicBezTo>
                <a:cubicBezTo>
                  <a:pt x="74214" y="75733"/>
                  <a:pt x="74428" y="75452"/>
                  <a:pt x="74675" y="75272"/>
                </a:cubicBezTo>
                <a:cubicBezTo>
                  <a:pt x="74923" y="75092"/>
                  <a:pt x="75204" y="75002"/>
                  <a:pt x="75518" y="75002"/>
                </a:cubicBezTo>
                <a:cubicBezTo>
                  <a:pt x="75968" y="75002"/>
                  <a:pt x="76665" y="75283"/>
                  <a:pt x="77609" y="75845"/>
                </a:cubicBezTo>
                <a:cubicBezTo>
                  <a:pt x="78554" y="76408"/>
                  <a:pt x="79824" y="77015"/>
                  <a:pt x="81420" y="77667"/>
                </a:cubicBezTo>
                <a:cubicBezTo>
                  <a:pt x="83016" y="78319"/>
                  <a:pt x="84995" y="78937"/>
                  <a:pt x="87356" y="79521"/>
                </a:cubicBezTo>
                <a:cubicBezTo>
                  <a:pt x="89716" y="80106"/>
                  <a:pt x="92515" y="80398"/>
                  <a:pt x="95753" y="80398"/>
                </a:cubicBezTo>
                <a:cubicBezTo>
                  <a:pt x="98765" y="80398"/>
                  <a:pt x="101531" y="80038"/>
                  <a:pt x="104049" y="79319"/>
                </a:cubicBezTo>
                <a:cubicBezTo>
                  <a:pt x="106567" y="78600"/>
                  <a:pt x="108737" y="77475"/>
                  <a:pt x="110558" y="75947"/>
                </a:cubicBezTo>
                <a:cubicBezTo>
                  <a:pt x="112379" y="74418"/>
                  <a:pt x="113806" y="72496"/>
                  <a:pt x="114841" y="70180"/>
                </a:cubicBezTo>
                <a:cubicBezTo>
                  <a:pt x="115875" y="67864"/>
                  <a:pt x="116392" y="65043"/>
                  <a:pt x="116392" y="61715"/>
                </a:cubicBezTo>
                <a:cubicBezTo>
                  <a:pt x="116392" y="58927"/>
                  <a:pt x="115954" y="56465"/>
                  <a:pt x="115077" y="54329"/>
                </a:cubicBezTo>
                <a:cubicBezTo>
                  <a:pt x="114200" y="52194"/>
                  <a:pt x="112851" y="50418"/>
                  <a:pt x="111030" y="49001"/>
                </a:cubicBezTo>
                <a:cubicBezTo>
                  <a:pt x="109209" y="47585"/>
                  <a:pt x="106904" y="46528"/>
                  <a:pt x="104116" y="45831"/>
                </a:cubicBezTo>
                <a:cubicBezTo>
                  <a:pt x="101329" y="45134"/>
                  <a:pt x="98001" y="44786"/>
                  <a:pt x="94134" y="44786"/>
                </a:cubicBezTo>
                <a:cubicBezTo>
                  <a:pt x="91391" y="44786"/>
                  <a:pt x="89030" y="44920"/>
                  <a:pt x="87052" y="45190"/>
                </a:cubicBezTo>
                <a:cubicBezTo>
                  <a:pt x="85074" y="45460"/>
                  <a:pt x="83230" y="45595"/>
                  <a:pt x="81521" y="45595"/>
                </a:cubicBezTo>
                <a:cubicBezTo>
                  <a:pt x="80262" y="45595"/>
                  <a:pt x="79363" y="45303"/>
                  <a:pt x="78823" y="44718"/>
                </a:cubicBezTo>
                <a:cubicBezTo>
                  <a:pt x="78284" y="44132"/>
                  <a:pt x="78014" y="43006"/>
                  <a:pt x="78014" y="41339"/>
                </a:cubicBezTo>
                <a:lnTo>
                  <a:pt x="78014" y="5739"/>
                </a:lnTo>
                <a:cubicBezTo>
                  <a:pt x="78014" y="4254"/>
                  <a:pt x="78362" y="3151"/>
                  <a:pt x="79059" y="2430"/>
                </a:cubicBezTo>
                <a:cubicBezTo>
                  <a:pt x="79756" y="1709"/>
                  <a:pt x="80757" y="1349"/>
                  <a:pt x="82061" y="1349"/>
                </a:cubicBezTo>
                <a:lnTo>
                  <a:pt x="120709" y="1349"/>
                </a:lnTo>
                <a:cubicBezTo>
                  <a:pt x="121068" y="1349"/>
                  <a:pt x="121417" y="1450"/>
                  <a:pt x="121754" y="1652"/>
                </a:cubicBezTo>
                <a:cubicBezTo>
                  <a:pt x="122091" y="1855"/>
                  <a:pt x="122372" y="2158"/>
                  <a:pt x="122597" y="2563"/>
                </a:cubicBezTo>
                <a:cubicBezTo>
                  <a:pt x="122822" y="2968"/>
                  <a:pt x="122991" y="3485"/>
                  <a:pt x="123103" y="4114"/>
                </a:cubicBezTo>
                <a:cubicBezTo>
                  <a:pt x="123215" y="4744"/>
                  <a:pt x="123272" y="5486"/>
                  <a:pt x="123272" y="6340"/>
                </a:cubicBezTo>
                <a:cubicBezTo>
                  <a:pt x="123272" y="7959"/>
                  <a:pt x="123047" y="9218"/>
                  <a:pt x="122597" y="10117"/>
                </a:cubicBezTo>
                <a:cubicBezTo>
                  <a:pt x="122148" y="11017"/>
                  <a:pt x="121518" y="11466"/>
                  <a:pt x="120709" y="11466"/>
                </a:cubicBezTo>
                <a:lnTo>
                  <a:pt x="88131" y="11466"/>
                </a:lnTo>
                <a:lnTo>
                  <a:pt x="88131" y="36017"/>
                </a:lnTo>
                <a:cubicBezTo>
                  <a:pt x="89705" y="35792"/>
                  <a:pt x="91312" y="35658"/>
                  <a:pt x="92954" y="35613"/>
                </a:cubicBezTo>
                <a:cubicBezTo>
                  <a:pt x="94595" y="35568"/>
                  <a:pt x="96495" y="35545"/>
                  <a:pt x="98653" y="35545"/>
                </a:cubicBezTo>
                <a:cubicBezTo>
                  <a:pt x="103644" y="35545"/>
                  <a:pt x="108006" y="36141"/>
                  <a:pt x="111738" y="37333"/>
                </a:cubicBezTo>
                <a:cubicBezTo>
                  <a:pt x="115470" y="38524"/>
                  <a:pt x="118584" y="40210"/>
                  <a:pt x="121080" y="42391"/>
                </a:cubicBezTo>
                <a:cubicBezTo>
                  <a:pt x="123575" y="44572"/>
                  <a:pt x="125464" y="47214"/>
                  <a:pt x="126745" y="50316"/>
                </a:cubicBezTo>
                <a:cubicBezTo>
                  <a:pt x="128027" y="53419"/>
                  <a:pt x="128668" y="56859"/>
                  <a:pt x="128668" y="60636"/>
                </a:cubicBezTo>
                <a:close/>
                <a:moveTo>
                  <a:pt x="356434" y="63739"/>
                </a:moveTo>
                <a:cubicBezTo>
                  <a:pt x="356434" y="67740"/>
                  <a:pt x="355737" y="71349"/>
                  <a:pt x="354343" y="74564"/>
                </a:cubicBezTo>
                <a:cubicBezTo>
                  <a:pt x="352949" y="77779"/>
                  <a:pt x="350948" y="80533"/>
                  <a:pt x="348340" y="82826"/>
                </a:cubicBezTo>
                <a:cubicBezTo>
                  <a:pt x="345732" y="85120"/>
                  <a:pt x="342517" y="86884"/>
                  <a:pt x="338695" y="88121"/>
                </a:cubicBezTo>
                <a:cubicBezTo>
                  <a:pt x="334873" y="89358"/>
                  <a:pt x="330557" y="89976"/>
                  <a:pt x="325745" y="89976"/>
                </a:cubicBezTo>
                <a:cubicBezTo>
                  <a:pt x="322823" y="89976"/>
                  <a:pt x="320091" y="89738"/>
                  <a:pt x="317550" y="89263"/>
                </a:cubicBezTo>
                <a:cubicBezTo>
                  <a:pt x="315010" y="88790"/>
                  <a:pt x="312750" y="88226"/>
                  <a:pt x="310772" y="87571"/>
                </a:cubicBezTo>
                <a:cubicBezTo>
                  <a:pt x="308793" y="86916"/>
                  <a:pt x="307152" y="86239"/>
                  <a:pt x="305848" y="85539"/>
                </a:cubicBezTo>
                <a:cubicBezTo>
                  <a:pt x="304544" y="84839"/>
                  <a:pt x="303723" y="84331"/>
                  <a:pt x="303386" y="84015"/>
                </a:cubicBezTo>
                <a:cubicBezTo>
                  <a:pt x="303049" y="83699"/>
                  <a:pt x="302790" y="83383"/>
                  <a:pt x="302611" y="83069"/>
                </a:cubicBezTo>
                <a:cubicBezTo>
                  <a:pt x="302431" y="82753"/>
                  <a:pt x="302273" y="82369"/>
                  <a:pt x="302138" y="81918"/>
                </a:cubicBezTo>
                <a:cubicBezTo>
                  <a:pt x="302004" y="81465"/>
                  <a:pt x="301902" y="80912"/>
                  <a:pt x="301835" y="80257"/>
                </a:cubicBezTo>
                <a:cubicBezTo>
                  <a:pt x="301767" y="79602"/>
                  <a:pt x="301734" y="78801"/>
                  <a:pt x="301734" y="77852"/>
                </a:cubicBezTo>
                <a:cubicBezTo>
                  <a:pt x="301734" y="76228"/>
                  <a:pt x="301891" y="75099"/>
                  <a:pt x="302206" y="74467"/>
                </a:cubicBezTo>
                <a:cubicBezTo>
                  <a:pt x="302521" y="73835"/>
                  <a:pt x="302970" y="73518"/>
                  <a:pt x="303555" y="73518"/>
                </a:cubicBezTo>
                <a:cubicBezTo>
                  <a:pt x="303960" y="73518"/>
                  <a:pt x="304758" y="73882"/>
                  <a:pt x="305949" y="74608"/>
                </a:cubicBezTo>
                <a:cubicBezTo>
                  <a:pt x="307141" y="75335"/>
                  <a:pt x="308670" y="76118"/>
                  <a:pt x="310536" y="76958"/>
                </a:cubicBezTo>
                <a:cubicBezTo>
                  <a:pt x="312402" y="77799"/>
                  <a:pt x="314583" y="78582"/>
                  <a:pt x="317078" y="79309"/>
                </a:cubicBezTo>
                <a:cubicBezTo>
                  <a:pt x="319574" y="80035"/>
                  <a:pt x="322350" y="80398"/>
                  <a:pt x="325408" y="80398"/>
                </a:cubicBezTo>
                <a:cubicBezTo>
                  <a:pt x="328376" y="80398"/>
                  <a:pt x="330984" y="80016"/>
                  <a:pt x="333232" y="79252"/>
                </a:cubicBezTo>
                <a:cubicBezTo>
                  <a:pt x="335480" y="78487"/>
                  <a:pt x="337369" y="77408"/>
                  <a:pt x="338898" y="76014"/>
                </a:cubicBezTo>
                <a:cubicBezTo>
                  <a:pt x="340427" y="74620"/>
                  <a:pt x="341573" y="72968"/>
                  <a:pt x="342338" y="71057"/>
                </a:cubicBezTo>
                <a:cubicBezTo>
                  <a:pt x="343102" y="69146"/>
                  <a:pt x="343484" y="67066"/>
                  <a:pt x="343484" y="64818"/>
                </a:cubicBezTo>
                <a:cubicBezTo>
                  <a:pt x="343484" y="62345"/>
                  <a:pt x="343001" y="60119"/>
                  <a:pt x="342034" y="58140"/>
                </a:cubicBezTo>
                <a:cubicBezTo>
                  <a:pt x="341067" y="56162"/>
                  <a:pt x="339651" y="54453"/>
                  <a:pt x="337785" y="53014"/>
                </a:cubicBezTo>
                <a:cubicBezTo>
                  <a:pt x="335919" y="51575"/>
                  <a:pt x="333625" y="50474"/>
                  <a:pt x="330905" y="49709"/>
                </a:cubicBezTo>
                <a:cubicBezTo>
                  <a:pt x="328185" y="48945"/>
                  <a:pt x="325093" y="48563"/>
                  <a:pt x="321631" y="48563"/>
                </a:cubicBezTo>
                <a:lnTo>
                  <a:pt x="313335" y="48563"/>
                </a:lnTo>
                <a:cubicBezTo>
                  <a:pt x="312975" y="48563"/>
                  <a:pt x="312627" y="48484"/>
                  <a:pt x="312289" y="48327"/>
                </a:cubicBezTo>
                <a:cubicBezTo>
                  <a:pt x="311952" y="48169"/>
                  <a:pt x="311660" y="47911"/>
                  <a:pt x="311413" y="47551"/>
                </a:cubicBezTo>
                <a:cubicBezTo>
                  <a:pt x="311165" y="47191"/>
                  <a:pt x="310963" y="46719"/>
                  <a:pt x="310806" y="46135"/>
                </a:cubicBezTo>
                <a:cubicBezTo>
                  <a:pt x="310648" y="45550"/>
                  <a:pt x="310569" y="44786"/>
                  <a:pt x="310569" y="43841"/>
                </a:cubicBezTo>
                <a:cubicBezTo>
                  <a:pt x="310569" y="42987"/>
                  <a:pt x="310637" y="42279"/>
                  <a:pt x="310772" y="41717"/>
                </a:cubicBezTo>
                <a:cubicBezTo>
                  <a:pt x="310907" y="41155"/>
                  <a:pt x="311098" y="40705"/>
                  <a:pt x="311345" y="40368"/>
                </a:cubicBezTo>
                <a:cubicBezTo>
                  <a:pt x="311592" y="40030"/>
                  <a:pt x="311873" y="39783"/>
                  <a:pt x="312188" y="39626"/>
                </a:cubicBezTo>
                <a:cubicBezTo>
                  <a:pt x="312503" y="39468"/>
                  <a:pt x="312863" y="39390"/>
                  <a:pt x="313267" y="39390"/>
                </a:cubicBezTo>
                <a:lnTo>
                  <a:pt x="320889" y="39390"/>
                </a:lnTo>
                <a:cubicBezTo>
                  <a:pt x="323857" y="39390"/>
                  <a:pt x="326521" y="39006"/>
                  <a:pt x="328882" y="38239"/>
                </a:cubicBezTo>
                <a:cubicBezTo>
                  <a:pt x="331242" y="37470"/>
                  <a:pt x="333243" y="36364"/>
                  <a:pt x="334885" y="34919"/>
                </a:cubicBezTo>
                <a:cubicBezTo>
                  <a:pt x="336526" y="33473"/>
                  <a:pt x="337785" y="31746"/>
                  <a:pt x="338662" y="29736"/>
                </a:cubicBezTo>
                <a:cubicBezTo>
                  <a:pt x="339538" y="27725"/>
                  <a:pt x="339977" y="25478"/>
                  <a:pt x="339977" y="22994"/>
                </a:cubicBezTo>
                <a:cubicBezTo>
                  <a:pt x="339977" y="21186"/>
                  <a:pt x="339685" y="19459"/>
                  <a:pt x="339100" y="17811"/>
                </a:cubicBezTo>
                <a:cubicBezTo>
                  <a:pt x="338515" y="16161"/>
                  <a:pt x="337639" y="14727"/>
                  <a:pt x="336470" y="13509"/>
                </a:cubicBezTo>
                <a:cubicBezTo>
                  <a:pt x="335300" y="12289"/>
                  <a:pt x="333805" y="11329"/>
                  <a:pt x="331984" y="10629"/>
                </a:cubicBezTo>
                <a:cubicBezTo>
                  <a:pt x="330163" y="9928"/>
                  <a:pt x="328061" y="9578"/>
                  <a:pt x="325678" y="9578"/>
                </a:cubicBezTo>
                <a:cubicBezTo>
                  <a:pt x="323070" y="9578"/>
                  <a:pt x="320675" y="9971"/>
                  <a:pt x="318495" y="10758"/>
                </a:cubicBezTo>
                <a:cubicBezTo>
                  <a:pt x="316314" y="11545"/>
                  <a:pt x="314369" y="12388"/>
                  <a:pt x="312660" y="13287"/>
                </a:cubicBezTo>
                <a:cubicBezTo>
                  <a:pt x="310952" y="14187"/>
                  <a:pt x="309535" y="15030"/>
                  <a:pt x="308411" y="15817"/>
                </a:cubicBezTo>
                <a:cubicBezTo>
                  <a:pt x="307287" y="16603"/>
                  <a:pt x="306500" y="16997"/>
                  <a:pt x="306050" y="16997"/>
                </a:cubicBezTo>
                <a:cubicBezTo>
                  <a:pt x="305736" y="16997"/>
                  <a:pt x="305455" y="16941"/>
                  <a:pt x="305207" y="16828"/>
                </a:cubicBezTo>
                <a:cubicBezTo>
                  <a:pt x="304960" y="16716"/>
                  <a:pt x="304758" y="16491"/>
                  <a:pt x="304600" y="16154"/>
                </a:cubicBezTo>
                <a:cubicBezTo>
                  <a:pt x="304443" y="15817"/>
                  <a:pt x="304331" y="15344"/>
                  <a:pt x="304263" y="14737"/>
                </a:cubicBezTo>
                <a:cubicBezTo>
                  <a:pt x="304196" y="14130"/>
                  <a:pt x="304162" y="13332"/>
                  <a:pt x="304162" y="12343"/>
                </a:cubicBezTo>
                <a:cubicBezTo>
                  <a:pt x="304162" y="11669"/>
                  <a:pt x="304184" y="11073"/>
                  <a:pt x="304229" y="10556"/>
                </a:cubicBezTo>
                <a:cubicBezTo>
                  <a:pt x="304274" y="10039"/>
                  <a:pt x="304364" y="9589"/>
                  <a:pt x="304499" y="9207"/>
                </a:cubicBezTo>
                <a:cubicBezTo>
                  <a:pt x="304634" y="8824"/>
                  <a:pt x="304791" y="8476"/>
                  <a:pt x="304971" y="8161"/>
                </a:cubicBezTo>
                <a:cubicBezTo>
                  <a:pt x="305151" y="7846"/>
                  <a:pt x="305455" y="7476"/>
                  <a:pt x="305882" y="7048"/>
                </a:cubicBezTo>
                <a:cubicBezTo>
                  <a:pt x="306309" y="6621"/>
                  <a:pt x="307175" y="6003"/>
                  <a:pt x="308479" y="5194"/>
                </a:cubicBezTo>
                <a:cubicBezTo>
                  <a:pt x="309783" y="4384"/>
                  <a:pt x="311390" y="3586"/>
                  <a:pt x="313301" y="2799"/>
                </a:cubicBezTo>
                <a:cubicBezTo>
                  <a:pt x="315212" y="2012"/>
                  <a:pt x="317415" y="1349"/>
                  <a:pt x="319911" y="809"/>
                </a:cubicBezTo>
                <a:cubicBezTo>
                  <a:pt x="322407" y="270"/>
                  <a:pt x="325093" y="0"/>
                  <a:pt x="327971" y="0"/>
                </a:cubicBezTo>
                <a:cubicBezTo>
                  <a:pt x="332018" y="0"/>
                  <a:pt x="335570" y="519"/>
                  <a:pt x="338628" y="1558"/>
                </a:cubicBezTo>
                <a:cubicBezTo>
                  <a:pt x="341686" y="2595"/>
                  <a:pt x="344237" y="4060"/>
                  <a:pt x="346283" y="5954"/>
                </a:cubicBezTo>
                <a:cubicBezTo>
                  <a:pt x="348329" y="7849"/>
                  <a:pt x="349858" y="10115"/>
                  <a:pt x="350870" y="12754"/>
                </a:cubicBezTo>
                <a:cubicBezTo>
                  <a:pt x="351881" y="15393"/>
                  <a:pt x="352387" y="18314"/>
                  <a:pt x="352387" y="21516"/>
                </a:cubicBezTo>
                <a:cubicBezTo>
                  <a:pt x="352387" y="24267"/>
                  <a:pt x="352028" y="26828"/>
                  <a:pt x="351308" y="29197"/>
                </a:cubicBezTo>
                <a:cubicBezTo>
                  <a:pt x="350589" y="31564"/>
                  <a:pt x="349532" y="33662"/>
                  <a:pt x="348138" y="35488"/>
                </a:cubicBezTo>
                <a:cubicBezTo>
                  <a:pt x="346744" y="37315"/>
                  <a:pt x="345035" y="38871"/>
                  <a:pt x="343012" y="40157"/>
                </a:cubicBezTo>
                <a:cubicBezTo>
                  <a:pt x="340989" y="41443"/>
                  <a:pt x="338650" y="42334"/>
                  <a:pt x="335997" y="42830"/>
                </a:cubicBezTo>
                <a:lnTo>
                  <a:pt x="335997" y="42964"/>
                </a:lnTo>
                <a:cubicBezTo>
                  <a:pt x="339010" y="43279"/>
                  <a:pt x="341764" y="44032"/>
                  <a:pt x="344260" y="45224"/>
                </a:cubicBezTo>
                <a:cubicBezTo>
                  <a:pt x="346755" y="46416"/>
                  <a:pt x="348902" y="47911"/>
                  <a:pt x="350701" y="49709"/>
                </a:cubicBezTo>
                <a:cubicBezTo>
                  <a:pt x="352500" y="51508"/>
                  <a:pt x="353905" y="53610"/>
                  <a:pt x="354917" y="56016"/>
                </a:cubicBezTo>
                <a:cubicBezTo>
                  <a:pt x="355928" y="58421"/>
                  <a:pt x="356434" y="60996"/>
                  <a:pt x="356434" y="63739"/>
                </a:cubicBezTo>
                <a:close/>
                <a:moveTo>
                  <a:pt x="426422" y="63739"/>
                </a:moveTo>
                <a:cubicBezTo>
                  <a:pt x="426422" y="67740"/>
                  <a:pt x="425725" y="71349"/>
                  <a:pt x="424331" y="74564"/>
                </a:cubicBezTo>
                <a:cubicBezTo>
                  <a:pt x="422937" y="77779"/>
                  <a:pt x="420936" y="80533"/>
                  <a:pt x="418328" y="82826"/>
                </a:cubicBezTo>
                <a:cubicBezTo>
                  <a:pt x="415720" y="85120"/>
                  <a:pt x="412505" y="86884"/>
                  <a:pt x="408683" y="88121"/>
                </a:cubicBezTo>
                <a:cubicBezTo>
                  <a:pt x="404861" y="89358"/>
                  <a:pt x="400544" y="89976"/>
                  <a:pt x="395733" y="89976"/>
                </a:cubicBezTo>
                <a:cubicBezTo>
                  <a:pt x="392810" y="89976"/>
                  <a:pt x="390079" y="89738"/>
                  <a:pt x="387538" y="89263"/>
                </a:cubicBezTo>
                <a:cubicBezTo>
                  <a:pt x="384997" y="88790"/>
                  <a:pt x="382738" y="88226"/>
                  <a:pt x="380759" y="87571"/>
                </a:cubicBezTo>
                <a:cubicBezTo>
                  <a:pt x="378781" y="86916"/>
                  <a:pt x="377140" y="86239"/>
                  <a:pt x="375836" y="85539"/>
                </a:cubicBezTo>
                <a:cubicBezTo>
                  <a:pt x="374532" y="84839"/>
                  <a:pt x="373711" y="84331"/>
                  <a:pt x="373374" y="84015"/>
                </a:cubicBezTo>
                <a:cubicBezTo>
                  <a:pt x="373037" y="83699"/>
                  <a:pt x="372778" y="83383"/>
                  <a:pt x="372598" y="83069"/>
                </a:cubicBezTo>
                <a:cubicBezTo>
                  <a:pt x="372418" y="82753"/>
                  <a:pt x="372261" y="82369"/>
                  <a:pt x="372126" y="81918"/>
                </a:cubicBezTo>
                <a:cubicBezTo>
                  <a:pt x="371991" y="81465"/>
                  <a:pt x="371890" y="80912"/>
                  <a:pt x="371823" y="80257"/>
                </a:cubicBezTo>
                <a:cubicBezTo>
                  <a:pt x="371755" y="79602"/>
                  <a:pt x="371721" y="78801"/>
                  <a:pt x="371721" y="77852"/>
                </a:cubicBezTo>
                <a:cubicBezTo>
                  <a:pt x="371721" y="76228"/>
                  <a:pt x="371879" y="75099"/>
                  <a:pt x="372193" y="74467"/>
                </a:cubicBezTo>
                <a:cubicBezTo>
                  <a:pt x="372508" y="73835"/>
                  <a:pt x="372958" y="73518"/>
                  <a:pt x="373542" y="73518"/>
                </a:cubicBezTo>
                <a:cubicBezTo>
                  <a:pt x="373947" y="73518"/>
                  <a:pt x="374745" y="73882"/>
                  <a:pt x="375937" y="74608"/>
                </a:cubicBezTo>
                <a:cubicBezTo>
                  <a:pt x="377128" y="75335"/>
                  <a:pt x="378657" y="76118"/>
                  <a:pt x="380523" y="76958"/>
                </a:cubicBezTo>
                <a:cubicBezTo>
                  <a:pt x="382389" y="77799"/>
                  <a:pt x="384570" y="78582"/>
                  <a:pt x="387066" y="79309"/>
                </a:cubicBezTo>
                <a:cubicBezTo>
                  <a:pt x="389561" y="80035"/>
                  <a:pt x="392338" y="80398"/>
                  <a:pt x="395396" y="80398"/>
                </a:cubicBezTo>
                <a:cubicBezTo>
                  <a:pt x="398363" y="80398"/>
                  <a:pt x="400971" y="80016"/>
                  <a:pt x="403220" y="79252"/>
                </a:cubicBezTo>
                <a:cubicBezTo>
                  <a:pt x="405468" y="78487"/>
                  <a:pt x="407356" y="77408"/>
                  <a:pt x="408885" y="76014"/>
                </a:cubicBezTo>
                <a:cubicBezTo>
                  <a:pt x="410414" y="74620"/>
                  <a:pt x="411561" y="72968"/>
                  <a:pt x="412325" y="71057"/>
                </a:cubicBezTo>
                <a:cubicBezTo>
                  <a:pt x="413090" y="69146"/>
                  <a:pt x="413472" y="67066"/>
                  <a:pt x="413472" y="64818"/>
                </a:cubicBezTo>
                <a:cubicBezTo>
                  <a:pt x="413472" y="62345"/>
                  <a:pt x="412988" y="60119"/>
                  <a:pt x="412022" y="58140"/>
                </a:cubicBezTo>
                <a:cubicBezTo>
                  <a:pt x="411055" y="56162"/>
                  <a:pt x="409638" y="54453"/>
                  <a:pt x="407772" y="53014"/>
                </a:cubicBezTo>
                <a:cubicBezTo>
                  <a:pt x="405906" y="51575"/>
                  <a:pt x="403613" y="50474"/>
                  <a:pt x="400893" y="49709"/>
                </a:cubicBezTo>
                <a:cubicBezTo>
                  <a:pt x="398172" y="48945"/>
                  <a:pt x="395081" y="48563"/>
                  <a:pt x="391619" y="48563"/>
                </a:cubicBezTo>
                <a:lnTo>
                  <a:pt x="383322" y="48563"/>
                </a:lnTo>
                <a:cubicBezTo>
                  <a:pt x="382963" y="48563"/>
                  <a:pt x="382614" y="48484"/>
                  <a:pt x="382277" y="48327"/>
                </a:cubicBezTo>
                <a:cubicBezTo>
                  <a:pt x="381940" y="48169"/>
                  <a:pt x="381647" y="47911"/>
                  <a:pt x="381400" y="47551"/>
                </a:cubicBezTo>
                <a:cubicBezTo>
                  <a:pt x="381153" y="47191"/>
                  <a:pt x="380951" y="46719"/>
                  <a:pt x="380793" y="46135"/>
                </a:cubicBezTo>
                <a:cubicBezTo>
                  <a:pt x="380636" y="45550"/>
                  <a:pt x="380557" y="44786"/>
                  <a:pt x="380557" y="43841"/>
                </a:cubicBezTo>
                <a:cubicBezTo>
                  <a:pt x="380557" y="42987"/>
                  <a:pt x="380625" y="42279"/>
                  <a:pt x="380759" y="41717"/>
                </a:cubicBezTo>
                <a:cubicBezTo>
                  <a:pt x="380894" y="41155"/>
                  <a:pt x="381085" y="40705"/>
                  <a:pt x="381333" y="40368"/>
                </a:cubicBezTo>
                <a:cubicBezTo>
                  <a:pt x="381580" y="40030"/>
                  <a:pt x="381861" y="39783"/>
                  <a:pt x="382176" y="39626"/>
                </a:cubicBezTo>
                <a:cubicBezTo>
                  <a:pt x="382491" y="39468"/>
                  <a:pt x="382850" y="39390"/>
                  <a:pt x="383255" y="39390"/>
                </a:cubicBezTo>
                <a:lnTo>
                  <a:pt x="390877" y="39390"/>
                </a:lnTo>
                <a:cubicBezTo>
                  <a:pt x="393844" y="39390"/>
                  <a:pt x="396509" y="39006"/>
                  <a:pt x="398869" y="38239"/>
                </a:cubicBezTo>
                <a:cubicBezTo>
                  <a:pt x="401230" y="37470"/>
                  <a:pt x="403231" y="36364"/>
                  <a:pt x="404872" y="34919"/>
                </a:cubicBezTo>
                <a:cubicBezTo>
                  <a:pt x="406513" y="33473"/>
                  <a:pt x="407772" y="31746"/>
                  <a:pt x="408649" y="29736"/>
                </a:cubicBezTo>
                <a:cubicBezTo>
                  <a:pt x="409526" y="27725"/>
                  <a:pt x="409964" y="25478"/>
                  <a:pt x="409964" y="22994"/>
                </a:cubicBezTo>
                <a:cubicBezTo>
                  <a:pt x="409964" y="21186"/>
                  <a:pt x="409672" y="19459"/>
                  <a:pt x="409088" y="17811"/>
                </a:cubicBezTo>
                <a:cubicBezTo>
                  <a:pt x="408503" y="16161"/>
                  <a:pt x="407626" y="14727"/>
                  <a:pt x="406457" y="13509"/>
                </a:cubicBezTo>
                <a:cubicBezTo>
                  <a:pt x="405288" y="12289"/>
                  <a:pt x="403793" y="11329"/>
                  <a:pt x="401972" y="10629"/>
                </a:cubicBezTo>
                <a:cubicBezTo>
                  <a:pt x="400151" y="9928"/>
                  <a:pt x="398049" y="9578"/>
                  <a:pt x="395665" y="9578"/>
                </a:cubicBezTo>
                <a:cubicBezTo>
                  <a:pt x="393057" y="9578"/>
                  <a:pt x="390663" y="9971"/>
                  <a:pt x="388482" y="10758"/>
                </a:cubicBezTo>
                <a:cubicBezTo>
                  <a:pt x="386301" y="11545"/>
                  <a:pt x="384357" y="12388"/>
                  <a:pt x="382648" y="13287"/>
                </a:cubicBezTo>
                <a:cubicBezTo>
                  <a:pt x="380939" y="14187"/>
                  <a:pt x="379523" y="15030"/>
                  <a:pt x="378399" y="15817"/>
                </a:cubicBezTo>
                <a:cubicBezTo>
                  <a:pt x="377275" y="16603"/>
                  <a:pt x="376488" y="16997"/>
                  <a:pt x="376038" y="16997"/>
                </a:cubicBezTo>
                <a:cubicBezTo>
                  <a:pt x="375723" y="16997"/>
                  <a:pt x="375442" y="16941"/>
                  <a:pt x="375195" y="16828"/>
                </a:cubicBezTo>
                <a:cubicBezTo>
                  <a:pt x="374948" y="16716"/>
                  <a:pt x="374745" y="16491"/>
                  <a:pt x="374588" y="16154"/>
                </a:cubicBezTo>
                <a:cubicBezTo>
                  <a:pt x="374431" y="15817"/>
                  <a:pt x="374318" y="15344"/>
                  <a:pt x="374251" y="14737"/>
                </a:cubicBezTo>
                <a:cubicBezTo>
                  <a:pt x="374183" y="14130"/>
                  <a:pt x="374149" y="13332"/>
                  <a:pt x="374149" y="12343"/>
                </a:cubicBezTo>
                <a:cubicBezTo>
                  <a:pt x="374149" y="11669"/>
                  <a:pt x="374172" y="11073"/>
                  <a:pt x="374217" y="10556"/>
                </a:cubicBezTo>
                <a:cubicBezTo>
                  <a:pt x="374262" y="10039"/>
                  <a:pt x="374352" y="9589"/>
                  <a:pt x="374487" y="9207"/>
                </a:cubicBezTo>
                <a:cubicBezTo>
                  <a:pt x="374622" y="8824"/>
                  <a:pt x="374779" y="8476"/>
                  <a:pt x="374959" y="8161"/>
                </a:cubicBezTo>
                <a:cubicBezTo>
                  <a:pt x="375139" y="7846"/>
                  <a:pt x="375442" y="7476"/>
                  <a:pt x="375869" y="7048"/>
                </a:cubicBezTo>
                <a:cubicBezTo>
                  <a:pt x="376297" y="6621"/>
                  <a:pt x="377162" y="6003"/>
                  <a:pt x="378466" y="5194"/>
                </a:cubicBezTo>
                <a:cubicBezTo>
                  <a:pt x="379770" y="4384"/>
                  <a:pt x="381378" y="3586"/>
                  <a:pt x="383289" y="2799"/>
                </a:cubicBezTo>
                <a:cubicBezTo>
                  <a:pt x="385200" y="2012"/>
                  <a:pt x="387403" y="1349"/>
                  <a:pt x="389899" y="809"/>
                </a:cubicBezTo>
                <a:cubicBezTo>
                  <a:pt x="392394" y="270"/>
                  <a:pt x="395081" y="0"/>
                  <a:pt x="397959" y="0"/>
                </a:cubicBezTo>
                <a:cubicBezTo>
                  <a:pt x="402006" y="0"/>
                  <a:pt x="405558" y="519"/>
                  <a:pt x="408616" y="1558"/>
                </a:cubicBezTo>
                <a:cubicBezTo>
                  <a:pt x="411673" y="2595"/>
                  <a:pt x="414225" y="4060"/>
                  <a:pt x="416271" y="5954"/>
                </a:cubicBezTo>
                <a:cubicBezTo>
                  <a:pt x="418317" y="7849"/>
                  <a:pt x="419846" y="10115"/>
                  <a:pt x="420857" y="12754"/>
                </a:cubicBezTo>
                <a:cubicBezTo>
                  <a:pt x="421869" y="15393"/>
                  <a:pt x="422375" y="18314"/>
                  <a:pt x="422375" y="21516"/>
                </a:cubicBezTo>
                <a:cubicBezTo>
                  <a:pt x="422375" y="24267"/>
                  <a:pt x="422015" y="26828"/>
                  <a:pt x="421296" y="29197"/>
                </a:cubicBezTo>
                <a:cubicBezTo>
                  <a:pt x="420576" y="31564"/>
                  <a:pt x="419520" y="33662"/>
                  <a:pt x="418126" y="35488"/>
                </a:cubicBezTo>
                <a:cubicBezTo>
                  <a:pt x="416732" y="37315"/>
                  <a:pt x="415023" y="38871"/>
                  <a:pt x="413000" y="40157"/>
                </a:cubicBezTo>
                <a:cubicBezTo>
                  <a:pt x="410976" y="41443"/>
                  <a:pt x="408638" y="42334"/>
                  <a:pt x="405985" y="42830"/>
                </a:cubicBezTo>
                <a:lnTo>
                  <a:pt x="405985" y="42964"/>
                </a:lnTo>
                <a:cubicBezTo>
                  <a:pt x="408998" y="43279"/>
                  <a:pt x="411752" y="44032"/>
                  <a:pt x="414247" y="45224"/>
                </a:cubicBezTo>
                <a:cubicBezTo>
                  <a:pt x="416743" y="46416"/>
                  <a:pt x="418890" y="47911"/>
                  <a:pt x="420689" y="49709"/>
                </a:cubicBezTo>
                <a:cubicBezTo>
                  <a:pt x="422487" y="51508"/>
                  <a:pt x="423893" y="53610"/>
                  <a:pt x="424904" y="56016"/>
                </a:cubicBezTo>
                <a:cubicBezTo>
                  <a:pt x="425916" y="58421"/>
                  <a:pt x="426422" y="60996"/>
                  <a:pt x="426422" y="63739"/>
                </a:cubicBezTo>
                <a:close/>
                <a:moveTo>
                  <a:pt x="621415" y="84040"/>
                </a:moveTo>
                <a:cubicBezTo>
                  <a:pt x="621415" y="84895"/>
                  <a:pt x="621348" y="85614"/>
                  <a:pt x="621213" y="86199"/>
                </a:cubicBezTo>
                <a:cubicBezTo>
                  <a:pt x="621078" y="86783"/>
                  <a:pt x="620898" y="87255"/>
                  <a:pt x="620673" y="87615"/>
                </a:cubicBezTo>
                <a:cubicBezTo>
                  <a:pt x="620448" y="87975"/>
                  <a:pt x="620190" y="88233"/>
                  <a:pt x="619898" y="88391"/>
                </a:cubicBezTo>
                <a:cubicBezTo>
                  <a:pt x="619605" y="88548"/>
                  <a:pt x="619302" y="88627"/>
                  <a:pt x="618987" y="88627"/>
                </a:cubicBezTo>
                <a:lnTo>
                  <a:pt x="573392" y="88627"/>
                </a:lnTo>
                <a:cubicBezTo>
                  <a:pt x="573077" y="88627"/>
                  <a:pt x="572785" y="88548"/>
                  <a:pt x="572515" y="88391"/>
                </a:cubicBezTo>
                <a:cubicBezTo>
                  <a:pt x="572245" y="88233"/>
                  <a:pt x="571987" y="87975"/>
                  <a:pt x="571740" y="87615"/>
                </a:cubicBezTo>
                <a:cubicBezTo>
                  <a:pt x="571492" y="87255"/>
                  <a:pt x="571301" y="86783"/>
                  <a:pt x="571166" y="86199"/>
                </a:cubicBezTo>
                <a:cubicBezTo>
                  <a:pt x="571031" y="85614"/>
                  <a:pt x="570964" y="84895"/>
                  <a:pt x="570964" y="84040"/>
                </a:cubicBezTo>
                <a:cubicBezTo>
                  <a:pt x="570964" y="83231"/>
                  <a:pt x="571031" y="82534"/>
                  <a:pt x="571166" y="81950"/>
                </a:cubicBezTo>
                <a:cubicBezTo>
                  <a:pt x="571301" y="81365"/>
                  <a:pt x="571470" y="80882"/>
                  <a:pt x="571672" y="80499"/>
                </a:cubicBezTo>
                <a:cubicBezTo>
                  <a:pt x="571875" y="80117"/>
                  <a:pt x="572122" y="79825"/>
                  <a:pt x="572414" y="79623"/>
                </a:cubicBezTo>
                <a:cubicBezTo>
                  <a:pt x="572706" y="79420"/>
                  <a:pt x="573032" y="79319"/>
                  <a:pt x="573392" y="79319"/>
                </a:cubicBezTo>
                <a:lnTo>
                  <a:pt x="591603" y="79319"/>
                </a:lnTo>
                <a:lnTo>
                  <a:pt x="591603" y="12883"/>
                </a:lnTo>
                <a:lnTo>
                  <a:pt x="574741" y="23000"/>
                </a:lnTo>
                <a:cubicBezTo>
                  <a:pt x="573887" y="23449"/>
                  <a:pt x="573201" y="23719"/>
                  <a:pt x="572684" y="23809"/>
                </a:cubicBezTo>
                <a:cubicBezTo>
                  <a:pt x="572167" y="23899"/>
                  <a:pt x="571751" y="23798"/>
                  <a:pt x="571436" y="23506"/>
                </a:cubicBezTo>
                <a:cubicBezTo>
                  <a:pt x="571121" y="23213"/>
                  <a:pt x="570908" y="22729"/>
                  <a:pt x="570795" y="22053"/>
                </a:cubicBezTo>
                <a:cubicBezTo>
                  <a:pt x="570683" y="21376"/>
                  <a:pt x="570627" y="20519"/>
                  <a:pt x="570627" y="19482"/>
                </a:cubicBezTo>
                <a:cubicBezTo>
                  <a:pt x="570627" y="18715"/>
                  <a:pt x="570660" y="18061"/>
                  <a:pt x="570728" y="17520"/>
                </a:cubicBezTo>
                <a:cubicBezTo>
                  <a:pt x="570795" y="16979"/>
                  <a:pt x="570897" y="16528"/>
                  <a:pt x="571031" y="16166"/>
                </a:cubicBezTo>
                <a:cubicBezTo>
                  <a:pt x="571166" y="15805"/>
                  <a:pt x="571357" y="15490"/>
                  <a:pt x="571605" y="15220"/>
                </a:cubicBezTo>
                <a:cubicBezTo>
                  <a:pt x="571852" y="14949"/>
                  <a:pt x="572178" y="14678"/>
                  <a:pt x="572583" y="14409"/>
                </a:cubicBezTo>
                <a:lnTo>
                  <a:pt x="592682" y="1486"/>
                </a:lnTo>
                <a:cubicBezTo>
                  <a:pt x="592862" y="1351"/>
                  <a:pt x="593087" y="1239"/>
                  <a:pt x="593357" y="1149"/>
                </a:cubicBezTo>
                <a:cubicBezTo>
                  <a:pt x="593627" y="1057"/>
                  <a:pt x="593964" y="967"/>
                  <a:pt x="594368" y="877"/>
                </a:cubicBezTo>
                <a:cubicBezTo>
                  <a:pt x="594773" y="787"/>
                  <a:pt x="595245" y="731"/>
                  <a:pt x="595785" y="708"/>
                </a:cubicBezTo>
                <a:cubicBezTo>
                  <a:pt x="596324" y="686"/>
                  <a:pt x="596999" y="674"/>
                  <a:pt x="597808" y="674"/>
                </a:cubicBezTo>
                <a:cubicBezTo>
                  <a:pt x="598888" y="674"/>
                  <a:pt x="599787" y="719"/>
                  <a:pt x="600506" y="809"/>
                </a:cubicBezTo>
                <a:cubicBezTo>
                  <a:pt x="601226" y="899"/>
                  <a:pt x="601788" y="1023"/>
                  <a:pt x="602192" y="1180"/>
                </a:cubicBezTo>
                <a:cubicBezTo>
                  <a:pt x="602597" y="1338"/>
                  <a:pt x="602867" y="1541"/>
                  <a:pt x="603002" y="1789"/>
                </a:cubicBezTo>
                <a:cubicBezTo>
                  <a:pt x="603137" y="2037"/>
                  <a:pt x="603204" y="2295"/>
                  <a:pt x="603204" y="2565"/>
                </a:cubicBezTo>
                <a:lnTo>
                  <a:pt x="603204" y="79319"/>
                </a:lnTo>
                <a:lnTo>
                  <a:pt x="618987" y="79319"/>
                </a:lnTo>
                <a:cubicBezTo>
                  <a:pt x="619347" y="79319"/>
                  <a:pt x="619684" y="79420"/>
                  <a:pt x="619999" y="79623"/>
                </a:cubicBezTo>
                <a:cubicBezTo>
                  <a:pt x="620314" y="79825"/>
                  <a:pt x="620572" y="80117"/>
                  <a:pt x="620774" y="80499"/>
                </a:cubicBezTo>
                <a:cubicBezTo>
                  <a:pt x="620977" y="80882"/>
                  <a:pt x="621134" y="81365"/>
                  <a:pt x="621247" y="81950"/>
                </a:cubicBezTo>
                <a:cubicBezTo>
                  <a:pt x="621359" y="82534"/>
                  <a:pt x="621415" y="83231"/>
                  <a:pt x="621415" y="84040"/>
                </a:cubicBezTo>
                <a:close/>
                <a:moveTo>
                  <a:pt x="692482" y="6340"/>
                </a:moveTo>
                <a:cubicBezTo>
                  <a:pt x="692482" y="7150"/>
                  <a:pt x="692448" y="7880"/>
                  <a:pt x="692381" y="8532"/>
                </a:cubicBezTo>
                <a:cubicBezTo>
                  <a:pt x="692313" y="9184"/>
                  <a:pt x="692223" y="9814"/>
                  <a:pt x="692111" y="10421"/>
                </a:cubicBezTo>
                <a:cubicBezTo>
                  <a:pt x="691999" y="11028"/>
                  <a:pt x="691841" y="11612"/>
                  <a:pt x="691639" y="12174"/>
                </a:cubicBezTo>
                <a:cubicBezTo>
                  <a:pt x="691437" y="12736"/>
                  <a:pt x="691200" y="13332"/>
                  <a:pt x="690931" y="13962"/>
                </a:cubicBezTo>
                <a:lnTo>
                  <a:pt x="659500" y="86401"/>
                </a:lnTo>
                <a:cubicBezTo>
                  <a:pt x="659275" y="86941"/>
                  <a:pt x="658994" y="87379"/>
                  <a:pt x="658657" y="87716"/>
                </a:cubicBezTo>
                <a:cubicBezTo>
                  <a:pt x="658319" y="88054"/>
                  <a:pt x="657892" y="88323"/>
                  <a:pt x="657375" y="88526"/>
                </a:cubicBezTo>
                <a:cubicBezTo>
                  <a:pt x="656858" y="88728"/>
                  <a:pt x="656195" y="88863"/>
                  <a:pt x="655385" y="88930"/>
                </a:cubicBezTo>
                <a:cubicBezTo>
                  <a:pt x="654576" y="88998"/>
                  <a:pt x="653587" y="89032"/>
                  <a:pt x="652418" y="89032"/>
                </a:cubicBezTo>
                <a:cubicBezTo>
                  <a:pt x="650889" y="89032"/>
                  <a:pt x="649697" y="88964"/>
                  <a:pt x="648843" y="88829"/>
                </a:cubicBezTo>
                <a:cubicBezTo>
                  <a:pt x="647989" y="88694"/>
                  <a:pt x="647370" y="88481"/>
                  <a:pt x="646988" y="88188"/>
                </a:cubicBezTo>
                <a:cubicBezTo>
                  <a:pt x="646606" y="87896"/>
                  <a:pt x="646437" y="87536"/>
                  <a:pt x="646482" y="87109"/>
                </a:cubicBezTo>
                <a:cubicBezTo>
                  <a:pt x="646527" y="86682"/>
                  <a:pt x="646685" y="86176"/>
                  <a:pt x="646954" y="85592"/>
                </a:cubicBezTo>
                <a:lnTo>
                  <a:pt x="680004" y="11534"/>
                </a:lnTo>
                <a:lnTo>
                  <a:pt x="638119" y="11534"/>
                </a:lnTo>
                <a:cubicBezTo>
                  <a:pt x="637264" y="11534"/>
                  <a:pt x="636624" y="11084"/>
                  <a:pt x="636196" y="10185"/>
                </a:cubicBezTo>
                <a:cubicBezTo>
                  <a:pt x="635769" y="9285"/>
                  <a:pt x="635556" y="8026"/>
                  <a:pt x="635556" y="6408"/>
                </a:cubicBezTo>
                <a:cubicBezTo>
                  <a:pt x="635556" y="5553"/>
                  <a:pt x="635612" y="4811"/>
                  <a:pt x="635724" y="4182"/>
                </a:cubicBezTo>
                <a:cubicBezTo>
                  <a:pt x="635837" y="3552"/>
                  <a:pt x="636005" y="3024"/>
                  <a:pt x="636230" y="2597"/>
                </a:cubicBezTo>
                <a:cubicBezTo>
                  <a:pt x="636455" y="2170"/>
                  <a:pt x="636725" y="1855"/>
                  <a:pt x="637040" y="1652"/>
                </a:cubicBezTo>
                <a:cubicBezTo>
                  <a:pt x="637354" y="1450"/>
                  <a:pt x="637714" y="1349"/>
                  <a:pt x="638119" y="1349"/>
                </a:cubicBezTo>
                <a:lnTo>
                  <a:pt x="688975" y="1349"/>
                </a:lnTo>
                <a:cubicBezTo>
                  <a:pt x="689604" y="1349"/>
                  <a:pt x="690155" y="1416"/>
                  <a:pt x="690627" y="1551"/>
                </a:cubicBezTo>
                <a:cubicBezTo>
                  <a:pt x="691099" y="1686"/>
                  <a:pt x="691459" y="1956"/>
                  <a:pt x="691706" y="2361"/>
                </a:cubicBezTo>
                <a:cubicBezTo>
                  <a:pt x="691954" y="2765"/>
                  <a:pt x="692145" y="3282"/>
                  <a:pt x="692280" y="3912"/>
                </a:cubicBezTo>
                <a:cubicBezTo>
                  <a:pt x="692415" y="4542"/>
                  <a:pt x="692482" y="5351"/>
                  <a:pt x="692482" y="6340"/>
                </a:cubicBezTo>
                <a:close/>
                <a:moveTo>
                  <a:pt x="764089" y="44786"/>
                </a:moveTo>
                <a:cubicBezTo>
                  <a:pt x="764089" y="51495"/>
                  <a:pt x="763561" y="57620"/>
                  <a:pt x="762504" y="63159"/>
                </a:cubicBezTo>
                <a:cubicBezTo>
                  <a:pt x="761447" y="68698"/>
                  <a:pt x="759694" y="73460"/>
                  <a:pt x="757243" y="77445"/>
                </a:cubicBezTo>
                <a:cubicBezTo>
                  <a:pt x="754792" y="81430"/>
                  <a:pt x="751589" y="84515"/>
                  <a:pt x="747632" y="86700"/>
                </a:cubicBezTo>
                <a:cubicBezTo>
                  <a:pt x="743675" y="88884"/>
                  <a:pt x="738796" y="89976"/>
                  <a:pt x="732995" y="89976"/>
                </a:cubicBezTo>
                <a:cubicBezTo>
                  <a:pt x="727510" y="89976"/>
                  <a:pt x="722889" y="88996"/>
                  <a:pt x="719135" y="87038"/>
                </a:cubicBezTo>
                <a:cubicBezTo>
                  <a:pt x="715380" y="85079"/>
                  <a:pt x="712356" y="82197"/>
                  <a:pt x="710063" y="78392"/>
                </a:cubicBezTo>
                <a:cubicBezTo>
                  <a:pt x="707770" y="74586"/>
                  <a:pt x="706140" y="69903"/>
                  <a:pt x="705173" y="64341"/>
                </a:cubicBezTo>
                <a:cubicBezTo>
                  <a:pt x="704206" y="58780"/>
                  <a:pt x="703723" y="52396"/>
                  <a:pt x="703723" y="45190"/>
                </a:cubicBezTo>
                <a:cubicBezTo>
                  <a:pt x="703723" y="38526"/>
                  <a:pt x="704262" y="32412"/>
                  <a:pt x="705342" y="26851"/>
                </a:cubicBezTo>
                <a:cubicBezTo>
                  <a:pt x="706421" y="21289"/>
                  <a:pt x="708174" y="16516"/>
                  <a:pt x="710603" y="12531"/>
                </a:cubicBezTo>
                <a:cubicBezTo>
                  <a:pt x="713031" y="8546"/>
                  <a:pt x="716223" y="5461"/>
                  <a:pt x="720180" y="3278"/>
                </a:cubicBezTo>
                <a:cubicBezTo>
                  <a:pt x="724137" y="1093"/>
                  <a:pt x="728993" y="0"/>
                  <a:pt x="734749" y="0"/>
                </a:cubicBezTo>
                <a:cubicBezTo>
                  <a:pt x="740280" y="0"/>
                  <a:pt x="744922" y="979"/>
                  <a:pt x="748677" y="2938"/>
                </a:cubicBezTo>
                <a:cubicBezTo>
                  <a:pt x="752432" y="4897"/>
                  <a:pt x="755456" y="7779"/>
                  <a:pt x="757749" y="11584"/>
                </a:cubicBezTo>
                <a:cubicBezTo>
                  <a:pt x="760042" y="15389"/>
                  <a:pt x="761672" y="20073"/>
                  <a:pt x="762639" y="25635"/>
                </a:cubicBezTo>
                <a:cubicBezTo>
                  <a:pt x="763606" y="31196"/>
                  <a:pt x="764089" y="37580"/>
                  <a:pt x="764089" y="44786"/>
                </a:cubicBezTo>
                <a:moveTo>
                  <a:pt x="752218" y="45597"/>
                </a:moveTo>
                <a:cubicBezTo>
                  <a:pt x="752218" y="41227"/>
                  <a:pt x="752061" y="37307"/>
                  <a:pt x="751746" y="33838"/>
                </a:cubicBezTo>
                <a:cubicBezTo>
                  <a:pt x="751431" y="30369"/>
                  <a:pt x="750970" y="27305"/>
                  <a:pt x="750363" y="24648"/>
                </a:cubicBezTo>
                <a:cubicBezTo>
                  <a:pt x="749756" y="21990"/>
                  <a:pt x="748969" y="19703"/>
                  <a:pt x="748003" y="17789"/>
                </a:cubicBezTo>
                <a:cubicBezTo>
                  <a:pt x="747036" y="15874"/>
                  <a:pt x="745878" y="14298"/>
                  <a:pt x="744529" y="13060"/>
                </a:cubicBezTo>
                <a:cubicBezTo>
                  <a:pt x="743180" y="11820"/>
                  <a:pt x="741640" y="10919"/>
                  <a:pt x="739909" y="10355"/>
                </a:cubicBezTo>
                <a:cubicBezTo>
                  <a:pt x="738178" y="9792"/>
                  <a:pt x="736233" y="9510"/>
                  <a:pt x="734074" y="9510"/>
                </a:cubicBezTo>
                <a:cubicBezTo>
                  <a:pt x="730252" y="9510"/>
                  <a:pt x="727150" y="10412"/>
                  <a:pt x="724767" y="12214"/>
                </a:cubicBezTo>
                <a:cubicBezTo>
                  <a:pt x="722383" y="14016"/>
                  <a:pt x="720506" y="16493"/>
                  <a:pt x="719135" y="19646"/>
                </a:cubicBezTo>
                <a:cubicBezTo>
                  <a:pt x="717763" y="22800"/>
                  <a:pt x="716830" y="26494"/>
                  <a:pt x="716336" y="30729"/>
                </a:cubicBezTo>
                <a:cubicBezTo>
                  <a:pt x="715841" y="34964"/>
                  <a:pt x="715594" y="39514"/>
                  <a:pt x="715594" y="44379"/>
                </a:cubicBezTo>
                <a:cubicBezTo>
                  <a:pt x="715594" y="50911"/>
                  <a:pt x="715931" y="56465"/>
                  <a:pt x="716605" y="61038"/>
                </a:cubicBezTo>
                <a:cubicBezTo>
                  <a:pt x="717280" y="65611"/>
                  <a:pt x="718348" y="69339"/>
                  <a:pt x="719809" y="72222"/>
                </a:cubicBezTo>
                <a:cubicBezTo>
                  <a:pt x="721271" y="75104"/>
                  <a:pt x="723137" y="77199"/>
                  <a:pt x="725407" y="78505"/>
                </a:cubicBezTo>
                <a:cubicBezTo>
                  <a:pt x="727678" y="79812"/>
                  <a:pt x="730432" y="80466"/>
                  <a:pt x="733670" y="80466"/>
                </a:cubicBezTo>
                <a:cubicBezTo>
                  <a:pt x="736188" y="80466"/>
                  <a:pt x="738402" y="80060"/>
                  <a:pt x="740313" y="79249"/>
                </a:cubicBezTo>
                <a:cubicBezTo>
                  <a:pt x="742224" y="78439"/>
                  <a:pt x="743866" y="77279"/>
                  <a:pt x="745237" y="75770"/>
                </a:cubicBezTo>
                <a:cubicBezTo>
                  <a:pt x="746609" y="74260"/>
                  <a:pt x="747744" y="72447"/>
                  <a:pt x="748643" y="70329"/>
                </a:cubicBezTo>
                <a:cubicBezTo>
                  <a:pt x="749543" y="68212"/>
                  <a:pt x="750262" y="65869"/>
                  <a:pt x="750802" y="63302"/>
                </a:cubicBezTo>
                <a:cubicBezTo>
                  <a:pt x="751341" y="60734"/>
                  <a:pt x="751712" y="57951"/>
                  <a:pt x="751915" y="54955"/>
                </a:cubicBezTo>
                <a:cubicBezTo>
                  <a:pt x="752117" y="51960"/>
                  <a:pt x="752218" y="48840"/>
                  <a:pt x="752218" y="45597"/>
                </a:cubicBezTo>
                <a:close/>
                <a:moveTo>
                  <a:pt x="954440" y="60636"/>
                </a:moveTo>
                <a:cubicBezTo>
                  <a:pt x="954440" y="65312"/>
                  <a:pt x="953653" y="69472"/>
                  <a:pt x="952079" y="73114"/>
                </a:cubicBezTo>
                <a:cubicBezTo>
                  <a:pt x="950505" y="76756"/>
                  <a:pt x="948279" y="79825"/>
                  <a:pt x="945402" y="82320"/>
                </a:cubicBezTo>
                <a:cubicBezTo>
                  <a:pt x="942524" y="84816"/>
                  <a:pt x="939095" y="86716"/>
                  <a:pt x="935116" y="88020"/>
                </a:cubicBezTo>
                <a:cubicBezTo>
                  <a:pt x="931136" y="89324"/>
                  <a:pt x="926718" y="89976"/>
                  <a:pt x="921862" y="89976"/>
                </a:cubicBezTo>
                <a:cubicBezTo>
                  <a:pt x="919164" y="89976"/>
                  <a:pt x="916601" y="89785"/>
                  <a:pt x="914173" y="89403"/>
                </a:cubicBezTo>
                <a:cubicBezTo>
                  <a:pt x="911745" y="89020"/>
                  <a:pt x="909587" y="88548"/>
                  <a:pt x="907698" y="87986"/>
                </a:cubicBezTo>
                <a:cubicBezTo>
                  <a:pt x="905809" y="87424"/>
                  <a:pt x="904258" y="86873"/>
                  <a:pt x="903044" y="86334"/>
                </a:cubicBezTo>
                <a:cubicBezTo>
                  <a:pt x="901830" y="85794"/>
                  <a:pt x="901054" y="85367"/>
                  <a:pt x="900717" y="85052"/>
                </a:cubicBezTo>
                <a:cubicBezTo>
                  <a:pt x="900380" y="84737"/>
                  <a:pt x="900144" y="84445"/>
                  <a:pt x="900009" y="84175"/>
                </a:cubicBezTo>
                <a:cubicBezTo>
                  <a:pt x="899874" y="83906"/>
                  <a:pt x="899750" y="83580"/>
                  <a:pt x="899638" y="83197"/>
                </a:cubicBezTo>
                <a:cubicBezTo>
                  <a:pt x="899526" y="82815"/>
                  <a:pt x="899447" y="82332"/>
                  <a:pt x="899402" y="81747"/>
                </a:cubicBezTo>
                <a:cubicBezTo>
                  <a:pt x="899357" y="81163"/>
                  <a:pt x="899334" y="80466"/>
                  <a:pt x="899334" y="79656"/>
                </a:cubicBezTo>
                <a:cubicBezTo>
                  <a:pt x="899334" y="78892"/>
                  <a:pt x="899368" y="78206"/>
                  <a:pt x="899436" y="77599"/>
                </a:cubicBezTo>
                <a:cubicBezTo>
                  <a:pt x="899503" y="76992"/>
                  <a:pt x="899627" y="76497"/>
                  <a:pt x="899807" y="76115"/>
                </a:cubicBezTo>
                <a:cubicBezTo>
                  <a:pt x="899986" y="75733"/>
                  <a:pt x="900200" y="75452"/>
                  <a:pt x="900447" y="75272"/>
                </a:cubicBezTo>
                <a:cubicBezTo>
                  <a:pt x="900695" y="75092"/>
                  <a:pt x="900976" y="75002"/>
                  <a:pt x="901290" y="75002"/>
                </a:cubicBezTo>
                <a:cubicBezTo>
                  <a:pt x="901740" y="75002"/>
                  <a:pt x="902437" y="75283"/>
                  <a:pt x="903381" y="75845"/>
                </a:cubicBezTo>
                <a:cubicBezTo>
                  <a:pt x="904326" y="76408"/>
                  <a:pt x="905596" y="77015"/>
                  <a:pt x="907192" y="77667"/>
                </a:cubicBezTo>
                <a:cubicBezTo>
                  <a:pt x="908788" y="78319"/>
                  <a:pt x="910767" y="78937"/>
                  <a:pt x="913128" y="79521"/>
                </a:cubicBezTo>
                <a:cubicBezTo>
                  <a:pt x="915488" y="80106"/>
                  <a:pt x="918287" y="80398"/>
                  <a:pt x="921525" y="80398"/>
                </a:cubicBezTo>
                <a:cubicBezTo>
                  <a:pt x="924538" y="80398"/>
                  <a:pt x="927303" y="80038"/>
                  <a:pt x="929821" y="79319"/>
                </a:cubicBezTo>
                <a:cubicBezTo>
                  <a:pt x="932339" y="78600"/>
                  <a:pt x="934509" y="77475"/>
                  <a:pt x="936330" y="75947"/>
                </a:cubicBezTo>
                <a:cubicBezTo>
                  <a:pt x="938151" y="74418"/>
                  <a:pt x="939578" y="72496"/>
                  <a:pt x="940613" y="70180"/>
                </a:cubicBezTo>
                <a:cubicBezTo>
                  <a:pt x="941647" y="67864"/>
                  <a:pt x="942164" y="65043"/>
                  <a:pt x="942164" y="61715"/>
                </a:cubicBezTo>
                <a:cubicBezTo>
                  <a:pt x="942164" y="58927"/>
                  <a:pt x="941726" y="56465"/>
                  <a:pt x="940849" y="54329"/>
                </a:cubicBezTo>
                <a:cubicBezTo>
                  <a:pt x="939972" y="52194"/>
                  <a:pt x="938623" y="50418"/>
                  <a:pt x="936802" y="49001"/>
                </a:cubicBezTo>
                <a:cubicBezTo>
                  <a:pt x="934981" y="47585"/>
                  <a:pt x="932676" y="46528"/>
                  <a:pt x="929888" y="45831"/>
                </a:cubicBezTo>
                <a:cubicBezTo>
                  <a:pt x="927101" y="45134"/>
                  <a:pt x="923773" y="44786"/>
                  <a:pt x="919906" y="44786"/>
                </a:cubicBezTo>
                <a:cubicBezTo>
                  <a:pt x="917163" y="44786"/>
                  <a:pt x="914803" y="44920"/>
                  <a:pt x="912824" y="45190"/>
                </a:cubicBezTo>
                <a:cubicBezTo>
                  <a:pt x="910846" y="45460"/>
                  <a:pt x="909002" y="45595"/>
                  <a:pt x="907293" y="45595"/>
                </a:cubicBezTo>
                <a:cubicBezTo>
                  <a:pt x="906034" y="45595"/>
                  <a:pt x="905135" y="45303"/>
                  <a:pt x="904595" y="44718"/>
                </a:cubicBezTo>
                <a:cubicBezTo>
                  <a:pt x="904056" y="44132"/>
                  <a:pt x="903786" y="43006"/>
                  <a:pt x="903786" y="41339"/>
                </a:cubicBezTo>
                <a:lnTo>
                  <a:pt x="903786" y="5739"/>
                </a:lnTo>
                <a:cubicBezTo>
                  <a:pt x="903786" y="4254"/>
                  <a:pt x="904134" y="3151"/>
                  <a:pt x="904831" y="2430"/>
                </a:cubicBezTo>
                <a:cubicBezTo>
                  <a:pt x="905528" y="1709"/>
                  <a:pt x="906529" y="1349"/>
                  <a:pt x="907833" y="1349"/>
                </a:cubicBezTo>
                <a:lnTo>
                  <a:pt x="946481" y="1349"/>
                </a:lnTo>
                <a:cubicBezTo>
                  <a:pt x="946840" y="1349"/>
                  <a:pt x="947189" y="1450"/>
                  <a:pt x="947526" y="1652"/>
                </a:cubicBezTo>
                <a:cubicBezTo>
                  <a:pt x="947863" y="1855"/>
                  <a:pt x="948144" y="2158"/>
                  <a:pt x="948369" y="2563"/>
                </a:cubicBezTo>
                <a:cubicBezTo>
                  <a:pt x="948594" y="2968"/>
                  <a:pt x="948763" y="3485"/>
                  <a:pt x="948875" y="4114"/>
                </a:cubicBezTo>
                <a:cubicBezTo>
                  <a:pt x="948988" y="4744"/>
                  <a:pt x="949044" y="5486"/>
                  <a:pt x="949044" y="6340"/>
                </a:cubicBezTo>
                <a:cubicBezTo>
                  <a:pt x="949044" y="7959"/>
                  <a:pt x="948819" y="9218"/>
                  <a:pt x="948369" y="10117"/>
                </a:cubicBezTo>
                <a:cubicBezTo>
                  <a:pt x="947920" y="11017"/>
                  <a:pt x="947290" y="11466"/>
                  <a:pt x="946481" y="11466"/>
                </a:cubicBezTo>
                <a:lnTo>
                  <a:pt x="913903" y="11466"/>
                </a:lnTo>
                <a:lnTo>
                  <a:pt x="913903" y="36017"/>
                </a:lnTo>
                <a:cubicBezTo>
                  <a:pt x="915477" y="35792"/>
                  <a:pt x="917085" y="35658"/>
                  <a:pt x="918726" y="35613"/>
                </a:cubicBezTo>
                <a:cubicBezTo>
                  <a:pt x="920367" y="35568"/>
                  <a:pt x="922267" y="35545"/>
                  <a:pt x="924425" y="35545"/>
                </a:cubicBezTo>
                <a:cubicBezTo>
                  <a:pt x="929416" y="35545"/>
                  <a:pt x="933778" y="36141"/>
                  <a:pt x="937510" y="37333"/>
                </a:cubicBezTo>
                <a:cubicBezTo>
                  <a:pt x="941242" y="38524"/>
                  <a:pt x="944356" y="40210"/>
                  <a:pt x="946852" y="42391"/>
                </a:cubicBezTo>
                <a:cubicBezTo>
                  <a:pt x="949347" y="44572"/>
                  <a:pt x="951236" y="47214"/>
                  <a:pt x="952517" y="50316"/>
                </a:cubicBezTo>
                <a:cubicBezTo>
                  <a:pt x="953799" y="53419"/>
                  <a:pt x="954440" y="56859"/>
                  <a:pt x="954440" y="60636"/>
                </a:cubicBezTo>
                <a:close/>
                <a:moveTo>
                  <a:pt x="1027732" y="44786"/>
                </a:moveTo>
                <a:cubicBezTo>
                  <a:pt x="1027732" y="51495"/>
                  <a:pt x="1027204" y="57620"/>
                  <a:pt x="1026147" y="63159"/>
                </a:cubicBezTo>
                <a:cubicBezTo>
                  <a:pt x="1025091" y="68698"/>
                  <a:pt x="1023337" y="73460"/>
                  <a:pt x="1020886" y="77445"/>
                </a:cubicBezTo>
                <a:cubicBezTo>
                  <a:pt x="1018436" y="81430"/>
                  <a:pt x="1015232" y="84515"/>
                  <a:pt x="1011275" y="86700"/>
                </a:cubicBezTo>
                <a:cubicBezTo>
                  <a:pt x="1007318" y="88884"/>
                  <a:pt x="1002439" y="89976"/>
                  <a:pt x="996639" y="89976"/>
                </a:cubicBezTo>
                <a:cubicBezTo>
                  <a:pt x="991153" y="89976"/>
                  <a:pt x="986533" y="88996"/>
                  <a:pt x="982778" y="87038"/>
                </a:cubicBezTo>
                <a:cubicBezTo>
                  <a:pt x="979024" y="85079"/>
                  <a:pt x="976000" y="82197"/>
                  <a:pt x="973706" y="78392"/>
                </a:cubicBezTo>
                <a:cubicBezTo>
                  <a:pt x="971413" y="74586"/>
                  <a:pt x="969783" y="69903"/>
                  <a:pt x="968816" y="64341"/>
                </a:cubicBezTo>
                <a:cubicBezTo>
                  <a:pt x="967850" y="58780"/>
                  <a:pt x="967366" y="52396"/>
                  <a:pt x="967366" y="45190"/>
                </a:cubicBezTo>
                <a:cubicBezTo>
                  <a:pt x="967366" y="38526"/>
                  <a:pt x="967906" y="32412"/>
                  <a:pt x="968985" y="26851"/>
                </a:cubicBezTo>
                <a:cubicBezTo>
                  <a:pt x="970064" y="21289"/>
                  <a:pt x="971818" y="16516"/>
                  <a:pt x="974246" y="12531"/>
                </a:cubicBezTo>
                <a:cubicBezTo>
                  <a:pt x="976674" y="8546"/>
                  <a:pt x="979867" y="5461"/>
                  <a:pt x="983824" y="3278"/>
                </a:cubicBezTo>
                <a:cubicBezTo>
                  <a:pt x="987781" y="1093"/>
                  <a:pt x="992637" y="0"/>
                  <a:pt x="998392" y="0"/>
                </a:cubicBezTo>
                <a:cubicBezTo>
                  <a:pt x="1003923" y="0"/>
                  <a:pt x="1008566" y="979"/>
                  <a:pt x="1012321" y="2938"/>
                </a:cubicBezTo>
                <a:cubicBezTo>
                  <a:pt x="1016075" y="4897"/>
                  <a:pt x="1019099" y="7779"/>
                  <a:pt x="1021392" y="11584"/>
                </a:cubicBezTo>
                <a:cubicBezTo>
                  <a:pt x="1023686" y="15389"/>
                  <a:pt x="1025316" y="20073"/>
                  <a:pt x="1026282" y="25635"/>
                </a:cubicBezTo>
                <a:cubicBezTo>
                  <a:pt x="1027249" y="31196"/>
                  <a:pt x="1027732" y="37580"/>
                  <a:pt x="1027732" y="44786"/>
                </a:cubicBezTo>
                <a:moveTo>
                  <a:pt x="1015862" y="45597"/>
                </a:moveTo>
                <a:cubicBezTo>
                  <a:pt x="1015862" y="41227"/>
                  <a:pt x="1015704" y="37307"/>
                  <a:pt x="1015389" y="33838"/>
                </a:cubicBezTo>
                <a:cubicBezTo>
                  <a:pt x="1015075" y="30369"/>
                  <a:pt x="1014614" y="27305"/>
                  <a:pt x="1014007" y="24648"/>
                </a:cubicBezTo>
                <a:cubicBezTo>
                  <a:pt x="1013400" y="21990"/>
                  <a:pt x="1012613" y="19703"/>
                  <a:pt x="1011646" y="17789"/>
                </a:cubicBezTo>
                <a:cubicBezTo>
                  <a:pt x="1010679" y="15874"/>
                  <a:pt x="1009521" y="14298"/>
                  <a:pt x="1008172" y="13060"/>
                </a:cubicBezTo>
                <a:cubicBezTo>
                  <a:pt x="1006823" y="11820"/>
                  <a:pt x="1005283" y="10919"/>
                  <a:pt x="1003552" y="10355"/>
                </a:cubicBezTo>
                <a:cubicBezTo>
                  <a:pt x="1001821" y="9792"/>
                  <a:pt x="999876" y="9510"/>
                  <a:pt x="997718" y="9510"/>
                </a:cubicBezTo>
                <a:cubicBezTo>
                  <a:pt x="993896" y="9510"/>
                  <a:pt x="990793" y="10412"/>
                  <a:pt x="988410" y="12214"/>
                </a:cubicBezTo>
                <a:cubicBezTo>
                  <a:pt x="986027" y="14016"/>
                  <a:pt x="984150" y="16493"/>
                  <a:pt x="982778" y="19646"/>
                </a:cubicBezTo>
                <a:cubicBezTo>
                  <a:pt x="981407" y="22800"/>
                  <a:pt x="980474" y="26494"/>
                  <a:pt x="979979" y="30729"/>
                </a:cubicBezTo>
                <a:cubicBezTo>
                  <a:pt x="979485" y="34964"/>
                  <a:pt x="979237" y="39514"/>
                  <a:pt x="979237" y="44379"/>
                </a:cubicBezTo>
                <a:cubicBezTo>
                  <a:pt x="979237" y="50911"/>
                  <a:pt x="979574" y="56465"/>
                  <a:pt x="980249" y="61038"/>
                </a:cubicBezTo>
                <a:cubicBezTo>
                  <a:pt x="980923" y="65611"/>
                  <a:pt x="981991" y="69339"/>
                  <a:pt x="983453" y="72222"/>
                </a:cubicBezTo>
                <a:cubicBezTo>
                  <a:pt x="984914" y="75104"/>
                  <a:pt x="986780" y="77199"/>
                  <a:pt x="989051" y="78505"/>
                </a:cubicBezTo>
                <a:cubicBezTo>
                  <a:pt x="991322" y="79812"/>
                  <a:pt x="994076" y="80466"/>
                  <a:pt x="997313" y="80466"/>
                </a:cubicBezTo>
                <a:cubicBezTo>
                  <a:pt x="999831" y="80466"/>
                  <a:pt x="1002046" y="80060"/>
                  <a:pt x="1003957" y="79249"/>
                </a:cubicBezTo>
                <a:cubicBezTo>
                  <a:pt x="1005868" y="78439"/>
                  <a:pt x="1007509" y="77279"/>
                  <a:pt x="1008881" y="75770"/>
                </a:cubicBezTo>
                <a:cubicBezTo>
                  <a:pt x="1010252" y="74260"/>
                  <a:pt x="1011387" y="72447"/>
                  <a:pt x="1012287" y="70329"/>
                </a:cubicBezTo>
                <a:cubicBezTo>
                  <a:pt x="1013186" y="68212"/>
                  <a:pt x="1013906" y="65869"/>
                  <a:pt x="1014445" y="63302"/>
                </a:cubicBezTo>
                <a:cubicBezTo>
                  <a:pt x="1014985" y="60734"/>
                  <a:pt x="1015356" y="57951"/>
                  <a:pt x="1015558" y="54955"/>
                </a:cubicBezTo>
                <a:cubicBezTo>
                  <a:pt x="1015760" y="51960"/>
                  <a:pt x="1015862" y="48840"/>
                  <a:pt x="1015862" y="455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…">
            <a:extLst xmlns:a="http://schemas.openxmlformats.org/drawingml/2006/main">
              <a:ext uri="{FF2B5EF4-FFF2-40B4-BE49-F238E27FC236}">
                <a16:creationId xmlns:a16="http://schemas.microsoft.com/office/drawing/2014/main" id="{0B206B8B-5EF3-4E0D-B607-8EB4370A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6872" y="2528380"/>
            <a:ext cx="75187" cy="15658"/>
          </a:xfrm>
          <a:custGeom xmlns:a="http://schemas.openxmlformats.org/drawingml/2006/main">
            <a:pathLst>
              <a:path w="75187" h="15658">
                <a:moveTo>
                  <a:pt x="14241" y="7728"/>
                </a:moveTo>
                <a:cubicBezTo>
                  <a:pt x="14241" y="10890"/>
                  <a:pt x="13712" y="13003"/>
                  <a:pt x="12655" y="14066"/>
                </a:cubicBezTo>
                <a:cubicBezTo>
                  <a:pt x="11598" y="15128"/>
                  <a:pt x="9719" y="15658"/>
                  <a:pt x="7019" y="15658"/>
                </a:cubicBezTo>
                <a:cubicBezTo>
                  <a:pt x="4410" y="15658"/>
                  <a:pt x="2587" y="15139"/>
                  <a:pt x="1552" y="14100"/>
                </a:cubicBezTo>
                <a:cubicBezTo>
                  <a:pt x="517" y="13061"/>
                  <a:pt x="0" y="11004"/>
                  <a:pt x="0" y="7930"/>
                </a:cubicBezTo>
                <a:cubicBezTo>
                  <a:pt x="0" y="4768"/>
                  <a:pt x="529" y="2656"/>
                  <a:pt x="1586" y="1595"/>
                </a:cubicBezTo>
                <a:cubicBezTo>
                  <a:pt x="2643" y="532"/>
                  <a:pt x="4522" y="0"/>
                  <a:pt x="7222" y="0"/>
                </a:cubicBezTo>
                <a:cubicBezTo>
                  <a:pt x="9831" y="0"/>
                  <a:pt x="11654" y="520"/>
                  <a:pt x="12689" y="1559"/>
                </a:cubicBezTo>
                <a:cubicBezTo>
                  <a:pt x="13724" y="2598"/>
                  <a:pt x="14241" y="4654"/>
                  <a:pt x="14241" y="7728"/>
                </a:cubicBezTo>
                <a:moveTo>
                  <a:pt x="44680" y="7728"/>
                </a:moveTo>
                <a:cubicBezTo>
                  <a:pt x="44680" y="10890"/>
                  <a:pt x="44163" y="13003"/>
                  <a:pt x="43128" y="14066"/>
                </a:cubicBezTo>
                <a:cubicBezTo>
                  <a:pt x="42093" y="15128"/>
                  <a:pt x="40226" y="15658"/>
                  <a:pt x="37526" y="15658"/>
                </a:cubicBezTo>
                <a:cubicBezTo>
                  <a:pt x="34916" y="15658"/>
                  <a:pt x="33094" y="15139"/>
                  <a:pt x="32059" y="14100"/>
                </a:cubicBezTo>
                <a:cubicBezTo>
                  <a:pt x="31024" y="13061"/>
                  <a:pt x="30507" y="11004"/>
                  <a:pt x="30507" y="7930"/>
                </a:cubicBezTo>
                <a:cubicBezTo>
                  <a:pt x="30507" y="4768"/>
                  <a:pt x="31036" y="2656"/>
                  <a:pt x="32093" y="1595"/>
                </a:cubicBezTo>
                <a:cubicBezTo>
                  <a:pt x="33150" y="532"/>
                  <a:pt x="35006" y="0"/>
                  <a:pt x="37661" y="0"/>
                </a:cubicBezTo>
                <a:cubicBezTo>
                  <a:pt x="40316" y="0"/>
                  <a:pt x="42149" y="520"/>
                  <a:pt x="43162" y="1559"/>
                </a:cubicBezTo>
                <a:cubicBezTo>
                  <a:pt x="44174" y="2598"/>
                  <a:pt x="44680" y="4654"/>
                  <a:pt x="44680" y="7728"/>
                </a:cubicBezTo>
                <a:moveTo>
                  <a:pt x="75187" y="7728"/>
                </a:moveTo>
                <a:cubicBezTo>
                  <a:pt x="75187" y="10890"/>
                  <a:pt x="74659" y="13003"/>
                  <a:pt x="73601" y="14066"/>
                </a:cubicBezTo>
                <a:cubicBezTo>
                  <a:pt x="72544" y="15128"/>
                  <a:pt x="70665" y="15658"/>
                  <a:pt x="67966" y="15658"/>
                </a:cubicBezTo>
                <a:cubicBezTo>
                  <a:pt x="65356" y="15658"/>
                  <a:pt x="63534" y="15139"/>
                  <a:pt x="62499" y="14100"/>
                </a:cubicBezTo>
                <a:cubicBezTo>
                  <a:pt x="61464" y="13061"/>
                  <a:pt x="60946" y="11004"/>
                  <a:pt x="60946" y="7930"/>
                </a:cubicBezTo>
                <a:cubicBezTo>
                  <a:pt x="60946" y="4768"/>
                  <a:pt x="61475" y="2656"/>
                  <a:pt x="62532" y="1595"/>
                </a:cubicBezTo>
                <a:cubicBezTo>
                  <a:pt x="63590" y="532"/>
                  <a:pt x="65468" y="0"/>
                  <a:pt x="68168" y="0"/>
                </a:cubicBezTo>
                <a:cubicBezTo>
                  <a:pt x="70778" y="0"/>
                  <a:pt x="72600" y="520"/>
                  <a:pt x="73635" y="1559"/>
                </a:cubicBezTo>
                <a:cubicBezTo>
                  <a:pt x="74670" y="2598"/>
                  <a:pt x="75187" y="4654"/>
                  <a:pt x="75187" y="7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…">
            <a:extLst xmlns:a="http://schemas.openxmlformats.org/drawingml/2006/main">
              <a:ext uri="{FF2B5EF4-FFF2-40B4-BE49-F238E27FC236}">
                <a16:creationId xmlns:a16="http://schemas.microsoft.com/office/drawing/2014/main" id="{B129035F-2351-4351-9E21-1858DC27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100" y="2528380"/>
            <a:ext cx="75187" cy="15658"/>
          </a:xfrm>
          <a:custGeom xmlns:a="http://schemas.openxmlformats.org/drawingml/2006/main">
            <a:pathLst>
              <a:path w="75187" h="15658">
                <a:moveTo>
                  <a:pt x="14241" y="7728"/>
                </a:moveTo>
                <a:cubicBezTo>
                  <a:pt x="14241" y="10890"/>
                  <a:pt x="13712" y="13003"/>
                  <a:pt x="12655" y="14066"/>
                </a:cubicBezTo>
                <a:cubicBezTo>
                  <a:pt x="11598" y="15128"/>
                  <a:pt x="9719" y="15658"/>
                  <a:pt x="7019" y="15658"/>
                </a:cubicBezTo>
                <a:cubicBezTo>
                  <a:pt x="4410" y="15658"/>
                  <a:pt x="2587" y="15139"/>
                  <a:pt x="1552" y="14100"/>
                </a:cubicBezTo>
                <a:cubicBezTo>
                  <a:pt x="517" y="13061"/>
                  <a:pt x="0" y="11004"/>
                  <a:pt x="0" y="7930"/>
                </a:cubicBezTo>
                <a:cubicBezTo>
                  <a:pt x="0" y="4768"/>
                  <a:pt x="529" y="2656"/>
                  <a:pt x="1586" y="1595"/>
                </a:cubicBezTo>
                <a:cubicBezTo>
                  <a:pt x="2643" y="532"/>
                  <a:pt x="4522" y="0"/>
                  <a:pt x="7222" y="0"/>
                </a:cubicBezTo>
                <a:cubicBezTo>
                  <a:pt x="9831" y="0"/>
                  <a:pt x="11654" y="520"/>
                  <a:pt x="12689" y="1559"/>
                </a:cubicBezTo>
                <a:cubicBezTo>
                  <a:pt x="13724" y="2598"/>
                  <a:pt x="14241" y="4654"/>
                  <a:pt x="14241" y="7728"/>
                </a:cubicBezTo>
                <a:moveTo>
                  <a:pt x="44680" y="7728"/>
                </a:moveTo>
                <a:cubicBezTo>
                  <a:pt x="44680" y="10890"/>
                  <a:pt x="44163" y="13003"/>
                  <a:pt x="43128" y="14066"/>
                </a:cubicBezTo>
                <a:cubicBezTo>
                  <a:pt x="42093" y="15128"/>
                  <a:pt x="40226" y="15658"/>
                  <a:pt x="37526" y="15658"/>
                </a:cubicBezTo>
                <a:cubicBezTo>
                  <a:pt x="34916" y="15658"/>
                  <a:pt x="33094" y="15139"/>
                  <a:pt x="32059" y="14100"/>
                </a:cubicBezTo>
                <a:cubicBezTo>
                  <a:pt x="31024" y="13061"/>
                  <a:pt x="30507" y="11004"/>
                  <a:pt x="30507" y="7930"/>
                </a:cubicBezTo>
                <a:cubicBezTo>
                  <a:pt x="30507" y="4768"/>
                  <a:pt x="31036" y="2656"/>
                  <a:pt x="32093" y="1595"/>
                </a:cubicBezTo>
                <a:cubicBezTo>
                  <a:pt x="33150" y="532"/>
                  <a:pt x="35006" y="0"/>
                  <a:pt x="37661" y="0"/>
                </a:cubicBezTo>
                <a:cubicBezTo>
                  <a:pt x="40316" y="0"/>
                  <a:pt x="42149" y="520"/>
                  <a:pt x="43162" y="1559"/>
                </a:cubicBezTo>
                <a:cubicBezTo>
                  <a:pt x="44174" y="2598"/>
                  <a:pt x="44680" y="4654"/>
                  <a:pt x="44680" y="7728"/>
                </a:cubicBezTo>
                <a:moveTo>
                  <a:pt x="75187" y="7728"/>
                </a:moveTo>
                <a:cubicBezTo>
                  <a:pt x="75187" y="10890"/>
                  <a:pt x="74659" y="13003"/>
                  <a:pt x="73601" y="14066"/>
                </a:cubicBezTo>
                <a:cubicBezTo>
                  <a:pt x="72544" y="15128"/>
                  <a:pt x="70665" y="15658"/>
                  <a:pt x="67966" y="15658"/>
                </a:cubicBezTo>
                <a:cubicBezTo>
                  <a:pt x="65356" y="15658"/>
                  <a:pt x="63534" y="15139"/>
                  <a:pt x="62499" y="14100"/>
                </a:cubicBezTo>
                <a:cubicBezTo>
                  <a:pt x="61464" y="13061"/>
                  <a:pt x="60946" y="11004"/>
                  <a:pt x="60946" y="7930"/>
                </a:cubicBezTo>
                <a:cubicBezTo>
                  <a:pt x="60946" y="4768"/>
                  <a:pt x="61475" y="2656"/>
                  <a:pt x="62532" y="1595"/>
                </a:cubicBezTo>
                <a:cubicBezTo>
                  <a:pt x="63590" y="532"/>
                  <a:pt x="65468" y="0"/>
                  <a:pt x="68168" y="0"/>
                </a:cubicBezTo>
                <a:cubicBezTo>
                  <a:pt x="70778" y="0"/>
                  <a:pt x="72600" y="520"/>
                  <a:pt x="73635" y="1559"/>
                </a:cubicBezTo>
                <a:cubicBezTo>
                  <a:pt x="74670" y="2598"/>
                  <a:pt x="75187" y="4654"/>
                  <a:pt x="75187" y="7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…">
            <a:extLst xmlns:a="http://schemas.openxmlformats.org/drawingml/2006/main">
              <a:ext uri="{FF2B5EF4-FFF2-40B4-BE49-F238E27FC236}">
                <a16:creationId xmlns:a16="http://schemas.microsoft.com/office/drawing/2014/main" id="{D7DE1A5A-2638-4DB5-B8C2-3FC974A1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6009" y="2528380"/>
            <a:ext cx="75187" cy="15658"/>
          </a:xfrm>
          <a:custGeom xmlns:a="http://schemas.openxmlformats.org/drawingml/2006/main">
            <a:pathLst>
              <a:path w="75187" h="15658">
                <a:moveTo>
                  <a:pt x="14241" y="7728"/>
                </a:moveTo>
                <a:cubicBezTo>
                  <a:pt x="14241" y="10890"/>
                  <a:pt x="13712" y="13003"/>
                  <a:pt x="12655" y="14066"/>
                </a:cubicBezTo>
                <a:cubicBezTo>
                  <a:pt x="11598" y="15128"/>
                  <a:pt x="9719" y="15658"/>
                  <a:pt x="7019" y="15658"/>
                </a:cubicBezTo>
                <a:cubicBezTo>
                  <a:pt x="4410" y="15658"/>
                  <a:pt x="2587" y="15139"/>
                  <a:pt x="1552" y="14100"/>
                </a:cubicBezTo>
                <a:cubicBezTo>
                  <a:pt x="517" y="13061"/>
                  <a:pt x="0" y="11004"/>
                  <a:pt x="0" y="7930"/>
                </a:cubicBezTo>
                <a:cubicBezTo>
                  <a:pt x="0" y="4768"/>
                  <a:pt x="529" y="2656"/>
                  <a:pt x="1586" y="1595"/>
                </a:cubicBezTo>
                <a:cubicBezTo>
                  <a:pt x="2643" y="532"/>
                  <a:pt x="4522" y="0"/>
                  <a:pt x="7222" y="0"/>
                </a:cubicBezTo>
                <a:cubicBezTo>
                  <a:pt x="9831" y="0"/>
                  <a:pt x="11654" y="520"/>
                  <a:pt x="12689" y="1559"/>
                </a:cubicBezTo>
                <a:cubicBezTo>
                  <a:pt x="13724" y="2598"/>
                  <a:pt x="14241" y="4654"/>
                  <a:pt x="14241" y="7728"/>
                </a:cubicBezTo>
                <a:moveTo>
                  <a:pt x="44680" y="7728"/>
                </a:moveTo>
                <a:cubicBezTo>
                  <a:pt x="44680" y="10890"/>
                  <a:pt x="44163" y="13003"/>
                  <a:pt x="43128" y="14066"/>
                </a:cubicBezTo>
                <a:cubicBezTo>
                  <a:pt x="42093" y="15128"/>
                  <a:pt x="40226" y="15658"/>
                  <a:pt x="37526" y="15658"/>
                </a:cubicBezTo>
                <a:cubicBezTo>
                  <a:pt x="34916" y="15658"/>
                  <a:pt x="33094" y="15139"/>
                  <a:pt x="32059" y="14100"/>
                </a:cubicBezTo>
                <a:cubicBezTo>
                  <a:pt x="31024" y="13061"/>
                  <a:pt x="30507" y="11004"/>
                  <a:pt x="30507" y="7930"/>
                </a:cubicBezTo>
                <a:cubicBezTo>
                  <a:pt x="30507" y="4768"/>
                  <a:pt x="31036" y="2656"/>
                  <a:pt x="32093" y="1595"/>
                </a:cubicBezTo>
                <a:cubicBezTo>
                  <a:pt x="33150" y="532"/>
                  <a:pt x="35006" y="0"/>
                  <a:pt x="37661" y="0"/>
                </a:cubicBezTo>
                <a:cubicBezTo>
                  <a:pt x="40316" y="0"/>
                  <a:pt x="42149" y="520"/>
                  <a:pt x="43162" y="1559"/>
                </a:cubicBezTo>
                <a:cubicBezTo>
                  <a:pt x="44174" y="2598"/>
                  <a:pt x="44680" y="4654"/>
                  <a:pt x="44680" y="7728"/>
                </a:cubicBezTo>
                <a:moveTo>
                  <a:pt x="75187" y="7728"/>
                </a:moveTo>
                <a:cubicBezTo>
                  <a:pt x="75187" y="10890"/>
                  <a:pt x="74659" y="13003"/>
                  <a:pt x="73601" y="14066"/>
                </a:cubicBezTo>
                <a:cubicBezTo>
                  <a:pt x="72544" y="15128"/>
                  <a:pt x="70665" y="15658"/>
                  <a:pt x="67966" y="15658"/>
                </a:cubicBezTo>
                <a:cubicBezTo>
                  <a:pt x="65356" y="15658"/>
                  <a:pt x="63534" y="15139"/>
                  <a:pt x="62499" y="14100"/>
                </a:cubicBezTo>
                <a:cubicBezTo>
                  <a:pt x="61464" y="13061"/>
                  <a:pt x="60946" y="11004"/>
                  <a:pt x="60946" y="7930"/>
                </a:cubicBezTo>
                <a:cubicBezTo>
                  <a:pt x="60946" y="4768"/>
                  <a:pt x="61475" y="2656"/>
                  <a:pt x="62532" y="1595"/>
                </a:cubicBezTo>
                <a:cubicBezTo>
                  <a:pt x="63590" y="532"/>
                  <a:pt x="65468" y="0"/>
                  <a:pt x="68168" y="0"/>
                </a:cubicBezTo>
                <a:cubicBezTo>
                  <a:pt x="70778" y="0"/>
                  <a:pt x="72600" y="520"/>
                  <a:pt x="73635" y="1559"/>
                </a:cubicBezTo>
                <a:cubicBezTo>
                  <a:pt x="74670" y="2598"/>
                  <a:pt x="75187" y="4654"/>
                  <a:pt x="75187" y="7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…">
            <a:extLst xmlns:a="http://schemas.openxmlformats.org/drawingml/2006/main">
              <a:ext uri="{FF2B5EF4-FFF2-40B4-BE49-F238E27FC236}">
                <a16:creationId xmlns:a16="http://schemas.microsoft.com/office/drawing/2014/main" id="{64B2093D-CC7C-4B46-9689-8F8E6C92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646" y="2528380"/>
            <a:ext cx="75187" cy="15658"/>
          </a:xfrm>
          <a:custGeom xmlns:a="http://schemas.openxmlformats.org/drawingml/2006/main">
            <a:pathLst>
              <a:path w="75187" h="15658">
                <a:moveTo>
                  <a:pt x="14241" y="7728"/>
                </a:moveTo>
                <a:cubicBezTo>
                  <a:pt x="14241" y="10890"/>
                  <a:pt x="13712" y="13003"/>
                  <a:pt x="12655" y="14066"/>
                </a:cubicBezTo>
                <a:cubicBezTo>
                  <a:pt x="11598" y="15128"/>
                  <a:pt x="9719" y="15658"/>
                  <a:pt x="7019" y="15658"/>
                </a:cubicBezTo>
                <a:cubicBezTo>
                  <a:pt x="4410" y="15658"/>
                  <a:pt x="2587" y="15139"/>
                  <a:pt x="1552" y="14100"/>
                </a:cubicBezTo>
                <a:cubicBezTo>
                  <a:pt x="517" y="13061"/>
                  <a:pt x="0" y="11004"/>
                  <a:pt x="0" y="7930"/>
                </a:cubicBezTo>
                <a:cubicBezTo>
                  <a:pt x="0" y="4768"/>
                  <a:pt x="529" y="2656"/>
                  <a:pt x="1586" y="1595"/>
                </a:cubicBezTo>
                <a:cubicBezTo>
                  <a:pt x="2643" y="532"/>
                  <a:pt x="4522" y="0"/>
                  <a:pt x="7222" y="0"/>
                </a:cubicBezTo>
                <a:cubicBezTo>
                  <a:pt x="9831" y="0"/>
                  <a:pt x="11654" y="520"/>
                  <a:pt x="12689" y="1559"/>
                </a:cubicBezTo>
                <a:cubicBezTo>
                  <a:pt x="13724" y="2598"/>
                  <a:pt x="14241" y="4654"/>
                  <a:pt x="14241" y="7728"/>
                </a:cubicBezTo>
                <a:moveTo>
                  <a:pt x="44680" y="7728"/>
                </a:moveTo>
                <a:cubicBezTo>
                  <a:pt x="44680" y="10890"/>
                  <a:pt x="44163" y="13003"/>
                  <a:pt x="43128" y="14066"/>
                </a:cubicBezTo>
                <a:cubicBezTo>
                  <a:pt x="42093" y="15128"/>
                  <a:pt x="40226" y="15658"/>
                  <a:pt x="37526" y="15658"/>
                </a:cubicBezTo>
                <a:cubicBezTo>
                  <a:pt x="34916" y="15658"/>
                  <a:pt x="33094" y="15139"/>
                  <a:pt x="32059" y="14100"/>
                </a:cubicBezTo>
                <a:cubicBezTo>
                  <a:pt x="31024" y="13061"/>
                  <a:pt x="30507" y="11004"/>
                  <a:pt x="30507" y="7930"/>
                </a:cubicBezTo>
                <a:cubicBezTo>
                  <a:pt x="30507" y="4768"/>
                  <a:pt x="31036" y="2656"/>
                  <a:pt x="32093" y="1595"/>
                </a:cubicBezTo>
                <a:cubicBezTo>
                  <a:pt x="33150" y="532"/>
                  <a:pt x="35006" y="0"/>
                  <a:pt x="37661" y="0"/>
                </a:cubicBezTo>
                <a:cubicBezTo>
                  <a:pt x="40316" y="0"/>
                  <a:pt x="42149" y="520"/>
                  <a:pt x="43162" y="1559"/>
                </a:cubicBezTo>
                <a:cubicBezTo>
                  <a:pt x="44174" y="2598"/>
                  <a:pt x="44680" y="4654"/>
                  <a:pt x="44680" y="7728"/>
                </a:cubicBezTo>
                <a:moveTo>
                  <a:pt x="75187" y="7728"/>
                </a:moveTo>
                <a:cubicBezTo>
                  <a:pt x="75187" y="10890"/>
                  <a:pt x="74659" y="13003"/>
                  <a:pt x="73601" y="14066"/>
                </a:cubicBezTo>
                <a:cubicBezTo>
                  <a:pt x="72544" y="15128"/>
                  <a:pt x="70665" y="15658"/>
                  <a:pt x="67966" y="15658"/>
                </a:cubicBezTo>
                <a:cubicBezTo>
                  <a:pt x="65356" y="15658"/>
                  <a:pt x="63534" y="15139"/>
                  <a:pt x="62499" y="14100"/>
                </a:cubicBezTo>
                <a:cubicBezTo>
                  <a:pt x="61464" y="13061"/>
                  <a:pt x="60946" y="11004"/>
                  <a:pt x="60946" y="7930"/>
                </a:cubicBezTo>
                <a:cubicBezTo>
                  <a:pt x="60946" y="4768"/>
                  <a:pt x="61475" y="2656"/>
                  <a:pt x="62532" y="1595"/>
                </a:cubicBezTo>
                <a:cubicBezTo>
                  <a:pt x="63590" y="532"/>
                  <a:pt x="65468" y="0"/>
                  <a:pt x="68168" y="0"/>
                </a:cubicBezTo>
                <a:cubicBezTo>
                  <a:pt x="70778" y="0"/>
                  <a:pt x="72600" y="520"/>
                  <a:pt x="73635" y="1559"/>
                </a:cubicBezTo>
                <a:cubicBezTo>
                  <a:pt x="74670" y="2598"/>
                  <a:pt x="75187" y="4654"/>
                  <a:pt x="75187" y="7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…">
            <a:extLst xmlns:a="http://schemas.openxmlformats.org/drawingml/2006/main">
              <a:ext uri="{FF2B5EF4-FFF2-40B4-BE49-F238E27FC236}">
                <a16:creationId xmlns:a16="http://schemas.microsoft.com/office/drawing/2014/main" id="{B68A2B7B-FF54-489F-BD4D-6CC4A6C7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3744" y="2528380"/>
            <a:ext cx="75187" cy="15658"/>
          </a:xfrm>
          <a:custGeom xmlns:a="http://schemas.openxmlformats.org/drawingml/2006/main">
            <a:pathLst>
              <a:path w="75187" h="15658">
                <a:moveTo>
                  <a:pt x="14241" y="7728"/>
                </a:moveTo>
                <a:cubicBezTo>
                  <a:pt x="14241" y="10890"/>
                  <a:pt x="13712" y="13003"/>
                  <a:pt x="12655" y="14066"/>
                </a:cubicBezTo>
                <a:cubicBezTo>
                  <a:pt x="11598" y="15128"/>
                  <a:pt x="9719" y="15658"/>
                  <a:pt x="7019" y="15658"/>
                </a:cubicBezTo>
                <a:cubicBezTo>
                  <a:pt x="4410" y="15658"/>
                  <a:pt x="2587" y="15139"/>
                  <a:pt x="1552" y="14100"/>
                </a:cubicBezTo>
                <a:cubicBezTo>
                  <a:pt x="517" y="13061"/>
                  <a:pt x="0" y="11004"/>
                  <a:pt x="0" y="7930"/>
                </a:cubicBezTo>
                <a:cubicBezTo>
                  <a:pt x="0" y="4768"/>
                  <a:pt x="529" y="2656"/>
                  <a:pt x="1586" y="1595"/>
                </a:cubicBezTo>
                <a:cubicBezTo>
                  <a:pt x="2643" y="532"/>
                  <a:pt x="4522" y="0"/>
                  <a:pt x="7222" y="0"/>
                </a:cubicBezTo>
                <a:cubicBezTo>
                  <a:pt x="9831" y="0"/>
                  <a:pt x="11654" y="520"/>
                  <a:pt x="12689" y="1559"/>
                </a:cubicBezTo>
                <a:cubicBezTo>
                  <a:pt x="13724" y="2598"/>
                  <a:pt x="14241" y="4654"/>
                  <a:pt x="14241" y="7728"/>
                </a:cubicBezTo>
                <a:moveTo>
                  <a:pt x="44680" y="7728"/>
                </a:moveTo>
                <a:cubicBezTo>
                  <a:pt x="44680" y="10890"/>
                  <a:pt x="44163" y="13003"/>
                  <a:pt x="43128" y="14066"/>
                </a:cubicBezTo>
                <a:cubicBezTo>
                  <a:pt x="42093" y="15128"/>
                  <a:pt x="40226" y="15658"/>
                  <a:pt x="37526" y="15658"/>
                </a:cubicBezTo>
                <a:cubicBezTo>
                  <a:pt x="34916" y="15658"/>
                  <a:pt x="33094" y="15139"/>
                  <a:pt x="32059" y="14100"/>
                </a:cubicBezTo>
                <a:cubicBezTo>
                  <a:pt x="31024" y="13061"/>
                  <a:pt x="30507" y="11004"/>
                  <a:pt x="30507" y="7930"/>
                </a:cubicBezTo>
                <a:cubicBezTo>
                  <a:pt x="30507" y="4768"/>
                  <a:pt x="31036" y="2656"/>
                  <a:pt x="32093" y="1595"/>
                </a:cubicBezTo>
                <a:cubicBezTo>
                  <a:pt x="33150" y="532"/>
                  <a:pt x="35006" y="0"/>
                  <a:pt x="37661" y="0"/>
                </a:cubicBezTo>
                <a:cubicBezTo>
                  <a:pt x="40316" y="0"/>
                  <a:pt x="42149" y="520"/>
                  <a:pt x="43162" y="1559"/>
                </a:cubicBezTo>
                <a:cubicBezTo>
                  <a:pt x="44174" y="2598"/>
                  <a:pt x="44680" y="4654"/>
                  <a:pt x="44680" y="7728"/>
                </a:cubicBezTo>
                <a:moveTo>
                  <a:pt x="75187" y="7728"/>
                </a:moveTo>
                <a:cubicBezTo>
                  <a:pt x="75187" y="10890"/>
                  <a:pt x="74659" y="13003"/>
                  <a:pt x="73601" y="14066"/>
                </a:cubicBezTo>
                <a:cubicBezTo>
                  <a:pt x="72544" y="15128"/>
                  <a:pt x="70665" y="15658"/>
                  <a:pt x="67966" y="15658"/>
                </a:cubicBezTo>
                <a:cubicBezTo>
                  <a:pt x="65356" y="15658"/>
                  <a:pt x="63534" y="15139"/>
                  <a:pt x="62499" y="14100"/>
                </a:cubicBezTo>
                <a:cubicBezTo>
                  <a:pt x="61464" y="13061"/>
                  <a:pt x="60946" y="11004"/>
                  <a:pt x="60946" y="7930"/>
                </a:cubicBezTo>
                <a:cubicBezTo>
                  <a:pt x="60946" y="4768"/>
                  <a:pt x="61475" y="2656"/>
                  <a:pt x="62532" y="1595"/>
                </a:cubicBezTo>
                <a:cubicBezTo>
                  <a:pt x="63590" y="532"/>
                  <a:pt x="65468" y="0"/>
                  <a:pt x="68168" y="0"/>
                </a:cubicBezTo>
                <a:cubicBezTo>
                  <a:pt x="70778" y="0"/>
                  <a:pt x="72600" y="520"/>
                  <a:pt x="73635" y="1559"/>
                </a:cubicBezTo>
                <a:cubicBezTo>
                  <a:pt x="74670" y="2598"/>
                  <a:pt x="75187" y="4654"/>
                  <a:pt x="75187" y="77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button">
            <a:extLst xmlns:a="http://schemas.openxmlformats.org/drawingml/2006/main">
              <a:ext uri="{FF2B5EF4-FFF2-40B4-BE49-F238E27FC236}">
                <a16:creationId xmlns:a16="http://schemas.microsoft.com/office/drawing/2014/main" id="{A71A9EAA-2C5B-4244-811A-9416F942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5218" y="2712831"/>
            <a:ext cx="359206" cy="95372"/>
          </a:xfrm>
          <a:custGeom xmlns:a="http://schemas.openxmlformats.org/drawingml/2006/main">
            <a:pathLst>
              <a:path w="359206" h="95372">
                <a:moveTo>
                  <a:pt x="55847" y="61209"/>
                </a:moveTo>
                <a:cubicBezTo>
                  <a:pt x="55847" y="66474"/>
                  <a:pt x="55274" y="71211"/>
                  <a:pt x="54127" y="75420"/>
                </a:cubicBezTo>
                <a:cubicBezTo>
                  <a:pt x="52981" y="79628"/>
                  <a:pt x="51294" y="83218"/>
                  <a:pt x="49069" y="86190"/>
                </a:cubicBezTo>
                <a:cubicBezTo>
                  <a:pt x="46843" y="89161"/>
                  <a:pt x="44111" y="91434"/>
                  <a:pt x="40874" y="93009"/>
                </a:cubicBezTo>
                <a:cubicBezTo>
                  <a:pt x="37636" y="94584"/>
                  <a:pt x="33926" y="95372"/>
                  <a:pt x="29745" y="95372"/>
                </a:cubicBezTo>
                <a:cubicBezTo>
                  <a:pt x="27811" y="95372"/>
                  <a:pt x="26024" y="95180"/>
                  <a:pt x="24383" y="94796"/>
                </a:cubicBezTo>
                <a:cubicBezTo>
                  <a:pt x="22741" y="94414"/>
                  <a:pt x="21134" y="93796"/>
                  <a:pt x="19560" y="92941"/>
                </a:cubicBezTo>
                <a:cubicBezTo>
                  <a:pt x="17986" y="92086"/>
                  <a:pt x="16412" y="91005"/>
                  <a:pt x="14839" y="89700"/>
                </a:cubicBezTo>
                <a:cubicBezTo>
                  <a:pt x="13265" y="88394"/>
                  <a:pt x="11601" y="86819"/>
                  <a:pt x="9847" y="84974"/>
                </a:cubicBezTo>
                <a:lnTo>
                  <a:pt x="9847" y="92349"/>
                </a:lnTo>
                <a:cubicBezTo>
                  <a:pt x="9847" y="92706"/>
                  <a:pt x="9758" y="93019"/>
                  <a:pt x="9578" y="93287"/>
                </a:cubicBezTo>
                <a:cubicBezTo>
                  <a:pt x="9398" y="93556"/>
                  <a:pt x="9106" y="93768"/>
                  <a:pt x="8701" y="93926"/>
                </a:cubicBezTo>
                <a:cubicBezTo>
                  <a:pt x="8296" y="94082"/>
                  <a:pt x="7790" y="94204"/>
                  <a:pt x="7183" y="94293"/>
                </a:cubicBezTo>
                <a:cubicBezTo>
                  <a:pt x="6576" y="94382"/>
                  <a:pt x="5801" y="94427"/>
                  <a:pt x="4856" y="94427"/>
                </a:cubicBezTo>
                <a:cubicBezTo>
                  <a:pt x="3957" y="94427"/>
                  <a:pt x="3193" y="94382"/>
                  <a:pt x="2563" y="94293"/>
                </a:cubicBezTo>
                <a:cubicBezTo>
                  <a:pt x="1934" y="94203"/>
                  <a:pt x="1416" y="94079"/>
                  <a:pt x="1012" y="93922"/>
                </a:cubicBezTo>
                <a:cubicBezTo>
                  <a:pt x="607" y="93764"/>
                  <a:pt x="337" y="93551"/>
                  <a:pt x="202" y="93281"/>
                </a:cubicBezTo>
                <a:cubicBezTo>
                  <a:pt x="67" y="93010"/>
                  <a:pt x="0" y="92694"/>
                  <a:pt x="0" y="92334"/>
                </a:cubicBezTo>
                <a:lnTo>
                  <a:pt x="0" y="2160"/>
                </a:lnTo>
                <a:cubicBezTo>
                  <a:pt x="0" y="1801"/>
                  <a:pt x="79" y="1486"/>
                  <a:pt x="236" y="1216"/>
                </a:cubicBezTo>
                <a:cubicBezTo>
                  <a:pt x="393" y="945"/>
                  <a:pt x="686" y="719"/>
                  <a:pt x="1113" y="540"/>
                </a:cubicBezTo>
                <a:cubicBezTo>
                  <a:pt x="1540" y="360"/>
                  <a:pt x="2113" y="225"/>
                  <a:pt x="2833" y="135"/>
                </a:cubicBezTo>
                <a:cubicBezTo>
                  <a:pt x="3552" y="45"/>
                  <a:pt x="4452" y="0"/>
                  <a:pt x="5531" y="0"/>
                </a:cubicBezTo>
                <a:cubicBezTo>
                  <a:pt x="6655" y="0"/>
                  <a:pt x="7577" y="45"/>
                  <a:pt x="8296" y="135"/>
                </a:cubicBezTo>
                <a:cubicBezTo>
                  <a:pt x="9016" y="225"/>
                  <a:pt x="9578" y="360"/>
                  <a:pt x="9982" y="542"/>
                </a:cubicBezTo>
                <a:cubicBezTo>
                  <a:pt x="10387" y="722"/>
                  <a:pt x="10679" y="947"/>
                  <a:pt x="10859" y="1218"/>
                </a:cubicBezTo>
                <a:cubicBezTo>
                  <a:pt x="11039" y="1488"/>
                  <a:pt x="11129" y="1803"/>
                  <a:pt x="11129" y="2163"/>
                </a:cubicBezTo>
                <a:lnTo>
                  <a:pt x="11129" y="38591"/>
                </a:lnTo>
                <a:cubicBezTo>
                  <a:pt x="12928" y="36746"/>
                  <a:pt x="14670" y="35193"/>
                  <a:pt x="16356" y="33933"/>
                </a:cubicBezTo>
                <a:cubicBezTo>
                  <a:pt x="18042" y="32672"/>
                  <a:pt x="19695" y="31649"/>
                  <a:pt x="21314" y="30862"/>
                </a:cubicBezTo>
                <a:cubicBezTo>
                  <a:pt x="22932" y="30073"/>
                  <a:pt x="24551" y="29499"/>
                  <a:pt x="26170" y="29140"/>
                </a:cubicBezTo>
                <a:cubicBezTo>
                  <a:pt x="27789" y="28779"/>
                  <a:pt x="29497" y="28598"/>
                  <a:pt x="31296" y="28598"/>
                </a:cubicBezTo>
                <a:cubicBezTo>
                  <a:pt x="35703" y="28598"/>
                  <a:pt x="39468" y="29476"/>
                  <a:pt x="42594" y="31233"/>
                </a:cubicBezTo>
                <a:cubicBezTo>
                  <a:pt x="45719" y="32988"/>
                  <a:pt x="48259" y="35339"/>
                  <a:pt x="50215" y="38287"/>
                </a:cubicBezTo>
                <a:cubicBezTo>
                  <a:pt x="52171" y="41235"/>
                  <a:pt x="53599" y="44690"/>
                  <a:pt x="54498" y="48651"/>
                </a:cubicBezTo>
                <a:cubicBezTo>
                  <a:pt x="55397" y="52611"/>
                  <a:pt x="55847" y="56797"/>
                  <a:pt x="55847" y="61209"/>
                </a:cubicBezTo>
                <a:moveTo>
                  <a:pt x="44111" y="62491"/>
                </a:moveTo>
                <a:cubicBezTo>
                  <a:pt x="44111" y="59384"/>
                  <a:pt x="43875" y="56367"/>
                  <a:pt x="43403" y="53440"/>
                </a:cubicBezTo>
                <a:cubicBezTo>
                  <a:pt x="42931" y="50513"/>
                  <a:pt x="42110" y="47924"/>
                  <a:pt x="40941" y="45673"/>
                </a:cubicBezTo>
                <a:cubicBezTo>
                  <a:pt x="39772" y="43422"/>
                  <a:pt x="38221" y="41610"/>
                  <a:pt x="36287" y="40237"/>
                </a:cubicBezTo>
                <a:cubicBezTo>
                  <a:pt x="34354" y="38863"/>
                  <a:pt x="31948" y="38176"/>
                  <a:pt x="29070" y="38176"/>
                </a:cubicBezTo>
                <a:cubicBezTo>
                  <a:pt x="27631" y="38176"/>
                  <a:pt x="26215" y="38379"/>
                  <a:pt x="24821" y="38785"/>
                </a:cubicBezTo>
                <a:cubicBezTo>
                  <a:pt x="23427" y="39189"/>
                  <a:pt x="22011" y="39865"/>
                  <a:pt x="20572" y="40810"/>
                </a:cubicBezTo>
                <a:cubicBezTo>
                  <a:pt x="19133" y="41756"/>
                  <a:pt x="17638" y="42972"/>
                  <a:pt x="16086" y="44459"/>
                </a:cubicBezTo>
                <a:cubicBezTo>
                  <a:pt x="14535" y="45946"/>
                  <a:pt x="12883" y="47815"/>
                  <a:pt x="11129" y="50068"/>
                </a:cubicBezTo>
                <a:lnTo>
                  <a:pt x="11129" y="74307"/>
                </a:lnTo>
                <a:cubicBezTo>
                  <a:pt x="14187" y="78046"/>
                  <a:pt x="17109" y="80896"/>
                  <a:pt x="19897" y="82856"/>
                </a:cubicBezTo>
                <a:cubicBezTo>
                  <a:pt x="22685" y="84815"/>
                  <a:pt x="25585" y="85794"/>
                  <a:pt x="28598" y="85794"/>
                </a:cubicBezTo>
                <a:cubicBezTo>
                  <a:pt x="31386" y="85794"/>
                  <a:pt x="33769" y="85119"/>
                  <a:pt x="35748" y="83769"/>
                </a:cubicBezTo>
                <a:cubicBezTo>
                  <a:pt x="37726" y="82417"/>
                  <a:pt x="39334" y="80627"/>
                  <a:pt x="40570" y="78398"/>
                </a:cubicBezTo>
                <a:cubicBezTo>
                  <a:pt x="41807" y="76169"/>
                  <a:pt x="42706" y="73670"/>
                  <a:pt x="43268" y="70901"/>
                </a:cubicBezTo>
                <a:cubicBezTo>
                  <a:pt x="43830" y="68131"/>
                  <a:pt x="44111" y="65328"/>
                  <a:pt x="44111" y="62491"/>
                </a:cubicBezTo>
                <a:close/>
                <a:moveTo>
                  <a:pt x="124523" y="92337"/>
                </a:moveTo>
                <a:cubicBezTo>
                  <a:pt x="124523" y="92696"/>
                  <a:pt x="124444" y="93000"/>
                  <a:pt x="124287" y="93247"/>
                </a:cubicBezTo>
                <a:cubicBezTo>
                  <a:pt x="124129" y="93494"/>
                  <a:pt x="123848" y="93708"/>
                  <a:pt x="123444" y="93888"/>
                </a:cubicBezTo>
                <a:cubicBezTo>
                  <a:pt x="123039" y="94068"/>
                  <a:pt x="122511" y="94203"/>
                  <a:pt x="121859" y="94293"/>
                </a:cubicBezTo>
                <a:cubicBezTo>
                  <a:pt x="121207" y="94382"/>
                  <a:pt x="120408" y="94427"/>
                  <a:pt x="119464" y="94427"/>
                </a:cubicBezTo>
                <a:cubicBezTo>
                  <a:pt x="118430" y="94427"/>
                  <a:pt x="117587" y="94382"/>
                  <a:pt x="116935" y="94293"/>
                </a:cubicBezTo>
                <a:cubicBezTo>
                  <a:pt x="116283" y="94203"/>
                  <a:pt x="115766" y="94068"/>
                  <a:pt x="115384" y="93888"/>
                </a:cubicBezTo>
                <a:cubicBezTo>
                  <a:pt x="115001" y="93708"/>
                  <a:pt x="114743" y="93494"/>
                  <a:pt x="114608" y="93247"/>
                </a:cubicBezTo>
                <a:cubicBezTo>
                  <a:pt x="114473" y="93000"/>
                  <a:pt x="114406" y="92696"/>
                  <a:pt x="114406" y="92337"/>
                </a:cubicBezTo>
                <a:lnTo>
                  <a:pt x="114406" y="84310"/>
                </a:lnTo>
                <a:cubicBezTo>
                  <a:pt x="110943" y="88156"/>
                  <a:pt x="107526" y="90962"/>
                  <a:pt x="104153" y="92726"/>
                </a:cubicBezTo>
                <a:cubicBezTo>
                  <a:pt x="100781" y="94490"/>
                  <a:pt x="97364" y="95372"/>
                  <a:pt x="93901" y="95372"/>
                </a:cubicBezTo>
                <a:cubicBezTo>
                  <a:pt x="89854" y="95372"/>
                  <a:pt x="86448" y="94697"/>
                  <a:pt x="83683" y="93346"/>
                </a:cubicBezTo>
                <a:cubicBezTo>
                  <a:pt x="80918" y="91996"/>
                  <a:pt x="78681" y="90162"/>
                  <a:pt x="76972" y="87845"/>
                </a:cubicBezTo>
                <a:cubicBezTo>
                  <a:pt x="75263" y="85526"/>
                  <a:pt x="74038" y="82826"/>
                  <a:pt x="73296" y="79743"/>
                </a:cubicBezTo>
                <a:cubicBezTo>
                  <a:pt x="72554" y="76658"/>
                  <a:pt x="72183" y="72911"/>
                  <a:pt x="72183" y="68500"/>
                </a:cubicBezTo>
                <a:lnTo>
                  <a:pt x="72183" y="31635"/>
                </a:lnTo>
                <a:cubicBezTo>
                  <a:pt x="72183" y="31276"/>
                  <a:pt x="72262" y="30972"/>
                  <a:pt x="72419" y="30725"/>
                </a:cubicBezTo>
                <a:cubicBezTo>
                  <a:pt x="72576" y="30476"/>
                  <a:pt x="72880" y="30251"/>
                  <a:pt x="73330" y="30048"/>
                </a:cubicBezTo>
                <a:cubicBezTo>
                  <a:pt x="73779" y="29846"/>
                  <a:pt x="74364" y="29711"/>
                  <a:pt x="75083" y="29643"/>
                </a:cubicBezTo>
                <a:cubicBezTo>
                  <a:pt x="75803" y="29576"/>
                  <a:pt x="76702" y="29542"/>
                  <a:pt x="77781" y="29542"/>
                </a:cubicBezTo>
                <a:cubicBezTo>
                  <a:pt x="78860" y="29542"/>
                  <a:pt x="79760" y="29576"/>
                  <a:pt x="80479" y="29643"/>
                </a:cubicBezTo>
                <a:cubicBezTo>
                  <a:pt x="81199" y="29711"/>
                  <a:pt x="81772" y="29846"/>
                  <a:pt x="82199" y="30048"/>
                </a:cubicBezTo>
                <a:cubicBezTo>
                  <a:pt x="82626" y="30251"/>
                  <a:pt x="82930" y="30476"/>
                  <a:pt x="83110" y="30725"/>
                </a:cubicBezTo>
                <a:cubicBezTo>
                  <a:pt x="83289" y="30972"/>
                  <a:pt x="83379" y="31276"/>
                  <a:pt x="83379" y="31635"/>
                </a:cubicBezTo>
                <a:lnTo>
                  <a:pt x="83379" y="67020"/>
                </a:lnTo>
                <a:cubicBezTo>
                  <a:pt x="83379" y="70577"/>
                  <a:pt x="83638" y="73424"/>
                  <a:pt x="84155" y="75563"/>
                </a:cubicBezTo>
                <a:cubicBezTo>
                  <a:pt x="84672" y="77702"/>
                  <a:pt x="85459" y="79526"/>
                  <a:pt x="86516" y="81035"/>
                </a:cubicBezTo>
                <a:cubicBezTo>
                  <a:pt x="87572" y="82543"/>
                  <a:pt x="88910" y="83713"/>
                  <a:pt x="90529" y="84546"/>
                </a:cubicBezTo>
                <a:cubicBezTo>
                  <a:pt x="92148" y="85378"/>
                  <a:pt x="94036" y="85794"/>
                  <a:pt x="96195" y="85794"/>
                </a:cubicBezTo>
                <a:cubicBezTo>
                  <a:pt x="98982" y="85794"/>
                  <a:pt x="101759" y="84799"/>
                  <a:pt x="104524" y="82809"/>
                </a:cubicBezTo>
                <a:cubicBezTo>
                  <a:pt x="107290" y="80820"/>
                  <a:pt x="110224" y="77903"/>
                  <a:pt x="113326" y="74058"/>
                </a:cubicBezTo>
                <a:lnTo>
                  <a:pt x="113326" y="31633"/>
                </a:lnTo>
                <a:cubicBezTo>
                  <a:pt x="113326" y="31273"/>
                  <a:pt x="113405" y="30970"/>
                  <a:pt x="113562" y="30723"/>
                </a:cubicBezTo>
                <a:cubicBezTo>
                  <a:pt x="113720" y="30475"/>
                  <a:pt x="114023" y="30251"/>
                  <a:pt x="114473" y="30048"/>
                </a:cubicBezTo>
                <a:cubicBezTo>
                  <a:pt x="114923" y="29846"/>
                  <a:pt x="115496" y="29711"/>
                  <a:pt x="116193" y="29643"/>
                </a:cubicBezTo>
                <a:cubicBezTo>
                  <a:pt x="116890" y="29576"/>
                  <a:pt x="117800" y="29542"/>
                  <a:pt x="118925" y="29542"/>
                </a:cubicBezTo>
                <a:cubicBezTo>
                  <a:pt x="120004" y="29542"/>
                  <a:pt x="120903" y="29576"/>
                  <a:pt x="121622" y="29643"/>
                </a:cubicBezTo>
                <a:cubicBezTo>
                  <a:pt x="122342" y="29711"/>
                  <a:pt x="122904" y="29846"/>
                  <a:pt x="123309" y="30048"/>
                </a:cubicBezTo>
                <a:cubicBezTo>
                  <a:pt x="123713" y="30251"/>
                  <a:pt x="124017" y="30475"/>
                  <a:pt x="124219" y="30723"/>
                </a:cubicBezTo>
                <a:cubicBezTo>
                  <a:pt x="124422" y="30970"/>
                  <a:pt x="124523" y="31273"/>
                  <a:pt x="124523" y="31633"/>
                </a:cubicBezTo>
                <a:lnTo>
                  <a:pt x="124523" y="92337"/>
                </a:lnTo>
                <a:close/>
                <a:moveTo>
                  <a:pt x="176883" y="87952"/>
                </a:moveTo>
                <a:cubicBezTo>
                  <a:pt x="176883" y="89256"/>
                  <a:pt x="176793" y="90291"/>
                  <a:pt x="176613" y="91055"/>
                </a:cubicBezTo>
                <a:cubicBezTo>
                  <a:pt x="176433" y="91819"/>
                  <a:pt x="176163" y="92382"/>
                  <a:pt x="175804" y="92741"/>
                </a:cubicBezTo>
                <a:cubicBezTo>
                  <a:pt x="175444" y="93101"/>
                  <a:pt x="174904" y="93438"/>
                  <a:pt x="174185" y="93753"/>
                </a:cubicBezTo>
                <a:cubicBezTo>
                  <a:pt x="173465" y="94068"/>
                  <a:pt x="172645" y="94326"/>
                  <a:pt x="171723" y="94529"/>
                </a:cubicBezTo>
                <a:cubicBezTo>
                  <a:pt x="170801" y="94731"/>
                  <a:pt x="169823" y="94900"/>
                  <a:pt x="168789" y="95034"/>
                </a:cubicBezTo>
                <a:cubicBezTo>
                  <a:pt x="167755" y="95169"/>
                  <a:pt x="166721" y="95237"/>
                  <a:pt x="165686" y="95237"/>
                </a:cubicBezTo>
                <a:cubicBezTo>
                  <a:pt x="162539" y="95237"/>
                  <a:pt x="159841" y="94820"/>
                  <a:pt x="157593" y="93987"/>
                </a:cubicBezTo>
                <a:cubicBezTo>
                  <a:pt x="155344" y="93152"/>
                  <a:pt x="153501" y="91890"/>
                  <a:pt x="152062" y="90199"/>
                </a:cubicBezTo>
                <a:cubicBezTo>
                  <a:pt x="150623" y="88509"/>
                  <a:pt x="149578" y="86368"/>
                  <a:pt x="148926" y="83777"/>
                </a:cubicBezTo>
                <a:cubicBezTo>
                  <a:pt x="148274" y="81186"/>
                  <a:pt x="147948" y="78132"/>
                  <a:pt x="147948" y="74617"/>
                </a:cubicBezTo>
                <a:lnTo>
                  <a:pt x="147948" y="39052"/>
                </a:lnTo>
                <a:lnTo>
                  <a:pt x="139449" y="39052"/>
                </a:lnTo>
                <a:cubicBezTo>
                  <a:pt x="138775" y="39052"/>
                  <a:pt x="138235" y="38693"/>
                  <a:pt x="137830" y="37973"/>
                </a:cubicBezTo>
                <a:cubicBezTo>
                  <a:pt x="137426" y="37254"/>
                  <a:pt x="137223" y="36085"/>
                  <a:pt x="137223" y="34466"/>
                </a:cubicBezTo>
                <a:cubicBezTo>
                  <a:pt x="137223" y="33612"/>
                  <a:pt x="137279" y="32892"/>
                  <a:pt x="137392" y="32308"/>
                </a:cubicBezTo>
                <a:cubicBezTo>
                  <a:pt x="137504" y="31723"/>
                  <a:pt x="137650" y="31240"/>
                  <a:pt x="137830" y="30858"/>
                </a:cubicBezTo>
                <a:cubicBezTo>
                  <a:pt x="138010" y="30475"/>
                  <a:pt x="138246" y="30206"/>
                  <a:pt x="138539" y="30048"/>
                </a:cubicBezTo>
                <a:cubicBezTo>
                  <a:pt x="138831" y="29891"/>
                  <a:pt x="139157" y="29812"/>
                  <a:pt x="139517" y="29812"/>
                </a:cubicBezTo>
                <a:lnTo>
                  <a:pt x="147948" y="29812"/>
                </a:lnTo>
                <a:lnTo>
                  <a:pt x="147948" y="15378"/>
                </a:lnTo>
                <a:cubicBezTo>
                  <a:pt x="147948" y="15063"/>
                  <a:pt x="148026" y="14771"/>
                  <a:pt x="148184" y="14501"/>
                </a:cubicBezTo>
                <a:cubicBezTo>
                  <a:pt x="148341" y="14232"/>
                  <a:pt x="148633" y="13995"/>
                  <a:pt x="149060" y="13793"/>
                </a:cubicBezTo>
                <a:cubicBezTo>
                  <a:pt x="149488" y="13591"/>
                  <a:pt x="150061" y="13445"/>
                  <a:pt x="150780" y="13355"/>
                </a:cubicBezTo>
                <a:cubicBezTo>
                  <a:pt x="151500" y="13265"/>
                  <a:pt x="152399" y="13220"/>
                  <a:pt x="153478" y="13220"/>
                </a:cubicBezTo>
                <a:cubicBezTo>
                  <a:pt x="154602" y="13220"/>
                  <a:pt x="155524" y="13265"/>
                  <a:pt x="156244" y="13355"/>
                </a:cubicBezTo>
                <a:cubicBezTo>
                  <a:pt x="156963" y="13445"/>
                  <a:pt x="157525" y="13591"/>
                  <a:pt x="157930" y="13793"/>
                </a:cubicBezTo>
                <a:cubicBezTo>
                  <a:pt x="158335" y="13995"/>
                  <a:pt x="158627" y="14232"/>
                  <a:pt x="158807" y="14501"/>
                </a:cubicBezTo>
                <a:cubicBezTo>
                  <a:pt x="158987" y="14771"/>
                  <a:pt x="159076" y="15063"/>
                  <a:pt x="159076" y="15378"/>
                </a:cubicBezTo>
                <a:lnTo>
                  <a:pt x="159076" y="29812"/>
                </a:lnTo>
                <a:lnTo>
                  <a:pt x="174657" y="29812"/>
                </a:lnTo>
                <a:cubicBezTo>
                  <a:pt x="175017" y="29812"/>
                  <a:pt x="175331" y="29891"/>
                  <a:pt x="175601" y="30048"/>
                </a:cubicBezTo>
                <a:cubicBezTo>
                  <a:pt x="175871" y="30206"/>
                  <a:pt x="176107" y="30475"/>
                  <a:pt x="176309" y="30858"/>
                </a:cubicBezTo>
                <a:cubicBezTo>
                  <a:pt x="176512" y="31240"/>
                  <a:pt x="176658" y="31723"/>
                  <a:pt x="176748" y="32308"/>
                </a:cubicBezTo>
                <a:cubicBezTo>
                  <a:pt x="176838" y="32892"/>
                  <a:pt x="176883" y="33612"/>
                  <a:pt x="176883" y="34466"/>
                </a:cubicBezTo>
                <a:cubicBezTo>
                  <a:pt x="176883" y="36085"/>
                  <a:pt x="176680" y="37254"/>
                  <a:pt x="176276" y="37973"/>
                </a:cubicBezTo>
                <a:cubicBezTo>
                  <a:pt x="175871" y="38693"/>
                  <a:pt x="175331" y="39052"/>
                  <a:pt x="174657" y="39052"/>
                </a:cubicBezTo>
                <a:lnTo>
                  <a:pt x="159076" y="39052"/>
                </a:lnTo>
                <a:lnTo>
                  <a:pt x="159076" y="73011"/>
                </a:lnTo>
                <a:cubicBezTo>
                  <a:pt x="159076" y="77204"/>
                  <a:pt x="159695" y="80372"/>
                  <a:pt x="160931" y="82514"/>
                </a:cubicBezTo>
                <a:cubicBezTo>
                  <a:pt x="162168" y="84656"/>
                  <a:pt x="164382" y="85727"/>
                  <a:pt x="167575" y="85727"/>
                </a:cubicBezTo>
                <a:cubicBezTo>
                  <a:pt x="168609" y="85727"/>
                  <a:pt x="169531" y="85625"/>
                  <a:pt x="170340" y="85423"/>
                </a:cubicBezTo>
                <a:cubicBezTo>
                  <a:pt x="171150" y="85221"/>
                  <a:pt x="171869" y="85007"/>
                  <a:pt x="172499" y="84782"/>
                </a:cubicBezTo>
                <a:cubicBezTo>
                  <a:pt x="173128" y="84558"/>
                  <a:pt x="173668" y="84344"/>
                  <a:pt x="174117" y="84142"/>
                </a:cubicBezTo>
                <a:cubicBezTo>
                  <a:pt x="174567" y="83939"/>
                  <a:pt x="174972" y="83838"/>
                  <a:pt x="175331" y="83838"/>
                </a:cubicBezTo>
                <a:cubicBezTo>
                  <a:pt x="175556" y="83838"/>
                  <a:pt x="175770" y="83894"/>
                  <a:pt x="175972" y="84007"/>
                </a:cubicBezTo>
                <a:cubicBezTo>
                  <a:pt x="176175" y="84119"/>
                  <a:pt x="176332" y="84333"/>
                  <a:pt x="176444" y="84647"/>
                </a:cubicBezTo>
                <a:cubicBezTo>
                  <a:pt x="176557" y="84962"/>
                  <a:pt x="176658" y="85389"/>
                  <a:pt x="176748" y="85929"/>
                </a:cubicBezTo>
                <a:cubicBezTo>
                  <a:pt x="176838" y="86469"/>
                  <a:pt x="176883" y="87143"/>
                  <a:pt x="176883" y="87952"/>
                </a:cubicBezTo>
                <a:close/>
                <a:moveTo>
                  <a:pt x="221086" y="87952"/>
                </a:moveTo>
                <a:cubicBezTo>
                  <a:pt x="221086" y="89256"/>
                  <a:pt x="220996" y="90291"/>
                  <a:pt x="220816" y="91055"/>
                </a:cubicBezTo>
                <a:cubicBezTo>
                  <a:pt x="220636" y="91819"/>
                  <a:pt x="220366" y="92382"/>
                  <a:pt x="220007" y="92741"/>
                </a:cubicBezTo>
                <a:cubicBezTo>
                  <a:pt x="219647" y="93101"/>
                  <a:pt x="219107" y="93438"/>
                  <a:pt x="218388" y="93753"/>
                </a:cubicBezTo>
                <a:cubicBezTo>
                  <a:pt x="217668" y="94068"/>
                  <a:pt x="216848" y="94326"/>
                  <a:pt x="215926" y="94529"/>
                </a:cubicBezTo>
                <a:cubicBezTo>
                  <a:pt x="215004" y="94731"/>
                  <a:pt x="214026" y="94900"/>
                  <a:pt x="212992" y="95034"/>
                </a:cubicBezTo>
                <a:cubicBezTo>
                  <a:pt x="211958" y="95169"/>
                  <a:pt x="210924" y="95237"/>
                  <a:pt x="209889" y="95237"/>
                </a:cubicBezTo>
                <a:cubicBezTo>
                  <a:pt x="206742" y="95237"/>
                  <a:pt x="204044" y="94820"/>
                  <a:pt x="201796" y="93987"/>
                </a:cubicBezTo>
                <a:cubicBezTo>
                  <a:pt x="199547" y="93152"/>
                  <a:pt x="197704" y="91890"/>
                  <a:pt x="196265" y="90199"/>
                </a:cubicBezTo>
                <a:cubicBezTo>
                  <a:pt x="194826" y="88509"/>
                  <a:pt x="193780" y="86368"/>
                  <a:pt x="193128" y="83777"/>
                </a:cubicBezTo>
                <a:cubicBezTo>
                  <a:pt x="192476" y="81186"/>
                  <a:pt x="192150" y="78132"/>
                  <a:pt x="192150" y="74617"/>
                </a:cubicBezTo>
                <a:lnTo>
                  <a:pt x="192150" y="39052"/>
                </a:lnTo>
                <a:lnTo>
                  <a:pt x="183652" y="39052"/>
                </a:lnTo>
                <a:cubicBezTo>
                  <a:pt x="182978" y="39052"/>
                  <a:pt x="182438" y="38693"/>
                  <a:pt x="182033" y="37973"/>
                </a:cubicBezTo>
                <a:cubicBezTo>
                  <a:pt x="181629" y="37254"/>
                  <a:pt x="181426" y="36085"/>
                  <a:pt x="181426" y="34466"/>
                </a:cubicBezTo>
                <a:cubicBezTo>
                  <a:pt x="181426" y="33612"/>
                  <a:pt x="181482" y="32892"/>
                  <a:pt x="181595" y="32308"/>
                </a:cubicBezTo>
                <a:cubicBezTo>
                  <a:pt x="181707" y="31723"/>
                  <a:pt x="181853" y="31240"/>
                  <a:pt x="182033" y="30858"/>
                </a:cubicBezTo>
                <a:cubicBezTo>
                  <a:pt x="182213" y="30475"/>
                  <a:pt x="182449" y="30206"/>
                  <a:pt x="182741" y="30048"/>
                </a:cubicBezTo>
                <a:cubicBezTo>
                  <a:pt x="183034" y="29891"/>
                  <a:pt x="183360" y="29812"/>
                  <a:pt x="183719" y="29812"/>
                </a:cubicBezTo>
                <a:lnTo>
                  <a:pt x="192150" y="29812"/>
                </a:lnTo>
                <a:lnTo>
                  <a:pt x="192150" y="15378"/>
                </a:lnTo>
                <a:cubicBezTo>
                  <a:pt x="192150" y="15063"/>
                  <a:pt x="192229" y="14771"/>
                  <a:pt x="192387" y="14501"/>
                </a:cubicBezTo>
                <a:cubicBezTo>
                  <a:pt x="192544" y="14232"/>
                  <a:pt x="192836" y="13995"/>
                  <a:pt x="193263" y="13793"/>
                </a:cubicBezTo>
                <a:cubicBezTo>
                  <a:pt x="193691" y="13591"/>
                  <a:pt x="194264" y="13445"/>
                  <a:pt x="194983" y="13355"/>
                </a:cubicBezTo>
                <a:cubicBezTo>
                  <a:pt x="195703" y="13265"/>
                  <a:pt x="196602" y="13220"/>
                  <a:pt x="197681" y="13220"/>
                </a:cubicBezTo>
                <a:cubicBezTo>
                  <a:pt x="198805" y="13220"/>
                  <a:pt x="199727" y="13265"/>
                  <a:pt x="200447" y="13355"/>
                </a:cubicBezTo>
                <a:cubicBezTo>
                  <a:pt x="201166" y="13445"/>
                  <a:pt x="201728" y="13591"/>
                  <a:pt x="202133" y="13793"/>
                </a:cubicBezTo>
                <a:cubicBezTo>
                  <a:pt x="202537" y="13995"/>
                  <a:pt x="202830" y="14232"/>
                  <a:pt x="203010" y="14501"/>
                </a:cubicBezTo>
                <a:cubicBezTo>
                  <a:pt x="203189" y="14771"/>
                  <a:pt x="203279" y="15063"/>
                  <a:pt x="203279" y="15378"/>
                </a:cubicBezTo>
                <a:lnTo>
                  <a:pt x="203279" y="29812"/>
                </a:lnTo>
                <a:lnTo>
                  <a:pt x="218860" y="29812"/>
                </a:lnTo>
                <a:cubicBezTo>
                  <a:pt x="219220" y="29812"/>
                  <a:pt x="219534" y="29891"/>
                  <a:pt x="219804" y="30048"/>
                </a:cubicBezTo>
                <a:cubicBezTo>
                  <a:pt x="220074" y="30206"/>
                  <a:pt x="220310" y="30475"/>
                  <a:pt x="220512" y="30858"/>
                </a:cubicBezTo>
                <a:cubicBezTo>
                  <a:pt x="220715" y="31240"/>
                  <a:pt x="220861" y="31723"/>
                  <a:pt x="220951" y="32308"/>
                </a:cubicBezTo>
                <a:cubicBezTo>
                  <a:pt x="221041" y="32892"/>
                  <a:pt x="221086" y="33612"/>
                  <a:pt x="221086" y="34466"/>
                </a:cubicBezTo>
                <a:cubicBezTo>
                  <a:pt x="221086" y="36085"/>
                  <a:pt x="220883" y="37254"/>
                  <a:pt x="220479" y="37973"/>
                </a:cubicBezTo>
                <a:cubicBezTo>
                  <a:pt x="220074" y="38693"/>
                  <a:pt x="219534" y="39052"/>
                  <a:pt x="218860" y="39052"/>
                </a:cubicBezTo>
                <a:lnTo>
                  <a:pt x="203279" y="39052"/>
                </a:lnTo>
                <a:lnTo>
                  <a:pt x="203279" y="73011"/>
                </a:lnTo>
                <a:cubicBezTo>
                  <a:pt x="203279" y="77204"/>
                  <a:pt x="203898" y="80372"/>
                  <a:pt x="205134" y="82514"/>
                </a:cubicBezTo>
                <a:cubicBezTo>
                  <a:pt x="206371" y="84656"/>
                  <a:pt x="208585" y="85727"/>
                  <a:pt x="211778" y="85727"/>
                </a:cubicBezTo>
                <a:cubicBezTo>
                  <a:pt x="212812" y="85727"/>
                  <a:pt x="213734" y="85625"/>
                  <a:pt x="214543" y="85423"/>
                </a:cubicBezTo>
                <a:cubicBezTo>
                  <a:pt x="215353" y="85221"/>
                  <a:pt x="216072" y="85007"/>
                  <a:pt x="216702" y="84782"/>
                </a:cubicBezTo>
                <a:cubicBezTo>
                  <a:pt x="217331" y="84558"/>
                  <a:pt x="217871" y="84344"/>
                  <a:pt x="218320" y="84142"/>
                </a:cubicBezTo>
                <a:cubicBezTo>
                  <a:pt x="218770" y="83939"/>
                  <a:pt x="219175" y="83838"/>
                  <a:pt x="219534" y="83838"/>
                </a:cubicBezTo>
                <a:cubicBezTo>
                  <a:pt x="219759" y="83838"/>
                  <a:pt x="219973" y="83894"/>
                  <a:pt x="220175" y="84007"/>
                </a:cubicBezTo>
                <a:cubicBezTo>
                  <a:pt x="220378" y="84119"/>
                  <a:pt x="220535" y="84333"/>
                  <a:pt x="220647" y="84647"/>
                </a:cubicBezTo>
                <a:cubicBezTo>
                  <a:pt x="220760" y="84962"/>
                  <a:pt x="220861" y="85389"/>
                  <a:pt x="220951" y="85929"/>
                </a:cubicBezTo>
                <a:cubicBezTo>
                  <a:pt x="221041" y="86469"/>
                  <a:pt x="221086" y="87143"/>
                  <a:pt x="221086" y="87952"/>
                </a:cubicBezTo>
                <a:close/>
                <a:moveTo>
                  <a:pt x="290591" y="61344"/>
                </a:moveTo>
                <a:cubicBezTo>
                  <a:pt x="290591" y="66295"/>
                  <a:pt x="289939" y="70851"/>
                  <a:pt x="288635" y="75015"/>
                </a:cubicBezTo>
                <a:cubicBezTo>
                  <a:pt x="287331" y="79179"/>
                  <a:pt x="285387" y="82769"/>
                  <a:pt x="282801" y="85786"/>
                </a:cubicBezTo>
                <a:cubicBezTo>
                  <a:pt x="280216" y="88801"/>
                  <a:pt x="276978" y="91153"/>
                  <a:pt x="273089" y="92840"/>
                </a:cubicBezTo>
                <a:cubicBezTo>
                  <a:pt x="269199" y="94528"/>
                  <a:pt x="264691" y="95372"/>
                  <a:pt x="259565" y="95372"/>
                </a:cubicBezTo>
                <a:cubicBezTo>
                  <a:pt x="254574" y="95372"/>
                  <a:pt x="250224" y="94629"/>
                  <a:pt x="246514" y="93144"/>
                </a:cubicBezTo>
                <a:cubicBezTo>
                  <a:pt x="242804" y="91659"/>
                  <a:pt x="239713" y="89498"/>
                  <a:pt x="237240" y="86662"/>
                </a:cubicBezTo>
                <a:cubicBezTo>
                  <a:pt x="234767" y="83827"/>
                  <a:pt x="232923" y="80383"/>
                  <a:pt x="231709" y="76332"/>
                </a:cubicBezTo>
                <a:cubicBezTo>
                  <a:pt x="230495" y="72281"/>
                  <a:pt x="229888" y="67690"/>
                  <a:pt x="229888" y="62558"/>
                </a:cubicBezTo>
                <a:cubicBezTo>
                  <a:pt x="229888" y="57608"/>
                  <a:pt x="230529" y="53051"/>
                  <a:pt x="231810" y="48887"/>
                </a:cubicBezTo>
                <a:cubicBezTo>
                  <a:pt x="233092" y="44724"/>
                  <a:pt x="235025" y="41134"/>
                  <a:pt x="237611" y="38119"/>
                </a:cubicBezTo>
                <a:cubicBezTo>
                  <a:pt x="240196" y="35102"/>
                  <a:pt x="243423" y="32761"/>
                  <a:pt x="247290" y="31096"/>
                </a:cubicBezTo>
                <a:cubicBezTo>
                  <a:pt x="251157" y="29431"/>
                  <a:pt x="255676" y="28598"/>
                  <a:pt x="260847" y="28598"/>
                </a:cubicBezTo>
                <a:cubicBezTo>
                  <a:pt x="265838" y="28598"/>
                  <a:pt x="270188" y="29341"/>
                  <a:pt x="273898" y="30826"/>
                </a:cubicBezTo>
                <a:cubicBezTo>
                  <a:pt x="277608" y="32311"/>
                  <a:pt x="280699" y="34472"/>
                  <a:pt x="283172" y="37307"/>
                </a:cubicBezTo>
                <a:cubicBezTo>
                  <a:pt x="285645" y="40143"/>
                  <a:pt x="287500" y="43586"/>
                  <a:pt x="288737" y="47637"/>
                </a:cubicBezTo>
                <a:cubicBezTo>
                  <a:pt x="289973" y="51688"/>
                  <a:pt x="290591" y="56257"/>
                  <a:pt x="290591" y="61344"/>
                </a:cubicBezTo>
                <a:moveTo>
                  <a:pt x="278855" y="62086"/>
                </a:moveTo>
                <a:cubicBezTo>
                  <a:pt x="278855" y="58799"/>
                  <a:pt x="278552" y="55693"/>
                  <a:pt x="277945" y="52766"/>
                </a:cubicBezTo>
                <a:cubicBezTo>
                  <a:pt x="277338" y="49839"/>
                  <a:pt x="276337" y="47272"/>
                  <a:pt x="274943" y="45066"/>
                </a:cubicBezTo>
                <a:cubicBezTo>
                  <a:pt x="273549" y="42860"/>
                  <a:pt x="271661" y="41115"/>
                  <a:pt x="269278" y="39832"/>
                </a:cubicBezTo>
                <a:cubicBezTo>
                  <a:pt x="266895" y="38548"/>
                  <a:pt x="263927" y="37906"/>
                  <a:pt x="260375" y="37906"/>
                </a:cubicBezTo>
                <a:cubicBezTo>
                  <a:pt x="257092" y="37906"/>
                  <a:pt x="254271" y="38491"/>
                  <a:pt x="251910" y="39662"/>
                </a:cubicBezTo>
                <a:cubicBezTo>
                  <a:pt x="249549" y="40832"/>
                  <a:pt x="247604" y="42487"/>
                  <a:pt x="246076" y="44627"/>
                </a:cubicBezTo>
                <a:cubicBezTo>
                  <a:pt x="244547" y="46766"/>
                  <a:pt x="243411" y="49299"/>
                  <a:pt x="242669" y="52226"/>
                </a:cubicBezTo>
                <a:cubicBezTo>
                  <a:pt x="241927" y="55152"/>
                  <a:pt x="241557" y="58348"/>
                  <a:pt x="241557" y="61816"/>
                </a:cubicBezTo>
                <a:cubicBezTo>
                  <a:pt x="241557" y="65148"/>
                  <a:pt x="241860" y="68277"/>
                  <a:pt x="242467" y="71204"/>
                </a:cubicBezTo>
                <a:cubicBezTo>
                  <a:pt x="243074" y="74131"/>
                  <a:pt x="244086" y="76686"/>
                  <a:pt x="245502" y="78870"/>
                </a:cubicBezTo>
                <a:cubicBezTo>
                  <a:pt x="246919" y="81054"/>
                  <a:pt x="248818" y="82788"/>
                  <a:pt x="251202" y="84072"/>
                </a:cubicBezTo>
                <a:cubicBezTo>
                  <a:pt x="253585" y="85355"/>
                  <a:pt x="256553" y="85996"/>
                  <a:pt x="260105" y="85996"/>
                </a:cubicBezTo>
                <a:cubicBezTo>
                  <a:pt x="263342" y="85996"/>
                  <a:pt x="266153" y="85411"/>
                  <a:pt x="268536" y="84241"/>
                </a:cubicBezTo>
                <a:cubicBezTo>
                  <a:pt x="270919" y="83070"/>
                  <a:pt x="272875" y="81427"/>
                  <a:pt x="274404" y="79311"/>
                </a:cubicBezTo>
                <a:cubicBezTo>
                  <a:pt x="275933" y="77193"/>
                  <a:pt x="277057" y="74671"/>
                  <a:pt x="277776" y="71746"/>
                </a:cubicBezTo>
                <a:cubicBezTo>
                  <a:pt x="278496" y="68819"/>
                  <a:pt x="278855" y="65599"/>
                  <a:pt x="278855" y="62086"/>
                </a:cubicBezTo>
                <a:close/>
                <a:moveTo>
                  <a:pt x="359206" y="92337"/>
                </a:moveTo>
                <a:cubicBezTo>
                  <a:pt x="359206" y="92696"/>
                  <a:pt x="359116" y="93000"/>
                  <a:pt x="358936" y="93247"/>
                </a:cubicBezTo>
                <a:cubicBezTo>
                  <a:pt x="358756" y="93494"/>
                  <a:pt x="358464" y="93708"/>
                  <a:pt x="358059" y="93888"/>
                </a:cubicBezTo>
                <a:cubicBezTo>
                  <a:pt x="357655" y="94068"/>
                  <a:pt x="357092" y="94203"/>
                  <a:pt x="356373" y="94293"/>
                </a:cubicBezTo>
                <a:cubicBezTo>
                  <a:pt x="355654" y="94382"/>
                  <a:pt x="354754" y="94427"/>
                  <a:pt x="353675" y="94427"/>
                </a:cubicBezTo>
                <a:cubicBezTo>
                  <a:pt x="352551" y="94427"/>
                  <a:pt x="351629" y="94382"/>
                  <a:pt x="350910" y="94293"/>
                </a:cubicBezTo>
                <a:cubicBezTo>
                  <a:pt x="350190" y="94203"/>
                  <a:pt x="349628" y="94068"/>
                  <a:pt x="349224" y="93888"/>
                </a:cubicBezTo>
                <a:cubicBezTo>
                  <a:pt x="348819" y="93708"/>
                  <a:pt x="348527" y="93494"/>
                  <a:pt x="348347" y="93247"/>
                </a:cubicBezTo>
                <a:cubicBezTo>
                  <a:pt x="348167" y="93000"/>
                  <a:pt x="348077" y="92696"/>
                  <a:pt x="348077" y="92337"/>
                </a:cubicBezTo>
                <a:lnTo>
                  <a:pt x="348077" y="56791"/>
                </a:lnTo>
                <a:cubicBezTo>
                  <a:pt x="348077" y="53329"/>
                  <a:pt x="347807" y="50541"/>
                  <a:pt x="347268" y="48428"/>
                </a:cubicBezTo>
                <a:cubicBezTo>
                  <a:pt x="346728" y="46314"/>
                  <a:pt x="345941" y="44493"/>
                  <a:pt x="344907" y="42964"/>
                </a:cubicBezTo>
                <a:cubicBezTo>
                  <a:pt x="343873" y="41436"/>
                  <a:pt x="342535" y="40267"/>
                  <a:pt x="340894" y="39457"/>
                </a:cubicBezTo>
                <a:cubicBezTo>
                  <a:pt x="339252" y="38648"/>
                  <a:pt x="337353" y="38243"/>
                  <a:pt x="335194" y="38243"/>
                </a:cubicBezTo>
                <a:cubicBezTo>
                  <a:pt x="332406" y="38243"/>
                  <a:pt x="329619" y="39232"/>
                  <a:pt x="326831" y="41211"/>
                </a:cubicBezTo>
                <a:cubicBezTo>
                  <a:pt x="324043" y="43189"/>
                  <a:pt x="321120" y="46090"/>
                  <a:pt x="318062" y="49912"/>
                </a:cubicBezTo>
                <a:lnTo>
                  <a:pt x="318062" y="92337"/>
                </a:lnTo>
                <a:cubicBezTo>
                  <a:pt x="318062" y="92696"/>
                  <a:pt x="317973" y="93000"/>
                  <a:pt x="317793" y="93247"/>
                </a:cubicBezTo>
                <a:cubicBezTo>
                  <a:pt x="317613" y="93494"/>
                  <a:pt x="317321" y="93708"/>
                  <a:pt x="316916" y="93888"/>
                </a:cubicBezTo>
                <a:cubicBezTo>
                  <a:pt x="316511" y="94068"/>
                  <a:pt x="315949" y="94203"/>
                  <a:pt x="315230" y="94293"/>
                </a:cubicBezTo>
                <a:cubicBezTo>
                  <a:pt x="314510" y="94382"/>
                  <a:pt x="313588" y="94427"/>
                  <a:pt x="312464" y="94427"/>
                </a:cubicBezTo>
                <a:cubicBezTo>
                  <a:pt x="311385" y="94427"/>
                  <a:pt x="310486" y="94382"/>
                  <a:pt x="309766" y="94293"/>
                </a:cubicBezTo>
                <a:cubicBezTo>
                  <a:pt x="309047" y="94203"/>
                  <a:pt x="308474" y="94068"/>
                  <a:pt x="308046" y="93888"/>
                </a:cubicBezTo>
                <a:cubicBezTo>
                  <a:pt x="307619" y="93708"/>
                  <a:pt x="307327" y="93494"/>
                  <a:pt x="307170" y="93247"/>
                </a:cubicBezTo>
                <a:cubicBezTo>
                  <a:pt x="307012" y="93000"/>
                  <a:pt x="306934" y="92696"/>
                  <a:pt x="306934" y="92337"/>
                </a:cubicBezTo>
                <a:lnTo>
                  <a:pt x="306934" y="31633"/>
                </a:lnTo>
                <a:cubicBezTo>
                  <a:pt x="306934" y="31273"/>
                  <a:pt x="307001" y="30970"/>
                  <a:pt x="307136" y="30723"/>
                </a:cubicBezTo>
                <a:cubicBezTo>
                  <a:pt x="307271" y="30475"/>
                  <a:pt x="307541" y="30251"/>
                  <a:pt x="307945" y="30048"/>
                </a:cubicBezTo>
                <a:cubicBezTo>
                  <a:pt x="308350" y="29846"/>
                  <a:pt x="308867" y="29711"/>
                  <a:pt x="309497" y="29643"/>
                </a:cubicBezTo>
                <a:cubicBezTo>
                  <a:pt x="310126" y="29576"/>
                  <a:pt x="310958" y="29542"/>
                  <a:pt x="311992" y="29542"/>
                </a:cubicBezTo>
                <a:cubicBezTo>
                  <a:pt x="312981" y="29542"/>
                  <a:pt x="313802" y="29576"/>
                  <a:pt x="314454" y="29643"/>
                </a:cubicBezTo>
                <a:cubicBezTo>
                  <a:pt x="315106" y="29711"/>
                  <a:pt x="315612" y="29846"/>
                  <a:pt x="315972" y="30048"/>
                </a:cubicBezTo>
                <a:cubicBezTo>
                  <a:pt x="316331" y="30251"/>
                  <a:pt x="316590" y="30475"/>
                  <a:pt x="316747" y="30723"/>
                </a:cubicBezTo>
                <a:cubicBezTo>
                  <a:pt x="316905" y="30970"/>
                  <a:pt x="316983" y="31273"/>
                  <a:pt x="316983" y="31633"/>
                </a:cubicBezTo>
                <a:lnTo>
                  <a:pt x="316983" y="39660"/>
                </a:lnTo>
                <a:cubicBezTo>
                  <a:pt x="320401" y="35837"/>
                  <a:pt x="323807" y="33038"/>
                  <a:pt x="327202" y="31262"/>
                </a:cubicBezTo>
                <a:cubicBezTo>
                  <a:pt x="330597" y="29486"/>
                  <a:pt x="334025" y="28598"/>
                  <a:pt x="337488" y="28598"/>
                </a:cubicBezTo>
                <a:cubicBezTo>
                  <a:pt x="341534" y="28598"/>
                  <a:pt x="344941" y="29284"/>
                  <a:pt x="347706" y="30655"/>
                </a:cubicBezTo>
                <a:cubicBezTo>
                  <a:pt x="350471" y="32027"/>
                  <a:pt x="352708" y="33859"/>
                  <a:pt x="354417" y="36152"/>
                </a:cubicBezTo>
                <a:cubicBezTo>
                  <a:pt x="356126" y="38445"/>
                  <a:pt x="357351" y="41132"/>
                  <a:pt x="358093" y="44212"/>
                </a:cubicBezTo>
                <a:cubicBezTo>
                  <a:pt x="358835" y="47292"/>
                  <a:pt x="359206" y="50991"/>
                  <a:pt x="359206" y="55307"/>
                </a:cubicBezTo>
                <a:lnTo>
                  <a:pt x="359206" y="923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Text 7803385070">
            <a:extLst xmlns:a="http://schemas.openxmlformats.org/drawingml/2006/main">
              <a:ext uri="{FF2B5EF4-FFF2-40B4-BE49-F238E27FC236}">
                <a16:creationId xmlns:a16="http://schemas.microsoft.com/office/drawing/2014/main" id="{D25A9C36-9A43-43EA-8532-C07B0628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6982" y="2718227"/>
            <a:ext cx="1059286" cy="89976"/>
          </a:xfrm>
          <a:custGeom xmlns:a="http://schemas.openxmlformats.org/drawingml/2006/main">
            <a:pathLst>
              <a:path w="1059286" h="89976">
                <a:moveTo>
                  <a:pt x="56926" y="6340"/>
                </a:moveTo>
                <a:cubicBezTo>
                  <a:pt x="56926" y="7150"/>
                  <a:pt x="56893" y="7880"/>
                  <a:pt x="56825" y="8532"/>
                </a:cubicBezTo>
                <a:cubicBezTo>
                  <a:pt x="56758" y="9184"/>
                  <a:pt x="56668" y="9814"/>
                  <a:pt x="56555" y="10421"/>
                </a:cubicBezTo>
                <a:cubicBezTo>
                  <a:pt x="56443" y="11028"/>
                  <a:pt x="56285" y="11612"/>
                  <a:pt x="56083" y="12174"/>
                </a:cubicBezTo>
                <a:cubicBezTo>
                  <a:pt x="55881" y="12736"/>
                  <a:pt x="55645" y="13332"/>
                  <a:pt x="55375" y="13962"/>
                </a:cubicBezTo>
                <a:lnTo>
                  <a:pt x="23944" y="86401"/>
                </a:lnTo>
                <a:cubicBezTo>
                  <a:pt x="23719" y="86941"/>
                  <a:pt x="23438" y="87379"/>
                  <a:pt x="23101" y="87716"/>
                </a:cubicBezTo>
                <a:cubicBezTo>
                  <a:pt x="22764" y="88054"/>
                  <a:pt x="22337" y="88323"/>
                  <a:pt x="21819" y="88526"/>
                </a:cubicBezTo>
                <a:cubicBezTo>
                  <a:pt x="21302" y="88728"/>
                  <a:pt x="20639" y="88863"/>
                  <a:pt x="19830" y="88930"/>
                </a:cubicBezTo>
                <a:cubicBezTo>
                  <a:pt x="19020" y="88998"/>
                  <a:pt x="18031" y="89032"/>
                  <a:pt x="16862" y="89032"/>
                </a:cubicBezTo>
                <a:cubicBezTo>
                  <a:pt x="15333" y="89032"/>
                  <a:pt x="14142" y="88964"/>
                  <a:pt x="13287" y="88829"/>
                </a:cubicBezTo>
                <a:cubicBezTo>
                  <a:pt x="12433" y="88694"/>
                  <a:pt x="11815" y="88481"/>
                  <a:pt x="11432" y="88188"/>
                </a:cubicBezTo>
                <a:cubicBezTo>
                  <a:pt x="11050" y="87896"/>
                  <a:pt x="10882" y="87536"/>
                  <a:pt x="10927" y="87109"/>
                </a:cubicBezTo>
                <a:cubicBezTo>
                  <a:pt x="10972" y="86682"/>
                  <a:pt x="11129" y="86176"/>
                  <a:pt x="11399" y="85592"/>
                </a:cubicBezTo>
                <a:lnTo>
                  <a:pt x="44448" y="11534"/>
                </a:lnTo>
                <a:lnTo>
                  <a:pt x="2563" y="11534"/>
                </a:lnTo>
                <a:cubicBezTo>
                  <a:pt x="1709" y="11534"/>
                  <a:pt x="1068" y="11084"/>
                  <a:pt x="641" y="10185"/>
                </a:cubicBezTo>
                <a:cubicBezTo>
                  <a:pt x="214" y="9285"/>
                  <a:pt x="0" y="8026"/>
                  <a:pt x="0" y="6408"/>
                </a:cubicBezTo>
                <a:cubicBezTo>
                  <a:pt x="0" y="5553"/>
                  <a:pt x="56" y="4811"/>
                  <a:pt x="169" y="4182"/>
                </a:cubicBezTo>
                <a:cubicBezTo>
                  <a:pt x="281" y="3552"/>
                  <a:pt x="450" y="3024"/>
                  <a:pt x="674" y="2597"/>
                </a:cubicBezTo>
                <a:cubicBezTo>
                  <a:pt x="899" y="2170"/>
                  <a:pt x="1169" y="1855"/>
                  <a:pt x="1484" y="1652"/>
                </a:cubicBezTo>
                <a:cubicBezTo>
                  <a:pt x="1799" y="1450"/>
                  <a:pt x="2158" y="1349"/>
                  <a:pt x="2563" y="1349"/>
                </a:cubicBezTo>
                <a:lnTo>
                  <a:pt x="53419" y="1349"/>
                </a:lnTo>
                <a:cubicBezTo>
                  <a:pt x="54048" y="1349"/>
                  <a:pt x="54599" y="1416"/>
                  <a:pt x="55071" y="1551"/>
                </a:cubicBezTo>
                <a:cubicBezTo>
                  <a:pt x="55544" y="1686"/>
                  <a:pt x="55903" y="1956"/>
                  <a:pt x="56151" y="2361"/>
                </a:cubicBezTo>
                <a:cubicBezTo>
                  <a:pt x="56398" y="2765"/>
                  <a:pt x="56589" y="3282"/>
                  <a:pt x="56724" y="3912"/>
                </a:cubicBezTo>
                <a:cubicBezTo>
                  <a:pt x="56859" y="4542"/>
                  <a:pt x="56926" y="5351"/>
                  <a:pt x="56926" y="6340"/>
                </a:cubicBezTo>
                <a:close/>
                <a:moveTo>
                  <a:pt x="127656" y="66266"/>
                </a:moveTo>
                <a:cubicBezTo>
                  <a:pt x="127656" y="70048"/>
                  <a:pt x="126981" y="73415"/>
                  <a:pt x="125632" y="76364"/>
                </a:cubicBezTo>
                <a:cubicBezTo>
                  <a:pt x="124283" y="79313"/>
                  <a:pt x="122339" y="81802"/>
                  <a:pt x="119798" y="83830"/>
                </a:cubicBezTo>
                <a:cubicBezTo>
                  <a:pt x="117258" y="85856"/>
                  <a:pt x="114121" y="87387"/>
                  <a:pt x="110389" y="88422"/>
                </a:cubicBezTo>
                <a:cubicBezTo>
                  <a:pt x="106657" y="89458"/>
                  <a:pt x="102385" y="89976"/>
                  <a:pt x="97574" y="89976"/>
                </a:cubicBezTo>
                <a:cubicBezTo>
                  <a:pt x="93077" y="89976"/>
                  <a:pt x="89053" y="89503"/>
                  <a:pt x="85501" y="88557"/>
                </a:cubicBezTo>
                <a:cubicBezTo>
                  <a:pt x="81948" y="87612"/>
                  <a:pt x="78936" y="86216"/>
                  <a:pt x="76463" y="84369"/>
                </a:cubicBezTo>
                <a:cubicBezTo>
                  <a:pt x="73990" y="82523"/>
                  <a:pt x="72101" y="80249"/>
                  <a:pt x="70797" y="77546"/>
                </a:cubicBezTo>
                <a:cubicBezTo>
                  <a:pt x="69493" y="74844"/>
                  <a:pt x="68841" y="71760"/>
                  <a:pt x="68841" y="68293"/>
                </a:cubicBezTo>
                <a:cubicBezTo>
                  <a:pt x="68841" y="65546"/>
                  <a:pt x="69291" y="63025"/>
                  <a:pt x="70190" y="60729"/>
                </a:cubicBezTo>
                <a:cubicBezTo>
                  <a:pt x="71089" y="58431"/>
                  <a:pt x="72382" y="56314"/>
                  <a:pt x="74068" y="54378"/>
                </a:cubicBezTo>
                <a:cubicBezTo>
                  <a:pt x="75754" y="52442"/>
                  <a:pt x="77834" y="50629"/>
                  <a:pt x="80307" y="48940"/>
                </a:cubicBezTo>
                <a:cubicBezTo>
                  <a:pt x="82780" y="47251"/>
                  <a:pt x="85568" y="45641"/>
                  <a:pt x="88671" y="44109"/>
                </a:cubicBezTo>
                <a:cubicBezTo>
                  <a:pt x="85973" y="42714"/>
                  <a:pt x="83590" y="41240"/>
                  <a:pt x="81521" y="39687"/>
                </a:cubicBezTo>
                <a:cubicBezTo>
                  <a:pt x="79453" y="38133"/>
                  <a:pt x="77699" y="36444"/>
                  <a:pt x="76260" y="34620"/>
                </a:cubicBezTo>
                <a:cubicBezTo>
                  <a:pt x="74821" y="32796"/>
                  <a:pt x="73731" y="30848"/>
                  <a:pt x="72989" y="28777"/>
                </a:cubicBezTo>
                <a:cubicBezTo>
                  <a:pt x="72247" y="26705"/>
                  <a:pt x="71876" y="24453"/>
                  <a:pt x="71876" y="22022"/>
                </a:cubicBezTo>
                <a:cubicBezTo>
                  <a:pt x="71876" y="18959"/>
                  <a:pt x="72427" y="16088"/>
                  <a:pt x="73529" y="13410"/>
                </a:cubicBezTo>
                <a:cubicBezTo>
                  <a:pt x="74630" y="10730"/>
                  <a:pt x="76294" y="8399"/>
                  <a:pt x="78520" y="6418"/>
                </a:cubicBezTo>
                <a:cubicBezTo>
                  <a:pt x="80746" y="4435"/>
                  <a:pt x="83578" y="2870"/>
                  <a:pt x="87018" y="1722"/>
                </a:cubicBezTo>
                <a:cubicBezTo>
                  <a:pt x="90458" y="574"/>
                  <a:pt x="94471" y="0"/>
                  <a:pt x="99058" y="0"/>
                </a:cubicBezTo>
                <a:cubicBezTo>
                  <a:pt x="103464" y="0"/>
                  <a:pt x="107275" y="529"/>
                  <a:pt x="110490" y="1587"/>
                </a:cubicBezTo>
                <a:cubicBezTo>
                  <a:pt x="113705" y="2645"/>
                  <a:pt x="116358" y="4086"/>
                  <a:pt x="118449" y="5910"/>
                </a:cubicBezTo>
                <a:cubicBezTo>
                  <a:pt x="120540" y="7734"/>
                  <a:pt x="122080" y="9885"/>
                  <a:pt x="123069" y="12362"/>
                </a:cubicBezTo>
                <a:cubicBezTo>
                  <a:pt x="124059" y="14838"/>
                  <a:pt x="124553" y="17494"/>
                  <a:pt x="124553" y="20331"/>
                </a:cubicBezTo>
                <a:cubicBezTo>
                  <a:pt x="124553" y="22629"/>
                  <a:pt x="124182" y="24836"/>
                  <a:pt x="123440" y="26952"/>
                </a:cubicBezTo>
                <a:cubicBezTo>
                  <a:pt x="122698" y="29068"/>
                  <a:pt x="121608" y="31072"/>
                  <a:pt x="120169" y="32963"/>
                </a:cubicBezTo>
                <a:cubicBezTo>
                  <a:pt x="118730" y="34855"/>
                  <a:pt x="116965" y="36622"/>
                  <a:pt x="114874" y="38266"/>
                </a:cubicBezTo>
                <a:cubicBezTo>
                  <a:pt x="112783" y="39910"/>
                  <a:pt x="110389" y="41453"/>
                  <a:pt x="107691" y="42895"/>
                </a:cubicBezTo>
                <a:cubicBezTo>
                  <a:pt x="110884" y="44470"/>
                  <a:pt x="113728" y="46091"/>
                  <a:pt x="116223" y="47758"/>
                </a:cubicBezTo>
                <a:cubicBezTo>
                  <a:pt x="118719" y="49424"/>
                  <a:pt x="120810" y="51214"/>
                  <a:pt x="122496" y="53128"/>
                </a:cubicBezTo>
                <a:cubicBezTo>
                  <a:pt x="124182" y="55042"/>
                  <a:pt x="125464" y="57068"/>
                  <a:pt x="126341" y="59207"/>
                </a:cubicBezTo>
                <a:cubicBezTo>
                  <a:pt x="127217" y="61346"/>
                  <a:pt x="127656" y="63698"/>
                  <a:pt x="127656" y="66266"/>
                </a:cubicBezTo>
                <a:moveTo>
                  <a:pt x="113087" y="21404"/>
                </a:moveTo>
                <a:cubicBezTo>
                  <a:pt x="113087" y="19513"/>
                  <a:pt x="112761" y="17801"/>
                  <a:pt x="112109" y="16270"/>
                </a:cubicBezTo>
                <a:cubicBezTo>
                  <a:pt x="111457" y="14738"/>
                  <a:pt x="110501" y="13432"/>
                  <a:pt x="109242" y="12351"/>
                </a:cubicBezTo>
                <a:cubicBezTo>
                  <a:pt x="107983" y="11269"/>
                  <a:pt x="106421" y="10447"/>
                  <a:pt x="104555" y="9883"/>
                </a:cubicBezTo>
                <a:cubicBezTo>
                  <a:pt x="102689" y="9320"/>
                  <a:pt x="100564" y="9038"/>
                  <a:pt x="98181" y="9038"/>
                </a:cubicBezTo>
                <a:cubicBezTo>
                  <a:pt x="93325" y="9038"/>
                  <a:pt x="89649" y="10142"/>
                  <a:pt x="87153" y="12349"/>
                </a:cubicBezTo>
                <a:cubicBezTo>
                  <a:pt x="84658" y="14557"/>
                  <a:pt x="83410" y="17575"/>
                  <a:pt x="83410" y="21404"/>
                </a:cubicBezTo>
                <a:cubicBezTo>
                  <a:pt x="83410" y="23162"/>
                  <a:pt x="83713" y="24796"/>
                  <a:pt x="84320" y="26305"/>
                </a:cubicBezTo>
                <a:cubicBezTo>
                  <a:pt x="84927" y="27814"/>
                  <a:pt x="85872" y="29244"/>
                  <a:pt x="87153" y="30596"/>
                </a:cubicBezTo>
                <a:cubicBezTo>
                  <a:pt x="88435" y="31948"/>
                  <a:pt x="90053" y="33266"/>
                  <a:pt x="92009" y="34550"/>
                </a:cubicBezTo>
                <a:cubicBezTo>
                  <a:pt x="93965" y="35833"/>
                  <a:pt x="96292" y="37173"/>
                  <a:pt x="98990" y="38570"/>
                </a:cubicBezTo>
                <a:cubicBezTo>
                  <a:pt x="103532" y="36227"/>
                  <a:pt x="107017" y="33637"/>
                  <a:pt x="109445" y="30799"/>
                </a:cubicBezTo>
                <a:cubicBezTo>
                  <a:pt x="111873" y="27960"/>
                  <a:pt x="113087" y="24829"/>
                  <a:pt x="113087" y="21404"/>
                </a:cubicBezTo>
                <a:moveTo>
                  <a:pt x="115920" y="67490"/>
                </a:moveTo>
                <a:cubicBezTo>
                  <a:pt x="115920" y="65418"/>
                  <a:pt x="115538" y="63537"/>
                  <a:pt x="114773" y="61848"/>
                </a:cubicBezTo>
                <a:cubicBezTo>
                  <a:pt x="114009" y="60159"/>
                  <a:pt x="112851" y="58582"/>
                  <a:pt x="111300" y="57118"/>
                </a:cubicBezTo>
                <a:cubicBezTo>
                  <a:pt x="109748" y="55654"/>
                  <a:pt x="107815" y="54235"/>
                  <a:pt x="105499" y="52860"/>
                </a:cubicBezTo>
                <a:cubicBezTo>
                  <a:pt x="103183" y="51486"/>
                  <a:pt x="100497" y="50056"/>
                  <a:pt x="97439" y="48569"/>
                </a:cubicBezTo>
                <a:cubicBezTo>
                  <a:pt x="94606" y="49966"/>
                  <a:pt x="92122" y="51362"/>
                  <a:pt x="89986" y="52759"/>
                </a:cubicBezTo>
                <a:cubicBezTo>
                  <a:pt x="87850" y="54156"/>
                  <a:pt x="86096" y="55598"/>
                  <a:pt x="84725" y="57084"/>
                </a:cubicBezTo>
                <a:cubicBezTo>
                  <a:pt x="83354" y="58571"/>
                  <a:pt x="82319" y="60136"/>
                  <a:pt x="81622" y="61780"/>
                </a:cubicBezTo>
                <a:cubicBezTo>
                  <a:pt x="80925" y="63424"/>
                  <a:pt x="80577" y="65238"/>
                  <a:pt x="80577" y="67221"/>
                </a:cubicBezTo>
                <a:cubicBezTo>
                  <a:pt x="80577" y="71591"/>
                  <a:pt x="82072" y="74969"/>
                  <a:pt x="85062" y="77357"/>
                </a:cubicBezTo>
                <a:cubicBezTo>
                  <a:pt x="88052" y="79744"/>
                  <a:pt x="92515" y="80938"/>
                  <a:pt x="98451" y="80938"/>
                </a:cubicBezTo>
                <a:cubicBezTo>
                  <a:pt x="104206" y="80938"/>
                  <a:pt x="108557" y="79733"/>
                  <a:pt x="111502" y="77323"/>
                </a:cubicBezTo>
                <a:cubicBezTo>
                  <a:pt x="114447" y="74913"/>
                  <a:pt x="115920" y="71636"/>
                  <a:pt x="115920" y="67490"/>
                </a:cubicBezTo>
                <a:close/>
                <a:moveTo>
                  <a:pt x="198520" y="44786"/>
                </a:moveTo>
                <a:cubicBezTo>
                  <a:pt x="198520" y="51495"/>
                  <a:pt x="197992" y="57620"/>
                  <a:pt x="196935" y="63159"/>
                </a:cubicBezTo>
                <a:cubicBezTo>
                  <a:pt x="195879" y="68698"/>
                  <a:pt x="194125" y="73460"/>
                  <a:pt x="191674" y="77445"/>
                </a:cubicBezTo>
                <a:cubicBezTo>
                  <a:pt x="189224" y="81430"/>
                  <a:pt x="186020" y="84515"/>
                  <a:pt x="182063" y="86700"/>
                </a:cubicBezTo>
                <a:cubicBezTo>
                  <a:pt x="178106" y="88884"/>
                  <a:pt x="173227" y="89976"/>
                  <a:pt x="167427" y="89976"/>
                </a:cubicBezTo>
                <a:cubicBezTo>
                  <a:pt x="161941" y="89976"/>
                  <a:pt x="157321" y="88996"/>
                  <a:pt x="153566" y="87038"/>
                </a:cubicBezTo>
                <a:cubicBezTo>
                  <a:pt x="149812" y="85079"/>
                  <a:pt x="146788" y="82197"/>
                  <a:pt x="144494" y="78392"/>
                </a:cubicBezTo>
                <a:cubicBezTo>
                  <a:pt x="142201" y="74586"/>
                  <a:pt x="140571" y="69903"/>
                  <a:pt x="139605" y="64341"/>
                </a:cubicBezTo>
                <a:cubicBezTo>
                  <a:pt x="138638" y="58780"/>
                  <a:pt x="138154" y="52396"/>
                  <a:pt x="138154" y="45190"/>
                </a:cubicBezTo>
                <a:cubicBezTo>
                  <a:pt x="138154" y="38526"/>
                  <a:pt x="138694" y="32412"/>
                  <a:pt x="139773" y="26851"/>
                </a:cubicBezTo>
                <a:cubicBezTo>
                  <a:pt x="140852" y="21289"/>
                  <a:pt x="142606" y="16516"/>
                  <a:pt x="145034" y="12531"/>
                </a:cubicBezTo>
                <a:cubicBezTo>
                  <a:pt x="147462" y="8546"/>
                  <a:pt x="150655" y="5461"/>
                  <a:pt x="154612" y="3278"/>
                </a:cubicBezTo>
                <a:cubicBezTo>
                  <a:pt x="158569" y="1093"/>
                  <a:pt x="163425" y="0"/>
                  <a:pt x="169181" y="0"/>
                </a:cubicBezTo>
                <a:cubicBezTo>
                  <a:pt x="174711" y="0"/>
                  <a:pt x="179354" y="979"/>
                  <a:pt x="183109" y="2938"/>
                </a:cubicBezTo>
                <a:cubicBezTo>
                  <a:pt x="186863" y="4897"/>
                  <a:pt x="189887" y="7779"/>
                  <a:pt x="192180" y="11584"/>
                </a:cubicBezTo>
                <a:cubicBezTo>
                  <a:pt x="194474" y="15389"/>
                  <a:pt x="196104" y="20073"/>
                  <a:pt x="197070" y="25635"/>
                </a:cubicBezTo>
                <a:cubicBezTo>
                  <a:pt x="198037" y="31196"/>
                  <a:pt x="198520" y="37580"/>
                  <a:pt x="198520" y="44786"/>
                </a:cubicBezTo>
                <a:moveTo>
                  <a:pt x="186650" y="45597"/>
                </a:moveTo>
                <a:cubicBezTo>
                  <a:pt x="186650" y="41227"/>
                  <a:pt x="186492" y="37307"/>
                  <a:pt x="186177" y="33838"/>
                </a:cubicBezTo>
                <a:cubicBezTo>
                  <a:pt x="185863" y="30369"/>
                  <a:pt x="185402" y="27305"/>
                  <a:pt x="184795" y="24648"/>
                </a:cubicBezTo>
                <a:cubicBezTo>
                  <a:pt x="184188" y="21990"/>
                  <a:pt x="183401" y="19703"/>
                  <a:pt x="182434" y="17789"/>
                </a:cubicBezTo>
                <a:cubicBezTo>
                  <a:pt x="181467" y="15874"/>
                  <a:pt x="180309" y="14298"/>
                  <a:pt x="178961" y="13060"/>
                </a:cubicBezTo>
                <a:cubicBezTo>
                  <a:pt x="177612" y="11820"/>
                  <a:pt x="176071" y="10919"/>
                  <a:pt x="174340" y="10355"/>
                </a:cubicBezTo>
                <a:cubicBezTo>
                  <a:pt x="172609" y="9792"/>
                  <a:pt x="170664" y="9510"/>
                  <a:pt x="168506" y="9510"/>
                </a:cubicBezTo>
                <a:cubicBezTo>
                  <a:pt x="164684" y="9510"/>
                  <a:pt x="161581" y="10412"/>
                  <a:pt x="159198" y="12214"/>
                </a:cubicBezTo>
                <a:cubicBezTo>
                  <a:pt x="156815" y="14016"/>
                  <a:pt x="154938" y="16493"/>
                  <a:pt x="153566" y="19646"/>
                </a:cubicBezTo>
                <a:cubicBezTo>
                  <a:pt x="152195" y="22800"/>
                  <a:pt x="151262" y="26494"/>
                  <a:pt x="150767" y="30729"/>
                </a:cubicBezTo>
                <a:cubicBezTo>
                  <a:pt x="150273" y="34964"/>
                  <a:pt x="150025" y="39514"/>
                  <a:pt x="150025" y="44379"/>
                </a:cubicBezTo>
                <a:cubicBezTo>
                  <a:pt x="150025" y="50911"/>
                  <a:pt x="150362" y="56465"/>
                  <a:pt x="151037" y="61038"/>
                </a:cubicBezTo>
                <a:cubicBezTo>
                  <a:pt x="151711" y="65611"/>
                  <a:pt x="152779" y="69339"/>
                  <a:pt x="154241" y="72222"/>
                </a:cubicBezTo>
                <a:cubicBezTo>
                  <a:pt x="155702" y="75104"/>
                  <a:pt x="157568" y="77199"/>
                  <a:pt x="159839" y="78505"/>
                </a:cubicBezTo>
                <a:cubicBezTo>
                  <a:pt x="162110" y="79812"/>
                  <a:pt x="164864" y="80466"/>
                  <a:pt x="168101" y="80466"/>
                </a:cubicBezTo>
                <a:cubicBezTo>
                  <a:pt x="170619" y="80466"/>
                  <a:pt x="172834" y="80060"/>
                  <a:pt x="174745" y="79249"/>
                </a:cubicBezTo>
                <a:cubicBezTo>
                  <a:pt x="176656" y="78439"/>
                  <a:pt x="178297" y="77279"/>
                  <a:pt x="179669" y="75770"/>
                </a:cubicBezTo>
                <a:cubicBezTo>
                  <a:pt x="181040" y="74260"/>
                  <a:pt x="182176" y="72447"/>
                  <a:pt x="183075" y="70329"/>
                </a:cubicBezTo>
                <a:cubicBezTo>
                  <a:pt x="183974" y="68212"/>
                  <a:pt x="184694" y="65869"/>
                  <a:pt x="185233" y="63302"/>
                </a:cubicBezTo>
                <a:cubicBezTo>
                  <a:pt x="185773" y="60734"/>
                  <a:pt x="186144" y="57951"/>
                  <a:pt x="186346" y="54955"/>
                </a:cubicBezTo>
                <a:cubicBezTo>
                  <a:pt x="186548" y="51960"/>
                  <a:pt x="186650" y="48840"/>
                  <a:pt x="186650" y="45597"/>
                </a:cubicBezTo>
                <a:close/>
                <a:moveTo>
                  <a:pt x="387988" y="63739"/>
                </a:moveTo>
                <a:cubicBezTo>
                  <a:pt x="387988" y="67740"/>
                  <a:pt x="387291" y="71349"/>
                  <a:pt x="385897" y="74564"/>
                </a:cubicBezTo>
                <a:cubicBezTo>
                  <a:pt x="384503" y="77779"/>
                  <a:pt x="382502" y="80533"/>
                  <a:pt x="379894" y="82826"/>
                </a:cubicBezTo>
                <a:cubicBezTo>
                  <a:pt x="377286" y="85120"/>
                  <a:pt x="374071" y="86884"/>
                  <a:pt x="370249" y="88121"/>
                </a:cubicBezTo>
                <a:cubicBezTo>
                  <a:pt x="366427" y="89358"/>
                  <a:pt x="362111" y="89976"/>
                  <a:pt x="357299" y="89976"/>
                </a:cubicBezTo>
                <a:cubicBezTo>
                  <a:pt x="354376" y="89976"/>
                  <a:pt x="351645" y="89738"/>
                  <a:pt x="349104" y="89263"/>
                </a:cubicBezTo>
                <a:cubicBezTo>
                  <a:pt x="346564" y="88790"/>
                  <a:pt x="344304" y="88226"/>
                  <a:pt x="342326" y="87571"/>
                </a:cubicBezTo>
                <a:cubicBezTo>
                  <a:pt x="340347" y="86916"/>
                  <a:pt x="338706" y="86239"/>
                  <a:pt x="337402" y="85539"/>
                </a:cubicBezTo>
                <a:cubicBezTo>
                  <a:pt x="336098" y="84839"/>
                  <a:pt x="335277" y="84331"/>
                  <a:pt x="334940" y="84015"/>
                </a:cubicBezTo>
                <a:cubicBezTo>
                  <a:pt x="334603" y="83699"/>
                  <a:pt x="334344" y="83383"/>
                  <a:pt x="334165" y="83069"/>
                </a:cubicBezTo>
                <a:cubicBezTo>
                  <a:pt x="333985" y="82753"/>
                  <a:pt x="333827" y="82369"/>
                  <a:pt x="333692" y="81918"/>
                </a:cubicBezTo>
                <a:cubicBezTo>
                  <a:pt x="333557" y="81465"/>
                  <a:pt x="333456" y="80912"/>
                  <a:pt x="333389" y="80257"/>
                </a:cubicBezTo>
                <a:cubicBezTo>
                  <a:pt x="333321" y="79602"/>
                  <a:pt x="333288" y="78801"/>
                  <a:pt x="333288" y="77852"/>
                </a:cubicBezTo>
                <a:cubicBezTo>
                  <a:pt x="333288" y="76228"/>
                  <a:pt x="333445" y="75099"/>
                  <a:pt x="333760" y="74467"/>
                </a:cubicBezTo>
                <a:cubicBezTo>
                  <a:pt x="334075" y="73835"/>
                  <a:pt x="334524" y="73518"/>
                  <a:pt x="335109" y="73518"/>
                </a:cubicBezTo>
                <a:cubicBezTo>
                  <a:pt x="335513" y="73518"/>
                  <a:pt x="336312" y="73882"/>
                  <a:pt x="337503" y="74608"/>
                </a:cubicBezTo>
                <a:cubicBezTo>
                  <a:pt x="338695" y="75335"/>
                  <a:pt x="340224" y="76118"/>
                  <a:pt x="342090" y="76958"/>
                </a:cubicBezTo>
                <a:cubicBezTo>
                  <a:pt x="343956" y="77799"/>
                  <a:pt x="346137" y="78582"/>
                  <a:pt x="348632" y="79309"/>
                </a:cubicBezTo>
                <a:cubicBezTo>
                  <a:pt x="351128" y="80035"/>
                  <a:pt x="353904" y="80398"/>
                  <a:pt x="356962" y="80398"/>
                </a:cubicBezTo>
                <a:cubicBezTo>
                  <a:pt x="359930" y="80398"/>
                  <a:pt x="362538" y="80016"/>
                  <a:pt x="364786" y="79252"/>
                </a:cubicBezTo>
                <a:cubicBezTo>
                  <a:pt x="367034" y="78487"/>
                  <a:pt x="368923" y="77408"/>
                  <a:pt x="370452" y="76014"/>
                </a:cubicBezTo>
                <a:cubicBezTo>
                  <a:pt x="371980" y="74620"/>
                  <a:pt x="373127" y="72968"/>
                  <a:pt x="373891" y="71057"/>
                </a:cubicBezTo>
                <a:cubicBezTo>
                  <a:pt x="374656" y="69146"/>
                  <a:pt x="375038" y="67066"/>
                  <a:pt x="375038" y="64818"/>
                </a:cubicBezTo>
                <a:cubicBezTo>
                  <a:pt x="375038" y="62345"/>
                  <a:pt x="374555" y="60119"/>
                  <a:pt x="373588" y="58140"/>
                </a:cubicBezTo>
                <a:cubicBezTo>
                  <a:pt x="372621" y="56162"/>
                  <a:pt x="371205" y="54453"/>
                  <a:pt x="369339" y="53014"/>
                </a:cubicBezTo>
                <a:cubicBezTo>
                  <a:pt x="367473" y="51575"/>
                  <a:pt x="365179" y="50474"/>
                  <a:pt x="362459" y="49709"/>
                </a:cubicBezTo>
                <a:cubicBezTo>
                  <a:pt x="359739" y="48945"/>
                  <a:pt x="356647" y="48563"/>
                  <a:pt x="353185" y="48563"/>
                </a:cubicBezTo>
                <a:lnTo>
                  <a:pt x="344889" y="48563"/>
                </a:lnTo>
                <a:cubicBezTo>
                  <a:pt x="344529" y="48563"/>
                  <a:pt x="344181" y="48484"/>
                  <a:pt x="343843" y="48327"/>
                </a:cubicBezTo>
                <a:cubicBezTo>
                  <a:pt x="343506" y="48169"/>
                  <a:pt x="343214" y="47911"/>
                  <a:pt x="342967" y="47551"/>
                </a:cubicBezTo>
                <a:cubicBezTo>
                  <a:pt x="342719" y="47191"/>
                  <a:pt x="342517" y="46719"/>
                  <a:pt x="342359" y="46135"/>
                </a:cubicBezTo>
                <a:cubicBezTo>
                  <a:pt x="342202" y="45550"/>
                  <a:pt x="342123" y="44786"/>
                  <a:pt x="342123" y="43841"/>
                </a:cubicBezTo>
                <a:cubicBezTo>
                  <a:pt x="342123" y="42987"/>
                  <a:pt x="342191" y="42279"/>
                  <a:pt x="342326" y="41717"/>
                </a:cubicBezTo>
                <a:cubicBezTo>
                  <a:pt x="342461" y="41155"/>
                  <a:pt x="342652" y="40705"/>
                  <a:pt x="342899" y="40368"/>
                </a:cubicBezTo>
                <a:cubicBezTo>
                  <a:pt x="343146" y="40030"/>
                  <a:pt x="343427" y="39783"/>
                  <a:pt x="343742" y="39626"/>
                </a:cubicBezTo>
                <a:cubicBezTo>
                  <a:pt x="344057" y="39468"/>
                  <a:pt x="344417" y="39390"/>
                  <a:pt x="344821" y="39390"/>
                </a:cubicBezTo>
                <a:lnTo>
                  <a:pt x="352443" y="39390"/>
                </a:lnTo>
                <a:cubicBezTo>
                  <a:pt x="355411" y="39390"/>
                  <a:pt x="358075" y="39006"/>
                  <a:pt x="360436" y="38239"/>
                </a:cubicBezTo>
                <a:cubicBezTo>
                  <a:pt x="362796" y="37470"/>
                  <a:pt x="364797" y="36364"/>
                  <a:pt x="366438" y="34919"/>
                </a:cubicBezTo>
                <a:cubicBezTo>
                  <a:pt x="368080" y="33473"/>
                  <a:pt x="369339" y="31746"/>
                  <a:pt x="370216" y="29736"/>
                </a:cubicBezTo>
                <a:cubicBezTo>
                  <a:pt x="371092" y="27725"/>
                  <a:pt x="371531" y="25478"/>
                  <a:pt x="371531" y="22994"/>
                </a:cubicBezTo>
                <a:cubicBezTo>
                  <a:pt x="371531" y="21186"/>
                  <a:pt x="371239" y="19459"/>
                  <a:pt x="370654" y="17811"/>
                </a:cubicBezTo>
                <a:cubicBezTo>
                  <a:pt x="370069" y="16161"/>
                  <a:pt x="369193" y="14727"/>
                  <a:pt x="368024" y="13509"/>
                </a:cubicBezTo>
                <a:cubicBezTo>
                  <a:pt x="366854" y="12289"/>
                  <a:pt x="365359" y="11329"/>
                  <a:pt x="363538" y="10629"/>
                </a:cubicBezTo>
                <a:cubicBezTo>
                  <a:pt x="361717" y="9928"/>
                  <a:pt x="359615" y="9578"/>
                  <a:pt x="357232" y="9578"/>
                </a:cubicBezTo>
                <a:cubicBezTo>
                  <a:pt x="354624" y="9578"/>
                  <a:pt x="352229" y="9971"/>
                  <a:pt x="350049" y="10758"/>
                </a:cubicBezTo>
                <a:cubicBezTo>
                  <a:pt x="347868" y="11545"/>
                  <a:pt x="345923" y="12388"/>
                  <a:pt x="344214" y="13287"/>
                </a:cubicBezTo>
                <a:cubicBezTo>
                  <a:pt x="342506" y="14187"/>
                  <a:pt x="341089" y="15030"/>
                  <a:pt x="339965" y="15817"/>
                </a:cubicBezTo>
                <a:cubicBezTo>
                  <a:pt x="338841" y="16603"/>
                  <a:pt x="338054" y="16997"/>
                  <a:pt x="337604" y="16997"/>
                </a:cubicBezTo>
                <a:cubicBezTo>
                  <a:pt x="337290" y="16997"/>
                  <a:pt x="337009" y="16941"/>
                  <a:pt x="336761" y="16828"/>
                </a:cubicBezTo>
                <a:cubicBezTo>
                  <a:pt x="336514" y="16716"/>
                  <a:pt x="336312" y="16491"/>
                  <a:pt x="336154" y="16154"/>
                </a:cubicBezTo>
                <a:cubicBezTo>
                  <a:pt x="335997" y="15817"/>
                  <a:pt x="335884" y="15344"/>
                  <a:pt x="335817" y="14737"/>
                </a:cubicBezTo>
                <a:cubicBezTo>
                  <a:pt x="335750" y="14130"/>
                  <a:pt x="335716" y="13332"/>
                  <a:pt x="335716" y="12343"/>
                </a:cubicBezTo>
                <a:cubicBezTo>
                  <a:pt x="335716" y="11669"/>
                  <a:pt x="335738" y="11073"/>
                  <a:pt x="335783" y="10556"/>
                </a:cubicBezTo>
                <a:cubicBezTo>
                  <a:pt x="335828" y="10039"/>
                  <a:pt x="335918" y="9589"/>
                  <a:pt x="336053" y="9207"/>
                </a:cubicBezTo>
                <a:cubicBezTo>
                  <a:pt x="336188" y="8824"/>
                  <a:pt x="336345" y="8476"/>
                  <a:pt x="336525" y="8161"/>
                </a:cubicBezTo>
                <a:cubicBezTo>
                  <a:pt x="336705" y="7846"/>
                  <a:pt x="337009" y="7476"/>
                  <a:pt x="337436" y="7048"/>
                </a:cubicBezTo>
                <a:cubicBezTo>
                  <a:pt x="337863" y="6621"/>
                  <a:pt x="338729" y="6003"/>
                  <a:pt x="340033" y="5194"/>
                </a:cubicBezTo>
                <a:cubicBezTo>
                  <a:pt x="341337" y="4384"/>
                  <a:pt x="342944" y="3586"/>
                  <a:pt x="344855" y="2799"/>
                </a:cubicBezTo>
                <a:cubicBezTo>
                  <a:pt x="346766" y="2012"/>
                  <a:pt x="348969" y="1349"/>
                  <a:pt x="351465" y="809"/>
                </a:cubicBezTo>
                <a:cubicBezTo>
                  <a:pt x="353961" y="270"/>
                  <a:pt x="356647" y="0"/>
                  <a:pt x="359525" y="0"/>
                </a:cubicBezTo>
                <a:cubicBezTo>
                  <a:pt x="363572" y="0"/>
                  <a:pt x="367124" y="519"/>
                  <a:pt x="370182" y="1558"/>
                </a:cubicBezTo>
                <a:cubicBezTo>
                  <a:pt x="373239" y="2595"/>
                  <a:pt x="375791" y="4060"/>
                  <a:pt x="377837" y="5954"/>
                </a:cubicBezTo>
                <a:cubicBezTo>
                  <a:pt x="379883" y="7849"/>
                  <a:pt x="381412" y="10115"/>
                  <a:pt x="382424" y="12754"/>
                </a:cubicBezTo>
                <a:cubicBezTo>
                  <a:pt x="383435" y="15393"/>
                  <a:pt x="383941" y="18314"/>
                  <a:pt x="383941" y="21516"/>
                </a:cubicBezTo>
                <a:cubicBezTo>
                  <a:pt x="383941" y="24267"/>
                  <a:pt x="383582" y="26828"/>
                  <a:pt x="382862" y="29197"/>
                </a:cubicBezTo>
                <a:cubicBezTo>
                  <a:pt x="382143" y="31564"/>
                  <a:pt x="381086" y="33662"/>
                  <a:pt x="379692" y="35488"/>
                </a:cubicBezTo>
                <a:cubicBezTo>
                  <a:pt x="378298" y="37315"/>
                  <a:pt x="376589" y="38871"/>
                  <a:pt x="374566" y="40157"/>
                </a:cubicBezTo>
                <a:cubicBezTo>
                  <a:pt x="372543" y="41443"/>
                  <a:pt x="370204" y="42334"/>
                  <a:pt x="367551" y="42830"/>
                </a:cubicBezTo>
                <a:lnTo>
                  <a:pt x="367551" y="42964"/>
                </a:lnTo>
                <a:cubicBezTo>
                  <a:pt x="370564" y="43279"/>
                  <a:pt x="373318" y="44032"/>
                  <a:pt x="375814" y="45224"/>
                </a:cubicBezTo>
                <a:cubicBezTo>
                  <a:pt x="378309" y="46416"/>
                  <a:pt x="380456" y="47911"/>
                  <a:pt x="382255" y="49709"/>
                </a:cubicBezTo>
                <a:cubicBezTo>
                  <a:pt x="384054" y="51508"/>
                  <a:pt x="385459" y="53610"/>
                  <a:pt x="386471" y="56016"/>
                </a:cubicBezTo>
                <a:cubicBezTo>
                  <a:pt x="387482" y="58421"/>
                  <a:pt x="387988" y="60996"/>
                  <a:pt x="387988" y="63739"/>
                </a:cubicBezTo>
                <a:close/>
                <a:moveTo>
                  <a:pt x="457976" y="63739"/>
                </a:moveTo>
                <a:cubicBezTo>
                  <a:pt x="457976" y="67740"/>
                  <a:pt x="457279" y="71349"/>
                  <a:pt x="455885" y="74564"/>
                </a:cubicBezTo>
                <a:cubicBezTo>
                  <a:pt x="454491" y="77779"/>
                  <a:pt x="452490" y="80533"/>
                  <a:pt x="449882" y="82826"/>
                </a:cubicBezTo>
                <a:cubicBezTo>
                  <a:pt x="447274" y="85120"/>
                  <a:pt x="444059" y="86884"/>
                  <a:pt x="440237" y="88121"/>
                </a:cubicBezTo>
                <a:cubicBezTo>
                  <a:pt x="436415" y="89358"/>
                  <a:pt x="432098" y="89976"/>
                  <a:pt x="427287" y="89976"/>
                </a:cubicBezTo>
                <a:cubicBezTo>
                  <a:pt x="424364" y="89976"/>
                  <a:pt x="421632" y="89738"/>
                  <a:pt x="419092" y="89263"/>
                </a:cubicBezTo>
                <a:cubicBezTo>
                  <a:pt x="416551" y="88790"/>
                  <a:pt x="414292" y="88226"/>
                  <a:pt x="412313" y="87571"/>
                </a:cubicBezTo>
                <a:cubicBezTo>
                  <a:pt x="410335" y="86916"/>
                  <a:pt x="408694" y="86239"/>
                  <a:pt x="407390" y="85539"/>
                </a:cubicBezTo>
                <a:cubicBezTo>
                  <a:pt x="406086" y="84839"/>
                  <a:pt x="405265" y="84331"/>
                  <a:pt x="404928" y="84015"/>
                </a:cubicBezTo>
                <a:cubicBezTo>
                  <a:pt x="404591" y="83699"/>
                  <a:pt x="404332" y="83383"/>
                  <a:pt x="404152" y="83069"/>
                </a:cubicBezTo>
                <a:cubicBezTo>
                  <a:pt x="403972" y="82753"/>
                  <a:pt x="403815" y="82369"/>
                  <a:pt x="403680" y="81918"/>
                </a:cubicBezTo>
                <a:cubicBezTo>
                  <a:pt x="403545" y="81465"/>
                  <a:pt x="403444" y="80912"/>
                  <a:pt x="403376" y="80257"/>
                </a:cubicBezTo>
                <a:cubicBezTo>
                  <a:pt x="403309" y="79602"/>
                  <a:pt x="403275" y="78801"/>
                  <a:pt x="403275" y="77852"/>
                </a:cubicBezTo>
                <a:cubicBezTo>
                  <a:pt x="403275" y="76228"/>
                  <a:pt x="403433" y="75099"/>
                  <a:pt x="403747" y="74467"/>
                </a:cubicBezTo>
                <a:cubicBezTo>
                  <a:pt x="404062" y="73835"/>
                  <a:pt x="404512" y="73518"/>
                  <a:pt x="405096" y="73518"/>
                </a:cubicBezTo>
                <a:cubicBezTo>
                  <a:pt x="405501" y="73518"/>
                  <a:pt x="406299" y="73882"/>
                  <a:pt x="407491" y="74608"/>
                </a:cubicBezTo>
                <a:cubicBezTo>
                  <a:pt x="408682" y="75335"/>
                  <a:pt x="410211" y="76118"/>
                  <a:pt x="412077" y="76958"/>
                </a:cubicBezTo>
                <a:cubicBezTo>
                  <a:pt x="413943" y="77799"/>
                  <a:pt x="416124" y="78582"/>
                  <a:pt x="418620" y="79309"/>
                </a:cubicBezTo>
                <a:cubicBezTo>
                  <a:pt x="421115" y="80035"/>
                  <a:pt x="423892" y="80398"/>
                  <a:pt x="426950" y="80398"/>
                </a:cubicBezTo>
                <a:cubicBezTo>
                  <a:pt x="429917" y="80398"/>
                  <a:pt x="432525" y="80016"/>
                  <a:pt x="434774" y="79252"/>
                </a:cubicBezTo>
                <a:cubicBezTo>
                  <a:pt x="437022" y="78487"/>
                  <a:pt x="438910" y="77408"/>
                  <a:pt x="440439" y="76014"/>
                </a:cubicBezTo>
                <a:cubicBezTo>
                  <a:pt x="441968" y="74620"/>
                  <a:pt x="443115" y="72968"/>
                  <a:pt x="443879" y="71057"/>
                </a:cubicBezTo>
                <a:cubicBezTo>
                  <a:pt x="444644" y="69146"/>
                  <a:pt x="445026" y="67066"/>
                  <a:pt x="445026" y="64818"/>
                </a:cubicBezTo>
                <a:cubicBezTo>
                  <a:pt x="445026" y="62345"/>
                  <a:pt x="444542" y="60119"/>
                  <a:pt x="443576" y="58140"/>
                </a:cubicBezTo>
                <a:cubicBezTo>
                  <a:pt x="442609" y="56162"/>
                  <a:pt x="441192" y="54453"/>
                  <a:pt x="439326" y="53014"/>
                </a:cubicBezTo>
                <a:cubicBezTo>
                  <a:pt x="437460" y="51575"/>
                  <a:pt x="435167" y="50474"/>
                  <a:pt x="432447" y="49709"/>
                </a:cubicBezTo>
                <a:cubicBezTo>
                  <a:pt x="429726" y="48945"/>
                  <a:pt x="426635" y="48563"/>
                  <a:pt x="423173" y="48563"/>
                </a:cubicBezTo>
                <a:lnTo>
                  <a:pt x="414876" y="48563"/>
                </a:lnTo>
                <a:cubicBezTo>
                  <a:pt x="414517" y="48563"/>
                  <a:pt x="414168" y="48484"/>
                  <a:pt x="413831" y="48327"/>
                </a:cubicBezTo>
                <a:cubicBezTo>
                  <a:pt x="413494" y="48169"/>
                  <a:pt x="413201" y="47911"/>
                  <a:pt x="412954" y="47551"/>
                </a:cubicBezTo>
                <a:cubicBezTo>
                  <a:pt x="412707" y="47191"/>
                  <a:pt x="412504" y="46719"/>
                  <a:pt x="412347" y="46135"/>
                </a:cubicBezTo>
                <a:cubicBezTo>
                  <a:pt x="412190" y="45550"/>
                  <a:pt x="412111" y="44786"/>
                  <a:pt x="412111" y="43841"/>
                </a:cubicBezTo>
                <a:cubicBezTo>
                  <a:pt x="412111" y="42987"/>
                  <a:pt x="412178" y="42279"/>
                  <a:pt x="412313" y="41717"/>
                </a:cubicBezTo>
                <a:cubicBezTo>
                  <a:pt x="412448" y="41155"/>
                  <a:pt x="412639" y="40705"/>
                  <a:pt x="412887" y="40368"/>
                </a:cubicBezTo>
                <a:cubicBezTo>
                  <a:pt x="413134" y="40030"/>
                  <a:pt x="413415" y="39783"/>
                  <a:pt x="413730" y="39626"/>
                </a:cubicBezTo>
                <a:cubicBezTo>
                  <a:pt x="414045" y="39468"/>
                  <a:pt x="414404" y="39390"/>
                  <a:pt x="414809" y="39390"/>
                </a:cubicBezTo>
                <a:lnTo>
                  <a:pt x="422431" y="39390"/>
                </a:lnTo>
                <a:cubicBezTo>
                  <a:pt x="425398" y="39390"/>
                  <a:pt x="428063" y="39006"/>
                  <a:pt x="430423" y="38239"/>
                </a:cubicBezTo>
                <a:cubicBezTo>
                  <a:pt x="432784" y="37470"/>
                  <a:pt x="434785" y="36364"/>
                  <a:pt x="436426" y="34919"/>
                </a:cubicBezTo>
                <a:cubicBezTo>
                  <a:pt x="438067" y="33473"/>
                  <a:pt x="439326" y="31746"/>
                  <a:pt x="440203" y="29736"/>
                </a:cubicBezTo>
                <a:cubicBezTo>
                  <a:pt x="441080" y="27725"/>
                  <a:pt x="441518" y="25478"/>
                  <a:pt x="441518" y="22994"/>
                </a:cubicBezTo>
                <a:cubicBezTo>
                  <a:pt x="441518" y="21186"/>
                  <a:pt x="441226" y="19459"/>
                  <a:pt x="440642" y="17811"/>
                </a:cubicBezTo>
                <a:cubicBezTo>
                  <a:pt x="440057" y="16161"/>
                  <a:pt x="439180" y="14727"/>
                  <a:pt x="438011" y="13509"/>
                </a:cubicBezTo>
                <a:cubicBezTo>
                  <a:pt x="436842" y="12289"/>
                  <a:pt x="435347" y="11329"/>
                  <a:pt x="433526" y="10629"/>
                </a:cubicBezTo>
                <a:cubicBezTo>
                  <a:pt x="431705" y="9928"/>
                  <a:pt x="429603" y="9578"/>
                  <a:pt x="427219" y="9578"/>
                </a:cubicBezTo>
                <a:cubicBezTo>
                  <a:pt x="424611" y="9578"/>
                  <a:pt x="422217" y="9971"/>
                  <a:pt x="420036" y="10758"/>
                </a:cubicBezTo>
                <a:cubicBezTo>
                  <a:pt x="417855" y="11545"/>
                  <a:pt x="415911" y="12388"/>
                  <a:pt x="414202" y="13287"/>
                </a:cubicBezTo>
                <a:cubicBezTo>
                  <a:pt x="412493" y="14187"/>
                  <a:pt x="411077" y="15030"/>
                  <a:pt x="409953" y="15817"/>
                </a:cubicBezTo>
                <a:cubicBezTo>
                  <a:pt x="408829" y="16603"/>
                  <a:pt x="408042" y="16997"/>
                  <a:pt x="407592" y="16997"/>
                </a:cubicBezTo>
                <a:cubicBezTo>
                  <a:pt x="407277" y="16997"/>
                  <a:pt x="406996" y="16941"/>
                  <a:pt x="406749" y="16828"/>
                </a:cubicBezTo>
                <a:cubicBezTo>
                  <a:pt x="406502" y="16716"/>
                  <a:pt x="406299" y="16491"/>
                  <a:pt x="406142" y="16154"/>
                </a:cubicBezTo>
                <a:cubicBezTo>
                  <a:pt x="405984" y="15817"/>
                  <a:pt x="405872" y="15344"/>
                  <a:pt x="405805" y="14737"/>
                </a:cubicBezTo>
                <a:cubicBezTo>
                  <a:pt x="405737" y="14130"/>
                  <a:pt x="405703" y="13332"/>
                  <a:pt x="405703" y="12343"/>
                </a:cubicBezTo>
                <a:cubicBezTo>
                  <a:pt x="405703" y="11669"/>
                  <a:pt x="405726" y="11073"/>
                  <a:pt x="405771" y="10556"/>
                </a:cubicBezTo>
                <a:cubicBezTo>
                  <a:pt x="405816" y="10039"/>
                  <a:pt x="405906" y="9589"/>
                  <a:pt x="406041" y="9207"/>
                </a:cubicBezTo>
                <a:cubicBezTo>
                  <a:pt x="406176" y="8824"/>
                  <a:pt x="406333" y="8476"/>
                  <a:pt x="406513" y="8161"/>
                </a:cubicBezTo>
                <a:cubicBezTo>
                  <a:pt x="406693" y="7846"/>
                  <a:pt x="406996" y="7476"/>
                  <a:pt x="407423" y="7048"/>
                </a:cubicBezTo>
                <a:cubicBezTo>
                  <a:pt x="407851" y="6621"/>
                  <a:pt x="408716" y="6003"/>
                  <a:pt x="410020" y="5194"/>
                </a:cubicBezTo>
                <a:cubicBezTo>
                  <a:pt x="411324" y="4384"/>
                  <a:pt x="412932" y="3586"/>
                  <a:pt x="414843" y="2799"/>
                </a:cubicBezTo>
                <a:cubicBezTo>
                  <a:pt x="416754" y="2012"/>
                  <a:pt x="418957" y="1349"/>
                  <a:pt x="421453" y="809"/>
                </a:cubicBezTo>
                <a:cubicBezTo>
                  <a:pt x="423948" y="270"/>
                  <a:pt x="426635" y="0"/>
                  <a:pt x="429513" y="0"/>
                </a:cubicBezTo>
                <a:cubicBezTo>
                  <a:pt x="433560" y="0"/>
                  <a:pt x="437112" y="519"/>
                  <a:pt x="440169" y="1558"/>
                </a:cubicBezTo>
                <a:cubicBezTo>
                  <a:pt x="443227" y="2595"/>
                  <a:pt x="445779" y="4060"/>
                  <a:pt x="447825" y="5954"/>
                </a:cubicBezTo>
                <a:cubicBezTo>
                  <a:pt x="449871" y="7849"/>
                  <a:pt x="451400" y="10115"/>
                  <a:pt x="452411" y="12754"/>
                </a:cubicBezTo>
                <a:cubicBezTo>
                  <a:pt x="453423" y="15393"/>
                  <a:pt x="453929" y="18314"/>
                  <a:pt x="453929" y="21516"/>
                </a:cubicBezTo>
                <a:cubicBezTo>
                  <a:pt x="453929" y="24267"/>
                  <a:pt x="453569" y="26828"/>
                  <a:pt x="452850" y="29197"/>
                </a:cubicBezTo>
                <a:cubicBezTo>
                  <a:pt x="452130" y="31564"/>
                  <a:pt x="451074" y="33662"/>
                  <a:pt x="449680" y="35488"/>
                </a:cubicBezTo>
                <a:cubicBezTo>
                  <a:pt x="448286" y="37315"/>
                  <a:pt x="446577" y="38871"/>
                  <a:pt x="444554" y="40157"/>
                </a:cubicBezTo>
                <a:cubicBezTo>
                  <a:pt x="442530" y="41443"/>
                  <a:pt x="440192" y="42334"/>
                  <a:pt x="437539" y="42830"/>
                </a:cubicBezTo>
                <a:lnTo>
                  <a:pt x="437539" y="42964"/>
                </a:lnTo>
                <a:cubicBezTo>
                  <a:pt x="440552" y="43279"/>
                  <a:pt x="443306" y="44032"/>
                  <a:pt x="445801" y="45224"/>
                </a:cubicBezTo>
                <a:cubicBezTo>
                  <a:pt x="448297" y="46416"/>
                  <a:pt x="450444" y="47911"/>
                  <a:pt x="452243" y="49709"/>
                </a:cubicBezTo>
                <a:cubicBezTo>
                  <a:pt x="454041" y="51508"/>
                  <a:pt x="455446" y="53610"/>
                  <a:pt x="456458" y="56016"/>
                </a:cubicBezTo>
                <a:cubicBezTo>
                  <a:pt x="457470" y="58421"/>
                  <a:pt x="457976" y="60996"/>
                  <a:pt x="457976" y="63739"/>
                </a:cubicBezTo>
                <a:close/>
                <a:moveTo>
                  <a:pt x="654790" y="66266"/>
                </a:moveTo>
                <a:cubicBezTo>
                  <a:pt x="654790" y="70048"/>
                  <a:pt x="654116" y="73415"/>
                  <a:pt x="652767" y="76364"/>
                </a:cubicBezTo>
                <a:cubicBezTo>
                  <a:pt x="651418" y="79313"/>
                  <a:pt x="649473" y="81802"/>
                  <a:pt x="646933" y="83830"/>
                </a:cubicBezTo>
                <a:cubicBezTo>
                  <a:pt x="644392" y="85856"/>
                  <a:pt x="641256" y="87387"/>
                  <a:pt x="637524" y="88422"/>
                </a:cubicBezTo>
                <a:cubicBezTo>
                  <a:pt x="633791" y="89458"/>
                  <a:pt x="629520" y="89976"/>
                  <a:pt x="624708" y="89976"/>
                </a:cubicBezTo>
                <a:cubicBezTo>
                  <a:pt x="620212" y="89976"/>
                  <a:pt x="616187" y="89503"/>
                  <a:pt x="612635" y="88557"/>
                </a:cubicBezTo>
                <a:cubicBezTo>
                  <a:pt x="609083" y="87612"/>
                  <a:pt x="606070" y="86216"/>
                  <a:pt x="603597" y="84369"/>
                </a:cubicBezTo>
                <a:cubicBezTo>
                  <a:pt x="601124" y="82523"/>
                  <a:pt x="599235" y="80249"/>
                  <a:pt x="597931" y="77546"/>
                </a:cubicBezTo>
                <a:cubicBezTo>
                  <a:pt x="596627" y="74844"/>
                  <a:pt x="595975" y="71760"/>
                  <a:pt x="595975" y="68293"/>
                </a:cubicBezTo>
                <a:cubicBezTo>
                  <a:pt x="595975" y="65546"/>
                  <a:pt x="596425" y="63025"/>
                  <a:pt x="597324" y="60729"/>
                </a:cubicBezTo>
                <a:cubicBezTo>
                  <a:pt x="598224" y="58431"/>
                  <a:pt x="599516" y="56314"/>
                  <a:pt x="601203" y="54378"/>
                </a:cubicBezTo>
                <a:cubicBezTo>
                  <a:pt x="602889" y="52442"/>
                  <a:pt x="604969" y="50629"/>
                  <a:pt x="607442" y="48940"/>
                </a:cubicBezTo>
                <a:cubicBezTo>
                  <a:pt x="609915" y="47251"/>
                  <a:pt x="612703" y="45641"/>
                  <a:pt x="615805" y="44109"/>
                </a:cubicBezTo>
                <a:cubicBezTo>
                  <a:pt x="613107" y="42714"/>
                  <a:pt x="610724" y="41240"/>
                  <a:pt x="608656" y="39687"/>
                </a:cubicBezTo>
                <a:cubicBezTo>
                  <a:pt x="606587" y="38133"/>
                  <a:pt x="604834" y="36444"/>
                  <a:pt x="603395" y="34620"/>
                </a:cubicBezTo>
                <a:cubicBezTo>
                  <a:pt x="601956" y="32796"/>
                  <a:pt x="600865" y="30848"/>
                  <a:pt x="600124" y="28777"/>
                </a:cubicBezTo>
                <a:cubicBezTo>
                  <a:pt x="599382" y="26705"/>
                  <a:pt x="599011" y="24453"/>
                  <a:pt x="599011" y="22022"/>
                </a:cubicBezTo>
                <a:cubicBezTo>
                  <a:pt x="599011" y="18959"/>
                  <a:pt x="599561" y="16088"/>
                  <a:pt x="600663" y="13410"/>
                </a:cubicBezTo>
                <a:cubicBezTo>
                  <a:pt x="601765" y="10730"/>
                  <a:pt x="603428" y="8399"/>
                  <a:pt x="605654" y="6418"/>
                </a:cubicBezTo>
                <a:cubicBezTo>
                  <a:pt x="607880" y="4435"/>
                  <a:pt x="610713" y="2870"/>
                  <a:pt x="614153" y="1722"/>
                </a:cubicBezTo>
                <a:cubicBezTo>
                  <a:pt x="617593" y="574"/>
                  <a:pt x="621606" y="0"/>
                  <a:pt x="626192" y="0"/>
                </a:cubicBezTo>
                <a:cubicBezTo>
                  <a:pt x="630599" y="0"/>
                  <a:pt x="634410" y="529"/>
                  <a:pt x="637625" y="1587"/>
                </a:cubicBezTo>
                <a:cubicBezTo>
                  <a:pt x="640840" y="2645"/>
                  <a:pt x="643493" y="4086"/>
                  <a:pt x="645584" y="5910"/>
                </a:cubicBezTo>
                <a:cubicBezTo>
                  <a:pt x="647674" y="7734"/>
                  <a:pt x="649215" y="9885"/>
                  <a:pt x="650204" y="12362"/>
                </a:cubicBezTo>
                <a:cubicBezTo>
                  <a:pt x="651193" y="14838"/>
                  <a:pt x="651688" y="17494"/>
                  <a:pt x="651688" y="20331"/>
                </a:cubicBezTo>
                <a:cubicBezTo>
                  <a:pt x="651688" y="22629"/>
                  <a:pt x="651317" y="24836"/>
                  <a:pt x="650575" y="26952"/>
                </a:cubicBezTo>
                <a:cubicBezTo>
                  <a:pt x="649833" y="29068"/>
                  <a:pt x="648742" y="31072"/>
                  <a:pt x="647303" y="32963"/>
                </a:cubicBezTo>
                <a:cubicBezTo>
                  <a:pt x="645865" y="34855"/>
                  <a:pt x="644100" y="36622"/>
                  <a:pt x="642009" y="38266"/>
                </a:cubicBezTo>
                <a:cubicBezTo>
                  <a:pt x="639918" y="39910"/>
                  <a:pt x="637524" y="41453"/>
                  <a:pt x="634826" y="42895"/>
                </a:cubicBezTo>
                <a:cubicBezTo>
                  <a:pt x="638018" y="44470"/>
                  <a:pt x="640862" y="46091"/>
                  <a:pt x="643358" y="47758"/>
                </a:cubicBezTo>
                <a:cubicBezTo>
                  <a:pt x="645853" y="49424"/>
                  <a:pt x="647944" y="51214"/>
                  <a:pt x="649630" y="53128"/>
                </a:cubicBezTo>
                <a:cubicBezTo>
                  <a:pt x="651317" y="55042"/>
                  <a:pt x="652598" y="57068"/>
                  <a:pt x="653475" y="59207"/>
                </a:cubicBezTo>
                <a:cubicBezTo>
                  <a:pt x="654352" y="61346"/>
                  <a:pt x="654790" y="63698"/>
                  <a:pt x="654790" y="66266"/>
                </a:cubicBezTo>
                <a:moveTo>
                  <a:pt x="640221" y="21404"/>
                </a:moveTo>
                <a:cubicBezTo>
                  <a:pt x="640221" y="19513"/>
                  <a:pt x="639895" y="17801"/>
                  <a:pt x="639243" y="16270"/>
                </a:cubicBezTo>
                <a:cubicBezTo>
                  <a:pt x="638591" y="14738"/>
                  <a:pt x="637636" y="13432"/>
                  <a:pt x="636377" y="12351"/>
                </a:cubicBezTo>
                <a:cubicBezTo>
                  <a:pt x="635118" y="11269"/>
                  <a:pt x="633555" y="10447"/>
                  <a:pt x="631689" y="9883"/>
                </a:cubicBezTo>
                <a:cubicBezTo>
                  <a:pt x="629823" y="9320"/>
                  <a:pt x="627699" y="9038"/>
                  <a:pt x="625315" y="9038"/>
                </a:cubicBezTo>
                <a:cubicBezTo>
                  <a:pt x="620459" y="9038"/>
                  <a:pt x="616783" y="10142"/>
                  <a:pt x="614288" y="12349"/>
                </a:cubicBezTo>
                <a:cubicBezTo>
                  <a:pt x="611792" y="14557"/>
                  <a:pt x="610544" y="17575"/>
                  <a:pt x="610544" y="21404"/>
                </a:cubicBezTo>
                <a:cubicBezTo>
                  <a:pt x="610544" y="23162"/>
                  <a:pt x="610848" y="24796"/>
                  <a:pt x="611455" y="26305"/>
                </a:cubicBezTo>
                <a:cubicBezTo>
                  <a:pt x="612062" y="27814"/>
                  <a:pt x="613006" y="29244"/>
                  <a:pt x="614288" y="30596"/>
                </a:cubicBezTo>
                <a:cubicBezTo>
                  <a:pt x="615569" y="31948"/>
                  <a:pt x="617188" y="33266"/>
                  <a:pt x="619144" y="34550"/>
                </a:cubicBezTo>
                <a:cubicBezTo>
                  <a:pt x="621100" y="35833"/>
                  <a:pt x="623427" y="37173"/>
                  <a:pt x="626125" y="38570"/>
                </a:cubicBezTo>
                <a:cubicBezTo>
                  <a:pt x="630666" y="36227"/>
                  <a:pt x="634151" y="33637"/>
                  <a:pt x="636579" y="30799"/>
                </a:cubicBezTo>
                <a:cubicBezTo>
                  <a:pt x="639007" y="27960"/>
                  <a:pt x="640221" y="24829"/>
                  <a:pt x="640221" y="21404"/>
                </a:cubicBezTo>
                <a:moveTo>
                  <a:pt x="643054" y="67490"/>
                </a:moveTo>
                <a:cubicBezTo>
                  <a:pt x="643054" y="65418"/>
                  <a:pt x="642672" y="63537"/>
                  <a:pt x="641908" y="61848"/>
                </a:cubicBezTo>
                <a:cubicBezTo>
                  <a:pt x="641143" y="60159"/>
                  <a:pt x="639985" y="58582"/>
                  <a:pt x="638434" y="57118"/>
                </a:cubicBezTo>
                <a:cubicBezTo>
                  <a:pt x="636883" y="55654"/>
                  <a:pt x="634949" y="54235"/>
                  <a:pt x="632634" y="52860"/>
                </a:cubicBezTo>
                <a:cubicBezTo>
                  <a:pt x="630318" y="51486"/>
                  <a:pt x="627631" y="50056"/>
                  <a:pt x="624573" y="48569"/>
                </a:cubicBezTo>
                <a:cubicBezTo>
                  <a:pt x="621741" y="49966"/>
                  <a:pt x="619256" y="51362"/>
                  <a:pt x="617120" y="52759"/>
                </a:cubicBezTo>
                <a:cubicBezTo>
                  <a:pt x="614985" y="54156"/>
                  <a:pt x="613231" y="55598"/>
                  <a:pt x="611859" y="57084"/>
                </a:cubicBezTo>
                <a:cubicBezTo>
                  <a:pt x="610488" y="58571"/>
                  <a:pt x="609454" y="60136"/>
                  <a:pt x="608757" y="61780"/>
                </a:cubicBezTo>
                <a:cubicBezTo>
                  <a:pt x="608060" y="63424"/>
                  <a:pt x="607711" y="65238"/>
                  <a:pt x="607711" y="67221"/>
                </a:cubicBezTo>
                <a:cubicBezTo>
                  <a:pt x="607711" y="71591"/>
                  <a:pt x="609207" y="74969"/>
                  <a:pt x="612197" y="77357"/>
                </a:cubicBezTo>
                <a:cubicBezTo>
                  <a:pt x="615187" y="79744"/>
                  <a:pt x="619650" y="80938"/>
                  <a:pt x="625585" y="80938"/>
                </a:cubicBezTo>
                <a:cubicBezTo>
                  <a:pt x="631341" y="80938"/>
                  <a:pt x="635691" y="79733"/>
                  <a:pt x="638636" y="77323"/>
                </a:cubicBezTo>
                <a:cubicBezTo>
                  <a:pt x="641582" y="74913"/>
                  <a:pt x="643054" y="71636"/>
                  <a:pt x="643054" y="67490"/>
                </a:cubicBezTo>
                <a:close/>
                <a:moveTo>
                  <a:pt x="722350" y="60636"/>
                </a:moveTo>
                <a:cubicBezTo>
                  <a:pt x="722350" y="65312"/>
                  <a:pt x="721563" y="69472"/>
                  <a:pt x="719989" y="73114"/>
                </a:cubicBezTo>
                <a:cubicBezTo>
                  <a:pt x="718415" y="76756"/>
                  <a:pt x="716189" y="79825"/>
                  <a:pt x="713312" y="82320"/>
                </a:cubicBezTo>
                <a:cubicBezTo>
                  <a:pt x="710434" y="84816"/>
                  <a:pt x="707005" y="86716"/>
                  <a:pt x="703026" y="88020"/>
                </a:cubicBezTo>
                <a:cubicBezTo>
                  <a:pt x="699046" y="89324"/>
                  <a:pt x="694629" y="89976"/>
                  <a:pt x="689772" y="89976"/>
                </a:cubicBezTo>
                <a:cubicBezTo>
                  <a:pt x="687074" y="89976"/>
                  <a:pt x="684511" y="89785"/>
                  <a:pt x="682083" y="89403"/>
                </a:cubicBezTo>
                <a:cubicBezTo>
                  <a:pt x="679655" y="89020"/>
                  <a:pt x="677497" y="88548"/>
                  <a:pt x="675608" y="87986"/>
                </a:cubicBezTo>
                <a:cubicBezTo>
                  <a:pt x="673720" y="87424"/>
                  <a:pt x="672168" y="86873"/>
                  <a:pt x="670954" y="86334"/>
                </a:cubicBezTo>
                <a:cubicBezTo>
                  <a:pt x="669740" y="85794"/>
                  <a:pt x="668964" y="85367"/>
                  <a:pt x="668627" y="85052"/>
                </a:cubicBezTo>
                <a:cubicBezTo>
                  <a:pt x="668290" y="84737"/>
                  <a:pt x="668054" y="84445"/>
                  <a:pt x="667919" y="84175"/>
                </a:cubicBezTo>
                <a:cubicBezTo>
                  <a:pt x="667784" y="83906"/>
                  <a:pt x="667660" y="83580"/>
                  <a:pt x="667548" y="83197"/>
                </a:cubicBezTo>
                <a:cubicBezTo>
                  <a:pt x="667436" y="82815"/>
                  <a:pt x="667357" y="82332"/>
                  <a:pt x="667312" y="81747"/>
                </a:cubicBezTo>
                <a:cubicBezTo>
                  <a:pt x="667267" y="81163"/>
                  <a:pt x="667245" y="80466"/>
                  <a:pt x="667245" y="79656"/>
                </a:cubicBezTo>
                <a:cubicBezTo>
                  <a:pt x="667245" y="78892"/>
                  <a:pt x="667278" y="78206"/>
                  <a:pt x="667346" y="77599"/>
                </a:cubicBezTo>
                <a:cubicBezTo>
                  <a:pt x="667413" y="76992"/>
                  <a:pt x="667537" y="76497"/>
                  <a:pt x="667717" y="76115"/>
                </a:cubicBezTo>
                <a:cubicBezTo>
                  <a:pt x="667897" y="75733"/>
                  <a:pt x="668110" y="75452"/>
                  <a:pt x="668357" y="75272"/>
                </a:cubicBezTo>
                <a:cubicBezTo>
                  <a:pt x="668605" y="75092"/>
                  <a:pt x="668886" y="75002"/>
                  <a:pt x="669201" y="75002"/>
                </a:cubicBezTo>
                <a:cubicBezTo>
                  <a:pt x="669650" y="75002"/>
                  <a:pt x="670347" y="75283"/>
                  <a:pt x="671291" y="75845"/>
                </a:cubicBezTo>
                <a:cubicBezTo>
                  <a:pt x="672236" y="76408"/>
                  <a:pt x="673506" y="77015"/>
                  <a:pt x="675102" y="77667"/>
                </a:cubicBezTo>
                <a:cubicBezTo>
                  <a:pt x="676699" y="78319"/>
                  <a:pt x="678677" y="78937"/>
                  <a:pt x="681038" y="79521"/>
                </a:cubicBezTo>
                <a:cubicBezTo>
                  <a:pt x="683398" y="80106"/>
                  <a:pt x="686197" y="80398"/>
                  <a:pt x="689435" y="80398"/>
                </a:cubicBezTo>
                <a:cubicBezTo>
                  <a:pt x="692448" y="80398"/>
                  <a:pt x="695213" y="80038"/>
                  <a:pt x="697731" y="79319"/>
                </a:cubicBezTo>
                <a:cubicBezTo>
                  <a:pt x="700249" y="78600"/>
                  <a:pt x="702419" y="77475"/>
                  <a:pt x="704240" y="75947"/>
                </a:cubicBezTo>
                <a:cubicBezTo>
                  <a:pt x="706061" y="74418"/>
                  <a:pt x="707489" y="72496"/>
                  <a:pt x="708523" y="70180"/>
                </a:cubicBezTo>
                <a:cubicBezTo>
                  <a:pt x="709557" y="67864"/>
                  <a:pt x="710074" y="65043"/>
                  <a:pt x="710074" y="61715"/>
                </a:cubicBezTo>
                <a:cubicBezTo>
                  <a:pt x="710074" y="58927"/>
                  <a:pt x="709636" y="56465"/>
                  <a:pt x="708759" y="54329"/>
                </a:cubicBezTo>
                <a:cubicBezTo>
                  <a:pt x="707882" y="52194"/>
                  <a:pt x="706533" y="50418"/>
                  <a:pt x="704712" y="49001"/>
                </a:cubicBezTo>
                <a:cubicBezTo>
                  <a:pt x="702891" y="47585"/>
                  <a:pt x="700586" y="46528"/>
                  <a:pt x="697799" y="45831"/>
                </a:cubicBezTo>
                <a:cubicBezTo>
                  <a:pt x="695011" y="45134"/>
                  <a:pt x="691683" y="44786"/>
                  <a:pt x="687816" y="44786"/>
                </a:cubicBezTo>
                <a:cubicBezTo>
                  <a:pt x="685073" y="44786"/>
                  <a:pt x="682713" y="44920"/>
                  <a:pt x="680734" y="45190"/>
                </a:cubicBezTo>
                <a:cubicBezTo>
                  <a:pt x="678756" y="45460"/>
                  <a:pt x="676912" y="45595"/>
                  <a:pt x="675203" y="45595"/>
                </a:cubicBezTo>
                <a:cubicBezTo>
                  <a:pt x="673944" y="45595"/>
                  <a:pt x="673045" y="45303"/>
                  <a:pt x="672506" y="44718"/>
                </a:cubicBezTo>
                <a:cubicBezTo>
                  <a:pt x="671966" y="44132"/>
                  <a:pt x="671696" y="43006"/>
                  <a:pt x="671696" y="41339"/>
                </a:cubicBezTo>
                <a:lnTo>
                  <a:pt x="671696" y="5739"/>
                </a:lnTo>
                <a:cubicBezTo>
                  <a:pt x="671696" y="4254"/>
                  <a:pt x="672045" y="3151"/>
                  <a:pt x="672742" y="2430"/>
                </a:cubicBezTo>
                <a:cubicBezTo>
                  <a:pt x="673439" y="1709"/>
                  <a:pt x="674439" y="1349"/>
                  <a:pt x="675743" y="1349"/>
                </a:cubicBezTo>
                <a:lnTo>
                  <a:pt x="714391" y="1349"/>
                </a:lnTo>
                <a:cubicBezTo>
                  <a:pt x="714751" y="1349"/>
                  <a:pt x="715099" y="1450"/>
                  <a:pt x="715436" y="1652"/>
                </a:cubicBezTo>
                <a:cubicBezTo>
                  <a:pt x="715774" y="1855"/>
                  <a:pt x="716055" y="2158"/>
                  <a:pt x="716279" y="2563"/>
                </a:cubicBezTo>
                <a:cubicBezTo>
                  <a:pt x="716504" y="2968"/>
                  <a:pt x="716673" y="3485"/>
                  <a:pt x="716785" y="4114"/>
                </a:cubicBezTo>
                <a:cubicBezTo>
                  <a:pt x="716898" y="4744"/>
                  <a:pt x="716954" y="5486"/>
                  <a:pt x="716954" y="6340"/>
                </a:cubicBezTo>
                <a:cubicBezTo>
                  <a:pt x="716954" y="7959"/>
                  <a:pt x="716729" y="9218"/>
                  <a:pt x="716279" y="10117"/>
                </a:cubicBezTo>
                <a:cubicBezTo>
                  <a:pt x="715830" y="11017"/>
                  <a:pt x="715200" y="11466"/>
                  <a:pt x="714391" y="11466"/>
                </a:cubicBezTo>
                <a:lnTo>
                  <a:pt x="681813" y="11466"/>
                </a:lnTo>
                <a:lnTo>
                  <a:pt x="681813" y="36017"/>
                </a:lnTo>
                <a:cubicBezTo>
                  <a:pt x="683387" y="35792"/>
                  <a:pt x="684995" y="35658"/>
                  <a:pt x="686636" y="35613"/>
                </a:cubicBezTo>
                <a:cubicBezTo>
                  <a:pt x="688277" y="35568"/>
                  <a:pt x="690177" y="35545"/>
                  <a:pt x="692335" y="35545"/>
                </a:cubicBezTo>
                <a:cubicBezTo>
                  <a:pt x="697326" y="35545"/>
                  <a:pt x="701688" y="36141"/>
                  <a:pt x="705420" y="37333"/>
                </a:cubicBezTo>
                <a:cubicBezTo>
                  <a:pt x="709152" y="38524"/>
                  <a:pt x="712266" y="40210"/>
                  <a:pt x="714762" y="42391"/>
                </a:cubicBezTo>
                <a:cubicBezTo>
                  <a:pt x="717257" y="44572"/>
                  <a:pt x="719146" y="47214"/>
                  <a:pt x="720427" y="50316"/>
                </a:cubicBezTo>
                <a:cubicBezTo>
                  <a:pt x="721709" y="53419"/>
                  <a:pt x="722350" y="56859"/>
                  <a:pt x="722350" y="60636"/>
                </a:cubicBezTo>
                <a:close/>
                <a:moveTo>
                  <a:pt x="795643" y="44786"/>
                </a:moveTo>
                <a:cubicBezTo>
                  <a:pt x="795643" y="51495"/>
                  <a:pt x="795114" y="57620"/>
                  <a:pt x="794058" y="63159"/>
                </a:cubicBezTo>
                <a:cubicBezTo>
                  <a:pt x="793001" y="68698"/>
                  <a:pt x="791247" y="73460"/>
                  <a:pt x="788797" y="77445"/>
                </a:cubicBezTo>
                <a:cubicBezTo>
                  <a:pt x="786346" y="81430"/>
                  <a:pt x="783142" y="84515"/>
                  <a:pt x="779185" y="86700"/>
                </a:cubicBezTo>
                <a:cubicBezTo>
                  <a:pt x="775229" y="88884"/>
                  <a:pt x="770350" y="89976"/>
                  <a:pt x="764549" y="89976"/>
                </a:cubicBezTo>
                <a:cubicBezTo>
                  <a:pt x="759063" y="89976"/>
                  <a:pt x="754443" y="88996"/>
                  <a:pt x="750689" y="87038"/>
                </a:cubicBezTo>
                <a:cubicBezTo>
                  <a:pt x="746934" y="85079"/>
                  <a:pt x="743910" y="82197"/>
                  <a:pt x="741617" y="78392"/>
                </a:cubicBezTo>
                <a:cubicBezTo>
                  <a:pt x="739324" y="74586"/>
                  <a:pt x="737694" y="69903"/>
                  <a:pt x="736727" y="64341"/>
                </a:cubicBezTo>
                <a:cubicBezTo>
                  <a:pt x="735760" y="58780"/>
                  <a:pt x="735277" y="52396"/>
                  <a:pt x="735277" y="45190"/>
                </a:cubicBezTo>
                <a:cubicBezTo>
                  <a:pt x="735277" y="38526"/>
                  <a:pt x="735816" y="32412"/>
                  <a:pt x="736895" y="26851"/>
                </a:cubicBezTo>
                <a:cubicBezTo>
                  <a:pt x="737975" y="21289"/>
                  <a:pt x="739728" y="16516"/>
                  <a:pt x="742156" y="12531"/>
                </a:cubicBezTo>
                <a:cubicBezTo>
                  <a:pt x="744585" y="8546"/>
                  <a:pt x="747777" y="5461"/>
                  <a:pt x="751734" y="3278"/>
                </a:cubicBezTo>
                <a:cubicBezTo>
                  <a:pt x="755691" y="1093"/>
                  <a:pt x="760547" y="0"/>
                  <a:pt x="766303" y="0"/>
                </a:cubicBezTo>
                <a:cubicBezTo>
                  <a:pt x="771834" y="0"/>
                  <a:pt x="776476" y="979"/>
                  <a:pt x="780231" y="2938"/>
                </a:cubicBezTo>
                <a:cubicBezTo>
                  <a:pt x="783986" y="4897"/>
                  <a:pt x="787009" y="7779"/>
                  <a:pt x="789303" y="11584"/>
                </a:cubicBezTo>
                <a:cubicBezTo>
                  <a:pt x="791596" y="15389"/>
                  <a:pt x="793226" y="20073"/>
                  <a:pt x="794193" y="25635"/>
                </a:cubicBezTo>
                <a:cubicBezTo>
                  <a:pt x="795159" y="31196"/>
                  <a:pt x="795643" y="37580"/>
                  <a:pt x="795643" y="44786"/>
                </a:cubicBezTo>
                <a:moveTo>
                  <a:pt x="783772" y="45597"/>
                </a:moveTo>
                <a:cubicBezTo>
                  <a:pt x="783772" y="41227"/>
                  <a:pt x="783615" y="37307"/>
                  <a:pt x="783300" y="33838"/>
                </a:cubicBezTo>
                <a:cubicBezTo>
                  <a:pt x="782985" y="30369"/>
                  <a:pt x="782524" y="27305"/>
                  <a:pt x="781917" y="24648"/>
                </a:cubicBezTo>
                <a:cubicBezTo>
                  <a:pt x="781310" y="21990"/>
                  <a:pt x="780523" y="19703"/>
                  <a:pt x="779556" y="17789"/>
                </a:cubicBezTo>
                <a:cubicBezTo>
                  <a:pt x="778590" y="15874"/>
                  <a:pt x="777432" y="14298"/>
                  <a:pt x="776083" y="13060"/>
                </a:cubicBezTo>
                <a:cubicBezTo>
                  <a:pt x="774734" y="11820"/>
                  <a:pt x="773194" y="10919"/>
                  <a:pt x="771463" y="10355"/>
                </a:cubicBezTo>
                <a:cubicBezTo>
                  <a:pt x="769732" y="9792"/>
                  <a:pt x="767787" y="9510"/>
                  <a:pt x="765628" y="9510"/>
                </a:cubicBezTo>
                <a:cubicBezTo>
                  <a:pt x="761806" y="9510"/>
                  <a:pt x="758704" y="10412"/>
                  <a:pt x="756321" y="12214"/>
                </a:cubicBezTo>
                <a:cubicBezTo>
                  <a:pt x="753937" y="14016"/>
                  <a:pt x="752060" y="16493"/>
                  <a:pt x="750689" y="19646"/>
                </a:cubicBezTo>
                <a:cubicBezTo>
                  <a:pt x="749317" y="22800"/>
                  <a:pt x="748384" y="26494"/>
                  <a:pt x="747890" y="30729"/>
                </a:cubicBezTo>
                <a:cubicBezTo>
                  <a:pt x="747395" y="34964"/>
                  <a:pt x="747148" y="39514"/>
                  <a:pt x="747148" y="44379"/>
                </a:cubicBezTo>
                <a:cubicBezTo>
                  <a:pt x="747148" y="50911"/>
                  <a:pt x="747485" y="56465"/>
                  <a:pt x="748159" y="61038"/>
                </a:cubicBezTo>
                <a:cubicBezTo>
                  <a:pt x="748834" y="65611"/>
                  <a:pt x="749902" y="69339"/>
                  <a:pt x="751363" y="72222"/>
                </a:cubicBezTo>
                <a:cubicBezTo>
                  <a:pt x="752825" y="75104"/>
                  <a:pt x="754691" y="77199"/>
                  <a:pt x="756961" y="78505"/>
                </a:cubicBezTo>
                <a:cubicBezTo>
                  <a:pt x="759232" y="79812"/>
                  <a:pt x="761986" y="80466"/>
                  <a:pt x="765224" y="80466"/>
                </a:cubicBezTo>
                <a:cubicBezTo>
                  <a:pt x="767742" y="80466"/>
                  <a:pt x="769956" y="80060"/>
                  <a:pt x="771867" y="79249"/>
                </a:cubicBezTo>
                <a:cubicBezTo>
                  <a:pt x="773778" y="78439"/>
                  <a:pt x="775420" y="77279"/>
                  <a:pt x="776791" y="75770"/>
                </a:cubicBezTo>
                <a:cubicBezTo>
                  <a:pt x="778163" y="74260"/>
                  <a:pt x="779298" y="72447"/>
                  <a:pt x="780197" y="70329"/>
                </a:cubicBezTo>
                <a:cubicBezTo>
                  <a:pt x="781097" y="68212"/>
                  <a:pt x="781816" y="65869"/>
                  <a:pt x="782356" y="63302"/>
                </a:cubicBezTo>
                <a:cubicBezTo>
                  <a:pt x="782895" y="60734"/>
                  <a:pt x="783266" y="57951"/>
                  <a:pt x="783468" y="54955"/>
                </a:cubicBezTo>
                <a:cubicBezTo>
                  <a:pt x="783671" y="51960"/>
                  <a:pt x="783772" y="48840"/>
                  <a:pt x="783772" y="45597"/>
                </a:cubicBezTo>
                <a:close/>
                <a:moveTo>
                  <a:pt x="987680" y="6340"/>
                </a:moveTo>
                <a:cubicBezTo>
                  <a:pt x="987680" y="7150"/>
                  <a:pt x="987646" y="7880"/>
                  <a:pt x="987579" y="8532"/>
                </a:cubicBezTo>
                <a:cubicBezTo>
                  <a:pt x="987511" y="9184"/>
                  <a:pt x="987421" y="9814"/>
                  <a:pt x="987309" y="10421"/>
                </a:cubicBezTo>
                <a:cubicBezTo>
                  <a:pt x="987196" y="11028"/>
                  <a:pt x="987039" y="11612"/>
                  <a:pt x="986837" y="12174"/>
                </a:cubicBezTo>
                <a:cubicBezTo>
                  <a:pt x="986634" y="12736"/>
                  <a:pt x="986398" y="13332"/>
                  <a:pt x="986128" y="13962"/>
                </a:cubicBezTo>
                <a:lnTo>
                  <a:pt x="954698" y="86401"/>
                </a:lnTo>
                <a:cubicBezTo>
                  <a:pt x="954473" y="86941"/>
                  <a:pt x="954192" y="87379"/>
                  <a:pt x="953854" y="87716"/>
                </a:cubicBezTo>
                <a:cubicBezTo>
                  <a:pt x="953517" y="88054"/>
                  <a:pt x="953090" y="88323"/>
                  <a:pt x="952573" y="88526"/>
                </a:cubicBezTo>
                <a:cubicBezTo>
                  <a:pt x="952056" y="88728"/>
                  <a:pt x="951393" y="88863"/>
                  <a:pt x="950583" y="88930"/>
                </a:cubicBezTo>
                <a:cubicBezTo>
                  <a:pt x="949774" y="88998"/>
                  <a:pt x="948785" y="89032"/>
                  <a:pt x="947616" y="89032"/>
                </a:cubicBezTo>
                <a:cubicBezTo>
                  <a:pt x="946087" y="89032"/>
                  <a:pt x="944895" y="88964"/>
                  <a:pt x="944041" y="88829"/>
                </a:cubicBezTo>
                <a:cubicBezTo>
                  <a:pt x="943186" y="88694"/>
                  <a:pt x="942568" y="88481"/>
                  <a:pt x="942186" y="88188"/>
                </a:cubicBezTo>
                <a:cubicBezTo>
                  <a:pt x="941804" y="87896"/>
                  <a:pt x="941635" y="87536"/>
                  <a:pt x="941680" y="87109"/>
                </a:cubicBezTo>
                <a:cubicBezTo>
                  <a:pt x="941725" y="86682"/>
                  <a:pt x="941882" y="86176"/>
                  <a:pt x="942152" y="85592"/>
                </a:cubicBezTo>
                <a:lnTo>
                  <a:pt x="975202" y="11534"/>
                </a:lnTo>
                <a:lnTo>
                  <a:pt x="933317" y="11534"/>
                </a:lnTo>
                <a:cubicBezTo>
                  <a:pt x="932462" y="11534"/>
                  <a:pt x="931821" y="11084"/>
                  <a:pt x="931394" y="10185"/>
                </a:cubicBezTo>
                <a:cubicBezTo>
                  <a:pt x="930967" y="9285"/>
                  <a:pt x="930753" y="8026"/>
                  <a:pt x="930753" y="6408"/>
                </a:cubicBezTo>
                <a:cubicBezTo>
                  <a:pt x="930753" y="5553"/>
                  <a:pt x="930810" y="4811"/>
                  <a:pt x="930922" y="4182"/>
                </a:cubicBezTo>
                <a:cubicBezTo>
                  <a:pt x="931035" y="3552"/>
                  <a:pt x="931203" y="3024"/>
                  <a:pt x="931428" y="2597"/>
                </a:cubicBezTo>
                <a:cubicBezTo>
                  <a:pt x="931653" y="2170"/>
                  <a:pt x="931923" y="1855"/>
                  <a:pt x="932237" y="1652"/>
                </a:cubicBezTo>
                <a:cubicBezTo>
                  <a:pt x="932552" y="1450"/>
                  <a:pt x="932912" y="1349"/>
                  <a:pt x="933317" y="1349"/>
                </a:cubicBezTo>
                <a:lnTo>
                  <a:pt x="984172" y="1349"/>
                </a:lnTo>
                <a:cubicBezTo>
                  <a:pt x="984802" y="1349"/>
                  <a:pt x="985353" y="1416"/>
                  <a:pt x="985825" y="1551"/>
                </a:cubicBezTo>
                <a:cubicBezTo>
                  <a:pt x="986297" y="1686"/>
                  <a:pt x="986657" y="1956"/>
                  <a:pt x="986904" y="2361"/>
                </a:cubicBezTo>
                <a:cubicBezTo>
                  <a:pt x="987151" y="2765"/>
                  <a:pt x="987342" y="3282"/>
                  <a:pt x="987477" y="3912"/>
                </a:cubicBezTo>
                <a:cubicBezTo>
                  <a:pt x="987612" y="4542"/>
                  <a:pt x="987680" y="5351"/>
                  <a:pt x="987680" y="6340"/>
                </a:cubicBezTo>
                <a:close/>
                <a:moveTo>
                  <a:pt x="1059286" y="44786"/>
                </a:moveTo>
                <a:cubicBezTo>
                  <a:pt x="1059286" y="51495"/>
                  <a:pt x="1058758" y="57620"/>
                  <a:pt x="1057701" y="63159"/>
                </a:cubicBezTo>
                <a:cubicBezTo>
                  <a:pt x="1056645" y="68698"/>
                  <a:pt x="1054891" y="73460"/>
                  <a:pt x="1052440" y="77445"/>
                </a:cubicBezTo>
                <a:cubicBezTo>
                  <a:pt x="1049990" y="81430"/>
                  <a:pt x="1046786" y="84515"/>
                  <a:pt x="1042829" y="86700"/>
                </a:cubicBezTo>
                <a:cubicBezTo>
                  <a:pt x="1038872" y="88884"/>
                  <a:pt x="1033993" y="89976"/>
                  <a:pt x="1028193" y="89976"/>
                </a:cubicBezTo>
                <a:cubicBezTo>
                  <a:pt x="1022707" y="89976"/>
                  <a:pt x="1018087" y="88996"/>
                  <a:pt x="1014332" y="87038"/>
                </a:cubicBezTo>
                <a:cubicBezTo>
                  <a:pt x="1010578" y="85079"/>
                  <a:pt x="1007554" y="82197"/>
                  <a:pt x="1005260" y="78392"/>
                </a:cubicBezTo>
                <a:cubicBezTo>
                  <a:pt x="1002967" y="74586"/>
                  <a:pt x="1001337" y="69903"/>
                  <a:pt x="1000370" y="64341"/>
                </a:cubicBezTo>
                <a:cubicBezTo>
                  <a:pt x="999404" y="58780"/>
                  <a:pt x="998920" y="52396"/>
                  <a:pt x="998920" y="45190"/>
                </a:cubicBezTo>
                <a:cubicBezTo>
                  <a:pt x="998920" y="38526"/>
                  <a:pt x="999460" y="32412"/>
                  <a:pt x="1000539" y="26851"/>
                </a:cubicBezTo>
                <a:cubicBezTo>
                  <a:pt x="1001618" y="21289"/>
                  <a:pt x="1003372" y="16516"/>
                  <a:pt x="1005800" y="12531"/>
                </a:cubicBezTo>
                <a:cubicBezTo>
                  <a:pt x="1008228" y="8546"/>
                  <a:pt x="1011421" y="5461"/>
                  <a:pt x="1015378" y="3278"/>
                </a:cubicBezTo>
                <a:cubicBezTo>
                  <a:pt x="1019335" y="1093"/>
                  <a:pt x="1024191" y="0"/>
                  <a:pt x="1029946" y="0"/>
                </a:cubicBezTo>
                <a:cubicBezTo>
                  <a:pt x="1035477" y="0"/>
                  <a:pt x="1040120" y="979"/>
                  <a:pt x="1043874" y="2938"/>
                </a:cubicBezTo>
                <a:cubicBezTo>
                  <a:pt x="1047629" y="4897"/>
                  <a:pt x="1050653" y="7779"/>
                  <a:pt x="1052946" y="11584"/>
                </a:cubicBezTo>
                <a:cubicBezTo>
                  <a:pt x="1055239" y="15389"/>
                  <a:pt x="1056869" y="20073"/>
                  <a:pt x="1057836" y="25635"/>
                </a:cubicBezTo>
                <a:cubicBezTo>
                  <a:pt x="1058803" y="31196"/>
                  <a:pt x="1059286" y="37580"/>
                  <a:pt x="1059286" y="44786"/>
                </a:cubicBezTo>
                <a:moveTo>
                  <a:pt x="1047415" y="45597"/>
                </a:moveTo>
                <a:cubicBezTo>
                  <a:pt x="1047415" y="41227"/>
                  <a:pt x="1047258" y="37307"/>
                  <a:pt x="1046943" y="33838"/>
                </a:cubicBezTo>
                <a:cubicBezTo>
                  <a:pt x="1046629" y="30369"/>
                  <a:pt x="1046168" y="27305"/>
                  <a:pt x="1045561" y="24648"/>
                </a:cubicBezTo>
                <a:cubicBezTo>
                  <a:pt x="1044954" y="21990"/>
                  <a:pt x="1044167" y="19703"/>
                  <a:pt x="1043200" y="17789"/>
                </a:cubicBezTo>
                <a:cubicBezTo>
                  <a:pt x="1042233" y="15874"/>
                  <a:pt x="1041075" y="14298"/>
                  <a:pt x="1039726" y="13060"/>
                </a:cubicBezTo>
                <a:cubicBezTo>
                  <a:pt x="1038377" y="11820"/>
                  <a:pt x="1036837" y="10919"/>
                  <a:pt x="1035106" y="10355"/>
                </a:cubicBezTo>
                <a:cubicBezTo>
                  <a:pt x="1033375" y="9792"/>
                  <a:pt x="1031430" y="9510"/>
                  <a:pt x="1029272" y="9510"/>
                </a:cubicBezTo>
                <a:cubicBezTo>
                  <a:pt x="1025450" y="9510"/>
                  <a:pt x="1022347" y="10412"/>
                  <a:pt x="1019964" y="12214"/>
                </a:cubicBezTo>
                <a:cubicBezTo>
                  <a:pt x="1017581" y="14016"/>
                  <a:pt x="1015704" y="16493"/>
                  <a:pt x="1014332" y="19646"/>
                </a:cubicBezTo>
                <a:cubicBezTo>
                  <a:pt x="1012961" y="22800"/>
                  <a:pt x="1012028" y="26494"/>
                  <a:pt x="1011533" y="30729"/>
                </a:cubicBezTo>
                <a:cubicBezTo>
                  <a:pt x="1011038" y="34964"/>
                  <a:pt x="1010791" y="39514"/>
                  <a:pt x="1010791" y="44379"/>
                </a:cubicBezTo>
                <a:cubicBezTo>
                  <a:pt x="1010791" y="50911"/>
                  <a:pt x="1011128" y="56465"/>
                  <a:pt x="1011803" y="61038"/>
                </a:cubicBezTo>
                <a:cubicBezTo>
                  <a:pt x="1012477" y="65611"/>
                  <a:pt x="1013545" y="69339"/>
                  <a:pt x="1015007" y="72222"/>
                </a:cubicBezTo>
                <a:cubicBezTo>
                  <a:pt x="1016468" y="75104"/>
                  <a:pt x="1018334" y="77199"/>
                  <a:pt x="1020605" y="78505"/>
                </a:cubicBezTo>
                <a:cubicBezTo>
                  <a:pt x="1022876" y="79812"/>
                  <a:pt x="1025630" y="80466"/>
                  <a:pt x="1028867" y="80466"/>
                </a:cubicBezTo>
                <a:cubicBezTo>
                  <a:pt x="1031385" y="80466"/>
                  <a:pt x="1033600" y="80060"/>
                  <a:pt x="1035511" y="79249"/>
                </a:cubicBezTo>
                <a:cubicBezTo>
                  <a:pt x="1037422" y="78439"/>
                  <a:pt x="1039063" y="77279"/>
                  <a:pt x="1040435" y="75770"/>
                </a:cubicBezTo>
                <a:cubicBezTo>
                  <a:pt x="1041806" y="74260"/>
                  <a:pt x="1042941" y="72447"/>
                  <a:pt x="1043841" y="70329"/>
                </a:cubicBezTo>
                <a:cubicBezTo>
                  <a:pt x="1044740" y="68212"/>
                  <a:pt x="1045459" y="65869"/>
                  <a:pt x="1045999" y="63302"/>
                </a:cubicBezTo>
                <a:cubicBezTo>
                  <a:pt x="1046539" y="60734"/>
                  <a:pt x="1046910" y="57951"/>
                  <a:pt x="1047112" y="54955"/>
                </a:cubicBezTo>
                <a:cubicBezTo>
                  <a:pt x="1047314" y="51960"/>
                  <a:pt x="1047415" y="48840"/>
                  <a:pt x="1047415" y="455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86C1CC-BA4E-4504-B254-38526CD98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542" y="1660332"/>
            <a:ext cx="671407" cy="349605"/>
          </a:xfrm>
          <a:custGeom xmlns:a="http://schemas.openxmlformats.org/drawingml/2006/main">
            <a:pathLst>
              <a:path w="671407" h="349605">
                <a:moveTo>
                  <a:pt x="0" y="349605"/>
                </a:moveTo>
                <a:lnTo>
                  <a:pt x="0" y="0"/>
                </a:lnTo>
                <a:lnTo>
                  <a:pt x="671407" y="0"/>
                </a:lnTo>
                <a:lnTo>
                  <a:pt x="671407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0CD57B-26AB-417A-9758-6B9025B5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88" y="1660332"/>
            <a:ext cx="636720" cy="349605"/>
          </a:xfrm>
          <a:custGeom xmlns:a="http://schemas.openxmlformats.org/drawingml/2006/main">
            <a:pathLst>
              <a:path w="636720" h="349605">
                <a:moveTo>
                  <a:pt x="0" y="349605"/>
                </a:moveTo>
                <a:lnTo>
                  <a:pt x="0" y="0"/>
                </a:lnTo>
                <a:lnTo>
                  <a:pt x="636720" y="0"/>
                </a:lnTo>
                <a:lnTo>
                  <a:pt x="636720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53CB4-2D62-43FA-AB14-1C1BBE15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08" y="1660332"/>
            <a:ext cx="903626" cy="349605"/>
          </a:xfrm>
          <a:custGeom xmlns:a="http://schemas.openxmlformats.org/drawingml/2006/main">
            <a:pathLst>
              <a:path w="903626" h="349605">
                <a:moveTo>
                  <a:pt x="0" y="349605"/>
                </a:moveTo>
                <a:lnTo>
                  <a:pt x="0" y="0"/>
                </a:lnTo>
                <a:lnTo>
                  <a:pt x="903626" y="0"/>
                </a:lnTo>
                <a:lnTo>
                  <a:pt x="903626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BDF097-8D77-47AA-B394-4D025C1D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33" y="1660332"/>
            <a:ext cx="293247" cy="349605"/>
          </a:xfrm>
          <a:custGeom xmlns:a="http://schemas.openxmlformats.org/drawingml/2006/main">
            <a:pathLst>
              <a:path w="293247" h="349605">
                <a:moveTo>
                  <a:pt x="0" y="349605"/>
                </a:moveTo>
                <a:lnTo>
                  <a:pt x="0" y="0"/>
                </a:lnTo>
                <a:lnTo>
                  <a:pt x="293247" y="0"/>
                </a:lnTo>
                <a:lnTo>
                  <a:pt x="293247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3947E-377B-4CD4-94F6-D266D5D5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542" y="2009926"/>
            <a:ext cx="671407" cy="349605"/>
          </a:xfrm>
          <a:custGeom xmlns:a="http://schemas.openxmlformats.org/drawingml/2006/main">
            <a:pathLst>
              <a:path w="671407" h="349605">
                <a:moveTo>
                  <a:pt x="0" y="349605"/>
                </a:moveTo>
                <a:lnTo>
                  <a:pt x="0" y="0"/>
                </a:lnTo>
                <a:lnTo>
                  <a:pt x="671407" y="0"/>
                </a:lnTo>
                <a:lnTo>
                  <a:pt x="671407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0DC27-96DE-42EB-B9B0-3C4EC97B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88" y="2009926"/>
            <a:ext cx="636720" cy="349605"/>
          </a:xfrm>
          <a:custGeom xmlns:a="http://schemas.openxmlformats.org/drawingml/2006/main">
            <a:pathLst>
              <a:path w="636720" h="349605">
                <a:moveTo>
                  <a:pt x="0" y="349605"/>
                </a:moveTo>
                <a:lnTo>
                  <a:pt x="0" y="0"/>
                </a:lnTo>
                <a:lnTo>
                  <a:pt x="636720" y="0"/>
                </a:lnTo>
                <a:lnTo>
                  <a:pt x="636720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2A3180-3C73-4986-AC81-C015A240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08" y="2009926"/>
            <a:ext cx="903626" cy="349605"/>
          </a:xfrm>
          <a:custGeom xmlns:a="http://schemas.openxmlformats.org/drawingml/2006/main">
            <a:pathLst>
              <a:path w="903626" h="349605">
                <a:moveTo>
                  <a:pt x="0" y="349605"/>
                </a:moveTo>
                <a:lnTo>
                  <a:pt x="0" y="0"/>
                </a:lnTo>
                <a:lnTo>
                  <a:pt x="903626" y="0"/>
                </a:lnTo>
                <a:lnTo>
                  <a:pt x="903626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EA5EC-373A-4AE5-BA0F-C863A02D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33" y="2009926"/>
            <a:ext cx="293247" cy="349605"/>
          </a:xfrm>
          <a:custGeom xmlns:a="http://schemas.openxmlformats.org/drawingml/2006/main">
            <a:pathLst>
              <a:path w="293247" h="349605">
                <a:moveTo>
                  <a:pt x="0" y="349605"/>
                </a:moveTo>
                <a:lnTo>
                  <a:pt x="0" y="0"/>
                </a:lnTo>
                <a:lnTo>
                  <a:pt x="293247" y="0"/>
                </a:lnTo>
                <a:lnTo>
                  <a:pt x="293247" y="349605"/>
                </a:lnTo>
                <a:lnTo>
                  <a:pt x="0" y="34960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BD5DA-D424-441F-B266-93CB0506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542" y="2543390"/>
            <a:ext cx="671407" cy="349606"/>
          </a:xfrm>
          <a:custGeom xmlns:a="http://schemas.openxmlformats.org/drawingml/2006/main">
            <a:pathLst>
              <a:path w="671407" h="349606">
                <a:moveTo>
                  <a:pt x="0" y="349606"/>
                </a:moveTo>
                <a:lnTo>
                  <a:pt x="0" y="0"/>
                </a:lnTo>
                <a:lnTo>
                  <a:pt x="671407" y="0"/>
                </a:lnTo>
                <a:lnTo>
                  <a:pt x="671407" y="349606"/>
                </a:lnTo>
                <a:lnTo>
                  <a:pt x="0" y="349606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DA42EE-81D1-4D60-8D47-6924A488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88" y="2543390"/>
            <a:ext cx="636720" cy="349606"/>
          </a:xfrm>
          <a:custGeom xmlns:a="http://schemas.openxmlformats.org/drawingml/2006/main">
            <a:pathLst>
              <a:path w="636720" h="349606">
                <a:moveTo>
                  <a:pt x="0" y="349606"/>
                </a:moveTo>
                <a:lnTo>
                  <a:pt x="0" y="0"/>
                </a:lnTo>
                <a:lnTo>
                  <a:pt x="636720" y="0"/>
                </a:lnTo>
                <a:lnTo>
                  <a:pt x="636720" y="349606"/>
                </a:lnTo>
                <a:lnTo>
                  <a:pt x="0" y="349606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EE1C3-6E86-43B1-8280-27809BC3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08" y="2543390"/>
            <a:ext cx="903626" cy="349606"/>
          </a:xfrm>
          <a:custGeom xmlns:a="http://schemas.openxmlformats.org/drawingml/2006/main">
            <a:pathLst>
              <a:path w="903626" h="349606">
                <a:moveTo>
                  <a:pt x="0" y="349606"/>
                </a:moveTo>
                <a:lnTo>
                  <a:pt x="0" y="0"/>
                </a:lnTo>
                <a:lnTo>
                  <a:pt x="903626" y="0"/>
                </a:lnTo>
                <a:lnTo>
                  <a:pt x="903626" y="349606"/>
                </a:lnTo>
                <a:lnTo>
                  <a:pt x="0" y="349606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702F82-4593-429B-8DA1-D2476838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33" y="2543390"/>
            <a:ext cx="293247" cy="349606"/>
          </a:xfrm>
          <a:custGeom xmlns:a="http://schemas.openxmlformats.org/drawingml/2006/main">
            <a:pathLst>
              <a:path w="293247" h="349606">
                <a:moveTo>
                  <a:pt x="0" y="349606"/>
                </a:moveTo>
                <a:lnTo>
                  <a:pt x="0" y="0"/>
                </a:lnTo>
                <a:lnTo>
                  <a:pt x="293247" y="0"/>
                </a:lnTo>
                <a:lnTo>
                  <a:pt x="293247" y="349606"/>
                </a:lnTo>
                <a:lnTo>
                  <a:pt x="0" y="349606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E3305-759A-41D4-B754-AB27DFFF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988" y="1658387"/>
            <a:ext cx="10" cy="1236528"/>
          </a:xfrm>
          <a:custGeom xmlns:a="http://schemas.openxmlformats.org/drawingml/2006/main">
            <a:pathLst>
              <a:path w="1" h="1236528" fill="none">
                <a:moveTo>
                  <a:pt x="0" y="0"/>
                </a:moveTo>
                <a:lnTo>
                  <a:pt x="0" y="123652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0EC7B7-573C-4B28-94BE-27B546D5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708" y="1658387"/>
            <a:ext cx="10" cy="1236528"/>
          </a:xfrm>
          <a:custGeom xmlns:a="http://schemas.openxmlformats.org/drawingml/2006/main">
            <a:pathLst>
              <a:path w="1" h="1236528" fill="none">
                <a:moveTo>
                  <a:pt x="0" y="0"/>
                </a:moveTo>
                <a:lnTo>
                  <a:pt x="0" y="123652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90F89-9B29-4EEB-8DE1-E6AD4E43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33" y="1658387"/>
            <a:ext cx="10" cy="1236528"/>
          </a:xfrm>
          <a:custGeom xmlns:a="http://schemas.openxmlformats.org/drawingml/2006/main">
            <a:pathLst>
              <a:path w="1" h="1236528" fill="none">
                <a:moveTo>
                  <a:pt x="0" y="0"/>
                </a:moveTo>
                <a:lnTo>
                  <a:pt x="0" y="123652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FCFEB5-0BAC-4352-881A-8C51A0AB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623" y="2009937"/>
            <a:ext cx="2508856" cy="10"/>
          </a:xfrm>
          <a:custGeom xmlns:a="http://schemas.openxmlformats.org/drawingml/2006/main">
            <a:pathLst>
              <a:path w="2508856" h="1" fill="none">
                <a:moveTo>
                  <a:pt x="0" y="0"/>
                </a:moveTo>
                <a:lnTo>
                  <a:pt x="25088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56" cap="flat">
            <a:solidFill>
              <a:srgbClr val="000000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CD5B0-8A1C-4C1E-9183-9FDA5044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623" y="2359531"/>
            <a:ext cx="2508856" cy="10"/>
          </a:xfrm>
          <a:custGeom xmlns:a="http://schemas.openxmlformats.org/drawingml/2006/main">
            <a:pathLst>
              <a:path w="2508856" h="1" fill="none">
                <a:moveTo>
                  <a:pt x="0" y="0"/>
                </a:moveTo>
                <a:lnTo>
                  <a:pt x="25088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871BB-E782-4242-8520-CF26CA49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623" y="2543364"/>
            <a:ext cx="2508856" cy="10"/>
          </a:xfrm>
          <a:custGeom xmlns:a="http://schemas.openxmlformats.org/drawingml/2006/main">
            <a:pathLst>
              <a:path w="2508856" h="1" fill="none">
                <a:moveTo>
                  <a:pt x="0" y="0"/>
                </a:moveTo>
                <a:lnTo>
                  <a:pt x="25088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66121-2415-4BF5-9681-A62F3A12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4542" y="1658387"/>
            <a:ext cx="10" cy="1236528"/>
          </a:xfrm>
          <a:custGeom xmlns:a="http://schemas.openxmlformats.org/drawingml/2006/main">
            <a:pathLst>
              <a:path w="1" h="1236528" fill="none">
                <a:moveTo>
                  <a:pt x="0" y="0"/>
                </a:moveTo>
                <a:lnTo>
                  <a:pt x="0" y="123652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41F11-864B-4A90-9F3C-B5D09534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9561" y="1658387"/>
            <a:ext cx="10" cy="1236528"/>
          </a:xfrm>
          <a:custGeom xmlns:a="http://schemas.openxmlformats.org/drawingml/2006/main">
            <a:pathLst>
              <a:path w="1" h="1236528" fill="none">
                <a:moveTo>
                  <a:pt x="0" y="0"/>
                </a:moveTo>
                <a:lnTo>
                  <a:pt x="0" y="1236528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A20E4-8E3B-4BA8-A5CF-FDBE37B5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623" y="1660305"/>
            <a:ext cx="2508856" cy="10"/>
          </a:xfrm>
          <a:custGeom xmlns:a="http://schemas.openxmlformats.org/drawingml/2006/main">
            <a:pathLst>
              <a:path w="2508856" h="1" fill="none">
                <a:moveTo>
                  <a:pt x="0" y="0"/>
                </a:moveTo>
                <a:lnTo>
                  <a:pt x="25088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0A6D4-1172-4B36-A903-4139DADC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2623" y="2892996"/>
            <a:ext cx="2508856" cy="10"/>
          </a:xfrm>
          <a:custGeom xmlns:a="http://schemas.openxmlformats.org/drawingml/2006/main">
            <a:pathLst>
              <a:path w="2508856" h="1" fill="none">
                <a:moveTo>
                  <a:pt x="0" y="0"/>
                </a:moveTo>
                <a:lnTo>
                  <a:pt x="25088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140" name="Text T">
            <a:extLst xmlns:a="http://schemas.openxmlformats.org/drawingml/2006/main">
              <a:ext uri="{FF2B5EF4-FFF2-40B4-BE49-F238E27FC236}">
                <a16:creationId xmlns:a16="http://schemas.microsoft.com/office/drawing/2014/main" id="{AA40238B-E563-4EBC-8836-DE8D801B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3265" y="1794540"/>
            <a:ext cx="67853" cy="87683"/>
          </a:xfrm>
          <a:custGeom xmlns:a="http://schemas.openxmlformats.org/drawingml/2006/main">
            <a:pathLst>
              <a:path w="67853" h="87683">
                <a:moveTo>
                  <a:pt x="67853" y="2845"/>
                </a:moveTo>
                <a:cubicBezTo>
                  <a:pt x="67853" y="3162"/>
                  <a:pt x="67819" y="3670"/>
                  <a:pt x="67752" y="4371"/>
                </a:cubicBezTo>
                <a:cubicBezTo>
                  <a:pt x="67684" y="5071"/>
                  <a:pt x="67572" y="5850"/>
                  <a:pt x="67414" y="6709"/>
                </a:cubicBezTo>
                <a:cubicBezTo>
                  <a:pt x="67257" y="7568"/>
                  <a:pt x="67055" y="8460"/>
                  <a:pt x="66807" y="9386"/>
                </a:cubicBezTo>
                <a:cubicBezTo>
                  <a:pt x="66560" y="10312"/>
                  <a:pt x="66268" y="11159"/>
                  <a:pt x="65931" y="11928"/>
                </a:cubicBezTo>
                <a:cubicBezTo>
                  <a:pt x="65593" y="12695"/>
                  <a:pt x="65189" y="13327"/>
                  <a:pt x="64717" y="13825"/>
                </a:cubicBezTo>
                <a:cubicBezTo>
                  <a:pt x="64244" y="14321"/>
                  <a:pt x="63739" y="14569"/>
                  <a:pt x="63199" y="14569"/>
                </a:cubicBezTo>
                <a:lnTo>
                  <a:pt x="41278" y="14569"/>
                </a:lnTo>
                <a:lnTo>
                  <a:pt x="27249" y="84850"/>
                </a:lnTo>
                <a:cubicBezTo>
                  <a:pt x="27114" y="85299"/>
                  <a:pt x="26867" y="85704"/>
                  <a:pt x="26507" y="86064"/>
                </a:cubicBezTo>
                <a:cubicBezTo>
                  <a:pt x="26147" y="86424"/>
                  <a:pt x="25597" y="86716"/>
                  <a:pt x="24855" y="86941"/>
                </a:cubicBezTo>
                <a:cubicBezTo>
                  <a:pt x="24113" y="87166"/>
                  <a:pt x="23168" y="87345"/>
                  <a:pt x="22022" y="87480"/>
                </a:cubicBezTo>
                <a:cubicBezTo>
                  <a:pt x="20875" y="87615"/>
                  <a:pt x="19425" y="87683"/>
                  <a:pt x="17671" y="87683"/>
                </a:cubicBezTo>
                <a:cubicBezTo>
                  <a:pt x="15963" y="87683"/>
                  <a:pt x="14546" y="87615"/>
                  <a:pt x="13422" y="87480"/>
                </a:cubicBezTo>
                <a:cubicBezTo>
                  <a:pt x="12298" y="87345"/>
                  <a:pt x="11432" y="87166"/>
                  <a:pt x="10825" y="86941"/>
                </a:cubicBezTo>
                <a:cubicBezTo>
                  <a:pt x="10218" y="86716"/>
                  <a:pt x="9814" y="86424"/>
                  <a:pt x="9611" y="86064"/>
                </a:cubicBezTo>
                <a:cubicBezTo>
                  <a:pt x="9409" y="85704"/>
                  <a:pt x="9353" y="85299"/>
                  <a:pt x="9443" y="84850"/>
                </a:cubicBezTo>
                <a:lnTo>
                  <a:pt x="23472" y="14569"/>
                </a:lnTo>
                <a:lnTo>
                  <a:pt x="1754" y="14569"/>
                </a:lnTo>
                <a:cubicBezTo>
                  <a:pt x="1079" y="14569"/>
                  <a:pt x="618" y="14321"/>
                  <a:pt x="371" y="13825"/>
                </a:cubicBezTo>
                <a:cubicBezTo>
                  <a:pt x="124" y="13327"/>
                  <a:pt x="0" y="12649"/>
                  <a:pt x="0" y="11791"/>
                </a:cubicBezTo>
                <a:cubicBezTo>
                  <a:pt x="0" y="11430"/>
                  <a:pt x="34" y="10899"/>
                  <a:pt x="101" y="10199"/>
                </a:cubicBezTo>
                <a:cubicBezTo>
                  <a:pt x="169" y="9498"/>
                  <a:pt x="281" y="8707"/>
                  <a:pt x="438" y="7826"/>
                </a:cubicBezTo>
                <a:cubicBezTo>
                  <a:pt x="596" y="6945"/>
                  <a:pt x="798" y="6042"/>
                  <a:pt x="1045" y="5116"/>
                </a:cubicBezTo>
                <a:cubicBezTo>
                  <a:pt x="1293" y="4190"/>
                  <a:pt x="1596" y="3343"/>
                  <a:pt x="1956" y="2576"/>
                </a:cubicBezTo>
                <a:cubicBezTo>
                  <a:pt x="2316" y="1807"/>
                  <a:pt x="2720" y="1186"/>
                  <a:pt x="3170" y="712"/>
                </a:cubicBezTo>
                <a:cubicBezTo>
                  <a:pt x="3620" y="237"/>
                  <a:pt x="4114" y="0"/>
                  <a:pt x="4654" y="0"/>
                </a:cubicBezTo>
                <a:lnTo>
                  <a:pt x="66167" y="0"/>
                </a:lnTo>
                <a:cubicBezTo>
                  <a:pt x="66706" y="0"/>
                  <a:pt x="67122" y="249"/>
                  <a:pt x="67414" y="746"/>
                </a:cubicBezTo>
                <a:cubicBezTo>
                  <a:pt x="67707" y="1242"/>
                  <a:pt x="67853" y="1942"/>
                  <a:pt x="67853" y="28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ext">
            <a:extLst xmlns:a="http://schemas.openxmlformats.org/drawingml/2006/main">
              <a:ext uri="{FF2B5EF4-FFF2-40B4-BE49-F238E27FC236}">
                <a16:creationId xmlns:a16="http://schemas.microsoft.com/office/drawing/2014/main" id="{2C35C121-5714-476E-AB01-97E6318E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5211" y="1800746"/>
            <a:ext cx="173912" cy="82691"/>
          </a:xfrm>
          <a:custGeom xmlns:a="http://schemas.openxmlformats.org/drawingml/2006/main">
            <a:pathLst>
              <a:path w="173912" h="82691">
                <a:moveTo>
                  <a:pt x="61378" y="31798"/>
                </a:moveTo>
                <a:cubicBezTo>
                  <a:pt x="61378" y="35041"/>
                  <a:pt x="60647" y="37958"/>
                  <a:pt x="59186" y="40549"/>
                </a:cubicBezTo>
                <a:cubicBezTo>
                  <a:pt x="57724" y="43139"/>
                  <a:pt x="55454" y="45369"/>
                  <a:pt x="52373" y="47239"/>
                </a:cubicBezTo>
                <a:cubicBezTo>
                  <a:pt x="49293" y="49108"/>
                  <a:pt x="45381" y="50538"/>
                  <a:pt x="40638" y="51528"/>
                </a:cubicBezTo>
                <a:cubicBezTo>
                  <a:pt x="35894" y="52519"/>
                  <a:pt x="30239" y="53014"/>
                  <a:pt x="23674" y="53014"/>
                </a:cubicBezTo>
                <a:lnTo>
                  <a:pt x="17469" y="53014"/>
                </a:lnTo>
                <a:cubicBezTo>
                  <a:pt x="17289" y="54048"/>
                  <a:pt x="17154" y="55071"/>
                  <a:pt x="17064" y="56083"/>
                </a:cubicBezTo>
                <a:cubicBezTo>
                  <a:pt x="16974" y="57095"/>
                  <a:pt x="16929" y="58028"/>
                  <a:pt x="16929" y="58882"/>
                </a:cubicBezTo>
                <a:cubicBezTo>
                  <a:pt x="16929" y="62524"/>
                  <a:pt x="17874" y="65267"/>
                  <a:pt x="19762" y="67111"/>
                </a:cubicBezTo>
                <a:cubicBezTo>
                  <a:pt x="21651" y="68955"/>
                  <a:pt x="24686" y="69876"/>
                  <a:pt x="28868" y="69876"/>
                </a:cubicBezTo>
                <a:cubicBezTo>
                  <a:pt x="31836" y="69876"/>
                  <a:pt x="34500" y="69659"/>
                  <a:pt x="36860" y="69225"/>
                </a:cubicBezTo>
                <a:cubicBezTo>
                  <a:pt x="39221" y="68791"/>
                  <a:pt x="41290" y="68311"/>
                  <a:pt x="43066" y="67785"/>
                </a:cubicBezTo>
                <a:cubicBezTo>
                  <a:pt x="44842" y="67260"/>
                  <a:pt x="46314" y="66780"/>
                  <a:pt x="47484" y="66346"/>
                </a:cubicBezTo>
                <a:cubicBezTo>
                  <a:pt x="48653" y="65912"/>
                  <a:pt x="49507" y="65695"/>
                  <a:pt x="50047" y="65695"/>
                </a:cubicBezTo>
                <a:cubicBezTo>
                  <a:pt x="50586" y="65695"/>
                  <a:pt x="50968" y="65853"/>
                  <a:pt x="51193" y="66171"/>
                </a:cubicBezTo>
                <a:cubicBezTo>
                  <a:pt x="51418" y="66488"/>
                  <a:pt x="51530" y="66987"/>
                  <a:pt x="51530" y="67665"/>
                </a:cubicBezTo>
                <a:cubicBezTo>
                  <a:pt x="51530" y="68437"/>
                  <a:pt x="51463" y="69321"/>
                  <a:pt x="51328" y="70319"/>
                </a:cubicBezTo>
                <a:cubicBezTo>
                  <a:pt x="51193" y="71315"/>
                  <a:pt x="51002" y="72301"/>
                  <a:pt x="50755" y="73276"/>
                </a:cubicBezTo>
                <a:cubicBezTo>
                  <a:pt x="50507" y="74250"/>
                  <a:pt x="50193" y="75167"/>
                  <a:pt x="49810" y="76029"/>
                </a:cubicBezTo>
                <a:cubicBezTo>
                  <a:pt x="49428" y="76890"/>
                  <a:pt x="48990" y="77547"/>
                  <a:pt x="48495" y="78000"/>
                </a:cubicBezTo>
                <a:cubicBezTo>
                  <a:pt x="47956" y="78543"/>
                  <a:pt x="46966" y="79088"/>
                  <a:pt x="45528" y="79633"/>
                </a:cubicBezTo>
                <a:cubicBezTo>
                  <a:pt x="44089" y="80177"/>
                  <a:pt x="42357" y="80675"/>
                  <a:pt x="40334" y="81127"/>
                </a:cubicBezTo>
                <a:cubicBezTo>
                  <a:pt x="38311" y="81581"/>
                  <a:pt x="36040" y="81955"/>
                  <a:pt x="33522" y="82249"/>
                </a:cubicBezTo>
                <a:cubicBezTo>
                  <a:pt x="31004" y="82544"/>
                  <a:pt x="28441" y="82691"/>
                  <a:pt x="25833" y="82691"/>
                </a:cubicBezTo>
                <a:cubicBezTo>
                  <a:pt x="21516" y="82691"/>
                  <a:pt x="17750" y="82240"/>
                  <a:pt x="14535" y="81338"/>
                </a:cubicBezTo>
                <a:cubicBezTo>
                  <a:pt x="11320" y="80438"/>
                  <a:pt x="8633" y="79064"/>
                  <a:pt x="6475" y="77218"/>
                </a:cubicBezTo>
                <a:cubicBezTo>
                  <a:pt x="4317" y="75370"/>
                  <a:pt x="2698" y="73015"/>
                  <a:pt x="1619" y="70155"/>
                </a:cubicBezTo>
                <a:cubicBezTo>
                  <a:pt x="540" y="67294"/>
                  <a:pt x="0" y="63904"/>
                  <a:pt x="0" y="59985"/>
                </a:cubicBezTo>
                <a:cubicBezTo>
                  <a:pt x="0" y="56965"/>
                  <a:pt x="281" y="53732"/>
                  <a:pt x="843" y="50287"/>
                </a:cubicBezTo>
                <a:cubicBezTo>
                  <a:pt x="1405" y="46840"/>
                  <a:pt x="2316" y="43438"/>
                  <a:pt x="3575" y="40081"/>
                </a:cubicBezTo>
                <a:cubicBezTo>
                  <a:pt x="4834" y="36724"/>
                  <a:pt x="6453" y="33514"/>
                  <a:pt x="8431" y="30451"/>
                </a:cubicBezTo>
                <a:cubicBezTo>
                  <a:pt x="10409" y="27387"/>
                  <a:pt x="12804" y="24696"/>
                  <a:pt x="15614" y="22376"/>
                </a:cubicBezTo>
                <a:cubicBezTo>
                  <a:pt x="18425" y="20055"/>
                  <a:pt x="21673" y="18196"/>
                  <a:pt x="25361" y="16799"/>
                </a:cubicBezTo>
                <a:cubicBezTo>
                  <a:pt x="29048" y="15402"/>
                  <a:pt x="33252" y="14704"/>
                  <a:pt x="37973" y="14704"/>
                </a:cubicBezTo>
                <a:cubicBezTo>
                  <a:pt x="42065" y="14704"/>
                  <a:pt x="45584" y="15188"/>
                  <a:pt x="48529" y="16156"/>
                </a:cubicBezTo>
                <a:cubicBezTo>
                  <a:pt x="51474" y="17124"/>
                  <a:pt x="53891" y="18408"/>
                  <a:pt x="55780" y="20007"/>
                </a:cubicBezTo>
                <a:cubicBezTo>
                  <a:pt x="57668" y="21606"/>
                  <a:pt x="59073" y="23431"/>
                  <a:pt x="59995" y="25481"/>
                </a:cubicBezTo>
                <a:cubicBezTo>
                  <a:pt x="60917" y="27531"/>
                  <a:pt x="61378" y="29636"/>
                  <a:pt x="61378" y="31798"/>
                </a:cubicBezTo>
                <a:moveTo>
                  <a:pt x="44718" y="33090"/>
                </a:moveTo>
                <a:cubicBezTo>
                  <a:pt x="44718" y="31299"/>
                  <a:pt x="44010" y="29811"/>
                  <a:pt x="42594" y="28625"/>
                </a:cubicBezTo>
                <a:cubicBezTo>
                  <a:pt x="41177" y="27438"/>
                  <a:pt x="39120" y="26844"/>
                  <a:pt x="36422" y="26844"/>
                </a:cubicBezTo>
                <a:cubicBezTo>
                  <a:pt x="34174" y="26844"/>
                  <a:pt x="32162" y="27248"/>
                  <a:pt x="30385" y="28054"/>
                </a:cubicBezTo>
                <a:cubicBezTo>
                  <a:pt x="28609" y="28859"/>
                  <a:pt x="27047" y="29945"/>
                  <a:pt x="25698" y="31311"/>
                </a:cubicBezTo>
                <a:cubicBezTo>
                  <a:pt x="24349" y="32675"/>
                  <a:pt x="23191" y="34287"/>
                  <a:pt x="22224" y="36146"/>
                </a:cubicBezTo>
                <a:cubicBezTo>
                  <a:pt x="21257" y="38004"/>
                  <a:pt x="20482" y="39984"/>
                  <a:pt x="19897" y="42088"/>
                </a:cubicBezTo>
                <a:lnTo>
                  <a:pt x="25563" y="42088"/>
                </a:lnTo>
                <a:cubicBezTo>
                  <a:pt x="29160" y="42088"/>
                  <a:pt x="32173" y="41853"/>
                  <a:pt x="34601" y="41384"/>
                </a:cubicBezTo>
                <a:cubicBezTo>
                  <a:pt x="37029" y="40913"/>
                  <a:pt x="38985" y="40275"/>
                  <a:pt x="40469" y="39470"/>
                </a:cubicBezTo>
                <a:cubicBezTo>
                  <a:pt x="41953" y="38663"/>
                  <a:pt x="43032" y="37712"/>
                  <a:pt x="43706" y="36616"/>
                </a:cubicBezTo>
                <a:cubicBezTo>
                  <a:pt x="44381" y="35518"/>
                  <a:pt x="44718" y="34343"/>
                  <a:pt x="44718" y="33090"/>
                </a:cubicBezTo>
                <a:close/>
                <a:moveTo>
                  <a:pt x="105045" y="47618"/>
                </a:moveTo>
                <a:lnTo>
                  <a:pt x="115837" y="77565"/>
                </a:lnTo>
                <a:cubicBezTo>
                  <a:pt x="116062" y="78330"/>
                  <a:pt x="116106" y="78959"/>
                  <a:pt x="115972" y="79454"/>
                </a:cubicBezTo>
                <a:cubicBezTo>
                  <a:pt x="115837" y="79949"/>
                  <a:pt x="115421" y="80353"/>
                  <a:pt x="114724" y="80668"/>
                </a:cubicBezTo>
                <a:cubicBezTo>
                  <a:pt x="114027" y="80983"/>
                  <a:pt x="113026" y="81196"/>
                  <a:pt x="111722" y="81309"/>
                </a:cubicBezTo>
                <a:cubicBezTo>
                  <a:pt x="110418" y="81421"/>
                  <a:pt x="108732" y="81477"/>
                  <a:pt x="106664" y="81477"/>
                </a:cubicBezTo>
                <a:cubicBezTo>
                  <a:pt x="104775" y="81477"/>
                  <a:pt x="103291" y="81432"/>
                  <a:pt x="102212" y="81342"/>
                </a:cubicBezTo>
                <a:cubicBezTo>
                  <a:pt x="101133" y="81253"/>
                  <a:pt x="100301" y="81118"/>
                  <a:pt x="99717" y="80938"/>
                </a:cubicBezTo>
                <a:cubicBezTo>
                  <a:pt x="99132" y="80758"/>
                  <a:pt x="98739" y="80511"/>
                  <a:pt x="98536" y="80196"/>
                </a:cubicBezTo>
                <a:cubicBezTo>
                  <a:pt x="98334" y="79881"/>
                  <a:pt x="98188" y="79521"/>
                  <a:pt x="98098" y="79117"/>
                </a:cubicBezTo>
                <a:lnTo>
                  <a:pt x="90813" y="57871"/>
                </a:lnTo>
                <a:lnTo>
                  <a:pt x="75570" y="79184"/>
                </a:lnTo>
                <a:cubicBezTo>
                  <a:pt x="75300" y="79589"/>
                  <a:pt x="74997" y="79937"/>
                  <a:pt x="74660" y="80230"/>
                </a:cubicBezTo>
                <a:cubicBezTo>
                  <a:pt x="74322" y="80522"/>
                  <a:pt x="73760" y="80758"/>
                  <a:pt x="72973" y="80938"/>
                </a:cubicBezTo>
                <a:cubicBezTo>
                  <a:pt x="72186" y="81118"/>
                  <a:pt x="71152" y="81253"/>
                  <a:pt x="69871" y="81342"/>
                </a:cubicBezTo>
                <a:cubicBezTo>
                  <a:pt x="68589" y="81432"/>
                  <a:pt x="66869" y="81477"/>
                  <a:pt x="64711" y="81477"/>
                </a:cubicBezTo>
                <a:cubicBezTo>
                  <a:pt x="62777" y="81477"/>
                  <a:pt x="61226" y="81421"/>
                  <a:pt x="60057" y="81309"/>
                </a:cubicBezTo>
                <a:cubicBezTo>
                  <a:pt x="58888" y="81196"/>
                  <a:pt x="58034" y="80994"/>
                  <a:pt x="57494" y="80702"/>
                </a:cubicBezTo>
                <a:cubicBezTo>
                  <a:pt x="56954" y="80409"/>
                  <a:pt x="56718" y="80027"/>
                  <a:pt x="56786" y="79555"/>
                </a:cubicBezTo>
                <a:cubicBezTo>
                  <a:pt x="56853" y="79083"/>
                  <a:pt x="57134" y="78465"/>
                  <a:pt x="57629" y="77700"/>
                </a:cubicBezTo>
                <a:lnTo>
                  <a:pt x="80494" y="47753"/>
                </a:lnTo>
                <a:lnTo>
                  <a:pt x="70444" y="19965"/>
                </a:lnTo>
                <a:cubicBezTo>
                  <a:pt x="70174" y="19155"/>
                  <a:pt x="70084" y="18492"/>
                  <a:pt x="70174" y="17975"/>
                </a:cubicBezTo>
                <a:cubicBezTo>
                  <a:pt x="70264" y="17458"/>
                  <a:pt x="70613" y="17042"/>
                  <a:pt x="71220" y="16727"/>
                </a:cubicBezTo>
                <a:cubicBezTo>
                  <a:pt x="71827" y="16412"/>
                  <a:pt x="72771" y="16199"/>
                  <a:pt x="74053" y="16086"/>
                </a:cubicBezTo>
                <a:cubicBezTo>
                  <a:pt x="75334" y="15974"/>
                  <a:pt x="77032" y="15918"/>
                  <a:pt x="79145" y="15918"/>
                </a:cubicBezTo>
                <a:cubicBezTo>
                  <a:pt x="80988" y="15918"/>
                  <a:pt x="82439" y="15951"/>
                  <a:pt x="83495" y="16019"/>
                </a:cubicBezTo>
                <a:cubicBezTo>
                  <a:pt x="84552" y="16086"/>
                  <a:pt x="85361" y="16188"/>
                  <a:pt x="85923" y="16322"/>
                </a:cubicBezTo>
                <a:cubicBezTo>
                  <a:pt x="86485" y="16457"/>
                  <a:pt x="86868" y="16671"/>
                  <a:pt x="87070" y="16963"/>
                </a:cubicBezTo>
                <a:cubicBezTo>
                  <a:pt x="87272" y="17255"/>
                  <a:pt x="87441" y="17626"/>
                  <a:pt x="87576" y="18076"/>
                </a:cubicBezTo>
                <a:lnTo>
                  <a:pt x="94591" y="38176"/>
                </a:lnTo>
                <a:lnTo>
                  <a:pt x="109092" y="18076"/>
                </a:lnTo>
                <a:cubicBezTo>
                  <a:pt x="109362" y="17716"/>
                  <a:pt x="109654" y="17402"/>
                  <a:pt x="109969" y="17132"/>
                </a:cubicBezTo>
                <a:cubicBezTo>
                  <a:pt x="110283" y="16862"/>
                  <a:pt x="110778" y="16637"/>
                  <a:pt x="111453" y="16457"/>
                </a:cubicBezTo>
                <a:cubicBezTo>
                  <a:pt x="112127" y="16277"/>
                  <a:pt x="113004" y="16143"/>
                  <a:pt x="114083" y="16053"/>
                </a:cubicBezTo>
                <a:cubicBezTo>
                  <a:pt x="115162" y="15963"/>
                  <a:pt x="116624" y="15918"/>
                  <a:pt x="118467" y="15918"/>
                </a:cubicBezTo>
                <a:cubicBezTo>
                  <a:pt x="120536" y="15918"/>
                  <a:pt x="122188" y="15963"/>
                  <a:pt x="123425" y="16053"/>
                </a:cubicBezTo>
                <a:cubicBezTo>
                  <a:pt x="124661" y="16143"/>
                  <a:pt x="125572" y="16322"/>
                  <a:pt x="126156" y="16592"/>
                </a:cubicBezTo>
                <a:cubicBezTo>
                  <a:pt x="126741" y="16862"/>
                  <a:pt x="126999" y="17233"/>
                  <a:pt x="126932" y="17705"/>
                </a:cubicBezTo>
                <a:cubicBezTo>
                  <a:pt x="126864" y="18177"/>
                  <a:pt x="126538" y="18818"/>
                  <a:pt x="125954" y="19627"/>
                </a:cubicBezTo>
                <a:lnTo>
                  <a:pt x="105045" y="47618"/>
                </a:lnTo>
                <a:close/>
                <a:moveTo>
                  <a:pt x="173912" y="19223"/>
                </a:moveTo>
                <a:cubicBezTo>
                  <a:pt x="173912" y="19672"/>
                  <a:pt x="173867" y="20246"/>
                  <a:pt x="173777" y="20943"/>
                </a:cubicBezTo>
                <a:cubicBezTo>
                  <a:pt x="173687" y="21640"/>
                  <a:pt x="173563" y="22393"/>
                  <a:pt x="173406" y="23202"/>
                </a:cubicBezTo>
                <a:cubicBezTo>
                  <a:pt x="173248" y="24012"/>
                  <a:pt x="173035" y="24821"/>
                  <a:pt x="172765" y="25630"/>
                </a:cubicBezTo>
                <a:cubicBezTo>
                  <a:pt x="172495" y="26440"/>
                  <a:pt x="172192" y="27170"/>
                  <a:pt x="171854" y="27822"/>
                </a:cubicBezTo>
                <a:cubicBezTo>
                  <a:pt x="171517" y="28474"/>
                  <a:pt x="171135" y="29014"/>
                  <a:pt x="170708" y="29441"/>
                </a:cubicBezTo>
                <a:cubicBezTo>
                  <a:pt x="170281" y="29868"/>
                  <a:pt x="169820" y="30082"/>
                  <a:pt x="169325" y="30082"/>
                </a:cubicBezTo>
                <a:lnTo>
                  <a:pt x="156173" y="30082"/>
                </a:lnTo>
                <a:lnTo>
                  <a:pt x="150507" y="58343"/>
                </a:lnTo>
                <a:cubicBezTo>
                  <a:pt x="150372" y="59013"/>
                  <a:pt x="150249" y="59806"/>
                  <a:pt x="150136" y="60722"/>
                </a:cubicBezTo>
                <a:cubicBezTo>
                  <a:pt x="150024" y="61637"/>
                  <a:pt x="149968" y="62385"/>
                  <a:pt x="149968" y="62965"/>
                </a:cubicBezTo>
                <a:cubicBezTo>
                  <a:pt x="149968" y="64751"/>
                  <a:pt x="150395" y="66057"/>
                  <a:pt x="151249" y="66883"/>
                </a:cubicBezTo>
                <a:cubicBezTo>
                  <a:pt x="152103" y="67710"/>
                  <a:pt x="153452" y="68123"/>
                  <a:pt x="155296" y="68123"/>
                </a:cubicBezTo>
                <a:cubicBezTo>
                  <a:pt x="156375" y="68123"/>
                  <a:pt x="157297" y="68044"/>
                  <a:pt x="158061" y="67887"/>
                </a:cubicBezTo>
                <a:cubicBezTo>
                  <a:pt x="158826" y="67729"/>
                  <a:pt x="159489" y="67549"/>
                  <a:pt x="160051" y="67347"/>
                </a:cubicBezTo>
                <a:cubicBezTo>
                  <a:pt x="160613" y="67145"/>
                  <a:pt x="161096" y="66965"/>
                  <a:pt x="161501" y="66807"/>
                </a:cubicBezTo>
                <a:cubicBezTo>
                  <a:pt x="161906" y="66650"/>
                  <a:pt x="162288" y="66571"/>
                  <a:pt x="162648" y="66571"/>
                </a:cubicBezTo>
                <a:cubicBezTo>
                  <a:pt x="163008" y="66571"/>
                  <a:pt x="163311" y="66740"/>
                  <a:pt x="163558" y="67077"/>
                </a:cubicBezTo>
                <a:cubicBezTo>
                  <a:pt x="163806" y="67414"/>
                  <a:pt x="163929" y="67966"/>
                  <a:pt x="163929" y="68732"/>
                </a:cubicBezTo>
                <a:cubicBezTo>
                  <a:pt x="163929" y="69590"/>
                  <a:pt x="163839" y="70562"/>
                  <a:pt x="163660" y="71647"/>
                </a:cubicBezTo>
                <a:cubicBezTo>
                  <a:pt x="163480" y="72732"/>
                  <a:pt x="163244" y="73782"/>
                  <a:pt x="162951" y="74798"/>
                </a:cubicBezTo>
                <a:cubicBezTo>
                  <a:pt x="162659" y="75814"/>
                  <a:pt x="162333" y="76740"/>
                  <a:pt x="161973" y="77576"/>
                </a:cubicBezTo>
                <a:cubicBezTo>
                  <a:pt x="161614" y="78412"/>
                  <a:pt x="161231" y="79033"/>
                  <a:pt x="160827" y="79439"/>
                </a:cubicBezTo>
                <a:cubicBezTo>
                  <a:pt x="160422" y="79847"/>
                  <a:pt x="159815" y="80231"/>
                  <a:pt x="159006" y="80592"/>
                </a:cubicBezTo>
                <a:cubicBezTo>
                  <a:pt x="158196" y="80953"/>
                  <a:pt x="157241" y="81269"/>
                  <a:pt x="156139" y="81541"/>
                </a:cubicBezTo>
                <a:cubicBezTo>
                  <a:pt x="155037" y="81812"/>
                  <a:pt x="153857" y="82026"/>
                  <a:pt x="152598" y="82183"/>
                </a:cubicBezTo>
                <a:cubicBezTo>
                  <a:pt x="151339" y="82342"/>
                  <a:pt x="150080" y="82422"/>
                  <a:pt x="148821" y="82422"/>
                </a:cubicBezTo>
                <a:cubicBezTo>
                  <a:pt x="146123" y="82422"/>
                  <a:pt x="143751" y="82141"/>
                  <a:pt x="141705" y="81579"/>
                </a:cubicBezTo>
                <a:cubicBezTo>
                  <a:pt x="139659" y="81016"/>
                  <a:pt x="137939" y="80128"/>
                  <a:pt x="136545" y="78914"/>
                </a:cubicBezTo>
                <a:cubicBezTo>
                  <a:pt x="135151" y="77700"/>
                  <a:pt x="134106" y="76149"/>
                  <a:pt x="133409" y="74260"/>
                </a:cubicBezTo>
                <a:cubicBezTo>
                  <a:pt x="132712" y="72372"/>
                  <a:pt x="132364" y="70079"/>
                  <a:pt x="132364" y="67381"/>
                </a:cubicBezTo>
                <a:cubicBezTo>
                  <a:pt x="132364" y="66886"/>
                  <a:pt x="132386" y="66313"/>
                  <a:pt x="132431" y="65661"/>
                </a:cubicBezTo>
                <a:cubicBezTo>
                  <a:pt x="132476" y="65009"/>
                  <a:pt x="132555" y="64323"/>
                  <a:pt x="132667" y="63604"/>
                </a:cubicBezTo>
                <a:cubicBezTo>
                  <a:pt x="132779" y="62884"/>
                  <a:pt x="132892" y="62153"/>
                  <a:pt x="133004" y="61412"/>
                </a:cubicBezTo>
                <a:cubicBezTo>
                  <a:pt x="133117" y="60670"/>
                  <a:pt x="133240" y="60006"/>
                  <a:pt x="133375" y="59422"/>
                </a:cubicBezTo>
                <a:lnTo>
                  <a:pt x="139243" y="30082"/>
                </a:lnTo>
                <a:lnTo>
                  <a:pt x="131959" y="30082"/>
                </a:lnTo>
                <a:cubicBezTo>
                  <a:pt x="131374" y="30082"/>
                  <a:pt x="130947" y="29891"/>
                  <a:pt x="130677" y="29509"/>
                </a:cubicBezTo>
                <a:cubicBezTo>
                  <a:pt x="130408" y="29126"/>
                  <a:pt x="130273" y="28396"/>
                  <a:pt x="130273" y="27317"/>
                </a:cubicBezTo>
                <a:cubicBezTo>
                  <a:pt x="130273" y="26552"/>
                  <a:pt x="130351" y="25552"/>
                  <a:pt x="130509" y="24315"/>
                </a:cubicBezTo>
                <a:cubicBezTo>
                  <a:pt x="130666" y="23079"/>
                  <a:pt x="130925" y="21864"/>
                  <a:pt x="131284" y="20673"/>
                </a:cubicBezTo>
                <a:cubicBezTo>
                  <a:pt x="131644" y="19481"/>
                  <a:pt x="132116" y="18458"/>
                  <a:pt x="132701" y="17604"/>
                </a:cubicBezTo>
                <a:cubicBezTo>
                  <a:pt x="133285" y="16750"/>
                  <a:pt x="133982" y="16322"/>
                  <a:pt x="134792" y="16322"/>
                </a:cubicBezTo>
                <a:lnTo>
                  <a:pt x="142009" y="16322"/>
                </a:lnTo>
                <a:lnTo>
                  <a:pt x="144707" y="2845"/>
                </a:lnTo>
                <a:cubicBezTo>
                  <a:pt x="144797" y="2394"/>
                  <a:pt x="145010" y="1988"/>
                  <a:pt x="145347" y="1627"/>
                </a:cubicBezTo>
                <a:cubicBezTo>
                  <a:pt x="145685" y="1265"/>
                  <a:pt x="146202" y="960"/>
                  <a:pt x="146899" y="712"/>
                </a:cubicBezTo>
                <a:cubicBezTo>
                  <a:pt x="147596" y="464"/>
                  <a:pt x="148495" y="283"/>
                  <a:pt x="149597" y="171"/>
                </a:cubicBezTo>
                <a:cubicBezTo>
                  <a:pt x="150698" y="57"/>
                  <a:pt x="152081" y="0"/>
                  <a:pt x="153745" y="0"/>
                </a:cubicBezTo>
                <a:cubicBezTo>
                  <a:pt x="155363" y="0"/>
                  <a:pt x="156712" y="57"/>
                  <a:pt x="157792" y="171"/>
                </a:cubicBezTo>
                <a:cubicBezTo>
                  <a:pt x="158871" y="283"/>
                  <a:pt x="159703" y="464"/>
                  <a:pt x="160287" y="712"/>
                </a:cubicBezTo>
                <a:cubicBezTo>
                  <a:pt x="160872" y="960"/>
                  <a:pt x="161265" y="1265"/>
                  <a:pt x="161467" y="1627"/>
                </a:cubicBezTo>
                <a:cubicBezTo>
                  <a:pt x="161670" y="1988"/>
                  <a:pt x="161726" y="2394"/>
                  <a:pt x="161636" y="2845"/>
                </a:cubicBezTo>
                <a:lnTo>
                  <a:pt x="158938" y="16322"/>
                </a:lnTo>
                <a:lnTo>
                  <a:pt x="171956" y="16322"/>
                </a:lnTo>
                <a:cubicBezTo>
                  <a:pt x="172720" y="16322"/>
                  <a:pt x="173237" y="16570"/>
                  <a:pt x="173507" y="17064"/>
                </a:cubicBezTo>
                <a:cubicBezTo>
                  <a:pt x="173777" y="17559"/>
                  <a:pt x="173912" y="18278"/>
                  <a:pt x="173912" y="192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Element">
            <a:extLst xmlns:a="http://schemas.openxmlformats.org/drawingml/2006/main">
              <a:ext uri="{FF2B5EF4-FFF2-40B4-BE49-F238E27FC236}">
                <a16:creationId xmlns:a16="http://schemas.microsoft.com/office/drawing/2014/main" id="{1FADEC16-89D8-414F-ABE1-584E1425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5208" y="1787931"/>
            <a:ext cx="464963" cy="95507"/>
          </a:xfrm>
          <a:custGeom xmlns:a="http://schemas.openxmlformats.org/drawingml/2006/main">
            <a:pathLst>
              <a:path w="464963" h="95507">
                <a:moveTo>
                  <a:pt x="67111" y="9173"/>
                </a:moveTo>
                <a:cubicBezTo>
                  <a:pt x="67111" y="9443"/>
                  <a:pt x="67077" y="9915"/>
                  <a:pt x="67010" y="10589"/>
                </a:cubicBezTo>
                <a:cubicBezTo>
                  <a:pt x="66942" y="11264"/>
                  <a:pt x="66841" y="12017"/>
                  <a:pt x="66706" y="12849"/>
                </a:cubicBezTo>
                <a:cubicBezTo>
                  <a:pt x="66571" y="13681"/>
                  <a:pt x="66391" y="14546"/>
                  <a:pt x="66167" y="15446"/>
                </a:cubicBezTo>
                <a:cubicBezTo>
                  <a:pt x="65942" y="16345"/>
                  <a:pt x="65661" y="17166"/>
                  <a:pt x="65324" y="17907"/>
                </a:cubicBezTo>
                <a:cubicBezTo>
                  <a:pt x="64986" y="18649"/>
                  <a:pt x="64582" y="19268"/>
                  <a:pt x="64109" y="19762"/>
                </a:cubicBezTo>
                <a:cubicBezTo>
                  <a:pt x="63637" y="20257"/>
                  <a:pt x="63131" y="20504"/>
                  <a:pt x="62592" y="20504"/>
                </a:cubicBezTo>
                <a:lnTo>
                  <a:pt x="31431" y="20504"/>
                </a:lnTo>
                <a:lnTo>
                  <a:pt x="27114" y="41683"/>
                </a:lnTo>
                <a:lnTo>
                  <a:pt x="53554" y="41683"/>
                </a:lnTo>
                <a:cubicBezTo>
                  <a:pt x="54183" y="41683"/>
                  <a:pt x="54633" y="41909"/>
                  <a:pt x="54903" y="42362"/>
                </a:cubicBezTo>
                <a:cubicBezTo>
                  <a:pt x="55173" y="42813"/>
                  <a:pt x="55307" y="43445"/>
                  <a:pt x="55307" y="44259"/>
                </a:cubicBezTo>
                <a:cubicBezTo>
                  <a:pt x="55307" y="44575"/>
                  <a:pt x="55274" y="45061"/>
                  <a:pt x="55206" y="45717"/>
                </a:cubicBezTo>
                <a:cubicBezTo>
                  <a:pt x="55139" y="46372"/>
                  <a:pt x="55038" y="47117"/>
                  <a:pt x="54903" y="47954"/>
                </a:cubicBezTo>
                <a:cubicBezTo>
                  <a:pt x="54768" y="48790"/>
                  <a:pt x="54588" y="49637"/>
                  <a:pt x="54363" y="50495"/>
                </a:cubicBezTo>
                <a:cubicBezTo>
                  <a:pt x="54138" y="51354"/>
                  <a:pt x="53857" y="52145"/>
                  <a:pt x="53520" y="52869"/>
                </a:cubicBezTo>
                <a:cubicBezTo>
                  <a:pt x="53183" y="53591"/>
                  <a:pt x="52789" y="54178"/>
                  <a:pt x="52340" y="54631"/>
                </a:cubicBezTo>
                <a:cubicBezTo>
                  <a:pt x="51890" y="55082"/>
                  <a:pt x="51395" y="55307"/>
                  <a:pt x="50856" y="55307"/>
                </a:cubicBezTo>
                <a:lnTo>
                  <a:pt x="24484" y="55307"/>
                </a:lnTo>
                <a:lnTo>
                  <a:pt x="19493" y="79994"/>
                </a:lnTo>
                <a:lnTo>
                  <a:pt x="51058" y="79994"/>
                </a:lnTo>
                <a:cubicBezTo>
                  <a:pt x="51598" y="79994"/>
                  <a:pt x="52003" y="80230"/>
                  <a:pt x="52272" y="80702"/>
                </a:cubicBezTo>
                <a:cubicBezTo>
                  <a:pt x="52542" y="81174"/>
                  <a:pt x="52677" y="81860"/>
                  <a:pt x="52677" y="82759"/>
                </a:cubicBezTo>
                <a:cubicBezTo>
                  <a:pt x="52677" y="83074"/>
                  <a:pt x="52655" y="83568"/>
                  <a:pt x="52610" y="84243"/>
                </a:cubicBezTo>
                <a:cubicBezTo>
                  <a:pt x="52565" y="84917"/>
                  <a:pt x="52463" y="85670"/>
                  <a:pt x="52306" y="86502"/>
                </a:cubicBezTo>
                <a:cubicBezTo>
                  <a:pt x="52149" y="87334"/>
                  <a:pt x="51958" y="88177"/>
                  <a:pt x="51733" y="89032"/>
                </a:cubicBezTo>
                <a:cubicBezTo>
                  <a:pt x="51508" y="89886"/>
                  <a:pt x="51227" y="90684"/>
                  <a:pt x="50890" y="91426"/>
                </a:cubicBezTo>
                <a:cubicBezTo>
                  <a:pt x="50552" y="92168"/>
                  <a:pt x="50159" y="92764"/>
                  <a:pt x="49709" y="93213"/>
                </a:cubicBezTo>
                <a:cubicBezTo>
                  <a:pt x="49260" y="93663"/>
                  <a:pt x="48743" y="93888"/>
                  <a:pt x="48158" y="93888"/>
                </a:cubicBezTo>
                <a:lnTo>
                  <a:pt x="4317" y="93888"/>
                </a:lnTo>
                <a:cubicBezTo>
                  <a:pt x="3597" y="93888"/>
                  <a:pt x="2945" y="93787"/>
                  <a:pt x="2361" y="93584"/>
                </a:cubicBezTo>
                <a:cubicBezTo>
                  <a:pt x="1776" y="93381"/>
                  <a:pt x="1293" y="93043"/>
                  <a:pt x="911" y="92570"/>
                </a:cubicBezTo>
                <a:cubicBezTo>
                  <a:pt x="528" y="92097"/>
                  <a:pt x="270" y="91511"/>
                  <a:pt x="135" y="90813"/>
                </a:cubicBezTo>
                <a:cubicBezTo>
                  <a:pt x="0" y="90114"/>
                  <a:pt x="22" y="89270"/>
                  <a:pt x="202" y="88279"/>
                </a:cubicBezTo>
                <a:lnTo>
                  <a:pt x="15446" y="12200"/>
                </a:lnTo>
                <a:cubicBezTo>
                  <a:pt x="15850" y="10224"/>
                  <a:pt x="16660" y="8798"/>
                  <a:pt x="17874" y="7923"/>
                </a:cubicBezTo>
                <a:cubicBezTo>
                  <a:pt x="19088" y="7048"/>
                  <a:pt x="20437" y="6610"/>
                  <a:pt x="21921" y="6610"/>
                </a:cubicBezTo>
                <a:lnTo>
                  <a:pt x="65357" y="6610"/>
                </a:lnTo>
                <a:cubicBezTo>
                  <a:pt x="66526" y="6610"/>
                  <a:pt x="67111" y="7464"/>
                  <a:pt x="67111" y="9173"/>
                </a:cubicBezTo>
                <a:close/>
                <a:moveTo>
                  <a:pt x="82923" y="91595"/>
                </a:moveTo>
                <a:cubicBezTo>
                  <a:pt x="82833" y="92044"/>
                  <a:pt x="82619" y="92438"/>
                  <a:pt x="82282" y="92775"/>
                </a:cubicBezTo>
                <a:cubicBezTo>
                  <a:pt x="81945" y="93112"/>
                  <a:pt x="81439" y="93393"/>
                  <a:pt x="80764" y="93618"/>
                </a:cubicBezTo>
                <a:cubicBezTo>
                  <a:pt x="80090" y="93843"/>
                  <a:pt x="79191" y="94011"/>
                  <a:pt x="78066" y="94124"/>
                </a:cubicBezTo>
                <a:cubicBezTo>
                  <a:pt x="76942" y="94236"/>
                  <a:pt x="75571" y="94293"/>
                  <a:pt x="73952" y="94293"/>
                </a:cubicBezTo>
                <a:cubicBezTo>
                  <a:pt x="72243" y="94293"/>
                  <a:pt x="70861" y="94236"/>
                  <a:pt x="69804" y="94124"/>
                </a:cubicBezTo>
                <a:cubicBezTo>
                  <a:pt x="68747" y="94011"/>
                  <a:pt x="67927" y="93843"/>
                  <a:pt x="67342" y="93618"/>
                </a:cubicBezTo>
                <a:cubicBezTo>
                  <a:pt x="66758" y="93393"/>
                  <a:pt x="66364" y="93112"/>
                  <a:pt x="66162" y="92775"/>
                </a:cubicBezTo>
                <a:cubicBezTo>
                  <a:pt x="65959" y="92438"/>
                  <a:pt x="65903" y="92044"/>
                  <a:pt x="65993" y="91595"/>
                </a:cubicBezTo>
                <a:lnTo>
                  <a:pt x="83732" y="2900"/>
                </a:lnTo>
                <a:cubicBezTo>
                  <a:pt x="83822" y="2451"/>
                  <a:pt x="84024" y="2046"/>
                  <a:pt x="84339" y="1686"/>
                </a:cubicBezTo>
                <a:cubicBezTo>
                  <a:pt x="84654" y="1326"/>
                  <a:pt x="85171" y="1023"/>
                  <a:pt x="85890" y="776"/>
                </a:cubicBezTo>
                <a:cubicBezTo>
                  <a:pt x="86610" y="528"/>
                  <a:pt x="87520" y="337"/>
                  <a:pt x="88622" y="202"/>
                </a:cubicBezTo>
                <a:cubicBezTo>
                  <a:pt x="89724" y="67"/>
                  <a:pt x="91106" y="0"/>
                  <a:pt x="92770" y="0"/>
                </a:cubicBezTo>
                <a:cubicBezTo>
                  <a:pt x="94434" y="0"/>
                  <a:pt x="95794" y="67"/>
                  <a:pt x="96851" y="202"/>
                </a:cubicBezTo>
                <a:cubicBezTo>
                  <a:pt x="97907" y="337"/>
                  <a:pt x="98728" y="528"/>
                  <a:pt x="99313" y="776"/>
                </a:cubicBezTo>
                <a:cubicBezTo>
                  <a:pt x="99897" y="1023"/>
                  <a:pt x="100279" y="1326"/>
                  <a:pt x="100459" y="1686"/>
                </a:cubicBezTo>
                <a:cubicBezTo>
                  <a:pt x="100639" y="2046"/>
                  <a:pt x="100684" y="2451"/>
                  <a:pt x="100594" y="2900"/>
                </a:cubicBezTo>
                <a:lnTo>
                  <a:pt x="82923" y="91595"/>
                </a:lnTo>
                <a:close/>
                <a:moveTo>
                  <a:pt x="162633" y="44613"/>
                </a:moveTo>
                <a:cubicBezTo>
                  <a:pt x="162633" y="47856"/>
                  <a:pt x="161902" y="50773"/>
                  <a:pt x="160441" y="53364"/>
                </a:cubicBezTo>
                <a:cubicBezTo>
                  <a:pt x="158979" y="55954"/>
                  <a:pt x="156709" y="58184"/>
                  <a:pt x="153628" y="60054"/>
                </a:cubicBezTo>
                <a:cubicBezTo>
                  <a:pt x="150548" y="61923"/>
                  <a:pt x="146636" y="63353"/>
                  <a:pt x="141892" y="64343"/>
                </a:cubicBezTo>
                <a:cubicBezTo>
                  <a:pt x="137149" y="65334"/>
                  <a:pt x="131494" y="65829"/>
                  <a:pt x="124929" y="65829"/>
                </a:cubicBezTo>
                <a:lnTo>
                  <a:pt x="118724" y="65829"/>
                </a:lnTo>
                <a:cubicBezTo>
                  <a:pt x="118544" y="66864"/>
                  <a:pt x="118409" y="67887"/>
                  <a:pt x="118319" y="68898"/>
                </a:cubicBezTo>
                <a:cubicBezTo>
                  <a:pt x="118229" y="69910"/>
                  <a:pt x="118184" y="70843"/>
                  <a:pt x="118184" y="71697"/>
                </a:cubicBezTo>
                <a:cubicBezTo>
                  <a:pt x="118184" y="75340"/>
                  <a:pt x="119129" y="78082"/>
                  <a:pt x="121017" y="79926"/>
                </a:cubicBezTo>
                <a:cubicBezTo>
                  <a:pt x="122906" y="81770"/>
                  <a:pt x="125941" y="82691"/>
                  <a:pt x="130123" y="82691"/>
                </a:cubicBezTo>
                <a:cubicBezTo>
                  <a:pt x="133090" y="82691"/>
                  <a:pt x="135755" y="82474"/>
                  <a:pt x="138115" y="82040"/>
                </a:cubicBezTo>
                <a:cubicBezTo>
                  <a:pt x="140476" y="81606"/>
                  <a:pt x="142544" y="81126"/>
                  <a:pt x="144321" y="80601"/>
                </a:cubicBezTo>
                <a:cubicBezTo>
                  <a:pt x="146097" y="80075"/>
                  <a:pt x="147569" y="79595"/>
                  <a:pt x="148738" y="79161"/>
                </a:cubicBezTo>
                <a:cubicBezTo>
                  <a:pt x="149908" y="78727"/>
                  <a:pt x="150762" y="78510"/>
                  <a:pt x="151301" y="78510"/>
                </a:cubicBezTo>
                <a:cubicBezTo>
                  <a:pt x="151841" y="78510"/>
                  <a:pt x="152223" y="78668"/>
                  <a:pt x="152448" y="78986"/>
                </a:cubicBezTo>
                <a:cubicBezTo>
                  <a:pt x="152673" y="79304"/>
                  <a:pt x="152785" y="79802"/>
                  <a:pt x="152785" y="80480"/>
                </a:cubicBezTo>
                <a:cubicBezTo>
                  <a:pt x="152785" y="81252"/>
                  <a:pt x="152718" y="82136"/>
                  <a:pt x="152583" y="83134"/>
                </a:cubicBezTo>
                <a:cubicBezTo>
                  <a:pt x="152448" y="84130"/>
                  <a:pt x="152257" y="85116"/>
                  <a:pt x="152010" y="86091"/>
                </a:cubicBezTo>
                <a:cubicBezTo>
                  <a:pt x="151762" y="87065"/>
                  <a:pt x="151448" y="87983"/>
                  <a:pt x="151065" y="88844"/>
                </a:cubicBezTo>
                <a:cubicBezTo>
                  <a:pt x="150683" y="89705"/>
                  <a:pt x="150245" y="90362"/>
                  <a:pt x="149750" y="90815"/>
                </a:cubicBezTo>
                <a:cubicBezTo>
                  <a:pt x="149211" y="91359"/>
                  <a:pt x="148221" y="91903"/>
                  <a:pt x="146782" y="92448"/>
                </a:cubicBezTo>
                <a:cubicBezTo>
                  <a:pt x="145344" y="92992"/>
                  <a:pt x="143612" y="93490"/>
                  <a:pt x="141589" y="93943"/>
                </a:cubicBezTo>
                <a:cubicBezTo>
                  <a:pt x="139565" y="94397"/>
                  <a:pt x="137295" y="94770"/>
                  <a:pt x="134777" y="95064"/>
                </a:cubicBezTo>
                <a:cubicBezTo>
                  <a:pt x="132259" y="95359"/>
                  <a:pt x="129696" y="95507"/>
                  <a:pt x="127088" y="95507"/>
                </a:cubicBezTo>
                <a:cubicBezTo>
                  <a:pt x="122771" y="95507"/>
                  <a:pt x="119005" y="95056"/>
                  <a:pt x="115790" y="94153"/>
                </a:cubicBezTo>
                <a:cubicBezTo>
                  <a:pt x="112575" y="93253"/>
                  <a:pt x="109888" y="91879"/>
                  <a:pt x="107730" y="90033"/>
                </a:cubicBezTo>
                <a:cubicBezTo>
                  <a:pt x="105572" y="88185"/>
                  <a:pt x="103953" y="85831"/>
                  <a:pt x="102874" y="82970"/>
                </a:cubicBezTo>
                <a:cubicBezTo>
                  <a:pt x="101795" y="80109"/>
                  <a:pt x="101255" y="76719"/>
                  <a:pt x="101255" y="72800"/>
                </a:cubicBezTo>
                <a:cubicBezTo>
                  <a:pt x="101255" y="69780"/>
                  <a:pt x="101536" y="66547"/>
                  <a:pt x="102098" y="63102"/>
                </a:cubicBezTo>
                <a:cubicBezTo>
                  <a:pt x="102660" y="59655"/>
                  <a:pt x="103571" y="56253"/>
                  <a:pt x="104830" y="52896"/>
                </a:cubicBezTo>
                <a:cubicBezTo>
                  <a:pt x="106089" y="49539"/>
                  <a:pt x="107707" y="46329"/>
                  <a:pt x="109686" y="43266"/>
                </a:cubicBezTo>
                <a:cubicBezTo>
                  <a:pt x="111664" y="40203"/>
                  <a:pt x="114059" y="37511"/>
                  <a:pt x="116869" y="35191"/>
                </a:cubicBezTo>
                <a:cubicBezTo>
                  <a:pt x="119680" y="32870"/>
                  <a:pt x="122928" y="31011"/>
                  <a:pt x="126615" y="29614"/>
                </a:cubicBezTo>
                <a:cubicBezTo>
                  <a:pt x="130303" y="28217"/>
                  <a:pt x="134507" y="27519"/>
                  <a:pt x="139228" y="27519"/>
                </a:cubicBezTo>
                <a:cubicBezTo>
                  <a:pt x="143320" y="27519"/>
                  <a:pt x="146839" y="28003"/>
                  <a:pt x="149784" y="28971"/>
                </a:cubicBezTo>
                <a:cubicBezTo>
                  <a:pt x="152729" y="29939"/>
                  <a:pt x="155146" y="31223"/>
                  <a:pt x="157035" y="32822"/>
                </a:cubicBezTo>
                <a:cubicBezTo>
                  <a:pt x="158923" y="34421"/>
                  <a:pt x="160328" y="36246"/>
                  <a:pt x="161250" y="38296"/>
                </a:cubicBezTo>
                <a:cubicBezTo>
                  <a:pt x="162172" y="40346"/>
                  <a:pt x="162633" y="42452"/>
                  <a:pt x="162633" y="44613"/>
                </a:cubicBezTo>
                <a:moveTo>
                  <a:pt x="145973" y="45905"/>
                </a:moveTo>
                <a:cubicBezTo>
                  <a:pt x="145973" y="44115"/>
                  <a:pt x="145265" y="42627"/>
                  <a:pt x="143848" y="41441"/>
                </a:cubicBezTo>
                <a:cubicBezTo>
                  <a:pt x="142432" y="40253"/>
                  <a:pt x="140375" y="39660"/>
                  <a:pt x="137677" y="39660"/>
                </a:cubicBezTo>
                <a:cubicBezTo>
                  <a:pt x="135429" y="39660"/>
                  <a:pt x="133416" y="40063"/>
                  <a:pt x="131640" y="40869"/>
                </a:cubicBezTo>
                <a:cubicBezTo>
                  <a:pt x="129864" y="41675"/>
                  <a:pt x="128302" y="42760"/>
                  <a:pt x="126953" y="44126"/>
                </a:cubicBezTo>
                <a:cubicBezTo>
                  <a:pt x="125604" y="45490"/>
                  <a:pt x="124446" y="47102"/>
                  <a:pt x="123479" y="48961"/>
                </a:cubicBezTo>
                <a:cubicBezTo>
                  <a:pt x="122512" y="50819"/>
                  <a:pt x="121737" y="52799"/>
                  <a:pt x="121152" y="54903"/>
                </a:cubicBezTo>
                <a:lnTo>
                  <a:pt x="126818" y="54903"/>
                </a:lnTo>
                <a:cubicBezTo>
                  <a:pt x="130415" y="54903"/>
                  <a:pt x="133428" y="54668"/>
                  <a:pt x="135856" y="54199"/>
                </a:cubicBezTo>
                <a:cubicBezTo>
                  <a:pt x="138284" y="53728"/>
                  <a:pt x="140240" y="53090"/>
                  <a:pt x="141724" y="52285"/>
                </a:cubicBezTo>
                <a:cubicBezTo>
                  <a:pt x="143208" y="51478"/>
                  <a:pt x="144287" y="50527"/>
                  <a:pt x="144961" y="49431"/>
                </a:cubicBezTo>
                <a:cubicBezTo>
                  <a:pt x="145636" y="48334"/>
                  <a:pt x="145973" y="47158"/>
                  <a:pt x="145973" y="45905"/>
                </a:cubicBezTo>
                <a:close/>
                <a:moveTo>
                  <a:pt x="262158" y="91595"/>
                </a:moveTo>
                <a:cubicBezTo>
                  <a:pt x="262068" y="92044"/>
                  <a:pt x="261854" y="92438"/>
                  <a:pt x="261517" y="92775"/>
                </a:cubicBezTo>
                <a:cubicBezTo>
                  <a:pt x="261180" y="93112"/>
                  <a:pt x="260651" y="93393"/>
                  <a:pt x="259932" y="93618"/>
                </a:cubicBezTo>
                <a:cubicBezTo>
                  <a:pt x="259212" y="93843"/>
                  <a:pt x="258302" y="94011"/>
                  <a:pt x="257200" y="94124"/>
                </a:cubicBezTo>
                <a:cubicBezTo>
                  <a:pt x="256098" y="94236"/>
                  <a:pt x="254716" y="94293"/>
                  <a:pt x="253052" y="94293"/>
                </a:cubicBezTo>
                <a:cubicBezTo>
                  <a:pt x="251433" y="94293"/>
                  <a:pt x="250084" y="94236"/>
                  <a:pt x="249005" y="94124"/>
                </a:cubicBezTo>
                <a:cubicBezTo>
                  <a:pt x="247926" y="94011"/>
                  <a:pt x="247094" y="93843"/>
                  <a:pt x="246510" y="93618"/>
                </a:cubicBezTo>
                <a:cubicBezTo>
                  <a:pt x="245925" y="93393"/>
                  <a:pt x="245532" y="93112"/>
                  <a:pt x="245329" y="92775"/>
                </a:cubicBezTo>
                <a:cubicBezTo>
                  <a:pt x="245127" y="92438"/>
                  <a:pt x="245093" y="92044"/>
                  <a:pt x="245228" y="91595"/>
                </a:cubicBezTo>
                <a:lnTo>
                  <a:pt x="252445" y="55510"/>
                </a:lnTo>
                <a:cubicBezTo>
                  <a:pt x="252625" y="54470"/>
                  <a:pt x="252782" y="53442"/>
                  <a:pt x="252917" y="52426"/>
                </a:cubicBezTo>
                <a:cubicBezTo>
                  <a:pt x="253052" y="51409"/>
                  <a:pt x="253120" y="50380"/>
                  <a:pt x="253120" y="49340"/>
                </a:cubicBezTo>
                <a:cubicBezTo>
                  <a:pt x="253120" y="47216"/>
                  <a:pt x="252726" y="45499"/>
                  <a:pt x="251939" y="44189"/>
                </a:cubicBezTo>
                <a:cubicBezTo>
                  <a:pt x="251152" y="42878"/>
                  <a:pt x="249747" y="42223"/>
                  <a:pt x="247724" y="42223"/>
                </a:cubicBezTo>
                <a:cubicBezTo>
                  <a:pt x="245925" y="42223"/>
                  <a:pt x="244059" y="42809"/>
                  <a:pt x="242125" y="43983"/>
                </a:cubicBezTo>
                <a:cubicBezTo>
                  <a:pt x="240192" y="45154"/>
                  <a:pt x="238337" y="46744"/>
                  <a:pt x="236561" y="48752"/>
                </a:cubicBezTo>
                <a:cubicBezTo>
                  <a:pt x="234785" y="50759"/>
                  <a:pt x="233211" y="53104"/>
                  <a:pt x="231840" y="55788"/>
                </a:cubicBezTo>
                <a:cubicBezTo>
                  <a:pt x="230468" y="58471"/>
                  <a:pt x="229490" y="61323"/>
                  <a:pt x="228906" y="64346"/>
                </a:cubicBezTo>
                <a:lnTo>
                  <a:pt x="223442" y="91595"/>
                </a:lnTo>
                <a:cubicBezTo>
                  <a:pt x="223352" y="92044"/>
                  <a:pt x="223139" y="92438"/>
                  <a:pt x="222802" y="92775"/>
                </a:cubicBezTo>
                <a:cubicBezTo>
                  <a:pt x="222464" y="93112"/>
                  <a:pt x="221936" y="93393"/>
                  <a:pt x="221217" y="93618"/>
                </a:cubicBezTo>
                <a:cubicBezTo>
                  <a:pt x="220497" y="93843"/>
                  <a:pt x="219587" y="94011"/>
                  <a:pt x="218485" y="94124"/>
                </a:cubicBezTo>
                <a:cubicBezTo>
                  <a:pt x="217383" y="94236"/>
                  <a:pt x="216001" y="94293"/>
                  <a:pt x="214337" y="94293"/>
                </a:cubicBezTo>
                <a:cubicBezTo>
                  <a:pt x="212718" y="94293"/>
                  <a:pt x="211380" y="94236"/>
                  <a:pt x="210324" y="94124"/>
                </a:cubicBezTo>
                <a:cubicBezTo>
                  <a:pt x="209267" y="94011"/>
                  <a:pt x="208446" y="93843"/>
                  <a:pt x="207862" y="93618"/>
                </a:cubicBezTo>
                <a:cubicBezTo>
                  <a:pt x="207277" y="93393"/>
                  <a:pt x="206884" y="93112"/>
                  <a:pt x="206681" y="92775"/>
                </a:cubicBezTo>
                <a:cubicBezTo>
                  <a:pt x="206479" y="92438"/>
                  <a:pt x="206423" y="92044"/>
                  <a:pt x="206513" y="91595"/>
                </a:cubicBezTo>
                <a:lnTo>
                  <a:pt x="213662" y="55510"/>
                </a:lnTo>
                <a:cubicBezTo>
                  <a:pt x="213932" y="54470"/>
                  <a:pt x="214123" y="53396"/>
                  <a:pt x="214236" y="52289"/>
                </a:cubicBezTo>
                <a:cubicBezTo>
                  <a:pt x="214348" y="51182"/>
                  <a:pt x="214404" y="50108"/>
                  <a:pt x="214404" y="49069"/>
                </a:cubicBezTo>
                <a:cubicBezTo>
                  <a:pt x="214404" y="47080"/>
                  <a:pt x="214000" y="45442"/>
                  <a:pt x="213190" y="44155"/>
                </a:cubicBezTo>
                <a:cubicBezTo>
                  <a:pt x="212381" y="42867"/>
                  <a:pt x="210987" y="42223"/>
                  <a:pt x="209008" y="42223"/>
                </a:cubicBezTo>
                <a:cubicBezTo>
                  <a:pt x="207210" y="42223"/>
                  <a:pt x="205344" y="42809"/>
                  <a:pt x="203410" y="43983"/>
                </a:cubicBezTo>
                <a:cubicBezTo>
                  <a:pt x="201477" y="45154"/>
                  <a:pt x="199622" y="46744"/>
                  <a:pt x="197846" y="48752"/>
                </a:cubicBezTo>
                <a:cubicBezTo>
                  <a:pt x="196070" y="50759"/>
                  <a:pt x="194496" y="53104"/>
                  <a:pt x="193124" y="55788"/>
                </a:cubicBezTo>
                <a:cubicBezTo>
                  <a:pt x="191753" y="58471"/>
                  <a:pt x="190775" y="61323"/>
                  <a:pt x="190190" y="64346"/>
                </a:cubicBezTo>
                <a:lnTo>
                  <a:pt x="184727" y="91595"/>
                </a:lnTo>
                <a:cubicBezTo>
                  <a:pt x="184637" y="92044"/>
                  <a:pt x="184424" y="92438"/>
                  <a:pt x="184086" y="92775"/>
                </a:cubicBezTo>
                <a:cubicBezTo>
                  <a:pt x="183749" y="93112"/>
                  <a:pt x="183232" y="93393"/>
                  <a:pt x="182535" y="93618"/>
                </a:cubicBezTo>
                <a:cubicBezTo>
                  <a:pt x="181838" y="93843"/>
                  <a:pt x="180928" y="94011"/>
                  <a:pt x="179803" y="94124"/>
                </a:cubicBezTo>
                <a:cubicBezTo>
                  <a:pt x="178679" y="94236"/>
                  <a:pt x="177308" y="94293"/>
                  <a:pt x="175689" y="94293"/>
                </a:cubicBezTo>
                <a:cubicBezTo>
                  <a:pt x="174025" y="94293"/>
                  <a:pt x="172665" y="94236"/>
                  <a:pt x="171608" y="94124"/>
                </a:cubicBezTo>
                <a:cubicBezTo>
                  <a:pt x="170552" y="94011"/>
                  <a:pt x="169720" y="93843"/>
                  <a:pt x="169113" y="93618"/>
                </a:cubicBezTo>
                <a:cubicBezTo>
                  <a:pt x="168506" y="93393"/>
                  <a:pt x="168112" y="93112"/>
                  <a:pt x="167932" y="92775"/>
                </a:cubicBezTo>
                <a:cubicBezTo>
                  <a:pt x="167753" y="92438"/>
                  <a:pt x="167708" y="92044"/>
                  <a:pt x="167798" y="91595"/>
                </a:cubicBezTo>
                <a:lnTo>
                  <a:pt x="179871" y="31363"/>
                </a:lnTo>
                <a:cubicBezTo>
                  <a:pt x="179961" y="30914"/>
                  <a:pt x="180152" y="30520"/>
                  <a:pt x="180444" y="30183"/>
                </a:cubicBezTo>
                <a:cubicBezTo>
                  <a:pt x="180736" y="29846"/>
                  <a:pt x="181186" y="29576"/>
                  <a:pt x="181793" y="29374"/>
                </a:cubicBezTo>
                <a:cubicBezTo>
                  <a:pt x="182400" y="29171"/>
                  <a:pt x="183187" y="29014"/>
                  <a:pt x="184154" y="28902"/>
                </a:cubicBezTo>
                <a:cubicBezTo>
                  <a:pt x="185121" y="28789"/>
                  <a:pt x="186278" y="28733"/>
                  <a:pt x="187627" y="28733"/>
                </a:cubicBezTo>
                <a:cubicBezTo>
                  <a:pt x="189021" y="28733"/>
                  <a:pt x="190157" y="28789"/>
                  <a:pt x="191033" y="28902"/>
                </a:cubicBezTo>
                <a:cubicBezTo>
                  <a:pt x="191910" y="29014"/>
                  <a:pt x="192596" y="29171"/>
                  <a:pt x="193091" y="29374"/>
                </a:cubicBezTo>
                <a:cubicBezTo>
                  <a:pt x="193585" y="29576"/>
                  <a:pt x="193911" y="29846"/>
                  <a:pt x="194069" y="30183"/>
                </a:cubicBezTo>
                <a:cubicBezTo>
                  <a:pt x="194226" y="30520"/>
                  <a:pt x="194260" y="30914"/>
                  <a:pt x="194170" y="31363"/>
                </a:cubicBezTo>
                <a:lnTo>
                  <a:pt x="192214" y="41278"/>
                </a:lnTo>
                <a:cubicBezTo>
                  <a:pt x="193158" y="39696"/>
                  <a:pt x="194417" y="38081"/>
                  <a:pt x="195991" y="36433"/>
                </a:cubicBezTo>
                <a:cubicBezTo>
                  <a:pt x="197565" y="34783"/>
                  <a:pt x="199352" y="33303"/>
                  <a:pt x="201353" y="31994"/>
                </a:cubicBezTo>
                <a:cubicBezTo>
                  <a:pt x="203354" y="30683"/>
                  <a:pt x="205535" y="29609"/>
                  <a:pt x="207896" y="28773"/>
                </a:cubicBezTo>
                <a:cubicBezTo>
                  <a:pt x="210256" y="27937"/>
                  <a:pt x="212696" y="27519"/>
                  <a:pt x="215214" y="27519"/>
                </a:cubicBezTo>
                <a:cubicBezTo>
                  <a:pt x="217822" y="27519"/>
                  <a:pt x="220081" y="27869"/>
                  <a:pt x="221992" y="28571"/>
                </a:cubicBezTo>
                <a:cubicBezTo>
                  <a:pt x="223903" y="29270"/>
                  <a:pt x="225477" y="30242"/>
                  <a:pt x="226714" y="31486"/>
                </a:cubicBezTo>
                <a:cubicBezTo>
                  <a:pt x="227950" y="32728"/>
                  <a:pt x="228894" y="34185"/>
                  <a:pt x="229546" y="35857"/>
                </a:cubicBezTo>
                <a:cubicBezTo>
                  <a:pt x="230198" y="37528"/>
                  <a:pt x="230614" y="39335"/>
                  <a:pt x="230794" y="41278"/>
                </a:cubicBezTo>
                <a:cubicBezTo>
                  <a:pt x="231828" y="39651"/>
                  <a:pt x="233144" y="38025"/>
                  <a:pt x="234740" y="36399"/>
                </a:cubicBezTo>
                <a:cubicBezTo>
                  <a:pt x="236336" y="34772"/>
                  <a:pt x="238135" y="33303"/>
                  <a:pt x="240136" y="31994"/>
                </a:cubicBezTo>
                <a:cubicBezTo>
                  <a:pt x="242137" y="30683"/>
                  <a:pt x="244306" y="29609"/>
                  <a:pt x="246644" y="28773"/>
                </a:cubicBezTo>
                <a:cubicBezTo>
                  <a:pt x="248983" y="27937"/>
                  <a:pt x="251388" y="27519"/>
                  <a:pt x="253861" y="27519"/>
                </a:cubicBezTo>
                <a:cubicBezTo>
                  <a:pt x="257009" y="27519"/>
                  <a:pt x="259651" y="27959"/>
                  <a:pt x="261787" y="28838"/>
                </a:cubicBezTo>
                <a:cubicBezTo>
                  <a:pt x="263922" y="29717"/>
                  <a:pt x="265642" y="30933"/>
                  <a:pt x="266946" y="32489"/>
                </a:cubicBezTo>
                <a:cubicBezTo>
                  <a:pt x="268250" y="34044"/>
                  <a:pt x="269195" y="35870"/>
                  <a:pt x="269779" y="37967"/>
                </a:cubicBezTo>
                <a:cubicBezTo>
                  <a:pt x="270364" y="40062"/>
                  <a:pt x="270656" y="42327"/>
                  <a:pt x="270656" y="44762"/>
                </a:cubicBezTo>
                <a:cubicBezTo>
                  <a:pt x="270656" y="46339"/>
                  <a:pt x="270566" y="47928"/>
                  <a:pt x="270386" y="49528"/>
                </a:cubicBezTo>
                <a:cubicBezTo>
                  <a:pt x="270206" y="51129"/>
                  <a:pt x="269937" y="52763"/>
                  <a:pt x="269577" y="54431"/>
                </a:cubicBezTo>
                <a:lnTo>
                  <a:pt x="262158" y="91595"/>
                </a:lnTo>
                <a:close/>
                <a:moveTo>
                  <a:pt x="341516" y="44613"/>
                </a:moveTo>
                <a:cubicBezTo>
                  <a:pt x="341516" y="47856"/>
                  <a:pt x="340786" y="50773"/>
                  <a:pt x="339324" y="53364"/>
                </a:cubicBezTo>
                <a:cubicBezTo>
                  <a:pt x="337863" y="55954"/>
                  <a:pt x="335592" y="58184"/>
                  <a:pt x="332512" y="60054"/>
                </a:cubicBezTo>
                <a:cubicBezTo>
                  <a:pt x="329432" y="61923"/>
                  <a:pt x="325520" y="63353"/>
                  <a:pt x="320776" y="64343"/>
                </a:cubicBezTo>
                <a:cubicBezTo>
                  <a:pt x="316032" y="65334"/>
                  <a:pt x="310378" y="65829"/>
                  <a:pt x="303813" y="65829"/>
                </a:cubicBezTo>
                <a:lnTo>
                  <a:pt x="297607" y="65829"/>
                </a:lnTo>
                <a:cubicBezTo>
                  <a:pt x="297428" y="66864"/>
                  <a:pt x="297293" y="67887"/>
                  <a:pt x="297203" y="68898"/>
                </a:cubicBezTo>
                <a:cubicBezTo>
                  <a:pt x="297113" y="69910"/>
                  <a:pt x="297068" y="70843"/>
                  <a:pt x="297068" y="71697"/>
                </a:cubicBezTo>
                <a:cubicBezTo>
                  <a:pt x="297068" y="75340"/>
                  <a:pt x="298012" y="78082"/>
                  <a:pt x="299901" y="79926"/>
                </a:cubicBezTo>
                <a:cubicBezTo>
                  <a:pt x="301789" y="81770"/>
                  <a:pt x="304824" y="82691"/>
                  <a:pt x="309006" y="82691"/>
                </a:cubicBezTo>
                <a:cubicBezTo>
                  <a:pt x="311974" y="82691"/>
                  <a:pt x="314638" y="82474"/>
                  <a:pt x="316999" y="82040"/>
                </a:cubicBezTo>
                <a:cubicBezTo>
                  <a:pt x="319360" y="81606"/>
                  <a:pt x="321428" y="81126"/>
                  <a:pt x="323204" y="80601"/>
                </a:cubicBezTo>
                <a:cubicBezTo>
                  <a:pt x="324980" y="80075"/>
                  <a:pt x="326453" y="79595"/>
                  <a:pt x="327622" y="79161"/>
                </a:cubicBezTo>
                <a:cubicBezTo>
                  <a:pt x="328791" y="78727"/>
                  <a:pt x="329645" y="78510"/>
                  <a:pt x="330185" y="78510"/>
                </a:cubicBezTo>
                <a:cubicBezTo>
                  <a:pt x="330725" y="78510"/>
                  <a:pt x="331107" y="78668"/>
                  <a:pt x="331332" y="78986"/>
                </a:cubicBezTo>
                <a:cubicBezTo>
                  <a:pt x="331556" y="79304"/>
                  <a:pt x="331669" y="79802"/>
                  <a:pt x="331669" y="80480"/>
                </a:cubicBezTo>
                <a:cubicBezTo>
                  <a:pt x="331669" y="81252"/>
                  <a:pt x="331601" y="82136"/>
                  <a:pt x="331466" y="83134"/>
                </a:cubicBezTo>
                <a:cubicBezTo>
                  <a:pt x="331332" y="84130"/>
                  <a:pt x="331140" y="85116"/>
                  <a:pt x="330893" y="86091"/>
                </a:cubicBezTo>
                <a:cubicBezTo>
                  <a:pt x="330646" y="87065"/>
                  <a:pt x="330331" y="87983"/>
                  <a:pt x="329949" y="88844"/>
                </a:cubicBezTo>
                <a:cubicBezTo>
                  <a:pt x="329567" y="89705"/>
                  <a:pt x="329128" y="90362"/>
                  <a:pt x="328634" y="90815"/>
                </a:cubicBezTo>
                <a:cubicBezTo>
                  <a:pt x="328094" y="91359"/>
                  <a:pt x="327105" y="91903"/>
                  <a:pt x="325666" y="92448"/>
                </a:cubicBezTo>
                <a:cubicBezTo>
                  <a:pt x="324227" y="92992"/>
                  <a:pt x="322496" y="93490"/>
                  <a:pt x="320472" y="93943"/>
                </a:cubicBezTo>
                <a:cubicBezTo>
                  <a:pt x="318449" y="94397"/>
                  <a:pt x="316178" y="94770"/>
                  <a:pt x="313660" y="95064"/>
                </a:cubicBezTo>
                <a:cubicBezTo>
                  <a:pt x="311142" y="95359"/>
                  <a:pt x="308579" y="95507"/>
                  <a:pt x="305971" y="95507"/>
                </a:cubicBezTo>
                <a:cubicBezTo>
                  <a:pt x="301654" y="95507"/>
                  <a:pt x="297889" y="95056"/>
                  <a:pt x="294673" y="94153"/>
                </a:cubicBezTo>
                <a:cubicBezTo>
                  <a:pt x="291458" y="93253"/>
                  <a:pt x="288772" y="91879"/>
                  <a:pt x="286613" y="90033"/>
                </a:cubicBezTo>
                <a:cubicBezTo>
                  <a:pt x="284455" y="88185"/>
                  <a:pt x="282836" y="85831"/>
                  <a:pt x="281757" y="82970"/>
                </a:cubicBezTo>
                <a:cubicBezTo>
                  <a:pt x="280678" y="80109"/>
                  <a:pt x="280138" y="76719"/>
                  <a:pt x="280138" y="72800"/>
                </a:cubicBezTo>
                <a:cubicBezTo>
                  <a:pt x="280138" y="69780"/>
                  <a:pt x="280419" y="66547"/>
                  <a:pt x="280982" y="63102"/>
                </a:cubicBezTo>
                <a:cubicBezTo>
                  <a:pt x="281544" y="59655"/>
                  <a:pt x="282454" y="56253"/>
                  <a:pt x="283713" y="52896"/>
                </a:cubicBezTo>
                <a:cubicBezTo>
                  <a:pt x="284972" y="49539"/>
                  <a:pt x="286591" y="46329"/>
                  <a:pt x="288569" y="43266"/>
                </a:cubicBezTo>
                <a:cubicBezTo>
                  <a:pt x="290548" y="40203"/>
                  <a:pt x="292942" y="37511"/>
                  <a:pt x="295753" y="35191"/>
                </a:cubicBezTo>
                <a:cubicBezTo>
                  <a:pt x="298563" y="32870"/>
                  <a:pt x="301812" y="31011"/>
                  <a:pt x="305499" y="29614"/>
                </a:cubicBezTo>
                <a:cubicBezTo>
                  <a:pt x="309186" y="28217"/>
                  <a:pt x="313390" y="27519"/>
                  <a:pt x="318112" y="27519"/>
                </a:cubicBezTo>
                <a:cubicBezTo>
                  <a:pt x="322204" y="27519"/>
                  <a:pt x="325722" y="28003"/>
                  <a:pt x="328667" y="28971"/>
                </a:cubicBezTo>
                <a:cubicBezTo>
                  <a:pt x="331613" y="29939"/>
                  <a:pt x="334029" y="31223"/>
                  <a:pt x="335918" y="32822"/>
                </a:cubicBezTo>
                <a:cubicBezTo>
                  <a:pt x="337807" y="34421"/>
                  <a:pt x="339212" y="36246"/>
                  <a:pt x="340134" y="38296"/>
                </a:cubicBezTo>
                <a:cubicBezTo>
                  <a:pt x="341055" y="40346"/>
                  <a:pt x="341516" y="42452"/>
                  <a:pt x="341516" y="44613"/>
                </a:cubicBezTo>
                <a:moveTo>
                  <a:pt x="324857" y="45905"/>
                </a:moveTo>
                <a:cubicBezTo>
                  <a:pt x="324857" y="44115"/>
                  <a:pt x="324148" y="42627"/>
                  <a:pt x="322732" y="41441"/>
                </a:cubicBezTo>
                <a:cubicBezTo>
                  <a:pt x="321316" y="40253"/>
                  <a:pt x="319258" y="39660"/>
                  <a:pt x="316560" y="39660"/>
                </a:cubicBezTo>
                <a:cubicBezTo>
                  <a:pt x="314312" y="39660"/>
                  <a:pt x="312300" y="40063"/>
                  <a:pt x="310524" y="40869"/>
                </a:cubicBezTo>
                <a:cubicBezTo>
                  <a:pt x="308748" y="41675"/>
                  <a:pt x="307185" y="42760"/>
                  <a:pt x="305836" y="44126"/>
                </a:cubicBezTo>
                <a:cubicBezTo>
                  <a:pt x="304487" y="45490"/>
                  <a:pt x="303329" y="47102"/>
                  <a:pt x="302363" y="48961"/>
                </a:cubicBezTo>
                <a:cubicBezTo>
                  <a:pt x="301396" y="50819"/>
                  <a:pt x="300620" y="52799"/>
                  <a:pt x="300036" y="54903"/>
                </a:cubicBezTo>
                <a:lnTo>
                  <a:pt x="305701" y="54903"/>
                </a:lnTo>
                <a:cubicBezTo>
                  <a:pt x="309299" y="54903"/>
                  <a:pt x="312311" y="54668"/>
                  <a:pt x="314739" y="54199"/>
                </a:cubicBezTo>
                <a:cubicBezTo>
                  <a:pt x="317167" y="53728"/>
                  <a:pt x="319123" y="53090"/>
                  <a:pt x="320607" y="52285"/>
                </a:cubicBezTo>
                <a:cubicBezTo>
                  <a:pt x="322091" y="51478"/>
                  <a:pt x="323170" y="50527"/>
                  <a:pt x="323845" y="49431"/>
                </a:cubicBezTo>
                <a:cubicBezTo>
                  <a:pt x="324519" y="48334"/>
                  <a:pt x="324857" y="47158"/>
                  <a:pt x="324857" y="45905"/>
                </a:cubicBezTo>
                <a:close/>
                <a:moveTo>
                  <a:pt x="410949" y="44805"/>
                </a:moveTo>
                <a:cubicBezTo>
                  <a:pt x="410949" y="46380"/>
                  <a:pt x="410848" y="47955"/>
                  <a:pt x="410645" y="49530"/>
                </a:cubicBezTo>
                <a:cubicBezTo>
                  <a:pt x="410443" y="51105"/>
                  <a:pt x="410185" y="52725"/>
                  <a:pt x="409870" y="54391"/>
                </a:cubicBezTo>
                <a:lnTo>
                  <a:pt x="402383" y="91595"/>
                </a:lnTo>
                <a:cubicBezTo>
                  <a:pt x="402293" y="92044"/>
                  <a:pt x="402080" y="92438"/>
                  <a:pt x="401742" y="92775"/>
                </a:cubicBezTo>
                <a:cubicBezTo>
                  <a:pt x="401405" y="93112"/>
                  <a:pt x="400888" y="93393"/>
                  <a:pt x="400191" y="93618"/>
                </a:cubicBezTo>
                <a:cubicBezTo>
                  <a:pt x="399494" y="93843"/>
                  <a:pt x="398595" y="94011"/>
                  <a:pt x="397493" y="94124"/>
                </a:cubicBezTo>
                <a:cubicBezTo>
                  <a:pt x="396391" y="94236"/>
                  <a:pt x="395009" y="94293"/>
                  <a:pt x="393345" y="94293"/>
                </a:cubicBezTo>
                <a:cubicBezTo>
                  <a:pt x="391681" y="94293"/>
                  <a:pt x="390321" y="94236"/>
                  <a:pt x="389264" y="94124"/>
                </a:cubicBezTo>
                <a:cubicBezTo>
                  <a:pt x="388208" y="94011"/>
                  <a:pt x="387387" y="93843"/>
                  <a:pt x="386803" y="93618"/>
                </a:cubicBezTo>
                <a:cubicBezTo>
                  <a:pt x="386218" y="93393"/>
                  <a:pt x="385825" y="93112"/>
                  <a:pt x="385622" y="92775"/>
                </a:cubicBezTo>
                <a:cubicBezTo>
                  <a:pt x="385420" y="92438"/>
                  <a:pt x="385364" y="92044"/>
                  <a:pt x="385454" y="91595"/>
                </a:cubicBezTo>
                <a:lnTo>
                  <a:pt x="392738" y="55510"/>
                </a:lnTo>
                <a:cubicBezTo>
                  <a:pt x="392963" y="54425"/>
                  <a:pt x="393131" y="53318"/>
                  <a:pt x="393244" y="52188"/>
                </a:cubicBezTo>
                <a:cubicBezTo>
                  <a:pt x="393356" y="51058"/>
                  <a:pt x="393412" y="50064"/>
                  <a:pt x="393412" y="49206"/>
                </a:cubicBezTo>
                <a:cubicBezTo>
                  <a:pt x="393412" y="47171"/>
                  <a:pt x="392985" y="45499"/>
                  <a:pt x="392131" y="44189"/>
                </a:cubicBezTo>
                <a:cubicBezTo>
                  <a:pt x="391277" y="42878"/>
                  <a:pt x="389838" y="42223"/>
                  <a:pt x="387814" y="42223"/>
                </a:cubicBezTo>
                <a:cubicBezTo>
                  <a:pt x="385971" y="42223"/>
                  <a:pt x="384048" y="42809"/>
                  <a:pt x="382047" y="43983"/>
                </a:cubicBezTo>
                <a:cubicBezTo>
                  <a:pt x="380046" y="45154"/>
                  <a:pt x="378158" y="46744"/>
                  <a:pt x="376382" y="48752"/>
                </a:cubicBezTo>
                <a:cubicBezTo>
                  <a:pt x="374606" y="50759"/>
                  <a:pt x="373021" y="53104"/>
                  <a:pt x="371627" y="55788"/>
                </a:cubicBezTo>
                <a:cubicBezTo>
                  <a:pt x="370233" y="58471"/>
                  <a:pt x="369244" y="61323"/>
                  <a:pt x="368659" y="64346"/>
                </a:cubicBezTo>
                <a:lnTo>
                  <a:pt x="363196" y="91595"/>
                </a:lnTo>
                <a:cubicBezTo>
                  <a:pt x="363106" y="92044"/>
                  <a:pt x="362892" y="92438"/>
                  <a:pt x="362555" y="92775"/>
                </a:cubicBezTo>
                <a:cubicBezTo>
                  <a:pt x="362218" y="93112"/>
                  <a:pt x="361701" y="93393"/>
                  <a:pt x="361004" y="93618"/>
                </a:cubicBezTo>
                <a:cubicBezTo>
                  <a:pt x="360307" y="93843"/>
                  <a:pt x="359396" y="94011"/>
                  <a:pt x="358272" y="94124"/>
                </a:cubicBezTo>
                <a:cubicBezTo>
                  <a:pt x="357148" y="94236"/>
                  <a:pt x="355776" y="94293"/>
                  <a:pt x="354158" y="94293"/>
                </a:cubicBezTo>
                <a:cubicBezTo>
                  <a:pt x="352494" y="94293"/>
                  <a:pt x="351134" y="94236"/>
                  <a:pt x="350077" y="94124"/>
                </a:cubicBezTo>
                <a:cubicBezTo>
                  <a:pt x="349020" y="94011"/>
                  <a:pt x="348188" y="93843"/>
                  <a:pt x="347581" y="93618"/>
                </a:cubicBezTo>
                <a:cubicBezTo>
                  <a:pt x="346974" y="93393"/>
                  <a:pt x="346581" y="93112"/>
                  <a:pt x="346401" y="92775"/>
                </a:cubicBezTo>
                <a:cubicBezTo>
                  <a:pt x="346221" y="92438"/>
                  <a:pt x="346176" y="92044"/>
                  <a:pt x="346266" y="91595"/>
                </a:cubicBezTo>
                <a:lnTo>
                  <a:pt x="358339" y="31363"/>
                </a:lnTo>
                <a:cubicBezTo>
                  <a:pt x="358429" y="30914"/>
                  <a:pt x="358620" y="30520"/>
                  <a:pt x="358913" y="30183"/>
                </a:cubicBezTo>
                <a:cubicBezTo>
                  <a:pt x="359205" y="29846"/>
                  <a:pt x="359655" y="29576"/>
                  <a:pt x="360262" y="29374"/>
                </a:cubicBezTo>
                <a:cubicBezTo>
                  <a:pt x="360869" y="29171"/>
                  <a:pt x="361656" y="29014"/>
                  <a:pt x="362622" y="28902"/>
                </a:cubicBezTo>
                <a:cubicBezTo>
                  <a:pt x="363589" y="28789"/>
                  <a:pt x="364747" y="28733"/>
                  <a:pt x="366096" y="28733"/>
                </a:cubicBezTo>
                <a:cubicBezTo>
                  <a:pt x="367490" y="28733"/>
                  <a:pt x="368625" y="28789"/>
                  <a:pt x="369502" y="28902"/>
                </a:cubicBezTo>
                <a:cubicBezTo>
                  <a:pt x="370379" y="29014"/>
                  <a:pt x="371065" y="29171"/>
                  <a:pt x="371559" y="29374"/>
                </a:cubicBezTo>
                <a:cubicBezTo>
                  <a:pt x="372054" y="29576"/>
                  <a:pt x="372380" y="29846"/>
                  <a:pt x="372537" y="30183"/>
                </a:cubicBezTo>
                <a:cubicBezTo>
                  <a:pt x="372695" y="30520"/>
                  <a:pt x="372728" y="30914"/>
                  <a:pt x="372638" y="31363"/>
                </a:cubicBezTo>
                <a:lnTo>
                  <a:pt x="370682" y="41278"/>
                </a:lnTo>
                <a:cubicBezTo>
                  <a:pt x="371627" y="39696"/>
                  <a:pt x="372886" y="38081"/>
                  <a:pt x="374460" y="36433"/>
                </a:cubicBezTo>
                <a:cubicBezTo>
                  <a:pt x="376033" y="34783"/>
                  <a:pt x="377843" y="33303"/>
                  <a:pt x="379889" y="31994"/>
                </a:cubicBezTo>
                <a:cubicBezTo>
                  <a:pt x="381935" y="30683"/>
                  <a:pt x="384161" y="29609"/>
                  <a:pt x="386566" y="28773"/>
                </a:cubicBezTo>
                <a:cubicBezTo>
                  <a:pt x="388972" y="27937"/>
                  <a:pt x="391479" y="27519"/>
                  <a:pt x="394087" y="27519"/>
                </a:cubicBezTo>
                <a:cubicBezTo>
                  <a:pt x="397235" y="27519"/>
                  <a:pt x="399876" y="27980"/>
                  <a:pt x="402012" y="28904"/>
                </a:cubicBezTo>
                <a:cubicBezTo>
                  <a:pt x="404148" y="29825"/>
                  <a:pt x="405879" y="31075"/>
                  <a:pt x="407206" y="32651"/>
                </a:cubicBezTo>
                <a:cubicBezTo>
                  <a:pt x="408532" y="34226"/>
                  <a:pt x="409488" y="36061"/>
                  <a:pt x="410072" y="38155"/>
                </a:cubicBezTo>
                <a:cubicBezTo>
                  <a:pt x="410657" y="40247"/>
                  <a:pt x="410949" y="42464"/>
                  <a:pt x="410949" y="44805"/>
                </a:cubicBezTo>
                <a:close/>
                <a:moveTo>
                  <a:pt x="464963" y="32038"/>
                </a:moveTo>
                <a:cubicBezTo>
                  <a:pt x="464963" y="32488"/>
                  <a:pt x="464918" y="33061"/>
                  <a:pt x="464828" y="33758"/>
                </a:cubicBezTo>
                <a:cubicBezTo>
                  <a:pt x="464738" y="34455"/>
                  <a:pt x="464614" y="35208"/>
                  <a:pt x="464457" y="36017"/>
                </a:cubicBezTo>
                <a:cubicBezTo>
                  <a:pt x="464299" y="36827"/>
                  <a:pt x="464086" y="37636"/>
                  <a:pt x="463816" y="38445"/>
                </a:cubicBezTo>
                <a:cubicBezTo>
                  <a:pt x="463546" y="39255"/>
                  <a:pt x="463243" y="39986"/>
                  <a:pt x="462905" y="40638"/>
                </a:cubicBezTo>
                <a:cubicBezTo>
                  <a:pt x="462568" y="41290"/>
                  <a:pt x="462186" y="41829"/>
                  <a:pt x="461759" y="42256"/>
                </a:cubicBezTo>
                <a:cubicBezTo>
                  <a:pt x="461332" y="42683"/>
                  <a:pt x="460871" y="42897"/>
                  <a:pt x="460376" y="42897"/>
                </a:cubicBezTo>
                <a:lnTo>
                  <a:pt x="447224" y="42897"/>
                </a:lnTo>
                <a:lnTo>
                  <a:pt x="441558" y="71158"/>
                </a:lnTo>
                <a:cubicBezTo>
                  <a:pt x="441423" y="71828"/>
                  <a:pt x="441299" y="72621"/>
                  <a:pt x="441187" y="73537"/>
                </a:cubicBezTo>
                <a:cubicBezTo>
                  <a:pt x="441075" y="74452"/>
                  <a:pt x="441018" y="75200"/>
                  <a:pt x="441018" y="75780"/>
                </a:cubicBezTo>
                <a:cubicBezTo>
                  <a:pt x="441018" y="77566"/>
                  <a:pt x="441446" y="78872"/>
                  <a:pt x="442300" y="79698"/>
                </a:cubicBezTo>
                <a:cubicBezTo>
                  <a:pt x="443154" y="80525"/>
                  <a:pt x="444503" y="80938"/>
                  <a:pt x="446347" y="80938"/>
                </a:cubicBezTo>
                <a:cubicBezTo>
                  <a:pt x="447426" y="80938"/>
                  <a:pt x="448348" y="80859"/>
                  <a:pt x="449112" y="80702"/>
                </a:cubicBezTo>
                <a:cubicBezTo>
                  <a:pt x="449877" y="80544"/>
                  <a:pt x="450540" y="80364"/>
                  <a:pt x="451102" y="80162"/>
                </a:cubicBezTo>
                <a:cubicBezTo>
                  <a:pt x="451664" y="79960"/>
                  <a:pt x="452147" y="79780"/>
                  <a:pt x="452552" y="79623"/>
                </a:cubicBezTo>
                <a:cubicBezTo>
                  <a:pt x="452957" y="79465"/>
                  <a:pt x="453339" y="79386"/>
                  <a:pt x="453699" y="79386"/>
                </a:cubicBezTo>
                <a:cubicBezTo>
                  <a:pt x="454058" y="79386"/>
                  <a:pt x="454362" y="79555"/>
                  <a:pt x="454609" y="79892"/>
                </a:cubicBezTo>
                <a:cubicBezTo>
                  <a:pt x="454857" y="80230"/>
                  <a:pt x="454980" y="80781"/>
                  <a:pt x="454980" y="81547"/>
                </a:cubicBezTo>
                <a:cubicBezTo>
                  <a:pt x="454980" y="82405"/>
                  <a:pt x="454890" y="83377"/>
                  <a:pt x="454710" y="84462"/>
                </a:cubicBezTo>
                <a:cubicBezTo>
                  <a:pt x="454531" y="85547"/>
                  <a:pt x="454295" y="86597"/>
                  <a:pt x="454002" y="87613"/>
                </a:cubicBezTo>
                <a:cubicBezTo>
                  <a:pt x="453710" y="88629"/>
                  <a:pt x="453384" y="89555"/>
                  <a:pt x="453024" y="90391"/>
                </a:cubicBezTo>
                <a:cubicBezTo>
                  <a:pt x="452665" y="91227"/>
                  <a:pt x="452282" y="91848"/>
                  <a:pt x="451878" y="92254"/>
                </a:cubicBezTo>
                <a:cubicBezTo>
                  <a:pt x="451473" y="92662"/>
                  <a:pt x="450866" y="93046"/>
                  <a:pt x="450057" y="93407"/>
                </a:cubicBezTo>
                <a:cubicBezTo>
                  <a:pt x="449247" y="93768"/>
                  <a:pt x="448292" y="94085"/>
                  <a:pt x="447190" y="94356"/>
                </a:cubicBezTo>
                <a:cubicBezTo>
                  <a:pt x="446088" y="94627"/>
                  <a:pt x="444908" y="94841"/>
                  <a:pt x="443649" y="94999"/>
                </a:cubicBezTo>
                <a:cubicBezTo>
                  <a:pt x="442390" y="95157"/>
                  <a:pt x="441131" y="95237"/>
                  <a:pt x="439872" y="95237"/>
                </a:cubicBezTo>
                <a:cubicBezTo>
                  <a:pt x="437174" y="95237"/>
                  <a:pt x="434802" y="94956"/>
                  <a:pt x="432756" y="94394"/>
                </a:cubicBezTo>
                <a:cubicBezTo>
                  <a:pt x="430710" y="93832"/>
                  <a:pt x="428990" y="92944"/>
                  <a:pt x="427596" y="91729"/>
                </a:cubicBezTo>
                <a:cubicBezTo>
                  <a:pt x="426202" y="90515"/>
                  <a:pt x="425157" y="88964"/>
                  <a:pt x="424460" y="87076"/>
                </a:cubicBezTo>
                <a:cubicBezTo>
                  <a:pt x="423763" y="85187"/>
                  <a:pt x="423414" y="82894"/>
                  <a:pt x="423414" y="80196"/>
                </a:cubicBezTo>
                <a:cubicBezTo>
                  <a:pt x="423414" y="79701"/>
                  <a:pt x="423437" y="79128"/>
                  <a:pt x="423482" y="78476"/>
                </a:cubicBezTo>
                <a:cubicBezTo>
                  <a:pt x="423527" y="77824"/>
                  <a:pt x="423606" y="77138"/>
                  <a:pt x="423718" y="76419"/>
                </a:cubicBezTo>
                <a:cubicBezTo>
                  <a:pt x="423830" y="75699"/>
                  <a:pt x="423943" y="74969"/>
                  <a:pt x="424055" y="74227"/>
                </a:cubicBezTo>
                <a:cubicBezTo>
                  <a:pt x="424168" y="73485"/>
                  <a:pt x="424291" y="72822"/>
                  <a:pt x="424426" y="72237"/>
                </a:cubicBezTo>
                <a:lnTo>
                  <a:pt x="430294" y="42897"/>
                </a:lnTo>
                <a:lnTo>
                  <a:pt x="423010" y="42897"/>
                </a:lnTo>
                <a:cubicBezTo>
                  <a:pt x="422425" y="42897"/>
                  <a:pt x="421998" y="42706"/>
                  <a:pt x="421728" y="42324"/>
                </a:cubicBezTo>
                <a:cubicBezTo>
                  <a:pt x="421458" y="41942"/>
                  <a:pt x="421324" y="41211"/>
                  <a:pt x="421324" y="40132"/>
                </a:cubicBezTo>
                <a:cubicBezTo>
                  <a:pt x="421324" y="39367"/>
                  <a:pt x="421402" y="38367"/>
                  <a:pt x="421560" y="37130"/>
                </a:cubicBezTo>
                <a:cubicBezTo>
                  <a:pt x="421717" y="35894"/>
                  <a:pt x="421976" y="34680"/>
                  <a:pt x="422335" y="33488"/>
                </a:cubicBezTo>
                <a:cubicBezTo>
                  <a:pt x="422695" y="32296"/>
                  <a:pt x="423167" y="31273"/>
                  <a:pt x="423752" y="30419"/>
                </a:cubicBezTo>
                <a:cubicBezTo>
                  <a:pt x="424336" y="29565"/>
                  <a:pt x="425033" y="29138"/>
                  <a:pt x="425843" y="29138"/>
                </a:cubicBezTo>
                <a:lnTo>
                  <a:pt x="433060" y="29138"/>
                </a:lnTo>
                <a:lnTo>
                  <a:pt x="435758" y="15661"/>
                </a:lnTo>
                <a:cubicBezTo>
                  <a:pt x="435847" y="15210"/>
                  <a:pt x="436061" y="14803"/>
                  <a:pt x="436398" y="14442"/>
                </a:cubicBezTo>
                <a:cubicBezTo>
                  <a:pt x="436736" y="14080"/>
                  <a:pt x="437253" y="13775"/>
                  <a:pt x="437950" y="13528"/>
                </a:cubicBezTo>
                <a:cubicBezTo>
                  <a:pt x="438647" y="13279"/>
                  <a:pt x="439546" y="13098"/>
                  <a:pt x="440647" y="12986"/>
                </a:cubicBezTo>
                <a:cubicBezTo>
                  <a:pt x="441749" y="12872"/>
                  <a:pt x="443132" y="12815"/>
                  <a:pt x="444796" y="12815"/>
                </a:cubicBezTo>
                <a:cubicBezTo>
                  <a:pt x="446414" y="12815"/>
                  <a:pt x="447763" y="12872"/>
                  <a:pt x="448842" y="12986"/>
                </a:cubicBezTo>
                <a:cubicBezTo>
                  <a:pt x="449922" y="13098"/>
                  <a:pt x="450753" y="13279"/>
                  <a:pt x="451338" y="13528"/>
                </a:cubicBezTo>
                <a:cubicBezTo>
                  <a:pt x="451923" y="13775"/>
                  <a:pt x="452316" y="14080"/>
                  <a:pt x="452518" y="14442"/>
                </a:cubicBezTo>
                <a:cubicBezTo>
                  <a:pt x="452721" y="14803"/>
                  <a:pt x="452777" y="15210"/>
                  <a:pt x="452687" y="15661"/>
                </a:cubicBezTo>
                <a:lnTo>
                  <a:pt x="449989" y="29138"/>
                </a:lnTo>
                <a:lnTo>
                  <a:pt x="463007" y="29138"/>
                </a:lnTo>
                <a:cubicBezTo>
                  <a:pt x="463771" y="29138"/>
                  <a:pt x="464288" y="29385"/>
                  <a:pt x="464558" y="29880"/>
                </a:cubicBezTo>
                <a:cubicBezTo>
                  <a:pt x="464828" y="30374"/>
                  <a:pt x="464963" y="31094"/>
                  <a:pt x="464963" y="3203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T">
            <a:extLst xmlns:a="http://schemas.openxmlformats.org/drawingml/2006/main">
              <a:ext uri="{FF2B5EF4-FFF2-40B4-BE49-F238E27FC236}">
                <a16:creationId xmlns:a16="http://schemas.microsoft.com/office/drawing/2014/main" id="{077A19DC-A3C6-4237-8123-7C2BE7C5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1516" y="1711659"/>
            <a:ext cx="67853" cy="87683"/>
          </a:xfrm>
          <a:custGeom xmlns:a="http://schemas.openxmlformats.org/drawingml/2006/main">
            <a:pathLst>
              <a:path w="67853" h="87683">
                <a:moveTo>
                  <a:pt x="67853" y="2845"/>
                </a:moveTo>
                <a:cubicBezTo>
                  <a:pt x="67853" y="3162"/>
                  <a:pt x="67819" y="3670"/>
                  <a:pt x="67752" y="4371"/>
                </a:cubicBezTo>
                <a:cubicBezTo>
                  <a:pt x="67684" y="5071"/>
                  <a:pt x="67572" y="5850"/>
                  <a:pt x="67414" y="6709"/>
                </a:cubicBezTo>
                <a:cubicBezTo>
                  <a:pt x="67257" y="7568"/>
                  <a:pt x="67055" y="8460"/>
                  <a:pt x="66807" y="9386"/>
                </a:cubicBezTo>
                <a:cubicBezTo>
                  <a:pt x="66560" y="10312"/>
                  <a:pt x="66268" y="11159"/>
                  <a:pt x="65931" y="11928"/>
                </a:cubicBezTo>
                <a:cubicBezTo>
                  <a:pt x="65593" y="12695"/>
                  <a:pt x="65189" y="13327"/>
                  <a:pt x="64717" y="13825"/>
                </a:cubicBezTo>
                <a:cubicBezTo>
                  <a:pt x="64244" y="14321"/>
                  <a:pt x="63739" y="14569"/>
                  <a:pt x="63199" y="14569"/>
                </a:cubicBezTo>
                <a:lnTo>
                  <a:pt x="41278" y="14569"/>
                </a:lnTo>
                <a:lnTo>
                  <a:pt x="27249" y="84850"/>
                </a:lnTo>
                <a:cubicBezTo>
                  <a:pt x="27114" y="85299"/>
                  <a:pt x="26867" y="85704"/>
                  <a:pt x="26507" y="86064"/>
                </a:cubicBezTo>
                <a:cubicBezTo>
                  <a:pt x="26147" y="86424"/>
                  <a:pt x="25597" y="86716"/>
                  <a:pt x="24855" y="86941"/>
                </a:cubicBezTo>
                <a:cubicBezTo>
                  <a:pt x="24113" y="87166"/>
                  <a:pt x="23168" y="87345"/>
                  <a:pt x="22022" y="87480"/>
                </a:cubicBezTo>
                <a:cubicBezTo>
                  <a:pt x="20875" y="87615"/>
                  <a:pt x="19425" y="87683"/>
                  <a:pt x="17671" y="87683"/>
                </a:cubicBezTo>
                <a:cubicBezTo>
                  <a:pt x="15963" y="87683"/>
                  <a:pt x="14546" y="87615"/>
                  <a:pt x="13422" y="87480"/>
                </a:cubicBezTo>
                <a:cubicBezTo>
                  <a:pt x="12298" y="87345"/>
                  <a:pt x="11432" y="87166"/>
                  <a:pt x="10825" y="86941"/>
                </a:cubicBezTo>
                <a:cubicBezTo>
                  <a:pt x="10218" y="86716"/>
                  <a:pt x="9814" y="86424"/>
                  <a:pt x="9611" y="86064"/>
                </a:cubicBezTo>
                <a:cubicBezTo>
                  <a:pt x="9409" y="85704"/>
                  <a:pt x="9353" y="85299"/>
                  <a:pt x="9443" y="84850"/>
                </a:cubicBezTo>
                <a:lnTo>
                  <a:pt x="23472" y="14569"/>
                </a:lnTo>
                <a:lnTo>
                  <a:pt x="1754" y="14569"/>
                </a:lnTo>
                <a:cubicBezTo>
                  <a:pt x="1079" y="14569"/>
                  <a:pt x="618" y="14321"/>
                  <a:pt x="371" y="13825"/>
                </a:cubicBezTo>
                <a:cubicBezTo>
                  <a:pt x="124" y="13327"/>
                  <a:pt x="0" y="12649"/>
                  <a:pt x="0" y="11791"/>
                </a:cubicBezTo>
                <a:cubicBezTo>
                  <a:pt x="0" y="11430"/>
                  <a:pt x="34" y="10899"/>
                  <a:pt x="101" y="10199"/>
                </a:cubicBezTo>
                <a:cubicBezTo>
                  <a:pt x="169" y="9498"/>
                  <a:pt x="281" y="8707"/>
                  <a:pt x="438" y="7826"/>
                </a:cubicBezTo>
                <a:cubicBezTo>
                  <a:pt x="596" y="6945"/>
                  <a:pt x="798" y="6042"/>
                  <a:pt x="1045" y="5116"/>
                </a:cubicBezTo>
                <a:cubicBezTo>
                  <a:pt x="1293" y="4190"/>
                  <a:pt x="1596" y="3343"/>
                  <a:pt x="1956" y="2576"/>
                </a:cubicBezTo>
                <a:cubicBezTo>
                  <a:pt x="2316" y="1807"/>
                  <a:pt x="2720" y="1186"/>
                  <a:pt x="3170" y="712"/>
                </a:cubicBezTo>
                <a:cubicBezTo>
                  <a:pt x="3620" y="237"/>
                  <a:pt x="4114" y="0"/>
                  <a:pt x="4654" y="0"/>
                </a:cubicBezTo>
                <a:lnTo>
                  <a:pt x="66167" y="0"/>
                </a:lnTo>
                <a:cubicBezTo>
                  <a:pt x="66706" y="0"/>
                  <a:pt x="67122" y="249"/>
                  <a:pt x="67414" y="746"/>
                </a:cubicBezTo>
                <a:cubicBezTo>
                  <a:pt x="67707" y="1242"/>
                  <a:pt x="67853" y="1942"/>
                  <a:pt x="67853" y="28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op-">
            <a:extLst xmlns:a="http://schemas.openxmlformats.org/drawingml/2006/main">
              <a:ext uri="{FF2B5EF4-FFF2-40B4-BE49-F238E27FC236}">
                <a16:creationId xmlns:a16="http://schemas.microsoft.com/office/drawing/2014/main" id="{35996039-0FE3-471F-B8B4-E2EF22B8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3943" y="1732568"/>
            <a:ext cx="180823" cy="90920"/>
          </a:xfrm>
          <a:custGeom xmlns:a="http://schemas.openxmlformats.org/drawingml/2006/main">
            <a:pathLst>
              <a:path w="180823" h="90920">
                <a:moveTo>
                  <a:pt x="65020" y="24127"/>
                </a:moveTo>
                <a:cubicBezTo>
                  <a:pt x="65020" y="27371"/>
                  <a:pt x="64717" y="30704"/>
                  <a:pt x="64109" y="34129"/>
                </a:cubicBezTo>
                <a:cubicBezTo>
                  <a:pt x="63502" y="37553"/>
                  <a:pt x="62547" y="40899"/>
                  <a:pt x="61243" y="44166"/>
                </a:cubicBezTo>
                <a:cubicBezTo>
                  <a:pt x="59939" y="47432"/>
                  <a:pt x="58264" y="50495"/>
                  <a:pt x="56218" y="53356"/>
                </a:cubicBezTo>
                <a:cubicBezTo>
                  <a:pt x="54172" y="56217"/>
                  <a:pt x="51721" y="58740"/>
                  <a:pt x="48866" y="60925"/>
                </a:cubicBezTo>
                <a:cubicBezTo>
                  <a:pt x="46011" y="63110"/>
                  <a:pt x="42740" y="64833"/>
                  <a:pt x="39052" y="66095"/>
                </a:cubicBezTo>
                <a:cubicBezTo>
                  <a:pt x="35365" y="67357"/>
                  <a:pt x="31206" y="67988"/>
                  <a:pt x="26575" y="67988"/>
                </a:cubicBezTo>
                <a:cubicBezTo>
                  <a:pt x="22033" y="67988"/>
                  <a:pt x="18110" y="67458"/>
                  <a:pt x="14805" y="66399"/>
                </a:cubicBezTo>
                <a:cubicBezTo>
                  <a:pt x="11500" y="65340"/>
                  <a:pt x="8746" y="63786"/>
                  <a:pt x="6542" y="61736"/>
                </a:cubicBezTo>
                <a:cubicBezTo>
                  <a:pt x="4339" y="59686"/>
                  <a:pt x="2698" y="57163"/>
                  <a:pt x="1619" y="54167"/>
                </a:cubicBezTo>
                <a:cubicBezTo>
                  <a:pt x="540" y="51171"/>
                  <a:pt x="0" y="47736"/>
                  <a:pt x="0" y="43860"/>
                </a:cubicBezTo>
                <a:cubicBezTo>
                  <a:pt x="0" y="40617"/>
                  <a:pt x="304" y="37283"/>
                  <a:pt x="911" y="33859"/>
                </a:cubicBezTo>
                <a:cubicBezTo>
                  <a:pt x="1518" y="30435"/>
                  <a:pt x="2473" y="27101"/>
                  <a:pt x="3777" y="23858"/>
                </a:cubicBezTo>
                <a:cubicBezTo>
                  <a:pt x="5081" y="20613"/>
                  <a:pt x="6756" y="17538"/>
                  <a:pt x="8802" y="14632"/>
                </a:cubicBezTo>
                <a:cubicBezTo>
                  <a:pt x="10848" y="11726"/>
                  <a:pt x="13299" y="9192"/>
                  <a:pt x="16154" y="7029"/>
                </a:cubicBezTo>
                <a:cubicBezTo>
                  <a:pt x="19009" y="4867"/>
                  <a:pt x="22280" y="3155"/>
                  <a:pt x="25968" y="1893"/>
                </a:cubicBezTo>
                <a:cubicBezTo>
                  <a:pt x="29655" y="631"/>
                  <a:pt x="33814" y="0"/>
                  <a:pt x="38445" y="0"/>
                </a:cubicBezTo>
                <a:cubicBezTo>
                  <a:pt x="42987" y="0"/>
                  <a:pt x="46910" y="530"/>
                  <a:pt x="50215" y="1589"/>
                </a:cubicBezTo>
                <a:cubicBezTo>
                  <a:pt x="53520" y="2647"/>
                  <a:pt x="56274" y="4201"/>
                  <a:pt x="58478" y="6252"/>
                </a:cubicBezTo>
                <a:cubicBezTo>
                  <a:pt x="60681" y="8302"/>
                  <a:pt x="62322" y="10825"/>
                  <a:pt x="63401" y="13821"/>
                </a:cubicBezTo>
                <a:cubicBezTo>
                  <a:pt x="64480" y="16816"/>
                  <a:pt x="65020" y="20252"/>
                  <a:pt x="65020" y="24127"/>
                </a:cubicBezTo>
                <a:moveTo>
                  <a:pt x="47484" y="25245"/>
                </a:moveTo>
                <a:cubicBezTo>
                  <a:pt x="47484" y="23353"/>
                  <a:pt x="47292" y="21676"/>
                  <a:pt x="46910" y="20213"/>
                </a:cubicBezTo>
                <a:cubicBezTo>
                  <a:pt x="46528" y="18749"/>
                  <a:pt x="45898" y="17511"/>
                  <a:pt x="45022" y="16497"/>
                </a:cubicBezTo>
                <a:cubicBezTo>
                  <a:pt x="44145" y="15483"/>
                  <a:pt x="43021" y="14706"/>
                  <a:pt x="41649" y="14166"/>
                </a:cubicBezTo>
                <a:cubicBezTo>
                  <a:pt x="40278" y="13625"/>
                  <a:pt x="38603" y="13355"/>
                  <a:pt x="36624" y="13355"/>
                </a:cubicBezTo>
                <a:cubicBezTo>
                  <a:pt x="34376" y="13355"/>
                  <a:pt x="32353" y="13794"/>
                  <a:pt x="30554" y="14672"/>
                </a:cubicBezTo>
                <a:cubicBezTo>
                  <a:pt x="28755" y="15550"/>
                  <a:pt x="27148" y="16733"/>
                  <a:pt x="25731" y="18219"/>
                </a:cubicBezTo>
                <a:cubicBezTo>
                  <a:pt x="24315" y="19706"/>
                  <a:pt x="23090" y="21429"/>
                  <a:pt x="22056" y="23388"/>
                </a:cubicBezTo>
                <a:cubicBezTo>
                  <a:pt x="21021" y="25346"/>
                  <a:pt x="20167" y="27407"/>
                  <a:pt x="19493" y="29570"/>
                </a:cubicBezTo>
                <a:cubicBezTo>
                  <a:pt x="18818" y="31731"/>
                  <a:pt x="18323" y="33926"/>
                  <a:pt x="18009" y="36156"/>
                </a:cubicBezTo>
                <a:cubicBezTo>
                  <a:pt x="17694" y="38385"/>
                  <a:pt x="17537" y="40513"/>
                  <a:pt x="17537" y="42541"/>
                </a:cubicBezTo>
                <a:cubicBezTo>
                  <a:pt x="17537" y="44432"/>
                  <a:pt x="17728" y="46121"/>
                  <a:pt x="18110" y="47608"/>
                </a:cubicBezTo>
                <a:cubicBezTo>
                  <a:pt x="18492" y="49093"/>
                  <a:pt x="19122" y="50343"/>
                  <a:pt x="19998" y="51358"/>
                </a:cubicBezTo>
                <a:cubicBezTo>
                  <a:pt x="20875" y="52371"/>
                  <a:pt x="21999" y="53148"/>
                  <a:pt x="23371" y="53689"/>
                </a:cubicBezTo>
                <a:cubicBezTo>
                  <a:pt x="24742" y="54228"/>
                  <a:pt x="26417" y="54498"/>
                  <a:pt x="28396" y="54498"/>
                </a:cubicBezTo>
                <a:cubicBezTo>
                  <a:pt x="30644" y="54498"/>
                  <a:pt x="32667" y="54059"/>
                  <a:pt x="34466" y="53181"/>
                </a:cubicBezTo>
                <a:cubicBezTo>
                  <a:pt x="36265" y="52303"/>
                  <a:pt x="37872" y="51109"/>
                  <a:pt x="39289" y="49600"/>
                </a:cubicBezTo>
                <a:cubicBezTo>
                  <a:pt x="40705" y="48091"/>
                  <a:pt x="41930" y="46357"/>
                  <a:pt x="42964" y="44398"/>
                </a:cubicBezTo>
                <a:cubicBezTo>
                  <a:pt x="43999" y="42439"/>
                  <a:pt x="44853" y="40368"/>
                  <a:pt x="45528" y="38184"/>
                </a:cubicBezTo>
                <a:cubicBezTo>
                  <a:pt x="46202" y="35999"/>
                  <a:pt x="46697" y="33803"/>
                  <a:pt x="47011" y="31597"/>
                </a:cubicBezTo>
                <a:cubicBezTo>
                  <a:pt x="47326" y="29390"/>
                  <a:pt x="47484" y="27272"/>
                  <a:pt x="47484" y="25245"/>
                </a:cubicBezTo>
                <a:close/>
                <a:moveTo>
                  <a:pt x="137817" y="22979"/>
                </a:moveTo>
                <a:cubicBezTo>
                  <a:pt x="137817" y="25907"/>
                  <a:pt x="137547" y="29061"/>
                  <a:pt x="137007" y="32440"/>
                </a:cubicBezTo>
                <a:cubicBezTo>
                  <a:pt x="136468" y="35818"/>
                  <a:pt x="135636" y="39175"/>
                  <a:pt x="134512" y="42509"/>
                </a:cubicBezTo>
                <a:cubicBezTo>
                  <a:pt x="133387" y="45844"/>
                  <a:pt x="131949" y="49054"/>
                  <a:pt x="130195" y="52140"/>
                </a:cubicBezTo>
                <a:cubicBezTo>
                  <a:pt x="128441" y="55225"/>
                  <a:pt x="126339" y="57940"/>
                  <a:pt x="123889" y="60284"/>
                </a:cubicBezTo>
                <a:cubicBezTo>
                  <a:pt x="121438" y="62626"/>
                  <a:pt x="118628" y="64496"/>
                  <a:pt x="115457" y="65893"/>
                </a:cubicBezTo>
                <a:cubicBezTo>
                  <a:pt x="112287" y="67289"/>
                  <a:pt x="108724" y="67988"/>
                  <a:pt x="104767" y="67988"/>
                </a:cubicBezTo>
                <a:cubicBezTo>
                  <a:pt x="102968" y="67988"/>
                  <a:pt x="101282" y="67808"/>
                  <a:pt x="99708" y="67448"/>
                </a:cubicBezTo>
                <a:cubicBezTo>
                  <a:pt x="98135" y="67088"/>
                  <a:pt x="96684" y="66583"/>
                  <a:pt x="95358" y="65933"/>
                </a:cubicBezTo>
                <a:cubicBezTo>
                  <a:pt x="94031" y="65281"/>
                  <a:pt x="92829" y="64517"/>
                  <a:pt x="91749" y="63642"/>
                </a:cubicBezTo>
                <a:cubicBezTo>
                  <a:pt x="90670" y="62765"/>
                  <a:pt x="89726" y="61832"/>
                  <a:pt x="88917" y="60842"/>
                </a:cubicBezTo>
                <a:lnTo>
                  <a:pt x="83588" y="88018"/>
                </a:lnTo>
                <a:cubicBezTo>
                  <a:pt x="83498" y="88467"/>
                  <a:pt x="83285" y="88872"/>
                  <a:pt x="82947" y="89232"/>
                </a:cubicBezTo>
                <a:cubicBezTo>
                  <a:pt x="82610" y="89593"/>
                  <a:pt x="82093" y="89897"/>
                  <a:pt x="81396" y="90144"/>
                </a:cubicBezTo>
                <a:cubicBezTo>
                  <a:pt x="80699" y="90392"/>
                  <a:pt x="79789" y="90583"/>
                  <a:pt x="78665" y="90718"/>
                </a:cubicBezTo>
                <a:cubicBezTo>
                  <a:pt x="77540" y="90853"/>
                  <a:pt x="76146" y="90920"/>
                  <a:pt x="74483" y="90920"/>
                </a:cubicBezTo>
                <a:cubicBezTo>
                  <a:pt x="72819" y="90920"/>
                  <a:pt x="71470" y="90853"/>
                  <a:pt x="70436" y="90718"/>
                </a:cubicBezTo>
                <a:cubicBezTo>
                  <a:pt x="69402" y="90583"/>
                  <a:pt x="68581" y="90392"/>
                  <a:pt x="67974" y="90144"/>
                </a:cubicBezTo>
                <a:cubicBezTo>
                  <a:pt x="67367" y="89897"/>
                  <a:pt x="66974" y="89593"/>
                  <a:pt x="66794" y="89232"/>
                </a:cubicBezTo>
                <a:cubicBezTo>
                  <a:pt x="66614" y="88872"/>
                  <a:pt x="66569" y="88467"/>
                  <a:pt x="66659" y="88018"/>
                </a:cubicBezTo>
                <a:lnTo>
                  <a:pt x="83521" y="3847"/>
                </a:lnTo>
                <a:cubicBezTo>
                  <a:pt x="83701" y="2901"/>
                  <a:pt x="84398" y="2226"/>
                  <a:pt x="85612" y="1821"/>
                </a:cubicBezTo>
                <a:cubicBezTo>
                  <a:pt x="86826" y="1416"/>
                  <a:pt x="88827" y="1214"/>
                  <a:pt x="91615" y="1214"/>
                </a:cubicBezTo>
                <a:cubicBezTo>
                  <a:pt x="93008" y="1214"/>
                  <a:pt x="94144" y="1270"/>
                  <a:pt x="95021" y="1383"/>
                </a:cubicBezTo>
                <a:cubicBezTo>
                  <a:pt x="95898" y="1495"/>
                  <a:pt x="96594" y="1652"/>
                  <a:pt x="97112" y="1855"/>
                </a:cubicBezTo>
                <a:cubicBezTo>
                  <a:pt x="97629" y="2057"/>
                  <a:pt x="97977" y="2328"/>
                  <a:pt x="98157" y="2666"/>
                </a:cubicBezTo>
                <a:cubicBezTo>
                  <a:pt x="98337" y="3004"/>
                  <a:pt x="98382" y="3397"/>
                  <a:pt x="98292" y="3847"/>
                </a:cubicBezTo>
                <a:lnTo>
                  <a:pt x="96403" y="13584"/>
                </a:lnTo>
                <a:cubicBezTo>
                  <a:pt x="97078" y="12098"/>
                  <a:pt x="98146" y="10555"/>
                  <a:pt x="99607" y="8956"/>
                </a:cubicBezTo>
                <a:cubicBezTo>
                  <a:pt x="101069" y="7355"/>
                  <a:pt x="102822" y="5890"/>
                  <a:pt x="104868" y="4561"/>
                </a:cubicBezTo>
                <a:cubicBezTo>
                  <a:pt x="106914" y="3232"/>
                  <a:pt x="109162" y="2139"/>
                  <a:pt x="111613" y="1284"/>
                </a:cubicBezTo>
                <a:cubicBezTo>
                  <a:pt x="114064" y="428"/>
                  <a:pt x="116593" y="0"/>
                  <a:pt x="119201" y="0"/>
                </a:cubicBezTo>
                <a:cubicBezTo>
                  <a:pt x="122663" y="0"/>
                  <a:pt x="125575" y="597"/>
                  <a:pt x="127935" y="1792"/>
                </a:cubicBezTo>
                <a:cubicBezTo>
                  <a:pt x="130296" y="2985"/>
                  <a:pt x="132207" y="4617"/>
                  <a:pt x="133668" y="6690"/>
                </a:cubicBezTo>
                <a:cubicBezTo>
                  <a:pt x="135130" y="8763"/>
                  <a:pt x="136187" y="11196"/>
                  <a:pt x="136839" y="13989"/>
                </a:cubicBezTo>
                <a:cubicBezTo>
                  <a:pt x="137491" y="16783"/>
                  <a:pt x="137817" y="19779"/>
                  <a:pt x="137817" y="22979"/>
                </a:cubicBezTo>
                <a:moveTo>
                  <a:pt x="120347" y="24484"/>
                </a:moveTo>
                <a:cubicBezTo>
                  <a:pt x="120347" y="22955"/>
                  <a:pt x="120224" y="21561"/>
                  <a:pt x="119977" y="20302"/>
                </a:cubicBezTo>
                <a:cubicBezTo>
                  <a:pt x="119729" y="19043"/>
                  <a:pt x="119325" y="17975"/>
                  <a:pt x="118762" y="17098"/>
                </a:cubicBezTo>
                <a:cubicBezTo>
                  <a:pt x="118200" y="16221"/>
                  <a:pt x="117481" y="15558"/>
                  <a:pt x="116604" y="15108"/>
                </a:cubicBezTo>
                <a:cubicBezTo>
                  <a:pt x="115727" y="14659"/>
                  <a:pt x="114659" y="14434"/>
                  <a:pt x="113400" y="14434"/>
                </a:cubicBezTo>
                <a:cubicBezTo>
                  <a:pt x="111377" y="14434"/>
                  <a:pt x="109342" y="15030"/>
                  <a:pt x="107296" y="16221"/>
                </a:cubicBezTo>
                <a:cubicBezTo>
                  <a:pt x="105250" y="17413"/>
                  <a:pt x="103328" y="19032"/>
                  <a:pt x="101529" y="21080"/>
                </a:cubicBezTo>
                <a:cubicBezTo>
                  <a:pt x="99731" y="23126"/>
                  <a:pt x="98135" y="25509"/>
                  <a:pt x="96741" y="28231"/>
                </a:cubicBezTo>
                <a:cubicBezTo>
                  <a:pt x="95347" y="30952"/>
                  <a:pt x="94357" y="33864"/>
                  <a:pt x="93773" y="36968"/>
                </a:cubicBezTo>
                <a:lnTo>
                  <a:pt x="91884" y="46168"/>
                </a:lnTo>
                <a:cubicBezTo>
                  <a:pt x="93458" y="48630"/>
                  <a:pt x="95201" y="50477"/>
                  <a:pt x="97112" y="51707"/>
                </a:cubicBezTo>
                <a:cubicBezTo>
                  <a:pt x="99023" y="52938"/>
                  <a:pt x="101237" y="53554"/>
                  <a:pt x="103755" y="53554"/>
                </a:cubicBezTo>
                <a:cubicBezTo>
                  <a:pt x="105599" y="53554"/>
                  <a:pt x="107296" y="53104"/>
                  <a:pt x="108848" y="52205"/>
                </a:cubicBezTo>
                <a:cubicBezTo>
                  <a:pt x="110399" y="51306"/>
                  <a:pt x="111793" y="50103"/>
                  <a:pt x="113029" y="48596"/>
                </a:cubicBezTo>
                <a:cubicBezTo>
                  <a:pt x="114266" y="47090"/>
                  <a:pt x="115345" y="45348"/>
                  <a:pt x="116267" y="43369"/>
                </a:cubicBezTo>
                <a:cubicBezTo>
                  <a:pt x="117189" y="41391"/>
                  <a:pt x="117953" y="39322"/>
                  <a:pt x="118560" y="37164"/>
                </a:cubicBezTo>
                <a:cubicBezTo>
                  <a:pt x="119167" y="35006"/>
                  <a:pt x="119617" y="32836"/>
                  <a:pt x="119909" y="30655"/>
                </a:cubicBezTo>
                <a:cubicBezTo>
                  <a:pt x="120201" y="28474"/>
                  <a:pt x="120347" y="26417"/>
                  <a:pt x="120347" y="24484"/>
                </a:cubicBezTo>
                <a:close/>
                <a:moveTo>
                  <a:pt x="180823" y="28463"/>
                </a:moveTo>
                <a:cubicBezTo>
                  <a:pt x="180823" y="28778"/>
                  <a:pt x="180789" y="29273"/>
                  <a:pt x="180722" y="29947"/>
                </a:cubicBezTo>
                <a:cubicBezTo>
                  <a:pt x="180654" y="30621"/>
                  <a:pt x="180530" y="31363"/>
                  <a:pt x="180351" y="32173"/>
                </a:cubicBezTo>
                <a:cubicBezTo>
                  <a:pt x="180171" y="32982"/>
                  <a:pt x="179946" y="33803"/>
                  <a:pt x="179676" y="34635"/>
                </a:cubicBezTo>
                <a:cubicBezTo>
                  <a:pt x="179406" y="35466"/>
                  <a:pt x="179092" y="36242"/>
                  <a:pt x="178732" y="36962"/>
                </a:cubicBezTo>
                <a:cubicBezTo>
                  <a:pt x="178372" y="37681"/>
                  <a:pt x="177945" y="38266"/>
                  <a:pt x="177450" y="38715"/>
                </a:cubicBezTo>
                <a:cubicBezTo>
                  <a:pt x="176956" y="39165"/>
                  <a:pt x="176394" y="39390"/>
                  <a:pt x="175764" y="39390"/>
                </a:cubicBezTo>
                <a:lnTo>
                  <a:pt x="147706" y="39390"/>
                </a:lnTo>
                <a:cubicBezTo>
                  <a:pt x="146896" y="39390"/>
                  <a:pt x="146323" y="39154"/>
                  <a:pt x="145986" y="38682"/>
                </a:cubicBezTo>
                <a:cubicBezTo>
                  <a:pt x="145649" y="38209"/>
                  <a:pt x="145480" y="37411"/>
                  <a:pt x="145480" y="36287"/>
                </a:cubicBezTo>
                <a:cubicBezTo>
                  <a:pt x="145480" y="35927"/>
                  <a:pt x="145502" y="35399"/>
                  <a:pt x="145547" y="34702"/>
                </a:cubicBezTo>
                <a:cubicBezTo>
                  <a:pt x="145592" y="34005"/>
                  <a:pt x="145693" y="33263"/>
                  <a:pt x="145851" y="32476"/>
                </a:cubicBezTo>
                <a:cubicBezTo>
                  <a:pt x="146008" y="31689"/>
                  <a:pt x="146222" y="30880"/>
                  <a:pt x="146492" y="30048"/>
                </a:cubicBezTo>
                <a:cubicBezTo>
                  <a:pt x="146761" y="29216"/>
                  <a:pt x="147076" y="28452"/>
                  <a:pt x="147436" y="27755"/>
                </a:cubicBezTo>
                <a:cubicBezTo>
                  <a:pt x="147796" y="27058"/>
                  <a:pt x="148223" y="26507"/>
                  <a:pt x="148717" y="26102"/>
                </a:cubicBezTo>
                <a:cubicBezTo>
                  <a:pt x="149212" y="25698"/>
                  <a:pt x="149797" y="25495"/>
                  <a:pt x="150471" y="25495"/>
                </a:cubicBezTo>
                <a:lnTo>
                  <a:pt x="178529" y="25495"/>
                </a:lnTo>
                <a:cubicBezTo>
                  <a:pt x="179384" y="25495"/>
                  <a:pt x="179980" y="25754"/>
                  <a:pt x="180317" y="26271"/>
                </a:cubicBezTo>
                <a:cubicBezTo>
                  <a:pt x="180654" y="26788"/>
                  <a:pt x="180823" y="27519"/>
                  <a:pt x="180823" y="2846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Coordinates">
            <a:extLst xmlns:a="http://schemas.openxmlformats.org/drawingml/2006/main">
              <a:ext uri="{FF2B5EF4-FFF2-40B4-BE49-F238E27FC236}">
                <a16:creationId xmlns:a16="http://schemas.microsoft.com/office/drawing/2014/main" id="{8FEA46CB-C6B9-462B-81F7-EFFB6DAD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7388" y="1870945"/>
            <a:ext cx="678589" cy="95372"/>
          </a:xfrm>
          <a:custGeom xmlns:a="http://schemas.openxmlformats.org/drawingml/2006/main">
            <a:pathLst>
              <a:path w="678589" h="95372">
                <a:moveTo>
                  <a:pt x="70753" y="14868"/>
                </a:moveTo>
                <a:cubicBezTo>
                  <a:pt x="70753" y="16131"/>
                  <a:pt x="70540" y="17823"/>
                  <a:pt x="70112" y="19944"/>
                </a:cubicBezTo>
                <a:cubicBezTo>
                  <a:pt x="69685" y="22063"/>
                  <a:pt x="69146" y="23765"/>
                  <a:pt x="68494" y="25051"/>
                </a:cubicBezTo>
                <a:cubicBezTo>
                  <a:pt x="67842" y="26336"/>
                  <a:pt x="67111" y="26979"/>
                  <a:pt x="66302" y="26979"/>
                </a:cubicBezTo>
                <a:cubicBezTo>
                  <a:pt x="65717" y="26979"/>
                  <a:pt x="65020" y="26608"/>
                  <a:pt x="64211" y="25866"/>
                </a:cubicBezTo>
                <a:cubicBezTo>
                  <a:pt x="63401" y="25124"/>
                  <a:pt x="62345" y="24326"/>
                  <a:pt x="61041" y="23472"/>
                </a:cubicBezTo>
                <a:cubicBezTo>
                  <a:pt x="59737" y="22618"/>
                  <a:pt x="58073" y="21819"/>
                  <a:pt x="56049" y="21078"/>
                </a:cubicBezTo>
                <a:cubicBezTo>
                  <a:pt x="54026" y="20336"/>
                  <a:pt x="51508" y="19965"/>
                  <a:pt x="48495" y="19965"/>
                </a:cubicBezTo>
                <a:cubicBezTo>
                  <a:pt x="45168" y="19965"/>
                  <a:pt x="42133" y="20628"/>
                  <a:pt x="39390" y="21954"/>
                </a:cubicBezTo>
                <a:cubicBezTo>
                  <a:pt x="36647" y="23281"/>
                  <a:pt x="34196" y="25035"/>
                  <a:pt x="32038" y="27215"/>
                </a:cubicBezTo>
                <a:cubicBezTo>
                  <a:pt x="29880" y="29396"/>
                  <a:pt x="27991" y="31903"/>
                  <a:pt x="26372" y="34736"/>
                </a:cubicBezTo>
                <a:cubicBezTo>
                  <a:pt x="24753" y="37569"/>
                  <a:pt x="23416" y="40514"/>
                  <a:pt x="22359" y="43572"/>
                </a:cubicBezTo>
                <a:cubicBezTo>
                  <a:pt x="21302" y="46629"/>
                  <a:pt x="20515" y="49676"/>
                  <a:pt x="19998" y="52711"/>
                </a:cubicBezTo>
                <a:cubicBezTo>
                  <a:pt x="19481" y="55746"/>
                  <a:pt x="19223" y="58567"/>
                  <a:pt x="19223" y="61175"/>
                </a:cubicBezTo>
                <a:cubicBezTo>
                  <a:pt x="19223" y="64323"/>
                  <a:pt x="19616" y="67088"/>
                  <a:pt x="20403" y="69472"/>
                </a:cubicBezTo>
                <a:cubicBezTo>
                  <a:pt x="21190" y="71855"/>
                  <a:pt x="22325" y="73833"/>
                  <a:pt x="23809" y="75407"/>
                </a:cubicBezTo>
                <a:cubicBezTo>
                  <a:pt x="25293" y="76981"/>
                  <a:pt x="27114" y="78161"/>
                  <a:pt x="29273" y="78948"/>
                </a:cubicBezTo>
                <a:cubicBezTo>
                  <a:pt x="31431" y="79735"/>
                  <a:pt x="33859" y="80128"/>
                  <a:pt x="36557" y="80128"/>
                </a:cubicBezTo>
                <a:cubicBezTo>
                  <a:pt x="39749" y="80128"/>
                  <a:pt x="42481" y="79791"/>
                  <a:pt x="44752" y="79117"/>
                </a:cubicBezTo>
                <a:cubicBezTo>
                  <a:pt x="47023" y="78442"/>
                  <a:pt x="48956" y="77700"/>
                  <a:pt x="50552" y="76891"/>
                </a:cubicBezTo>
                <a:cubicBezTo>
                  <a:pt x="52149" y="76082"/>
                  <a:pt x="53475" y="75340"/>
                  <a:pt x="54532" y="74665"/>
                </a:cubicBezTo>
                <a:cubicBezTo>
                  <a:pt x="55589" y="73991"/>
                  <a:pt x="56544" y="73653"/>
                  <a:pt x="57398" y="73653"/>
                </a:cubicBezTo>
                <a:cubicBezTo>
                  <a:pt x="57983" y="73653"/>
                  <a:pt x="58376" y="73868"/>
                  <a:pt x="58579" y="74296"/>
                </a:cubicBezTo>
                <a:cubicBezTo>
                  <a:pt x="58781" y="74725"/>
                  <a:pt x="58882" y="75323"/>
                  <a:pt x="58882" y="76090"/>
                </a:cubicBezTo>
                <a:cubicBezTo>
                  <a:pt x="58882" y="76405"/>
                  <a:pt x="58837" y="76878"/>
                  <a:pt x="58747" y="77511"/>
                </a:cubicBezTo>
                <a:cubicBezTo>
                  <a:pt x="58657" y="78142"/>
                  <a:pt x="58545" y="78852"/>
                  <a:pt x="58410" y="79642"/>
                </a:cubicBezTo>
                <a:cubicBezTo>
                  <a:pt x="58275" y="80431"/>
                  <a:pt x="58118" y="81288"/>
                  <a:pt x="57938" y="82213"/>
                </a:cubicBezTo>
                <a:cubicBezTo>
                  <a:pt x="57758" y="83138"/>
                  <a:pt x="57556" y="83995"/>
                  <a:pt x="57331" y="84784"/>
                </a:cubicBezTo>
                <a:cubicBezTo>
                  <a:pt x="57106" y="85573"/>
                  <a:pt x="56848" y="86294"/>
                  <a:pt x="56555" y="86949"/>
                </a:cubicBezTo>
                <a:cubicBezTo>
                  <a:pt x="56263" y="87603"/>
                  <a:pt x="55870" y="88177"/>
                  <a:pt x="55375" y="88673"/>
                </a:cubicBezTo>
                <a:cubicBezTo>
                  <a:pt x="54880" y="89169"/>
                  <a:pt x="53914" y="89812"/>
                  <a:pt x="52475" y="90602"/>
                </a:cubicBezTo>
                <a:cubicBezTo>
                  <a:pt x="51036" y="91392"/>
                  <a:pt x="49282" y="92125"/>
                  <a:pt x="47214" y="92802"/>
                </a:cubicBezTo>
                <a:cubicBezTo>
                  <a:pt x="45145" y="93478"/>
                  <a:pt x="42807" y="94053"/>
                  <a:pt x="40199" y="94526"/>
                </a:cubicBezTo>
                <a:cubicBezTo>
                  <a:pt x="37591" y="95000"/>
                  <a:pt x="34803" y="95237"/>
                  <a:pt x="31836" y="95237"/>
                </a:cubicBezTo>
                <a:cubicBezTo>
                  <a:pt x="26934" y="95237"/>
                  <a:pt x="22516" y="94584"/>
                  <a:pt x="18582" y="93279"/>
                </a:cubicBezTo>
                <a:cubicBezTo>
                  <a:pt x="14647" y="91972"/>
                  <a:pt x="11309" y="89991"/>
                  <a:pt x="8566" y="87335"/>
                </a:cubicBezTo>
                <a:cubicBezTo>
                  <a:pt x="5823" y="84678"/>
                  <a:pt x="3710" y="81345"/>
                  <a:pt x="2226" y="77338"/>
                </a:cubicBezTo>
                <a:cubicBezTo>
                  <a:pt x="742" y="73329"/>
                  <a:pt x="0" y="68645"/>
                  <a:pt x="0" y="63285"/>
                </a:cubicBezTo>
                <a:cubicBezTo>
                  <a:pt x="0" y="59098"/>
                  <a:pt x="427" y="54741"/>
                  <a:pt x="1282" y="50215"/>
                </a:cubicBezTo>
                <a:cubicBezTo>
                  <a:pt x="2136" y="45689"/>
                  <a:pt x="3429" y="41265"/>
                  <a:pt x="5160" y="36943"/>
                </a:cubicBezTo>
                <a:cubicBezTo>
                  <a:pt x="6891" y="32619"/>
                  <a:pt x="9083" y="28521"/>
                  <a:pt x="11736" y="24648"/>
                </a:cubicBezTo>
                <a:cubicBezTo>
                  <a:pt x="14389" y="20775"/>
                  <a:pt x="17525" y="17387"/>
                  <a:pt x="21145" y="14482"/>
                </a:cubicBezTo>
                <a:cubicBezTo>
                  <a:pt x="24765" y="11578"/>
                  <a:pt x="28879" y="9270"/>
                  <a:pt x="33488" y="7558"/>
                </a:cubicBezTo>
                <a:cubicBezTo>
                  <a:pt x="38097" y="5847"/>
                  <a:pt x="43212" y="4991"/>
                  <a:pt x="48832" y="4991"/>
                </a:cubicBezTo>
                <a:cubicBezTo>
                  <a:pt x="51980" y="4991"/>
                  <a:pt x="54959" y="5319"/>
                  <a:pt x="57769" y="5973"/>
                </a:cubicBezTo>
                <a:cubicBezTo>
                  <a:pt x="60580" y="6627"/>
                  <a:pt x="63030" y="7495"/>
                  <a:pt x="65121" y="8579"/>
                </a:cubicBezTo>
                <a:cubicBezTo>
                  <a:pt x="67212" y="9661"/>
                  <a:pt x="68673" y="10641"/>
                  <a:pt x="69505" y="11521"/>
                </a:cubicBezTo>
                <a:cubicBezTo>
                  <a:pt x="70337" y="12399"/>
                  <a:pt x="70753" y="13515"/>
                  <a:pt x="70753" y="14868"/>
                </a:cubicBezTo>
                <a:close/>
                <a:moveTo>
                  <a:pt x="134283" y="51511"/>
                </a:moveTo>
                <a:cubicBezTo>
                  <a:pt x="134283" y="54755"/>
                  <a:pt x="133980" y="58088"/>
                  <a:pt x="133373" y="61513"/>
                </a:cubicBezTo>
                <a:cubicBezTo>
                  <a:pt x="132766" y="64937"/>
                  <a:pt x="131810" y="68283"/>
                  <a:pt x="130506" y="71550"/>
                </a:cubicBezTo>
                <a:cubicBezTo>
                  <a:pt x="129202" y="74815"/>
                  <a:pt x="127527" y="77879"/>
                  <a:pt x="125481" y="80740"/>
                </a:cubicBezTo>
                <a:cubicBezTo>
                  <a:pt x="123435" y="83601"/>
                  <a:pt x="120985" y="86124"/>
                  <a:pt x="118129" y="88309"/>
                </a:cubicBezTo>
                <a:cubicBezTo>
                  <a:pt x="115274" y="90494"/>
                  <a:pt x="112003" y="92217"/>
                  <a:pt x="108316" y="93479"/>
                </a:cubicBezTo>
                <a:cubicBezTo>
                  <a:pt x="104628" y="94741"/>
                  <a:pt x="100469" y="95372"/>
                  <a:pt x="95838" y="95372"/>
                </a:cubicBezTo>
                <a:cubicBezTo>
                  <a:pt x="91296" y="95372"/>
                  <a:pt x="87373" y="94842"/>
                  <a:pt x="84068" y="93782"/>
                </a:cubicBezTo>
                <a:cubicBezTo>
                  <a:pt x="80763" y="92724"/>
                  <a:pt x="78009" y="91170"/>
                  <a:pt x="75806" y="89120"/>
                </a:cubicBezTo>
                <a:cubicBezTo>
                  <a:pt x="73602" y="87070"/>
                  <a:pt x="71961" y="84547"/>
                  <a:pt x="70882" y="81551"/>
                </a:cubicBezTo>
                <a:cubicBezTo>
                  <a:pt x="69803" y="78555"/>
                  <a:pt x="69263" y="75120"/>
                  <a:pt x="69263" y="71244"/>
                </a:cubicBezTo>
                <a:cubicBezTo>
                  <a:pt x="69263" y="68001"/>
                  <a:pt x="69567" y="64667"/>
                  <a:pt x="70174" y="61243"/>
                </a:cubicBezTo>
                <a:cubicBezTo>
                  <a:pt x="70781" y="57819"/>
                  <a:pt x="71736" y="54485"/>
                  <a:pt x="73040" y="51242"/>
                </a:cubicBezTo>
                <a:cubicBezTo>
                  <a:pt x="74344" y="47997"/>
                  <a:pt x="76019" y="44922"/>
                  <a:pt x="78065" y="42016"/>
                </a:cubicBezTo>
                <a:cubicBezTo>
                  <a:pt x="80111" y="39110"/>
                  <a:pt x="82562" y="36576"/>
                  <a:pt x="85417" y="34413"/>
                </a:cubicBezTo>
                <a:cubicBezTo>
                  <a:pt x="88272" y="32251"/>
                  <a:pt x="91543" y="30539"/>
                  <a:pt x="95231" y="29277"/>
                </a:cubicBezTo>
                <a:cubicBezTo>
                  <a:pt x="98918" y="28015"/>
                  <a:pt x="103077" y="27384"/>
                  <a:pt x="107709" y="27384"/>
                </a:cubicBezTo>
                <a:cubicBezTo>
                  <a:pt x="112250" y="27384"/>
                  <a:pt x="116173" y="27914"/>
                  <a:pt x="119478" y="28973"/>
                </a:cubicBezTo>
                <a:cubicBezTo>
                  <a:pt x="122783" y="30031"/>
                  <a:pt x="125537" y="31585"/>
                  <a:pt x="127741" y="33636"/>
                </a:cubicBezTo>
                <a:cubicBezTo>
                  <a:pt x="129944" y="35686"/>
                  <a:pt x="131585" y="38209"/>
                  <a:pt x="132664" y="41205"/>
                </a:cubicBezTo>
                <a:cubicBezTo>
                  <a:pt x="133744" y="44200"/>
                  <a:pt x="134283" y="47636"/>
                  <a:pt x="134283" y="51511"/>
                </a:cubicBezTo>
                <a:moveTo>
                  <a:pt x="116747" y="52629"/>
                </a:moveTo>
                <a:cubicBezTo>
                  <a:pt x="116747" y="50737"/>
                  <a:pt x="116556" y="49060"/>
                  <a:pt x="116173" y="47597"/>
                </a:cubicBezTo>
                <a:cubicBezTo>
                  <a:pt x="115791" y="46133"/>
                  <a:pt x="115162" y="44894"/>
                  <a:pt x="114285" y="43881"/>
                </a:cubicBezTo>
                <a:cubicBezTo>
                  <a:pt x="113408" y="42867"/>
                  <a:pt x="112284" y="42090"/>
                  <a:pt x="110912" y="41550"/>
                </a:cubicBezTo>
                <a:cubicBezTo>
                  <a:pt x="109541" y="41009"/>
                  <a:pt x="107866" y="40739"/>
                  <a:pt x="105887" y="40739"/>
                </a:cubicBezTo>
                <a:cubicBezTo>
                  <a:pt x="103639" y="40739"/>
                  <a:pt x="101616" y="41178"/>
                  <a:pt x="99817" y="42056"/>
                </a:cubicBezTo>
                <a:cubicBezTo>
                  <a:pt x="98019" y="42934"/>
                  <a:pt x="96411" y="44117"/>
                  <a:pt x="94995" y="45603"/>
                </a:cubicBezTo>
                <a:cubicBezTo>
                  <a:pt x="93578" y="47090"/>
                  <a:pt x="92353" y="48813"/>
                  <a:pt x="91319" y="50772"/>
                </a:cubicBezTo>
                <a:cubicBezTo>
                  <a:pt x="90284" y="52730"/>
                  <a:pt x="89430" y="54791"/>
                  <a:pt x="88756" y="56954"/>
                </a:cubicBezTo>
                <a:cubicBezTo>
                  <a:pt x="88081" y="59115"/>
                  <a:pt x="87587" y="61310"/>
                  <a:pt x="87272" y="63540"/>
                </a:cubicBezTo>
                <a:cubicBezTo>
                  <a:pt x="86957" y="65769"/>
                  <a:pt x="86800" y="67897"/>
                  <a:pt x="86800" y="69925"/>
                </a:cubicBezTo>
                <a:cubicBezTo>
                  <a:pt x="86800" y="71816"/>
                  <a:pt x="86991" y="73505"/>
                  <a:pt x="87373" y="74992"/>
                </a:cubicBezTo>
                <a:cubicBezTo>
                  <a:pt x="87755" y="76477"/>
                  <a:pt x="88385" y="77727"/>
                  <a:pt x="89261" y="78742"/>
                </a:cubicBezTo>
                <a:cubicBezTo>
                  <a:pt x="90138" y="79755"/>
                  <a:pt x="91262" y="80532"/>
                  <a:pt x="92634" y="81073"/>
                </a:cubicBezTo>
                <a:cubicBezTo>
                  <a:pt x="94005" y="81612"/>
                  <a:pt x="95680" y="81882"/>
                  <a:pt x="97659" y="81882"/>
                </a:cubicBezTo>
                <a:cubicBezTo>
                  <a:pt x="99907" y="81882"/>
                  <a:pt x="101931" y="81443"/>
                  <a:pt x="103729" y="80565"/>
                </a:cubicBezTo>
                <a:cubicBezTo>
                  <a:pt x="105528" y="79686"/>
                  <a:pt x="107135" y="78493"/>
                  <a:pt x="108552" y="76984"/>
                </a:cubicBezTo>
                <a:cubicBezTo>
                  <a:pt x="109968" y="75474"/>
                  <a:pt x="111193" y="73741"/>
                  <a:pt x="112228" y="71782"/>
                </a:cubicBezTo>
                <a:cubicBezTo>
                  <a:pt x="113262" y="69823"/>
                  <a:pt x="114116" y="67752"/>
                  <a:pt x="114791" y="65568"/>
                </a:cubicBezTo>
                <a:cubicBezTo>
                  <a:pt x="115465" y="63383"/>
                  <a:pt x="115960" y="61187"/>
                  <a:pt x="116274" y="58981"/>
                </a:cubicBezTo>
                <a:cubicBezTo>
                  <a:pt x="116589" y="56774"/>
                  <a:pt x="116747" y="54656"/>
                  <a:pt x="116747" y="52629"/>
                </a:cubicBezTo>
                <a:close/>
                <a:moveTo>
                  <a:pt x="207080" y="51511"/>
                </a:moveTo>
                <a:cubicBezTo>
                  <a:pt x="207080" y="54755"/>
                  <a:pt x="206776" y="58088"/>
                  <a:pt x="206169" y="61513"/>
                </a:cubicBezTo>
                <a:cubicBezTo>
                  <a:pt x="205562" y="64937"/>
                  <a:pt x="204607" y="68283"/>
                  <a:pt x="203303" y="71550"/>
                </a:cubicBezTo>
                <a:cubicBezTo>
                  <a:pt x="201999" y="74815"/>
                  <a:pt x="200324" y="77879"/>
                  <a:pt x="198278" y="80740"/>
                </a:cubicBezTo>
                <a:cubicBezTo>
                  <a:pt x="196232" y="83601"/>
                  <a:pt x="193781" y="86124"/>
                  <a:pt x="190926" y="88309"/>
                </a:cubicBezTo>
                <a:cubicBezTo>
                  <a:pt x="188071" y="90494"/>
                  <a:pt x="184799" y="92217"/>
                  <a:pt x="181112" y="93479"/>
                </a:cubicBezTo>
                <a:cubicBezTo>
                  <a:pt x="177425" y="94741"/>
                  <a:pt x="173266" y="95372"/>
                  <a:pt x="168634" y="95372"/>
                </a:cubicBezTo>
                <a:cubicBezTo>
                  <a:pt x="164093" y="95372"/>
                  <a:pt x="160169" y="94842"/>
                  <a:pt x="156865" y="93782"/>
                </a:cubicBezTo>
                <a:cubicBezTo>
                  <a:pt x="153560" y="92724"/>
                  <a:pt x="150805" y="91170"/>
                  <a:pt x="148602" y="89120"/>
                </a:cubicBezTo>
                <a:cubicBezTo>
                  <a:pt x="146399" y="87070"/>
                  <a:pt x="144758" y="84547"/>
                  <a:pt x="143678" y="81551"/>
                </a:cubicBezTo>
                <a:cubicBezTo>
                  <a:pt x="142599" y="78555"/>
                  <a:pt x="142060" y="75120"/>
                  <a:pt x="142060" y="71244"/>
                </a:cubicBezTo>
                <a:cubicBezTo>
                  <a:pt x="142060" y="68001"/>
                  <a:pt x="142363" y="64667"/>
                  <a:pt x="142970" y="61243"/>
                </a:cubicBezTo>
                <a:cubicBezTo>
                  <a:pt x="143577" y="57819"/>
                  <a:pt x="144533" y="54485"/>
                  <a:pt x="145837" y="51242"/>
                </a:cubicBezTo>
                <a:cubicBezTo>
                  <a:pt x="147141" y="47997"/>
                  <a:pt x="148816" y="44922"/>
                  <a:pt x="150862" y="42016"/>
                </a:cubicBezTo>
                <a:cubicBezTo>
                  <a:pt x="152908" y="39110"/>
                  <a:pt x="155358" y="36576"/>
                  <a:pt x="158213" y="34413"/>
                </a:cubicBezTo>
                <a:cubicBezTo>
                  <a:pt x="161069" y="32251"/>
                  <a:pt x="164340" y="30539"/>
                  <a:pt x="168027" y="29277"/>
                </a:cubicBezTo>
                <a:cubicBezTo>
                  <a:pt x="171714" y="28015"/>
                  <a:pt x="175874" y="27384"/>
                  <a:pt x="180505" y="27384"/>
                </a:cubicBezTo>
                <a:cubicBezTo>
                  <a:pt x="185047" y="27384"/>
                  <a:pt x="188970" y="27914"/>
                  <a:pt x="192275" y="28973"/>
                </a:cubicBezTo>
                <a:cubicBezTo>
                  <a:pt x="195580" y="30031"/>
                  <a:pt x="198334" y="31585"/>
                  <a:pt x="200537" y="33636"/>
                </a:cubicBezTo>
                <a:cubicBezTo>
                  <a:pt x="202741" y="35686"/>
                  <a:pt x="204382" y="38209"/>
                  <a:pt x="205461" y="41205"/>
                </a:cubicBezTo>
                <a:cubicBezTo>
                  <a:pt x="206540" y="44200"/>
                  <a:pt x="207080" y="47636"/>
                  <a:pt x="207080" y="51511"/>
                </a:cubicBezTo>
                <a:moveTo>
                  <a:pt x="189543" y="52629"/>
                </a:moveTo>
                <a:cubicBezTo>
                  <a:pt x="189543" y="50737"/>
                  <a:pt x="189352" y="49060"/>
                  <a:pt x="188970" y="47597"/>
                </a:cubicBezTo>
                <a:cubicBezTo>
                  <a:pt x="188588" y="46133"/>
                  <a:pt x="187958" y="44894"/>
                  <a:pt x="187081" y="43881"/>
                </a:cubicBezTo>
                <a:cubicBezTo>
                  <a:pt x="186204" y="42867"/>
                  <a:pt x="185080" y="42090"/>
                  <a:pt x="183709" y="41550"/>
                </a:cubicBezTo>
                <a:cubicBezTo>
                  <a:pt x="182337" y="41009"/>
                  <a:pt x="180662" y="40739"/>
                  <a:pt x="178684" y="40739"/>
                </a:cubicBezTo>
                <a:cubicBezTo>
                  <a:pt x="176436" y="40739"/>
                  <a:pt x="174412" y="41178"/>
                  <a:pt x="172614" y="42056"/>
                </a:cubicBezTo>
                <a:cubicBezTo>
                  <a:pt x="170815" y="42934"/>
                  <a:pt x="169208" y="44117"/>
                  <a:pt x="167791" y="45603"/>
                </a:cubicBezTo>
                <a:cubicBezTo>
                  <a:pt x="166375" y="47090"/>
                  <a:pt x="165149" y="48813"/>
                  <a:pt x="164115" y="50772"/>
                </a:cubicBezTo>
                <a:cubicBezTo>
                  <a:pt x="163081" y="52730"/>
                  <a:pt x="162227" y="54791"/>
                  <a:pt x="161552" y="56954"/>
                </a:cubicBezTo>
                <a:cubicBezTo>
                  <a:pt x="160878" y="59115"/>
                  <a:pt x="160383" y="61310"/>
                  <a:pt x="160068" y="63540"/>
                </a:cubicBezTo>
                <a:cubicBezTo>
                  <a:pt x="159754" y="65769"/>
                  <a:pt x="159596" y="67897"/>
                  <a:pt x="159596" y="69925"/>
                </a:cubicBezTo>
                <a:cubicBezTo>
                  <a:pt x="159596" y="71816"/>
                  <a:pt x="159787" y="73505"/>
                  <a:pt x="160169" y="74992"/>
                </a:cubicBezTo>
                <a:cubicBezTo>
                  <a:pt x="160552" y="76477"/>
                  <a:pt x="161181" y="77727"/>
                  <a:pt x="162058" y="78742"/>
                </a:cubicBezTo>
                <a:cubicBezTo>
                  <a:pt x="162935" y="79755"/>
                  <a:pt x="164059" y="80532"/>
                  <a:pt x="165430" y="81073"/>
                </a:cubicBezTo>
                <a:cubicBezTo>
                  <a:pt x="166802" y="81612"/>
                  <a:pt x="168477" y="81882"/>
                  <a:pt x="170455" y="81882"/>
                </a:cubicBezTo>
                <a:cubicBezTo>
                  <a:pt x="172704" y="81882"/>
                  <a:pt x="174727" y="81443"/>
                  <a:pt x="176526" y="80565"/>
                </a:cubicBezTo>
                <a:cubicBezTo>
                  <a:pt x="178324" y="79686"/>
                  <a:pt x="179932" y="78493"/>
                  <a:pt x="181348" y="76984"/>
                </a:cubicBezTo>
                <a:cubicBezTo>
                  <a:pt x="182765" y="75474"/>
                  <a:pt x="183990" y="73741"/>
                  <a:pt x="185024" y="71782"/>
                </a:cubicBezTo>
                <a:cubicBezTo>
                  <a:pt x="186058" y="69823"/>
                  <a:pt x="186913" y="67752"/>
                  <a:pt x="187587" y="65568"/>
                </a:cubicBezTo>
                <a:cubicBezTo>
                  <a:pt x="188262" y="63383"/>
                  <a:pt x="188756" y="61187"/>
                  <a:pt x="189071" y="58981"/>
                </a:cubicBezTo>
                <a:cubicBezTo>
                  <a:pt x="189386" y="56774"/>
                  <a:pt x="189543" y="54656"/>
                  <a:pt x="189543" y="52629"/>
                </a:cubicBezTo>
                <a:close/>
                <a:moveTo>
                  <a:pt x="263419" y="30284"/>
                </a:moveTo>
                <a:cubicBezTo>
                  <a:pt x="263419" y="30599"/>
                  <a:pt x="263374" y="31161"/>
                  <a:pt x="263284" y="31970"/>
                </a:cubicBezTo>
                <a:cubicBezTo>
                  <a:pt x="263194" y="32780"/>
                  <a:pt x="263059" y="33724"/>
                  <a:pt x="262879" y="34803"/>
                </a:cubicBezTo>
                <a:cubicBezTo>
                  <a:pt x="262699" y="35882"/>
                  <a:pt x="262475" y="36995"/>
                  <a:pt x="262205" y="38142"/>
                </a:cubicBezTo>
                <a:cubicBezTo>
                  <a:pt x="261935" y="39289"/>
                  <a:pt x="261631" y="40356"/>
                  <a:pt x="261294" y="41346"/>
                </a:cubicBezTo>
                <a:cubicBezTo>
                  <a:pt x="260957" y="42335"/>
                  <a:pt x="260575" y="43144"/>
                  <a:pt x="260148" y="43774"/>
                </a:cubicBezTo>
                <a:cubicBezTo>
                  <a:pt x="259720" y="44403"/>
                  <a:pt x="259260" y="44718"/>
                  <a:pt x="258765" y="44718"/>
                </a:cubicBezTo>
                <a:cubicBezTo>
                  <a:pt x="258360" y="44718"/>
                  <a:pt x="257956" y="44639"/>
                  <a:pt x="257551" y="44482"/>
                </a:cubicBezTo>
                <a:cubicBezTo>
                  <a:pt x="257146" y="44325"/>
                  <a:pt x="256697" y="44167"/>
                  <a:pt x="256202" y="44010"/>
                </a:cubicBezTo>
                <a:cubicBezTo>
                  <a:pt x="255707" y="43853"/>
                  <a:pt x="255168" y="43695"/>
                  <a:pt x="254583" y="43538"/>
                </a:cubicBezTo>
                <a:cubicBezTo>
                  <a:pt x="253999" y="43380"/>
                  <a:pt x="253324" y="43302"/>
                  <a:pt x="252560" y="43302"/>
                </a:cubicBezTo>
                <a:cubicBezTo>
                  <a:pt x="251031" y="43302"/>
                  <a:pt x="249401" y="43888"/>
                  <a:pt x="247670" y="45062"/>
                </a:cubicBezTo>
                <a:cubicBezTo>
                  <a:pt x="245939" y="46234"/>
                  <a:pt x="244286" y="47779"/>
                  <a:pt x="242712" y="49697"/>
                </a:cubicBezTo>
                <a:cubicBezTo>
                  <a:pt x="241138" y="51613"/>
                  <a:pt x="239733" y="53846"/>
                  <a:pt x="238497" y="56395"/>
                </a:cubicBezTo>
                <a:cubicBezTo>
                  <a:pt x="237260" y="58944"/>
                  <a:pt x="236372" y="61617"/>
                  <a:pt x="235833" y="64413"/>
                </a:cubicBezTo>
                <a:lnTo>
                  <a:pt x="230437" y="91460"/>
                </a:lnTo>
                <a:cubicBezTo>
                  <a:pt x="230347" y="91909"/>
                  <a:pt x="230133" y="92303"/>
                  <a:pt x="229796" y="92640"/>
                </a:cubicBezTo>
                <a:cubicBezTo>
                  <a:pt x="229459" y="92977"/>
                  <a:pt x="228942" y="93258"/>
                  <a:pt x="228245" y="93483"/>
                </a:cubicBezTo>
                <a:cubicBezTo>
                  <a:pt x="227548" y="93708"/>
                  <a:pt x="226637" y="93877"/>
                  <a:pt x="225513" y="93989"/>
                </a:cubicBezTo>
                <a:cubicBezTo>
                  <a:pt x="224389" y="94101"/>
                  <a:pt x="223017" y="94158"/>
                  <a:pt x="221399" y="94158"/>
                </a:cubicBezTo>
                <a:cubicBezTo>
                  <a:pt x="219735" y="94158"/>
                  <a:pt x="218375" y="94101"/>
                  <a:pt x="217318" y="93989"/>
                </a:cubicBezTo>
                <a:cubicBezTo>
                  <a:pt x="216261" y="93877"/>
                  <a:pt x="215429" y="93708"/>
                  <a:pt x="214822" y="93483"/>
                </a:cubicBezTo>
                <a:cubicBezTo>
                  <a:pt x="214215" y="93258"/>
                  <a:pt x="213822" y="92977"/>
                  <a:pt x="213642" y="92640"/>
                </a:cubicBezTo>
                <a:cubicBezTo>
                  <a:pt x="213462" y="92303"/>
                  <a:pt x="213417" y="91909"/>
                  <a:pt x="213507" y="91460"/>
                </a:cubicBezTo>
                <a:lnTo>
                  <a:pt x="225513" y="31228"/>
                </a:lnTo>
                <a:cubicBezTo>
                  <a:pt x="225603" y="30779"/>
                  <a:pt x="225805" y="30385"/>
                  <a:pt x="226120" y="30048"/>
                </a:cubicBezTo>
                <a:cubicBezTo>
                  <a:pt x="226435" y="29711"/>
                  <a:pt x="226896" y="29441"/>
                  <a:pt x="227503" y="29239"/>
                </a:cubicBezTo>
                <a:cubicBezTo>
                  <a:pt x="228110" y="29036"/>
                  <a:pt x="228897" y="28879"/>
                  <a:pt x="229863" y="28767"/>
                </a:cubicBezTo>
                <a:cubicBezTo>
                  <a:pt x="230830" y="28654"/>
                  <a:pt x="231988" y="28598"/>
                  <a:pt x="233337" y="28598"/>
                </a:cubicBezTo>
                <a:cubicBezTo>
                  <a:pt x="234731" y="28598"/>
                  <a:pt x="235866" y="28654"/>
                  <a:pt x="236743" y="28767"/>
                </a:cubicBezTo>
                <a:cubicBezTo>
                  <a:pt x="237620" y="28879"/>
                  <a:pt x="238306" y="29036"/>
                  <a:pt x="238800" y="29239"/>
                </a:cubicBezTo>
                <a:cubicBezTo>
                  <a:pt x="239295" y="29441"/>
                  <a:pt x="239621" y="29711"/>
                  <a:pt x="239778" y="30048"/>
                </a:cubicBezTo>
                <a:cubicBezTo>
                  <a:pt x="239936" y="30385"/>
                  <a:pt x="239969" y="30779"/>
                  <a:pt x="239879" y="31228"/>
                </a:cubicBezTo>
                <a:lnTo>
                  <a:pt x="237991" y="40806"/>
                </a:lnTo>
                <a:cubicBezTo>
                  <a:pt x="239070" y="38863"/>
                  <a:pt x="240318" y="37078"/>
                  <a:pt x="241734" y="35450"/>
                </a:cubicBezTo>
                <a:cubicBezTo>
                  <a:pt x="243151" y="33823"/>
                  <a:pt x="244657" y="32411"/>
                  <a:pt x="246253" y="31214"/>
                </a:cubicBezTo>
                <a:cubicBezTo>
                  <a:pt x="247850" y="30017"/>
                  <a:pt x="249502" y="29079"/>
                  <a:pt x="251211" y="28402"/>
                </a:cubicBezTo>
                <a:cubicBezTo>
                  <a:pt x="252919" y="27723"/>
                  <a:pt x="254606" y="27384"/>
                  <a:pt x="256269" y="27384"/>
                </a:cubicBezTo>
                <a:cubicBezTo>
                  <a:pt x="256944" y="27384"/>
                  <a:pt x="257630" y="27429"/>
                  <a:pt x="258327" y="27519"/>
                </a:cubicBezTo>
                <a:cubicBezTo>
                  <a:pt x="259023" y="27609"/>
                  <a:pt x="259675" y="27721"/>
                  <a:pt x="260283" y="27856"/>
                </a:cubicBezTo>
                <a:cubicBezTo>
                  <a:pt x="260890" y="27991"/>
                  <a:pt x="261429" y="28160"/>
                  <a:pt x="261901" y="28362"/>
                </a:cubicBezTo>
                <a:cubicBezTo>
                  <a:pt x="262373" y="28564"/>
                  <a:pt x="262744" y="28778"/>
                  <a:pt x="263014" y="29003"/>
                </a:cubicBezTo>
                <a:cubicBezTo>
                  <a:pt x="263284" y="29273"/>
                  <a:pt x="263419" y="29700"/>
                  <a:pt x="263419" y="30284"/>
                </a:cubicBezTo>
                <a:close/>
                <a:moveTo>
                  <a:pt x="318045" y="91586"/>
                </a:moveTo>
                <a:cubicBezTo>
                  <a:pt x="317865" y="92509"/>
                  <a:pt x="317157" y="93169"/>
                  <a:pt x="315920" y="93565"/>
                </a:cubicBezTo>
                <a:cubicBezTo>
                  <a:pt x="314684" y="93960"/>
                  <a:pt x="312694" y="94158"/>
                  <a:pt x="309951" y="94158"/>
                </a:cubicBezTo>
                <a:cubicBezTo>
                  <a:pt x="308557" y="94158"/>
                  <a:pt x="307422" y="94113"/>
                  <a:pt x="306545" y="94025"/>
                </a:cubicBezTo>
                <a:cubicBezTo>
                  <a:pt x="305668" y="93938"/>
                  <a:pt x="304960" y="93795"/>
                  <a:pt x="304420" y="93597"/>
                </a:cubicBezTo>
                <a:cubicBezTo>
                  <a:pt x="303881" y="93399"/>
                  <a:pt x="303532" y="93135"/>
                  <a:pt x="303375" y="92807"/>
                </a:cubicBezTo>
                <a:cubicBezTo>
                  <a:pt x="303218" y="92476"/>
                  <a:pt x="303184" y="92070"/>
                  <a:pt x="303274" y="91586"/>
                </a:cubicBezTo>
                <a:lnTo>
                  <a:pt x="305095" y="81922"/>
                </a:lnTo>
                <a:cubicBezTo>
                  <a:pt x="304420" y="83364"/>
                  <a:pt x="303341" y="84885"/>
                  <a:pt x="301857" y="86485"/>
                </a:cubicBezTo>
                <a:cubicBezTo>
                  <a:pt x="300374" y="88084"/>
                  <a:pt x="298620" y="89549"/>
                  <a:pt x="296596" y="90878"/>
                </a:cubicBezTo>
                <a:cubicBezTo>
                  <a:pt x="294573" y="92207"/>
                  <a:pt x="292336" y="93289"/>
                  <a:pt x="289885" y="94122"/>
                </a:cubicBezTo>
                <a:cubicBezTo>
                  <a:pt x="287435" y="94955"/>
                  <a:pt x="284905" y="95372"/>
                  <a:pt x="282297" y="95372"/>
                </a:cubicBezTo>
                <a:cubicBezTo>
                  <a:pt x="279734" y="95372"/>
                  <a:pt x="277497" y="95045"/>
                  <a:pt x="275586" y="94392"/>
                </a:cubicBezTo>
                <a:cubicBezTo>
                  <a:pt x="273675" y="93738"/>
                  <a:pt x="272034" y="92849"/>
                  <a:pt x="270663" y="91723"/>
                </a:cubicBezTo>
                <a:cubicBezTo>
                  <a:pt x="269291" y="90596"/>
                  <a:pt x="268156" y="89267"/>
                  <a:pt x="267256" y="87735"/>
                </a:cubicBezTo>
                <a:cubicBezTo>
                  <a:pt x="266357" y="86204"/>
                  <a:pt x="265638" y="84582"/>
                  <a:pt x="265098" y="82871"/>
                </a:cubicBezTo>
                <a:cubicBezTo>
                  <a:pt x="264559" y="81158"/>
                  <a:pt x="264176" y="79389"/>
                  <a:pt x="263952" y="77565"/>
                </a:cubicBezTo>
                <a:cubicBezTo>
                  <a:pt x="263727" y="75740"/>
                  <a:pt x="263614" y="73948"/>
                  <a:pt x="263614" y="72191"/>
                </a:cubicBezTo>
                <a:cubicBezTo>
                  <a:pt x="263614" y="69262"/>
                  <a:pt x="263884" y="66120"/>
                  <a:pt x="264424" y="62765"/>
                </a:cubicBezTo>
                <a:cubicBezTo>
                  <a:pt x="264963" y="59408"/>
                  <a:pt x="265806" y="56073"/>
                  <a:pt x="266953" y="52761"/>
                </a:cubicBezTo>
                <a:cubicBezTo>
                  <a:pt x="268100" y="49449"/>
                  <a:pt x="269550" y="46262"/>
                  <a:pt x="271303" y="43198"/>
                </a:cubicBezTo>
                <a:cubicBezTo>
                  <a:pt x="273057" y="40135"/>
                  <a:pt x="275159" y="37432"/>
                  <a:pt x="277610" y="35090"/>
                </a:cubicBezTo>
                <a:cubicBezTo>
                  <a:pt x="280060" y="32746"/>
                  <a:pt x="282871" y="30876"/>
                  <a:pt x="286041" y="29479"/>
                </a:cubicBezTo>
                <a:cubicBezTo>
                  <a:pt x="289211" y="28082"/>
                  <a:pt x="292774" y="27384"/>
                  <a:pt x="296731" y="27384"/>
                </a:cubicBezTo>
                <a:cubicBezTo>
                  <a:pt x="298485" y="27384"/>
                  <a:pt x="300160" y="27576"/>
                  <a:pt x="301756" y="27959"/>
                </a:cubicBezTo>
                <a:cubicBezTo>
                  <a:pt x="303352" y="28342"/>
                  <a:pt x="304814" y="28859"/>
                  <a:pt x="306140" y="29513"/>
                </a:cubicBezTo>
                <a:cubicBezTo>
                  <a:pt x="307467" y="30166"/>
                  <a:pt x="308670" y="30944"/>
                  <a:pt x="309749" y="31846"/>
                </a:cubicBezTo>
                <a:cubicBezTo>
                  <a:pt x="310828" y="32747"/>
                  <a:pt x="311750" y="33693"/>
                  <a:pt x="312514" y="34685"/>
                </a:cubicBezTo>
                <a:lnTo>
                  <a:pt x="318922" y="2902"/>
                </a:lnTo>
                <a:cubicBezTo>
                  <a:pt x="319012" y="2453"/>
                  <a:pt x="319214" y="2048"/>
                  <a:pt x="319529" y="1688"/>
                </a:cubicBezTo>
                <a:cubicBezTo>
                  <a:pt x="319844" y="1327"/>
                  <a:pt x="320349" y="1023"/>
                  <a:pt x="321046" y="776"/>
                </a:cubicBezTo>
                <a:cubicBezTo>
                  <a:pt x="321743" y="528"/>
                  <a:pt x="322643" y="337"/>
                  <a:pt x="323744" y="202"/>
                </a:cubicBezTo>
                <a:cubicBezTo>
                  <a:pt x="324846" y="67"/>
                  <a:pt x="326229" y="0"/>
                  <a:pt x="327892" y="0"/>
                </a:cubicBezTo>
                <a:cubicBezTo>
                  <a:pt x="329556" y="0"/>
                  <a:pt x="330916" y="67"/>
                  <a:pt x="331973" y="202"/>
                </a:cubicBezTo>
                <a:cubicBezTo>
                  <a:pt x="333030" y="337"/>
                  <a:pt x="333850" y="528"/>
                  <a:pt x="334435" y="776"/>
                </a:cubicBezTo>
                <a:cubicBezTo>
                  <a:pt x="335019" y="1023"/>
                  <a:pt x="335402" y="1327"/>
                  <a:pt x="335581" y="1688"/>
                </a:cubicBezTo>
                <a:cubicBezTo>
                  <a:pt x="335761" y="2048"/>
                  <a:pt x="335806" y="2453"/>
                  <a:pt x="335716" y="2902"/>
                </a:cubicBezTo>
                <a:lnTo>
                  <a:pt x="318045" y="91586"/>
                </a:lnTo>
                <a:moveTo>
                  <a:pt x="309614" y="49340"/>
                </a:moveTo>
                <a:cubicBezTo>
                  <a:pt x="308040" y="46856"/>
                  <a:pt x="306298" y="44982"/>
                  <a:pt x="304387" y="43717"/>
                </a:cubicBezTo>
                <a:cubicBezTo>
                  <a:pt x="302476" y="42451"/>
                  <a:pt x="300261" y="41818"/>
                  <a:pt x="297743" y="41818"/>
                </a:cubicBezTo>
                <a:cubicBezTo>
                  <a:pt x="295899" y="41818"/>
                  <a:pt x="294202" y="42257"/>
                  <a:pt x="292651" y="43135"/>
                </a:cubicBezTo>
                <a:cubicBezTo>
                  <a:pt x="291099" y="44013"/>
                  <a:pt x="289705" y="45185"/>
                  <a:pt x="288469" y="46649"/>
                </a:cubicBezTo>
                <a:cubicBezTo>
                  <a:pt x="287232" y="48113"/>
                  <a:pt x="286153" y="49825"/>
                  <a:pt x="285231" y="51785"/>
                </a:cubicBezTo>
                <a:cubicBezTo>
                  <a:pt x="284310" y="53744"/>
                  <a:pt x="283545" y="55805"/>
                  <a:pt x="282938" y="57967"/>
                </a:cubicBezTo>
                <a:cubicBezTo>
                  <a:pt x="282331" y="60129"/>
                  <a:pt x="281870" y="62290"/>
                  <a:pt x="281555" y="64453"/>
                </a:cubicBezTo>
                <a:cubicBezTo>
                  <a:pt x="281241" y="66614"/>
                  <a:pt x="281083" y="68664"/>
                  <a:pt x="281083" y="70601"/>
                </a:cubicBezTo>
                <a:cubicBezTo>
                  <a:pt x="281083" y="74024"/>
                  <a:pt x="281645" y="76603"/>
                  <a:pt x="282770" y="78337"/>
                </a:cubicBezTo>
                <a:cubicBezTo>
                  <a:pt x="283894" y="80071"/>
                  <a:pt x="285670" y="80938"/>
                  <a:pt x="288098" y="80938"/>
                </a:cubicBezTo>
                <a:cubicBezTo>
                  <a:pt x="290076" y="80938"/>
                  <a:pt x="292100" y="80342"/>
                  <a:pt x="294168" y="79150"/>
                </a:cubicBezTo>
                <a:cubicBezTo>
                  <a:pt x="296237" y="77959"/>
                  <a:pt x="298170" y="76363"/>
                  <a:pt x="299969" y="74362"/>
                </a:cubicBezTo>
                <a:cubicBezTo>
                  <a:pt x="301767" y="72359"/>
                  <a:pt x="303352" y="69998"/>
                  <a:pt x="304724" y="67277"/>
                </a:cubicBezTo>
                <a:cubicBezTo>
                  <a:pt x="306095" y="64556"/>
                  <a:pt x="307096" y="61643"/>
                  <a:pt x="307725" y="58539"/>
                </a:cubicBezTo>
                <a:lnTo>
                  <a:pt x="309614" y="49340"/>
                </a:lnTo>
                <a:close/>
                <a:moveTo>
                  <a:pt x="369396" y="11062"/>
                </a:moveTo>
                <a:cubicBezTo>
                  <a:pt x="369082" y="12725"/>
                  <a:pt x="368654" y="14130"/>
                  <a:pt x="368115" y="15277"/>
                </a:cubicBezTo>
                <a:cubicBezTo>
                  <a:pt x="367575" y="16424"/>
                  <a:pt x="366856" y="17345"/>
                  <a:pt x="365957" y="18042"/>
                </a:cubicBezTo>
                <a:cubicBezTo>
                  <a:pt x="365057" y="18739"/>
                  <a:pt x="363956" y="19234"/>
                  <a:pt x="362652" y="19526"/>
                </a:cubicBezTo>
                <a:cubicBezTo>
                  <a:pt x="361348" y="19819"/>
                  <a:pt x="359729" y="19965"/>
                  <a:pt x="357795" y="19965"/>
                </a:cubicBezTo>
                <a:cubicBezTo>
                  <a:pt x="355907" y="19965"/>
                  <a:pt x="354367" y="19819"/>
                  <a:pt x="353175" y="19526"/>
                </a:cubicBezTo>
                <a:cubicBezTo>
                  <a:pt x="351984" y="19234"/>
                  <a:pt x="351084" y="18739"/>
                  <a:pt x="350477" y="18042"/>
                </a:cubicBezTo>
                <a:cubicBezTo>
                  <a:pt x="349870" y="17345"/>
                  <a:pt x="349522" y="16424"/>
                  <a:pt x="349432" y="15277"/>
                </a:cubicBezTo>
                <a:cubicBezTo>
                  <a:pt x="349342" y="14130"/>
                  <a:pt x="349477" y="12725"/>
                  <a:pt x="349836" y="11062"/>
                </a:cubicBezTo>
                <a:cubicBezTo>
                  <a:pt x="350151" y="9443"/>
                  <a:pt x="350578" y="8071"/>
                  <a:pt x="351118" y="6947"/>
                </a:cubicBezTo>
                <a:cubicBezTo>
                  <a:pt x="351658" y="5823"/>
                  <a:pt x="352377" y="4901"/>
                  <a:pt x="353276" y="4182"/>
                </a:cubicBezTo>
                <a:cubicBezTo>
                  <a:pt x="354176" y="3462"/>
                  <a:pt x="355277" y="2945"/>
                  <a:pt x="356581" y="2630"/>
                </a:cubicBezTo>
                <a:cubicBezTo>
                  <a:pt x="357885" y="2316"/>
                  <a:pt x="359504" y="2158"/>
                  <a:pt x="361437" y="2158"/>
                </a:cubicBezTo>
                <a:cubicBezTo>
                  <a:pt x="363326" y="2158"/>
                  <a:pt x="364866" y="2316"/>
                  <a:pt x="366058" y="2630"/>
                </a:cubicBezTo>
                <a:cubicBezTo>
                  <a:pt x="367249" y="2945"/>
                  <a:pt x="368149" y="3462"/>
                  <a:pt x="368756" y="4182"/>
                </a:cubicBezTo>
                <a:cubicBezTo>
                  <a:pt x="369363" y="4901"/>
                  <a:pt x="369700" y="5823"/>
                  <a:pt x="369767" y="6947"/>
                </a:cubicBezTo>
                <a:cubicBezTo>
                  <a:pt x="369835" y="8071"/>
                  <a:pt x="369711" y="9443"/>
                  <a:pt x="369396" y="11062"/>
                </a:cubicBezTo>
                <a:moveTo>
                  <a:pt x="351995" y="91460"/>
                </a:moveTo>
                <a:cubicBezTo>
                  <a:pt x="351905" y="91909"/>
                  <a:pt x="351691" y="92303"/>
                  <a:pt x="351354" y="92640"/>
                </a:cubicBezTo>
                <a:cubicBezTo>
                  <a:pt x="351017" y="92977"/>
                  <a:pt x="350500" y="93258"/>
                  <a:pt x="349803" y="93483"/>
                </a:cubicBezTo>
                <a:cubicBezTo>
                  <a:pt x="349106" y="93708"/>
                  <a:pt x="348195" y="93877"/>
                  <a:pt x="347071" y="93989"/>
                </a:cubicBezTo>
                <a:cubicBezTo>
                  <a:pt x="345947" y="94101"/>
                  <a:pt x="344575" y="94158"/>
                  <a:pt x="342957" y="94158"/>
                </a:cubicBezTo>
                <a:cubicBezTo>
                  <a:pt x="341293" y="94158"/>
                  <a:pt x="339933" y="94101"/>
                  <a:pt x="338876" y="93989"/>
                </a:cubicBezTo>
                <a:cubicBezTo>
                  <a:pt x="337819" y="93877"/>
                  <a:pt x="336988" y="93708"/>
                  <a:pt x="336380" y="93483"/>
                </a:cubicBezTo>
                <a:cubicBezTo>
                  <a:pt x="335773" y="93258"/>
                  <a:pt x="335380" y="92977"/>
                  <a:pt x="335200" y="92640"/>
                </a:cubicBezTo>
                <a:cubicBezTo>
                  <a:pt x="335020" y="92303"/>
                  <a:pt x="334975" y="91909"/>
                  <a:pt x="335065" y="91460"/>
                </a:cubicBezTo>
                <a:lnTo>
                  <a:pt x="347004" y="31431"/>
                </a:lnTo>
                <a:cubicBezTo>
                  <a:pt x="347094" y="30981"/>
                  <a:pt x="347307" y="30588"/>
                  <a:pt x="347644" y="30251"/>
                </a:cubicBezTo>
                <a:cubicBezTo>
                  <a:pt x="347982" y="29913"/>
                  <a:pt x="348499" y="29621"/>
                  <a:pt x="349196" y="29374"/>
                </a:cubicBezTo>
                <a:cubicBezTo>
                  <a:pt x="349893" y="29126"/>
                  <a:pt x="350792" y="28935"/>
                  <a:pt x="351894" y="28800"/>
                </a:cubicBezTo>
                <a:cubicBezTo>
                  <a:pt x="352995" y="28665"/>
                  <a:pt x="354378" y="28598"/>
                  <a:pt x="356042" y="28598"/>
                </a:cubicBezTo>
                <a:cubicBezTo>
                  <a:pt x="357705" y="28598"/>
                  <a:pt x="359066" y="28665"/>
                  <a:pt x="360122" y="28800"/>
                </a:cubicBezTo>
                <a:cubicBezTo>
                  <a:pt x="361179" y="28935"/>
                  <a:pt x="362011" y="29126"/>
                  <a:pt x="362618" y="29374"/>
                </a:cubicBezTo>
                <a:cubicBezTo>
                  <a:pt x="363225" y="29621"/>
                  <a:pt x="363618" y="29913"/>
                  <a:pt x="363798" y="30251"/>
                </a:cubicBezTo>
                <a:cubicBezTo>
                  <a:pt x="363978" y="30588"/>
                  <a:pt x="364023" y="30981"/>
                  <a:pt x="363933" y="31431"/>
                </a:cubicBezTo>
                <a:lnTo>
                  <a:pt x="351995" y="91460"/>
                </a:lnTo>
                <a:close/>
                <a:moveTo>
                  <a:pt x="433729" y="44670"/>
                </a:moveTo>
                <a:cubicBezTo>
                  <a:pt x="433729" y="46245"/>
                  <a:pt x="433628" y="47820"/>
                  <a:pt x="433425" y="49395"/>
                </a:cubicBezTo>
                <a:cubicBezTo>
                  <a:pt x="433223" y="50970"/>
                  <a:pt x="432964" y="52591"/>
                  <a:pt x="432650" y="54256"/>
                </a:cubicBezTo>
                <a:lnTo>
                  <a:pt x="425163" y="91460"/>
                </a:lnTo>
                <a:cubicBezTo>
                  <a:pt x="425073" y="91909"/>
                  <a:pt x="424859" y="92303"/>
                  <a:pt x="424522" y="92640"/>
                </a:cubicBezTo>
                <a:cubicBezTo>
                  <a:pt x="424185" y="92977"/>
                  <a:pt x="423668" y="93258"/>
                  <a:pt x="422971" y="93483"/>
                </a:cubicBezTo>
                <a:cubicBezTo>
                  <a:pt x="422274" y="93708"/>
                  <a:pt x="421375" y="93877"/>
                  <a:pt x="420273" y="93989"/>
                </a:cubicBezTo>
                <a:cubicBezTo>
                  <a:pt x="419171" y="94101"/>
                  <a:pt x="417789" y="94158"/>
                  <a:pt x="416125" y="94158"/>
                </a:cubicBezTo>
                <a:cubicBezTo>
                  <a:pt x="414461" y="94158"/>
                  <a:pt x="413101" y="94101"/>
                  <a:pt x="412044" y="93989"/>
                </a:cubicBezTo>
                <a:cubicBezTo>
                  <a:pt x="410988" y="93877"/>
                  <a:pt x="410167" y="93708"/>
                  <a:pt x="409582" y="93483"/>
                </a:cubicBezTo>
                <a:cubicBezTo>
                  <a:pt x="408998" y="93258"/>
                  <a:pt x="408604" y="92977"/>
                  <a:pt x="408402" y="92640"/>
                </a:cubicBezTo>
                <a:cubicBezTo>
                  <a:pt x="408200" y="92303"/>
                  <a:pt x="408144" y="91909"/>
                  <a:pt x="408233" y="91460"/>
                </a:cubicBezTo>
                <a:lnTo>
                  <a:pt x="415518" y="55375"/>
                </a:lnTo>
                <a:cubicBezTo>
                  <a:pt x="415743" y="54290"/>
                  <a:pt x="415911" y="53183"/>
                  <a:pt x="416024" y="52053"/>
                </a:cubicBezTo>
                <a:cubicBezTo>
                  <a:pt x="416136" y="50923"/>
                  <a:pt x="416192" y="49929"/>
                  <a:pt x="416192" y="49071"/>
                </a:cubicBezTo>
                <a:cubicBezTo>
                  <a:pt x="416192" y="47036"/>
                  <a:pt x="415765" y="45364"/>
                  <a:pt x="414911" y="44054"/>
                </a:cubicBezTo>
                <a:cubicBezTo>
                  <a:pt x="414056" y="42743"/>
                  <a:pt x="412618" y="42088"/>
                  <a:pt x="410594" y="42088"/>
                </a:cubicBezTo>
                <a:cubicBezTo>
                  <a:pt x="408751" y="42088"/>
                  <a:pt x="406828" y="42674"/>
                  <a:pt x="404827" y="43848"/>
                </a:cubicBezTo>
                <a:cubicBezTo>
                  <a:pt x="402826" y="45020"/>
                  <a:pt x="400938" y="46609"/>
                  <a:pt x="399162" y="48617"/>
                </a:cubicBezTo>
                <a:cubicBezTo>
                  <a:pt x="397386" y="50624"/>
                  <a:pt x="395801" y="52969"/>
                  <a:pt x="394407" y="55653"/>
                </a:cubicBezTo>
                <a:cubicBezTo>
                  <a:pt x="393013" y="58336"/>
                  <a:pt x="392023" y="61188"/>
                  <a:pt x="391439" y="64211"/>
                </a:cubicBezTo>
                <a:lnTo>
                  <a:pt x="385976" y="91460"/>
                </a:lnTo>
                <a:cubicBezTo>
                  <a:pt x="385886" y="91909"/>
                  <a:pt x="385672" y="92303"/>
                  <a:pt x="385335" y="92640"/>
                </a:cubicBezTo>
                <a:cubicBezTo>
                  <a:pt x="384998" y="92977"/>
                  <a:pt x="384480" y="93258"/>
                  <a:pt x="383783" y="93483"/>
                </a:cubicBezTo>
                <a:cubicBezTo>
                  <a:pt x="383087" y="93708"/>
                  <a:pt x="382176" y="93877"/>
                  <a:pt x="381052" y="93989"/>
                </a:cubicBezTo>
                <a:cubicBezTo>
                  <a:pt x="379928" y="94101"/>
                  <a:pt x="378556" y="94158"/>
                  <a:pt x="376938" y="94158"/>
                </a:cubicBezTo>
                <a:cubicBezTo>
                  <a:pt x="375274" y="94158"/>
                  <a:pt x="373914" y="94101"/>
                  <a:pt x="372857" y="93989"/>
                </a:cubicBezTo>
                <a:cubicBezTo>
                  <a:pt x="371800" y="93877"/>
                  <a:pt x="370968" y="93708"/>
                  <a:pt x="370361" y="93483"/>
                </a:cubicBezTo>
                <a:cubicBezTo>
                  <a:pt x="369754" y="93258"/>
                  <a:pt x="369361" y="92977"/>
                  <a:pt x="369181" y="92640"/>
                </a:cubicBezTo>
                <a:cubicBezTo>
                  <a:pt x="369001" y="92303"/>
                  <a:pt x="368956" y="91909"/>
                  <a:pt x="369046" y="91460"/>
                </a:cubicBezTo>
                <a:lnTo>
                  <a:pt x="381119" y="31228"/>
                </a:lnTo>
                <a:cubicBezTo>
                  <a:pt x="381209" y="30779"/>
                  <a:pt x="381400" y="30385"/>
                  <a:pt x="381693" y="30048"/>
                </a:cubicBezTo>
                <a:cubicBezTo>
                  <a:pt x="381985" y="29711"/>
                  <a:pt x="382435" y="29441"/>
                  <a:pt x="383042" y="29239"/>
                </a:cubicBezTo>
                <a:cubicBezTo>
                  <a:pt x="383649" y="29036"/>
                  <a:pt x="384435" y="28879"/>
                  <a:pt x="385402" y="28767"/>
                </a:cubicBezTo>
                <a:cubicBezTo>
                  <a:pt x="386369" y="28654"/>
                  <a:pt x="387527" y="28598"/>
                  <a:pt x="388876" y="28598"/>
                </a:cubicBezTo>
                <a:cubicBezTo>
                  <a:pt x="390270" y="28598"/>
                  <a:pt x="391405" y="28654"/>
                  <a:pt x="392282" y="28767"/>
                </a:cubicBezTo>
                <a:cubicBezTo>
                  <a:pt x="393159" y="28879"/>
                  <a:pt x="393845" y="29036"/>
                  <a:pt x="394339" y="29239"/>
                </a:cubicBezTo>
                <a:cubicBezTo>
                  <a:pt x="394834" y="29441"/>
                  <a:pt x="395160" y="29711"/>
                  <a:pt x="395317" y="30048"/>
                </a:cubicBezTo>
                <a:cubicBezTo>
                  <a:pt x="395475" y="30385"/>
                  <a:pt x="395508" y="30779"/>
                  <a:pt x="395418" y="31228"/>
                </a:cubicBezTo>
                <a:lnTo>
                  <a:pt x="393462" y="41143"/>
                </a:lnTo>
                <a:cubicBezTo>
                  <a:pt x="394407" y="39561"/>
                  <a:pt x="395666" y="37946"/>
                  <a:pt x="397239" y="36298"/>
                </a:cubicBezTo>
                <a:cubicBezTo>
                  <a:pt x="398813" y="34648"/>
                  <a:pt x="400623" y="33168"/>
                  <a:pt x="402669" y="31859"/>
                </a:cubicBezTo>
                <a:cubicBezTo>
                  <a:pt x="404715" y="30548"/>
                  <a:pt x="406941" y="29474"/>
                  <a:pt x="409346" y="28638"/>
                </a:cubicBezTo>
                <a:cubicBezTo>
                  <a:pt x="411752" y="27802"/>
                  <a:pt x="414259" y="27384"/>
                  <a:pt x="416867" y="27384"/>
                </a:cubicBezTo>
                <a:cubicBezTo>
                  <a:pt x="420014" y="27384"/>
                  <a:pt x="422656" y="27846"/>
                  <a:pt x="424792" y="28769"/>
                </a:cubicBezTo>
                <a:cubicBezTo>
                  <a:pt x="426928" y="29691"/>
                  <a:pt x="428659" y="30940"/>
                  <a:pt x="429985" y="32516"/>
                </a:cubicBezTo>
                <a:cubicBezTo>
                  <a:pt x="431312" y="34092"/>
                  <a:pt x="432267" y="35926"/>
                  <a:pt x="432852" y="38020"/>
                </a:cubicBezTo>
                <a:cubicBezTo>
                  <a:pt x="433437" y="40112"/>
                  <a:pt x="433729" y="42329"/>
                  <a:pt x="433729" y="44670"/>
                </a:cubicBezTo>
                <a:close/>
                <a:moveTo>
                  <a:pt x="497690" y="91527"/>
                </a:moveTo>
                <a:cubicBezTo>
                  <a:pt x="497510" y="92471"/>
                  <a:pt x="496802" y="93146"/>
                  <a:pt x="495565" y="93551"/>
                </a:cubicBezTo>
                <a:cubicBezTo>
                  <a:pt x="494329" y="93955"/>
                  <a:pt x="492339" y="94158"/>
                  <a:pt x="489596" y="94158"/>
                </a:cubicBezTo>
                <a:cubicBezTo>
                  <a:pt x="488202" y="94158"/>
                  <a:pt x="487067" y="94113"/>
                  <a:pt x="486190" y="94023"/>
                </a:cubicBezTo>
                <a:cubicBezTo>
                  <a:pt x="485313" y="93933"/>
                  <a:pt x="484605" y="93787"/>
                  <a:pt x="484065" y="93584"/>
                </a:cubicBezTo>
                <a:cubicBezTo>
                  <a:pt x="483526" y="93382"/>
                  <a:pt x="483177" y="93112"/>
                  <a:pt x="483020" y="92775"/>
                </a:cubicBezTo>
                <a:cubicBezTo>
                  <a:pt x="482863" y="92438"/>
                  <a:pt x="482829" y="92022"/>
                  <a:pt x="482919" y="91527"/>
                </a:cubicBezTo>
                <a:lnTo>
                  <a:pt x="484807" y="81882"/>
                </a:lnTo>
                <a:cubicBezTo>
                  <a:pt x="484133" y="83328"/>
                  <a:pt x="483054" y="84853"/>
                  <a:pt x="481570" y="86458"/>
                </a:cubicBezTo>
                <a:cubicBezTo>
                  <a:pt x="480086" y="88063"/>
                  <a:pt x="478332" y="89521"/>
                  <a:pt x="476309" y="90832"/>
                </a:cubicBezTo>
                <a:cubicBezTo>
                  <a:pt x="474285" y="92141"/>
                  <a:pt x="472048" y="93225"/>
                  <a:pt x="469598" y="94084"/>
                </a:cubicBezTo>
                <a:cubicBezTo>
                  <a:pt x="467147" y="94942"/>
                  <a:pt x="464618" y="95372"/>
                  <a:pt x="462010" y="95372"/>
                </a:cubicBezTo>
                <a:cubicBezTo>
                  <a:pt x="458413" y="95372"/>
                  <a:pt x="455422" y="94741"/>
                  <a:pt x="453039" y="93479"/>
                </a:cubicBezTo>
                <a:cubicBezTo>
                  <a:pt x="450656" y="92217"/>
                  <a:pt x="448745" y="90516"/>
                  <a:pt x="447306" y="88376"/>
                </a:cubicBezTo>
                <a:cubicBezTo>
                  <a:pt x="445867" y="86236"/>
                  <a:pt x="444844" y="83792"/>
                  <a:pt x="444237" y="81045"/>
                </a:cubicBezTo>
                <a:cubicBezTo>
                  <a:pt x="443630" y="78297"/>
                  <a:pt x="443327" y="75413"/>
                  <a:pt x="443327" y="72393"/>
                </a:cubicBezTo>
                <a:cubicBezTo>
                  <a:pt x="443327" y="69555"/>
                  <a:pt x="443597" y="66458"/>
                  <a:pt x="444136" y="63102"/>
                </a:cubicBezTo>
                <a:cubicBezTo>
                  <a:pt x="444676" y="59745"/>
                  <a:pt x="445508" y="56399"/>
                  <a:pt x="446632" y="53065"/>
                </a:cubicBezTo>
                <a:cubicBezTo>
                  <a:pt x="447756" y="49730"/>
                  <a:pt x="449195" y="46520"/>
                  <a:pt x="450948" y="43435"/>
                </a:cubicBezTo>
                <a:cubicBezTo>
                  <a:pt x="452702" y="40349"/>
                  <a:pt x="454804" y="37612"/>
                  <a:pt x="457255" y="35225"/>
                </a:cubicBezTo>
                <a:cubicBezTo>
                  <a:pt x="459705" y="32836"/>
                  <a:pt x="462516" y="30932"/>
                  <a:pt x="465686" y="29513"/>
                </a:cubicBezTo>
                <a:cubicBezTo>
                  <a:pt x="468856" y="28094"/>
                  <a:pt x="472442" y="27384"/>
                  <a:pt x="476444" y="27384"/>
                </a:cubicBezTo>
                <a:cubicBezTo>
                  <a:pt x="480176" y="27384"/>
                  <a:pt x="483481" y="28165"/>
                  <a:pt x="486359" y="29728"/>
                </a:cubicBezTo>
                <a:cubicBezTo>
                  <a:pt x="489236" y="31290"/>
                  <a:pt x="491755" y="33567"/>
                  <a:pt x="493913" y="36557"/>
                </a:cubicBezTo>
                <a:lnTo>
                  <a:pt x="494992" y="31228"/>
                </a:lnTo>
                <a:cubicBezTo>
                  <a:pt x="495172" y="30284"/>
                  <a:pt x="495880" y="29610"/>
                  <a:pt x="497117" y="29205"/>
                </a:cubicBezTo>
                <a:cubicBezTo>
                  <a:pt x="498353" y="28800"/>
                  <a:pt x="500343" y="28598"/>
                  <a:pt x="503086" y="28598"/>
                </a:cubicBezTo>
                <a:cubicBezTo>
                  <a:pt x="504435" y="28598"/>
                  <a:pt x="505559" y="28654"/>
                  <a:pt x="506458" y="28767"/>
                </a:cubicBezTo>
                <a:cubicBezTo>
                  <a:pt x="507358" y="28879"/>
                  <a:pt x="508066" y="29036"/>
                  <a:pt x="508583" y="29239"/>
                </a:cubicBezTo>
                <a:cubicBezTo>
                  <a:pt x="509100" y="29441"/>
                  <a:pt x="509448" y="29711"/>
                  <a:pt x="509628" y="30048"/>
                </a:cubicBezTo>
                <a:cubicBezTo>
                  <a:pt x="509808" y="30385"/>
                  <a:pt x="509853" y="30779"/>
                  <a:pt x="509763" y="31228"/>
                </a:cubicBezTo>
                <a:lnTo>
                  <a:pt x="497690" y="91527"/>
                </a:lnTo>
                <a:moveTo>
                  <a:pt x="489326" y="49305"/>
                </a:moveTo>
                <a:cubicBezTo>
                  <a:pt x="487753" y="46809"/>
                  <a:pt x="486010" y="44937"/>
                  <a:pt x="484099" y="43690"/>
                </a:cubicBezTo>
                <a:cubicBezTo>
                  <a:pt x="482188" y="42442"/>
                  <a:pt x="479974" y="41818"/>
                  <a:pt x="477456" y="41818"/>
                </a:cubicBezTo>
                <a:cubicBezTo>
                  <a:pt x="475567" y="41818"/>
                  <a:pt x="473836" y="42268"/>
                  <a:pt x="472262" y="43169"/>
                </a:cubicBezTo>
                <a:cubicBezTo>
                  <a:pt x="470688" y="44070"/>
                  <a:pt x="469294" y="45275"/>
                  <a:pt x="468080" y="46784"/>
                </a:cubicBezTo>
                <a:cubicBezTo>
                  <a:pt x="466866" y="48293"/>
                  <a:pt x="465798" y="50039"/>
                  <a:pt x="464876" y="52022"/>
                </a:cubicBezTo>
                <a:cubicBezTo>
                  <a:pt x="463955" y="54003"/>
                  <a:pt x="463190" y="56063"/>
                  <a:pt x="462583" y="58204"/>
                </a:cubicBezTo>
                <a:cubicBezTo>
                  <a:pt x="461976" y="60342"/>
                  <a:pt x="461527" y="62504"/>
                  <a:pt x="461234" y="64689"/>
                </a:cubicBezTo>
                <a:cubicBezTo>
                  <a:pt x="460942" y="66873"/>
                  <a:pt x="460796" y="68888"/>
                  <a:pt x="460796" y="70736"/>
                </a:cubicBezTo>
                <a:cubicBezTo>
                  <a:pt x="460796" y="72087"/>
                  <a:pt x="460897" y="73370"/>
                  <a:pt x="461099" y="74587"/>
                </a:cubicBezTo>
                <a:cubicBezTo>
                  <a:pt x="461302" y="75803"/>
                  <a:pt x="461673" y="76884"/>
                  <a:pt x="462212" y="77831"/>
                </a:cubicBezTo>
                <a:cubicBezTo>
                  <a:pt x="462752" y="78777"/>
                  <a:pt x="463471" y="79531"/>
                  <a:pt x="464371" y="80095"/>
                </a:cubicBezTo>
                <a:cubicBezTo>
                  <a:pt x="465270" y="80657"/>
                  <a:pt x="466416" y="80938"/>
                  <a:pt x="467810" y="80938"/>
                </a:cubicBezTo>
                <a:cubicBezTo>
                  <a:pt x="469789" y="80938"/>
                  <a:pt x="471812" y="80342"/>
                  <a:pt x="473881" y="79150"/>
                </a:cubicBezTo>
                <a:cubicBezTo>
                  <a:pt x="475949" y="77959"/>
                  <a:pt x="477883" y="76340"/>
                  <a:pt x="479681" y="74294"/>
                </a:cubicBezTo>
                <a:cubicBezTo>
                  <a:pt x="481480" y="72248"/>
                  <a:pt x="483065" y="69865"/>
                  <a:pt x="484436" y="67145"/>
                </a:cubicBezTo>
                <a:cubicBezTo>
                  <a:pt x="485808" y="64424"/>
                  <a:pt x="486808" y="61513"/>
                  <a:pt x="487438" y="58410"/>
                </a:cubicBezTo>
                <a:lnTo>
                  <a:pt x="489326" y="49305"/>
                </a:lnTo>
                <a:close/>
                <a:moveTo>
                  <a:pt x="562059" y="31903"/>
                </a:moveTo>
                <a:cubicBezTo>
                  <a:pt x="562059" y="32353"/>
                  <a:pt x="562014" y="32926"/>
                  <a:pt x="561924" y="33623"/>
                </a:cubicBezTo>
                <a:cubicBezTo>
                  <a:pt x="561834" y="34320"/>
                  <a:pt x="561710" y="35073"/>
                  <a:pt x="561553" y="35882"/>
                </a:cubicBezTo>
                <a:cubicBezTo>
                  <a:pt x="561396" y="36692"/>
                  <a:pt x="561182" y="37501"/>
                  <a:pt x="560912" y="38311"/>
                </a:cubicBezTo>
                <a:cubicBezTo>
                  <a:pt x="560642" y="39120"/>
                  <a:pt x="560339" y="39851"/>
                  <a:pt x="560002" y="40503"/>
                </a:cubicBezTo>
                <a:cubicBezTo>
                  <a:pt x="559664" y="41155"/>
                  <a:pt x="559282" y="41694"/>
                  <a:pt x="558855" y="42121"/>
                </a:cubicBezTo>
                <a:cubicBezTo>
                  <a:pt x="558428" y="42549"/>
                  <a:pt x="557967" y="42762"/>
                  <a:pt x="557472" y="42762"/>
                </a:cubicBezTo>
                <a:lnTo>
                  <a:pt x="544320" y="42762"/>
                </a:lnTo>
                <a:lnTo>
                  <a:pt x="538654" y="71023"/>
                </a:lnTo>
                <a:cubicBezTo>
                  <a:pt x="538519" y="71693"/>
                  <a:pt x="538396" y="72486"/>
                  <a:pt x="538283" y="73403"/>
                </a:cubicBezTo>
                <a:cubicBezTo>
                  <a:pt x="538171" y="74317"/>
                  <a:pt x="538115" y="75065"/>
                  <a:pt x="538115" y="75645"/>
                </a:cubicBezTo>
                <a:cubicBezTo>
                  <a:pt x="538115" y="77431"/>
                  <a:pt x="538542" y="78737"/>
                  <a:pt x="539396" y="79564"/>
                </a:cubicBezTo>
                <a:cubicBezTo>
                  <a:pt x="540251" y="80390"/>
                  <a:pt x="541600" y="80803"/>
                  <a:pt x="543443" y="80803"/>
                </a:cubicBezTo>
                <a:cubicBezTo>
                  <a:pt x="544522" y="80803"/>
                  <a:pt x="545444" y="80724"/>
                  <a:pt x="546209" y="80567"/>
                </a:cubicBezTo>
                <a:cubicBezTo>
                  <a:pt x="546973" y="80409"/>
                  <a:pt x="547636" y="80230"/>
                  <a:pt x="548198" y="80027"/>
                </a:cubicBezTo>
                <a:cubicBezTo>
                  <a:pt x="548760" y="79825"/>
                  <a:pt x="549244" y="79645"/>
                  <a:pt x="549648" y="79488"/>
                </a:cubicBezTo>
                <a:cubicBezTo>
                  <a:pt x="550053" y="79330"/>
                  <a:pt x="550435" y="79252"/>
                  <a:pt x="550795" y="79252"/>
                </a:cubicBezTo>
                <a:cubicBezTo>
                  <a:pt x="551155" y="79252"/>
                  <a:pt x="551458" y="79420"/>
                  <a:pt x="551706" y="79757"/>
                </a:cubicBezTo>
                <a:cubicBezTo>
                  <a:pt x="551953" y="80095"/>
                  <a:pt x="552077" y="80646"/>
                  <a:pt x="552077" y="81412"/>
                </a:cubicBezTo>
                <a:cubicBezTo>
                  <a:pt x="552077" y="82271"/>
                  <a:pt x="551987" y="83242"/>
                  <a:pt x="551807" y="84327"/>
                </a:cubicBezTo>
                <a:cubicBezTo>
                  <a:pt x="551627" y="85412"/>
                  <a:pt x="551391" y="86462"/>
                  <a:pt x="551099" y="87478"/>
                </a:cubicBezTo>
                <a:cubicBezTo>
                  <a:pt x="550806" y="88494"/>
                  <a:pt x="550480" y="89420"/>
                  <a:pt x="550121" y="90256"/>
                </a:cubicBezTo>
                <a:cubicBezTo>
                  <a:pt x="549761" y="91092"/>
                  <a:pt x="549379" y="91713"/>
                  <a:pt x="548974" y="92119"/>
                </a:cubicBezTo>
                <a:cubicBezTo>
                  <a:pt x="548569" y="92527"/>
                  <a:pt x="547962" y="92911"/>
                  <a:pt x="547153" y="93272"/>
                </a:cubicBezTo>
                <a:cubicBezTo>
                  <a:pt x="546343" y="93634"/>
                  <a:pt x="545388" y="93950"/>
                  <a:pt x="544286" y="94221"/>
                </a:cubicBezTo>
                <a:cubicBezTo>
                  <a:pt x="543185" y="94492"/>
                  <a:pt x="542004" y="94706"/>
                  <a:pt x="540745" y="94864"/>
                </a:cubicBezTo>
                <a:cubicBezTo>
                  <a:pt x="539486" y="95023"/>
                  <a:pt x="538227" y="95102"/>
                  <a:pt x="536968" y="95102"/>
                </a:cubicBezTo>
                <a:cubicBezTo>
                  <a:pt x="534270" y="95102"/>
                  <a:pt x="531898" y="94821"/>
                  <a:pt x="529852" y="94259"/>
                </a:cubicBezTo>
                <a:cubicBezTo>
                  <a:pt x="527806" y="93697"/>
                  <a:pt x="526087" y="92809"/>
                  <a:pt x="524693" y="91595"/>
                </a:cubicBezTo>
                <a:cubicBezTo>
                  <a:pt x="523299" y="90381"/>
                  <a:pt x="522253" y="88829"/>
                  <a:pt x="521556" y="86941"/>
                </a:cubicBezTo>
                <a:cubicBezTo>
                  <a:pt x="520859" y="85052"/>
                  <a:pt x="520511" y="82759"/>
                  <a:pt x="520511" y="80061"/>
                </a:cubicBezTo>
                <a:cubicBezTo>
                  <a:pt x="520511" y="79566"/>
                  <a:pt x="520533" y="78993"/>
                  <a:pt x="520578" y="78341"/>
                </a:cubicBezTo>
                <a:cubicBezTo>
                  <a:pt x="520623" y="77689"/>
                  <a:pt x="520702" y="77003"/>
                  <a:pt x="520814" y="76284"/>
                </a:cubicBezTo>
                <a:cubicBezTo>
                  <a:pt x="520927" y="75564"/>
                  <a:pt x="521039" y="74834"/>
                  <a:pt x="521152" y="74092"/>
                </a:cubicBezTo>
                <a:cubicBezTo>
                  <a:pt x="521264" y="73350"/>
                  <a:pt x="521388" y="72687"/>
                  <a:pt x="521523" y="72102"/>
                </a:cubicBezTo>
                <a:lnTo>
                  <a:pt x="527391" y="42762"/>
                </a:lnTo>
                <a:lnTo>
                  <a:pt x="520106" y="42762"/>
                </a:lnTo>
                <a:cubicBezTo>
                  <a:pt x="519522" y="42762"/>
                  <a:pt x="519094" y="42571"/>
                  <a:pt x="518825" y="42189"/>
                </a:cubicBezTo>
                <a:cubicBezTo>
                  <a:pt x="518555" y="41807"/>
                  <a:pt x="518420" y="41076"/>
                  <a:pt x="518420" y="39997"/>
                </a:cubicBezTo>
                <a:cubicBezTo>
                  <a:pt x="518420" y="39232"/>
                  <a:pt x="518499" y="38232"/>
                  <a:pt x="518656" y="36995"/>
                </a:cubicBezTo>
                <a:cubicBezTo>
                  <a:pt x="518813" y="35759"/>
                  <a:pt x="519072" y="34545"/>
                  <a:pt x="519432" y="33353"/>
                </a:cubicBezTo>
                <a:cubicBezTo>
                  <a:pt x="519791" y="32162"/>
                  <a:pt x="520263" y="31139"/>
                  <a:pt x="520848" y="30284"/>
                </a:cubicBezTo>
                <a:cubicBezTo>
                  <a:pt x="521433" y="29430"/>
                  <a:pt x="522130" y="29003"/>
                  <a:pt x="522939" y="29003"/>
                </a:cubicBezTo>
                <a:lnTo>
                  <a:pt x="530156" y="29003"/>
                </a:lnTo>
                <a:lnTo>
                  <a:pt x="532854" y="15526"/>
                </a:lnTo>
                <a:cubicBezTo>
                  <a:pt x="532944" y="15075"/>
                  <a:pt x="533157" y="14669"/>
                  <a:pt x="533495" y="14307"/>
                </a:cubicBezTo>
                <a:cubicBezTo>
                  <a:pt x="533832" y="13945"/>
                  <a:pt x="534349" y="13640"/>
                  <a:pt x="535046" y="13393"/>
                </a:cubicBezTo>
                <a:cubicBezTo>
                  <a:pt x="535743" y="13144"/>
                  <a:pt x="536642" y="12963"/>
                  <a:pt x="537744" y="12851"/>
                </a:cubicBezTo>
                <a:cubicBezTo>
                  <a:pt x="538845" y="12737"/>
                  <a:pt x="540228" y="12680"/>
                  <a:pt x="541892" y="12680"/>
                </a:cubicBezTo>
                <a:cubicBezTo>
                  <a:pt x="543511" y="12680"/>
                  <a:pt x="544860" y="12737"/>
                  <a:pt x="545939" y="12851"/>
                </a:cubicBezTo>
                <a:cubicBezTo>
                  <a:pt x="547018" y="12963"/>
                  <a:pt x="547850" y="13144"/>
                  <a:pt x="548434" y="13393"/>
                </a:cubicBezTo>
                <a:cubicBezTo>
                  <a:pt x="549019" y="13640"/>
                  <a:pt x="549412" y="13945"/>
                  <a:pt x="549615" y="14307"/>
                </a:cubicBezTo>
                <a:cubicBezTo>
                  <a:pt x="549817" y="14669"/>
                  <a:pt x="549873" y="15075"/>
                  <a:pt x="549783" y="15526"/>
                </a:cubicBezTo>
                <a:lnTo>
                  <a:pt x="547085" y="29003"/>
                </a:lnTo>
                <a:lnTo>
                  <a:pt x="560103" y="29003"/>
                </a:lnTo>
                <a:cubicBezTo>
                  <a:pt x="560867" y="29003"/>
                  <a:pt x="561384" y="29250"/>
                  <a:pt x="561654" y="29745"/>
                </a:cubicBezTo>
                <a:cubicBezTo>
                  <a:pt x="561924" y="30239"/>
                  <a:pt x="562059" y="30959"/>
                  <a:pt x="562059" y="31903"/>
                </a:cubicBezTo>
                <a:close/>
                <a:moveTo>
                  <a:pt x="623850" y="44478"/>
                </a:moveTo>
                <a:cubicBezTo>
                  <a:pt x="623850" y="47721"/>
                  <a:pt x="623119" y="50638"/>
                  <a:pt x="621658" y="53229"/>
                </a:cubicBezTo>
                <a:cubicBezTo>
                  <a:pt x="620196" y="55819"/>
                  <a:pt x="617926" y="58049"/>
                  <a:pt x="614845" y="59919"/>
                </a:cubicBezTo>
                <a:cubicBezTo>
                  <a:pt x="611765" y="61788"/>
                  <a:pt x="607853" y="63218"/>
                  <a:pt x="603109" y="64209"/>
                </a:cubicBezTo>
                <a:cubicBezTo>
                  <a:pt x="598366" y="65199"/>
                  <a:pt x="592711" y="65695"/>
                  <a:pt x="586146" y="65695"/>
                </a:cubicBezTo>
                <a:lnTo>
                  <a:pt x="579941" y="65695"/>
                </a:lnTo>
                <a:cubicBezTo>
                  <a:pt x="579761" y="66729"/>
                  <a:pt x="579626" y="67752"/>
                  <a:pt x="579536" y="68763"/>
                </a:cubicBezTo>
                <a:cubicBezTo>
                  <a:pt x="579446" y="69775"/>
                  <a:pt x="579401" y="70708"/>
                  <a:pt x="579401" y="71563"/>
                </a:cubicBezTo>
                <a:cubicBezTo>
                  <a:pt x="579401" y="75205"/>
                  <a:pt x="580346" y="77948"/>
                  <a:pt x="582234" y="79791"/>
                </a:cubicBezTo>
                <a:cubicBezTo>
                  <a:pt x="584123" y="81635"/>
                  <a:pt x="587158" y="82557"/>
                  <a:pt x="591340" y="82557"/>
                </a:cubicBezTo>
                <a:cubicBezTo>
                  <a:pt x="594307" y="82557"/>
                  <a:pt x="596972" y="82339"/>
                  <a:pt x="599332" y="81905"/>
                </a:cubicBezTo>
                <a:cubicBezTo>
                  <a:pt x="601693" y="81471"/>
                  <a:pt x="603761" y="80991"/>
                  <a:pt x="605538" y="80466"/>
                </a:cubicBezTo>
                <a:cubicBezTo>
                  <a:pt x="607314" y="79940"/>
                  <a:pt x="608786" y="79460"/>
                  <a:pt x="609955" y="79026"/>
                </a:cubicBezTo>
                <a:cubicBezTo>
                  <a:pt x="611124" y="78592"/>
                  <a:pt x="611979" y="78375"/>
                  <a:pt x="612518" y="78375"/>
                </a:cubicBezTo>
                <a:cubicBezTo>
                  <a:pt x="613058" y="78375"/>
                  <a:pt x="613440" y="78534"/>
                  <a:pt x="613665" y="78851"/>
                </a:cubicBezTo>
                <a:cubicBezTo>
                  <a:pt x="613890" y="79169"/>
                  <a:pt x="614002" y="79667"/>
                  <a:pt x="614002" y="80346"/>
                </a:cubicBezTo>
                <a:cubicBezTo>
                  <a:pt x="614002" y="81117"/>
                  <a:pt x="613935" y="82002"/>
                  <a:pt x="613800" y="82999"/>
                </a:cubicBezTo>
                <a:cubicBezTo>
                  <a:pt x="613665" y="83995"/>
                  <a:pt x="613474" y="84981"/>
                  <a:pt x="613227" y="85956"/>
                </a:cubicBezTo>
                <a:cubicBezTo>
                  <a:pt x="612979" y="86930"/>
                  <a:pt x="612665" y="87848"/>
                  <a:pt x="612282" y="88709"/>
                </a:cubicBezTo>
                <a:cubicBezTo>
                  <a:pt x="611900" y="89570"/>
                  <a:pt x="611462" y="90227"/>
                  <a:pt x="610967" y="90680"/>
                </a:cubicBezTo>
                <a:cubicBezTo>
                  <a:pt x="610428" y="91224"/>
                  <a:pt x="609438" y="91768"/>
                  <a:pt x="607999" y="92313"/>
                </a:cubicBezTo>
                <a:cubicBezTo>
                  <a:pt x="606561" y="92857"/>
                  <a:pt x="604829" y="93355"/>
                  <a:pt x="602806" y="93808"/>
                </a:cubicBezTo>
                <a:cubicBezTo>
                  <a:pt x="600782" y="94262"/>
                  <a:pt x="598512" y="94635"/>
                  <a:pt x="595994" y="94929"/>
                </a:cubicBezTo>
                <a:cubicBezTo>
                  <a:pt x="593476" y="95224"/>
                  <a:pt x="590913" y="95372"/>
                  <a:pt x="588305" y="95372"/>
                </a:cubicBezTo>
                <a:cubicBezTo>
                  <a:pt x="583988" y="95372"/>
                  <a:pt x="580222" y="94921"/>
                  <a:pt x="577007" y="94019"/>
                </a:cubicBezTo>
                <a:cubicBezTo>
                  <a:pt x="573792" y="93118"/>
                  <a:pt x="571105" y="91744"/>
                  <a:pt x="568947" y="89898"/>
                </a:cubicBezTo>
                <a:cubicBezTo>
                  <a:pt x="566789" y="88050"/>
                  <a:pt x="565170" y="85696"/>
                  <a:pt x="564091" y="82835"/>
                </a:cubicBezTo>
                <a:cubicBezTo>
                  <a:pt x="563011" y="79974"/>
                  <a:pt x="562472" y="76584"/>
                  <a:pt x="562472" y="72665"/>
                </a:cubicBezTo>
                <a:cubicBezTo>
                  <a:pt x="562472" y="69645"/>
                  <a:pt x="562753" y="66413"/>
                  <a:pt x="563315" y="62967"/>
                </a:cubicBezTo>
                <a:cubicBezTo>
                  <a:pt x="563877" y="59520"/>
                  <a:pt x="564788" y="56118"/>
                  <a:pt x="566047" y="52761"/>
                </a:cubicBezTo>
                <a:cubicBezTo>
                  <a:pt x="567306" y="49404"/>
                  <a:pt x="568924" y="46194"/>
                  <a:pt x="570903" y="43131"/>
                </a:cubicBezTo>
                <a:cubicBezTo>
                  <a:pt x="572881" y="40068"/>
                  <a:pt x="575276" y="37376"/>
                  <a:pt x="578086" y="35056"/>
                </a:cubicBezTo>
                <a:cubicBezTo>
                  <a:pt x="580896" y="32735"/>
                  <a:pt x="584145" y="30876"/>
                  <a:pt x="587832" y="29479"/>
                </a:cubicBezTo>
                <a:cubicBezTo>
                  <a:pt x="591520" y="28082"/>
                  <a:pt x="595724" y="27384"/>
                  <a:pt x="600445" y="27384"/>
                </a:cubicBezTo>
                <a:cubicBezTo>
                  <a:pt x="604537" y="27384"/>
                  <a:pt x="608056" y="27868"/>
                  <a:pt x="611001" y="28836"/>
                </a:cubicBezTo>
                <a:cubicBezTo>
                  <a:pt x="613946" y="29804"/>
                  <a:pt x="616363" y="31088"/>
                  <a:pt x="618252" y="32687"/>
                </a:cubicBezTo>
                <a:cubicBezTo>
                  <a:pt x="620140" y="34286"/>
                  <a:pt x="621545" y="36111"/>
                  <a:pt x="622467" y="38161"/>
                </a:cubicBezTo>
                <a:cubicBezTo>
                  <a:pt x="623389" y="40211"/>
                  <a:pt x="623850" y="42317"/>
                  <a:pt x="623850" y="44478"/>
                </a:cubicBezTo>
                <a:moveTo>
                  <a:pt x="607190" y="45770"/>
                </a:moveTo>
                <a:cubicBezTo>
                  <a:pt x="607190" y="43980"/>
                  <a:pt x="606482" y="42492"/>
                  <a:pt x="605065" y="41306"/>
                </a:cubicBezTo>
                <a:cubicBezTo>
                  <a:pt x="603649" y="40118"/>
                  <a:pt x="601592" y="39525"/>
                  <a:pt x="598894" y="39525"/>
                </a:cubicBezTo>
                <a:cubicBezTo>
                  <a:pt x="596646" y="39525"/>
                  <a:pt x="594633" y="39928"/>
                  <a:pt x="592857" y="40734"/>
                </a:cubicBezTo>
                <a:cubicBezTo>
                  <a:pt x="591081" y="41540"/>
                  <a:pt x="589519" y="42625"/>
                  <a:pt x="588170" y="43991"/>
                </a:cubicBezTo>
                <a:cubicBezTo>
                  <a:pt x="586821" y="45355"/>
                  <a:pt x="585663" y="46967"/>
                  <a:pt x="584696" y="48826"/>
                </a:cubicBezTo>
                <a:cubicBezTo>
                  <a:pt x="583729" y="50684"/>
                  <a:pt x="582954" y="52664"/>
                  <a:pt x="582369" y="54768"/>
                </a:cubicBezTo>
                <a:lnTo>
                  <a:pt x="588035" y="54768"/>
                </a:lnTo>
                <a:cubicBezTo>
                  <a:pt x="591632" y="54768"/>
                  <a:pt x="594645" y="54533"/>
                  <a:pt x="597073" y="54064"/>
                </a:cubicBezTo>
                <a:cubicBezTo>
                  <a:pt x="599501" y="53593"/>
                  <a:pt x="601457" y="52955"/>
                  <a:pt x="602941" y="52150"/>
                </a:cubicBezTo>
                <a:cubicBezTo>
                  <a:pt x="604425" y="51344"/>
                  <a:pt x="605504" y="50392"/>
                  <a:pt x="606178" y="49296"/>
                </a:cubicBezTo>
                <a:cubicBezTo>
                  <a:pt x="606853" y="48199"/>
                  <a:pt x="607190" y="47023"/>
                  <a:pt x="607190" y="45770"/>
                </a:cubicBezTo>
                <a:close/>
                <a:moveTo>
                  <a:pt x="678589" y="33859"/>
                </a:moveTo>
                <a:cubicBezTo>
                  <a:pt x="678589" y="34399"/>
                  <a:pt x="678510" y="35197"/>
                  <a:pt x="678353" y="36253"/>
                </a:cubicBezTo>
                <a:cubicBezTo>
                  <a:pt x="678195" y="37310"/>
                  <a:pt x="677959" y="38378"/>
                  <a:pt x="677644" y="39457"/>
                </a:cubicBezTo>
                <a:cubicBezTo>
                  <a:pt x="677330" y="40536"/>
                  <a:pt x="676959" y="41469"/>
                  <a:pt x="676532" y="42256"/>
                </a:cubicBezTo>
                <a:cubicBezTo>
                  <a:pt x="676104" y="43043"/>
                  <a:pt x="675621" y="43437"/>
                  <a:pt x="675081" y="43437"/>
                </a:cubicBezTo>
                <a:cubicBezTo>
                  <a:pt x="674497" y="43437"/>
                  <a:pt x="673811" y="43223"/>
                  <a:pt x="673024" y="42796"/>
                </a:cubicBezTo>
                <a:cubicBezTo>
                  <a:pt x="672237" y="42369"/>
                  <a:pt x="671282" y="41897"/>
                  <a:pt x="670158" y="41379"/>
                </a:cubicBezTo>
                <a:cubicBezTo>
                  <a:pt x="669034" y="40862"/>
                  <a:pt x="667718" y="40401"/>
                  <a:pt x="666212" y="39997"/>
                </a:cubicBezTo>
                <a:cubicBezTo>
                  <a:pt x="664706" y="39592"/>
                  <a:pt x="662941" y="39390"/>
                  <a:pt x="660917" y="39390"/>
                </a:cubicBezTo>
                <a:cubicBezTo>
                  <a:pt x="659343" y="39390"/>
                  <a:pt x="657938" y="39593"/>
                  <a:pt x="656702" y="40001"/>
                </a:cubicBezTo>
                <a:cubicBezTo>
                  <a:pt x="655465" y="40407"/>
                  <a:pt x="654442" y="40961"/>
                  <a:pt x="653633" y="41662"/>
                </a:cubicBezTo>
                <a:cubicBezTo>
                  <a:pt x="652823" y="42362"/>
                  <a:pt x="652205" y="43187"/>
                  <a:pt x="651778" y="44136"/>
                </a:cubicBezTo>
                <a:cubicBezTo>
                  <a:pt x="651351" y="45085"/>
                  <a:pt x="651137" y="46102"/>
                  <a:pt x="651137" y="47186"/>
                </a:cubicBezTo>
                <a:cubicBezTo>
                  <a:pt x="651137" y="48583"/>
                  <a:pt x="651711" y="49755"/>
                  <a:pt x="652857" y="50702"/>
                </a:cubicBezTo>
                <a:cubicBezTo>
                  <a:pt x="654004" y="51648"/>
                  <a:pt x="655431" y="52537"/>
                  <a:pt x="657140" y="53370"/>
                </a:cubicBezTo>
                <a:cubicBezTo>
                  <a:pt x="658849" y="54204"/>
                  <a:pt x="660692" y="55071"/>
                  <a:pt x="662671" y="55971"/>
                </a:cubicBezTo>
                <a:cubicBezTo>
                  <a:pt x="664649" y="56872"/>
                  <a:pt x="666493" y="57998"/>
                  <a:pt x="668202" y="59350"/>
                </a:cubicBezTo>
                <a:cubicBezTo>
                  <a:pt x="669910" y="60702"/>
                  <a:pt x="671327" y="62347"/>
                  <a:pt x="672451" y="64284"/>
                </a:cubicBezTo>
                <a:cubicBezTo>
                  <a:pt x="673575" y="66222"/>
                  <a:pt x="674137" y="68655"/>
                  <a:pt x="674137" y="71584"/>
                </a:cubicBezTo>
                <a:cubicBezTo>
                  <a:pt x="674137" y="75008"/>
                  <a:pt x="673485" y="78173"/>
                  <a:pt x="672181" y="81079"/>
                </a:cubicBezTo>
                <a:cubicBezTo>
                  <a:pt x="670877" y="83985"/>
                  <a:pt x="668977" y="86497"/>
                  <a:pt x="666482" y="88614"/>
                </a:cubicBezTo>
                <a:cubicBezTo>
                  <a:pt x="663986" y="90732"/>
                  <a:pt x="660951" y="92388"/>
                  <a:pt x="657376" y="93582"/>
                </a:cubicBezTo>
                <a:cubicBezTo>
                  <a:pt x="653801" y="94775"/>
                  <a:pt x="649766" y="95372"/>
                  <a:pt x="645269" y="95372"/>
                </a:cubicBezTo>
                <a:cubicBezTo>
                  <a:pt x="643111" y="95372"/>
                  <a:pt x="641054" y="95212"/>
                  <a:pt x="639098" y="94893"/>
                </a:cubicBezTo>
                <a:cubicBezTo>
                  <a:pt x="637142" y="94574"/>
                  <a:pt x="635388" y="94187"/>
                  <a:pt x="633837" y="93732"/>
                </a:cubicBezTo>
                <a:cubicBezTo>
                  <a:pt x="632286" y="93275"/>
                  <a:pt x="630970" y="92750"/>
                  <a:pt x="629891" y="92157"/>
                </a:cubicBezTo>
                <a:cubicBezTo>
                  <a:pt x="628812" y="91564"/>
                  <a:pt x="628003" y="91017"/>
                  <a:pt x="627463" y="90515"/>
                </a:cubicBezTo>
                <a:cubicBezTo>
                  <a:pt x="627103" y="90156"/>
                  <a:pt x="626845" y="89774"/>
                  <a:pt x="626687" y="89369"/>
                </a:cubicBezTo>
                <a:cubicBezTo>
                  <a:pt x="626530" y="88964"/>
                  <a:pt x="626451" y="88447"/>
                  <a:pt x="626451" y="87818"/>
                </a:cubicBezTo>
                <a:cubicBezTo>
                  <a:pt x="626451" y="87413"/>
                  <a:pt x="626485" y="86896"/>
                  <a:pt x="626552" y="86266"/>
                </a:cubicBezTo>
                <a:cubicBezTo>
                  <a:pt x="626620" y="85637"/>
                  <a:pt x="626732" y="84940"/>
                  <a:pt x="626890" y="84175"/>
                </a:cubicBezTo>
                <a:cubicBezTo>
                  <a:pt x="627047" y="83411"/>
                  <a:pt x="627227" y="82646"/>
                  <a:pt x="627429" y="81882"/>
                </a:cubicBezTo>
                <a:cubicBezTo>
                  <a:pt x="627632" y="81118"/>
                  <a:pt x="627868" y="80421"/>
                  <a:pt x="628137" y="79791"/>
                </a:cubicBezTo>
                <a:cubicBezTo>
                  <a:pt x="628407" y="79162"/>
                  <a:pt x="628700" y="78656"/>
                  <a:pt x="629014" y="78274"/>
                </a:cubicBezTo>
                <a:cubicBezTo>
                  <a:pt x="629329" y="77891"/>
                  <a:pt x="629666" y="77700"/>
                  <a:pt x="630026" y="77700"/>
                </a:cubicBezTo>
                <a:cubicBezTo>
                  <a:pt x="630656" y="77700"/>
                  <a:pt x="631352" y="77970"/>
                  <a:pt x="632117" y="78510"/>
                </a:cubicBezTo>
                <a:cubicBezTo>
                  <a:pt x="632881" y="79049"/>
                  <a:pt x="633871" y="79645"/>
                  <a:pt x="635085" y="80297"/>
                </a:cubicBezTo>
                <a:cubicBezTo>
                  <a:pt x="636299" y="80949"/>
                  <a:pt x="637794" y="81556"/>
                  <a:pt x="639570" y="82118"/>
                </a:cubicBezTo>
                <a:cubicBezTo>
                  <a:pt x="641346" y="82680"/>
                  <a:pt x="643561" y="82961"/>
                  <a:pt x="646214" y="82961"/>
                </a:cubicBezTo>
                <a:cubicBezTo>
                  <a:pt x="648057" y="82961"/>
                  <a:pt x="649665" y="82748"/>
                  <a:pt x="651036" y="82323"/>
                </a:cubicBezTo>
                <a:cubicBezTo>
                  <a:pt x="652408" y="81897"/>
                  <a:pt x="653543" y="81303"/>
                  <a:pt x="654442" y="80542"/>
                </a:cubicBezTo>
                <a:cubicBezTo>
                  <a:pt x="655342" y="79780"/>
                  <a:pt x="656005" y="78906"/>
                  <a:pt x="656432" y="77919"/>
                </a:cubicBezTo>
                <a:cubicBezTo>
                  <a:pt x="656859" y="76933"/>
                  <a:pt x="657073" y="75880"/>
                  <a:pt x="657073" y="74760"/>
                </a:cubicBezTo>
                <a:cubicBezTo>
                  <a:pt x="657073" y="73183"/>
                  <a:pt x="656522" y="71900"/>
                  <a:pt x="655420" y="70909"/>
                </a:cubicBezTo>
                <a:cubicBezTo>
                  <a:pt x="654319" y="69917"/>
                  <a:pt x="652936" y="68993"/>
                  <a:pt x="651272" y="68137"/>
                </a:cubicBezTo>
                <a:cubicBezTo>
                  <a:pt x="649608" y="67280"/>
                  <a:pt x="647799" y="66401"/>
                  <a:pt x="645843" y="65501"/>
                </a:cubicBezTo>
                <a:cubicBezTo>
                  <a:pt x="643887" y="64600"/>
                  <a:pt x="642077" y="63496"/>
                  <a:pt x="640413" y="62189"/>
                </a:cubicBezTo>
                <a:cubicBezTo>
                  <a:pt x="638749" y="60883"/>
                  <a:pt x="637367" y="59261"/>
                  <a:pt x="636265" y="57325"/>
                </a:cubicBezTo>
                <a:cubicBezTo>
                  <a:pt x="635163" y="55387"/>
                  <a:pt x="634612" y="52954"/>
                  <a:pt x="634612" y="50025"/>
                </a:cubicBezTo>
                <a:cubicBezTo>
                  <a:pt x="634612" y="46826"/>
                  <a:pt x="635220" y="43852"/>
                  <a:pt x="636434" y="41103"/>
                </a:cubicBezTo>
                <a:cubicBezTo>
                  <a:pt x="637648" y="38355"/>
                  <a:pt x="639424" y="35955"/>
                  <a:pt x="641762" y="33905"/>
                </a:cubicBezTo>
                <a:cubicBezTo>
                  <a:pt x="644100" y="31855"/>
                  <a:pt x="646933" y="30256"/>
                  <a:pt x="650260" y="29108"/>
                </a:cubicBezTo>
                <a:cubicBezTo>
                  <a:pt x="653588" y="27959"/>
                  <a:pt x="657365" y="27384"/>
                  <a:pt x="661592" y="27384"/>
                </a:cubicBezTo>
                <a:cubicBezTo>
                  <a:pt x="663480" y="27384"/>
                  <a:pt x="665313" y="27508"/>
                  <a:pt x="667089" y="27755"/>
                </a:cubicBezTo>
                <a:cubicBezTo>
                  <a:pt x="668865" y="28002"/>
                  <a:pt x="670461" y="28328"/>
                  <a:pt x="671878" y="28733"/>
                </a:cubicBezTo>
                <a:cubicBezTo>
                  <a:pt x="673294" y="29138"/>
                  <a:pt x="674531" y="29587"/>
                  <a:pt x="675587" y="30082"/>
                </a:cubicBezTo>
                <a:cubicBezTo>
                  <a:pt x="676644" y="30576"/>
                  <a:pt x="677397" y="31071"/>
                  <a:pt x="677847" y="31566"/>
                </a:cubicBezTo>
                <a:cubicBezTo>
                  <a:pt x="678341" y="32015"/>
                  <a:pt x="678589" y="32780"/>
                  <a:pt x="678589" y="338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[…]">
            <a:extLst xmlns:a="http://schemas.openxmlformats.org/drawingml/2006/main">
              <a:ext uri="{FF2B5EF4-FFF2-40B4-BE49-F238E27FC236}">
                <a16:creationId xmlns:a16="http://schemas.microsoft.com/office/drawing/2014/main" id="{98CB29C2-5446-48F6-B9F9-A0F03E76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835" y="1786312"/>
            <a:ext cx="166916" cy="118304"/>
          </a:xfrm>
          <a:custGeom xmlns:a="http://schemas.openxmlformats.org/drawingml/2006/main">
            <a:pathLst>
              <a:path w="166916" h="118304">
                <a:moveTo>
                  <a:pt x="28396" y="112234"/>
                </a:moveTo>
                <a:cubicBezTo>
                  <a:pt x="28396" y="114482"/>
                  <a:pt x="28193" y="116056"/>
                  <a:pt x="27789" y="116955"/>
                </a:cubicBezTo>
                <a:cubicBezTo>
                  <a:pt x="27384" y="117854"/>
                  <a:pt x="26799" y="118304"/>
                  <a:pt x="26035" y="118304"/>
                </a:cubicBezTo>
                <a:lnTo>
                  <a:pt x="5194" y="118304"/>
                </a:lnTo>
                <a:cubicBezTo>
                  <a:pt x="4429" y="118304"/>
                  <a:pt x="3732" y="118192"/>
                  <a:pt x="3103" y="117967"/>
                </a:cubicBezTo>
                <a:cubicBezTo>
                  <a:pt x="2473" y="117742"/>
                  <a:pt x="1934" y="117404"/>
                  <a:pt x="1484" y="116953"/>
                </a:cubicBezTo>
                <a:cubicBezTo>
                  <a:pt x="1034" y="116503"/>
                  <a:pt x="674" y="115919"/>
                  <a:pt x="405" y="115199"/>
                </a:cubicBezTo>
                <a:cubicBezTo>
                  <a:pt x="135" y="114480"/>
                  <a:pt x="0" y="113625"/>
                  <a:pt x="0" y="112634"/>
                </a:cubicBezTo>
                <a:lnTo>
                  <a:pt x="0" y="5602"/>
                </a:lnTo>
                <a:cubicBezTo>
                  <a:pt x="0" y="4657"/>
                  <a:pt x="135" y="3824"/>
                  <a:pt x="405" y="3105"/>
                </a:cubicBezTo>
                <a:cubicBezTo>
                  <a:pt x="674" y="2385"/>
                  <a:pt x="1034" y="1789"/>
                  <a:pt x="1484" y="1317"/>
                </a:cubicBezTo>
                <a:cubicBezTo>
                  <a:pt x="1934" y="844"/>
                  <a:pt x="2473" y="506"/>
                  <a:pt x="3103" y="304"/>
                </a:cubicBezTo>
                <a:cubicBezTo>
                  <a:pt x="3732" y="101"/>
                  <a:pt x="4429" y="0"/>
                  <a:pt x="5194" y="0"/>
                </a:cubicBezTo>
                <a:lnTo>
                  <a:pt x="26035" y="0"/>
                </a:lnTo>
                <a:cubicBezTo>
                  <a:pt x="26395" y="0"/>
                  <a:pt x="26732" y="101"/>
                  <a:pt x="27047" y="304"/>
                </a:cubicBezTo>
                <a:cubicBezTo>
                  <a:pt x="27361" y="506"/>
                  <a:pt x="27620" y="843"/>
                  <a:pt x="27822" y="1315"/>
                </a:cubicBezTo>
                <a:cubicBezTo>
                  <a:pt x="28025" y="1787"/>
                  <a:pt x="28171" y="2406"/>
                  <a:pt x="28261" y="3170"/>
                </a:cubicBezTo>
                <a:cubicBezTo>
                  <a:pt x="28351" y="3934"/>
                  <a:pt x="28396" y="4901"/>
                  <a:pt x="28396" y="6070"/>
                </a:cubicBezTo>
                <a:cubicBezTo>
                  <a:pt x="28396" y="8364"/>
                  <a:pt x="28193" y="9949"/>
                  <a:pt x="27789" y="10825"/>
                </a:cubicBezTo>
                <a:cubicBezTo>
                  <a:pt x="27384" y="11702"/>
                  <a:pt x="26799" y="12141"/>
                  <a:pt x="26035" y="12141"/>
                </a:cubicBezTo>
                <a:lnTo>
                  <a:pt x="15850" y="12141"/>
                </a:lnTo>
                <a:lnTo>
                  <a:pt x="15850" y="106163"/>
                </a:lnTo>
                <a:lnTo>
                  <a:pt x="26035" y="106163"/>
                </a:lnTo>
                <a:cubicBezTo>
                  <a:pt x="26395" y="106163"/>
                  <a:pt x="26732" y="106253"/>
                  <a:pt x="27047" y="106433"/>
                </a:cubicBezTo>
                <a:cubicBezTo>
                  <a:pt x="27361" y="106613"/>
                  <a:pt x="27620" y="106950"/>
                  <a:pt x="27822" y="107445"/>
                </a:cubicBezTo>
                <a:cubicBezTo>
                  <a:pt x="28025" y="107940"/>
                  <a:pt x="28171" y="108569"/>
                  <a:pt x="28261" y="109333"/>
                </a:cubicBezTo>
                <a:cubicBezTo>
                  <a:pt x="28351" y="110098"/>
                  <a:pt x="28396" y="111065"/>
                  <a:pt x="28396" y="112234"/>
                </a:cubicBezTo>
                <a:close/>
                <a:moveTo>
                  <a:pt x="61688" y="85963"/>
                </a:moveTo>
                <a:cubicBezTo>
                  <a:pt x="61688" y="90067"/>
                  <a:pt x="60991" y="92819"/>
                  <a:pt x="59597" y="94219"/>
                </a:cubicBezTo>
                <a:cubicBezTo>
                  <a:pt x="58203" y="95617"/>
                  <a:pt x="55708" y="96316"/>
                  <a:pt x="52111" y="96316"/>
                </a:cubicBezTo>
                <a:cubicBezTo>
                  <a:pt x="48558" y="96316"/>
                  <a:pt x="46096" y="95628"/>
                  <a:pt x="44725" y="94252"/>
                </a:cubicBezTo>
                <a:cubicBezTo>
                  <a:pt x="43354" y="92877"/>
                  <a:pt x="42668" y="90226"/>
                  <a:pt x="42668" y="86300"/>
                </a:cubicBezTo>
                <a:cubicBezTo>
                  <a:pt x="42668" y="82195"/>
                  <a:pt x="43365" y="79444"/>
                  <a:pt x="44759" y="78046"/>
                </a:cubicBezTo>
                <a:cubicBezTo>
                  <a:pt x="46153" y="76646"/>
                  <a:pt x="48648" y="75947"/>
                  <a:pt x="52245" y="75947"/>
                </a:cubicBezTo>
                <a:cubicBezTo>
                  <a:pt x="55798" y="75947"/>
                  <a:pt x="58260" y="76634"/>
                  <a:pt x="59631" y="78010"/>
                </a:cubicBezTo>
                <a:cubicBezTo>
                  <a:pt x="61002" y="79386"/>
                  <a:pt x="61688" y="82037"/>
                  <a:pt x="61688" y="85963"/>
                </a:cubicBezTo>
                <a:moveTo>
                  <a:pt x="92984" y="85963"/>
                </a:moveTo>
                <a:cubicBezTo>
                  <a:pt x="92984" y="90067"/>
                  <a:pt x="92276" y="92819"/>
                  <a:pt x="90860" y="94219"/>
                </a:cubicBezTo>
                <a:cubicBezTo>
                  <a:pt x="89443" y="95617"/>
                  <a:pt x="86959" y="96316"/>
                  <a:pt x="83407" y="96316"/>
                </a:cubicBezTo>
                <a:cubicBezTo>
                  <a:pt x="79809" y="96316"/>
                  <a:pt x="77325" y="95628"/>
                  <a:pt x="75953" y="94252"/>
                </a:cubicBezTo>
                <a:cubicBezTo>
                  <a:pt x="74582" y="92877"/>
                  <a:pt x="73896" y="90226"/>
                  <a:pt x="73896" y="86300"/>
                </a:cubicBezTo>
                <a:cubicBezTo>
                  <a:pt x="73896" y="82195"/>
                  <a:pt x="74593" y="79444"/>
                  <a:pt x="75987" y="78046"/>
                </a:cubicBezTo>
                <a:cubicBezTo>
                  <a:pt x="77381" y="76646"/>
                  <a:pt x="79877" y="75947"/>
                  <a:pt x="83474" y="75947"/>
                </a:cubicBezTo>
                <a:cubicBezTo>
                  <a:pt x="87026" y="75947"/>
                  <a:pt x="89499" y="76634"/>
                  <a:pt x="90893" y="78010"/>
                </a:cubicBezTo>
                <a:cubicBezTo>
                  <a:pt x="92287" y="79386"/>
                  <a:pt x="92984" y="82037"/>
                  <a:pt x="92984" y="85963"/>
                </a:cubicBezTo>
                <a:moveTo>
                  <a:pt x="124213" y="85963"/>
                </a:moveTo>
                <a:cubicBezTo>
                  <a:pt x="124213" y="90067"/>
                  <a:pt x="123516" y="92819"/>
                  <a:pt x="122122" y="94219"/>
                </a:cubicBezTo>
                <a:cubicBezTo>
                  <a:pt x="120728" y="95617"/>
                  <a:pt x="118232" y="96316"/>
                  <a:pt x="114635" y="96316"/>
                </a:cubicBezTo>
                <a:cubicBezTo>
                  <a:pt x="111083" y="96316"/>
                  <a:pt x="108621" y="95628"/>
                  <a:pt x="107249" y="94252"/>
                </a:cubicBezTo>
                <a:cubicBezTo>
                  <a:pt x="105878" y="92877"/>
                  <a:pt x="105192" y="90226"/>
                  <a:pt x="105192" y="86300"/>
                </a:cubicBezTo>
                <a:cubicBezTo>
                  <a:pt x="105192" y="82195"/>
                  <a:pt x="105889" y="79444"/>
                  <a:pt x="107283" y="78046"/>
                </a:cubicBezTo>
                <a:cubicBezTo>
                  <a:pt x="108677" y="76646"/>
                  <a:pt x="111150" y="75947"/>
                  <a:pt x="114702" y="75947"/>
                </a:cubicBezTo>
                <a:cubicBezTo>
                  <a:pt x="118300" y="75947"/>
                  <a:pt x="120784" y="76634"/>
                  <a:pt x="122155" y="78010"/>
                </a:cubicBezTo>
                <a:cubicBezTo>
                  <a:pt x="123527" y="79386"/>
                  <a:pt x="124213" y="82037"/>
                  <a:pt x="124213" y="85963"/>
                </a:cubicBezTo>
                <a:close/>
                <a:moveTo>
                  <a:pt x="166916" y="112634"/>
                </a:moveTo>
                <a:cubicBezTo>
                  <a:pt x="166916" y="113625"/>
                  <a:pt x="166770" y="114480"/>
                  <a:pt x="166478" y="115199"/>
                </a:cubicBezTo>
                <a:cubicBezTo>
                  <a:pt x="166186" y="115919"/>
                  <a:pt x="165815" y="116503"/>
                  <a:pt x="165365" y="116953"/>
                </a:cubicBezTo>
                <a:cubicBezTo>
                  <a:pt x="164915" y="117404"/>
                  <a:pt x="164376" y="117742"/>
                  <a:pt x="163746" y="117967"/>
                </a:cubicBezTo>
                <a:cubicBezTo>
                  <a:pt x="163117" y="118192"/>
                  <a:pt x="162420" y="118304"/>
                  <a:pt x="161655" y="118304"/>
                </a:cubicBezTo>
                <a:lnTo>
                  <a:pt x="140746" y="118304"/>
                </a:lnTo>
                <a:cubicBezTo>
                  <a:pt x="139982" y="118304"/>
                  <a:pt x="139397" y="117854"/>
                  <a:pt x="138993" y="116955"/>
                </a:cubicBezTo>
                <a:cubicBezTo>
                  <a:pt x="138588" y="116056"/>
                  <a:pt x="138386" y="114482"/>
                  <a:pt x="138386" y="112234"/>
                </a:cubicBezTo>
                <a:cubicBezTo>
                  <a:pt x="138386" y="111065"/>
                  <a:pt x="138442" y="110098"/>
                  <a:pt x="138554" y="109333"/>
                </a:cubicBezTo>
                <a:cubicBezTo>
                  <a:pt x="138667" y="108569"/>
                  <a:pt x="138824" y="107940"/>
                  <a:pt x="139026" y="107445"/>
                </a:cubicBezTo>
                <a:cubicBezTo>
                  <a:pt x="139229" y="106950"/>
                  <a:pt x="139476" y="106613"/>
                  <a:pt x="139768" y="106433"/>
                </a:cubicBezTo>
                <a:cubicBezTo>
                  <a:pt x="140061" y="106253"/>
                  <a:pt x="140387" y="106163"/>
                  <a:pt x="140746" y="106163"/>
                </a:cubicBezTo>
                <a:lnTo>
                  <a:pt x="150998" y="106163"/>
                </a:lnTo>
                <a:lnTo>
                  <a:pt x="150998" y="12141"/>
                </a:lnTo>
                <a:lnTo>
                  <a:pt x="140746" y="12141"/>
                </a:lnTo>
                <a:cubicBezTo>
                  <a:pt x="139982" y="12141"/>
                  <a:pt x="139397" y="11702"/>
                  <a:pt x="138993" y="10825"/>
                </a:cubicBezTo>
                <a:cubicBezTo>
                  <a:pt x="138588" y="9949"/>
                  <a:pt x="138386" y="8364"/>
                  <a:pt x="138386" y="6070"/>
                </a:cubicBezTo>
                <a:cubicBezTo>
                  <a:pt x="138386" y="4901"/>
                  <a:pt x="138442" y="3934"/>
                  <a:pt x="138554" y="3170"/>
                </a:cubicBezTo>
                <a:cubicBezTo>
                  <a:pt x="138667" y="2406"/>
                  <a:pt x="138824" y="1787"/>
                  <a:pt x="139026" y="1315"/>
                </a:cubicBezTo>
                <a:cubicBezTo>
                  <a:pt x="139229" y="843"/>
                  <a:pt x="139476" y="506"/>
                  <a:pt x="139768" y="304"/>
                </a:cubicBezTo>
                <a:cubicBezTo>
                  <a:pt x="140061" y="101"/>
                  <a:pt x="140387" y="0"/>
                  <a:pt x="140746" y="0"/>
                </a:cubicBezTo>
                <a:lnTo>
                  <a:pt x="161655" y="0"/>
                </a:lnTo>
                <a:cubicBezTo>
                  <a:pt x="162420" y="0"/>
                  <a:pt x="163117" y="101"/>
                  <a:pt x="163746" y="304"/>
                </a:cubicBezTo>
                <a:cubicBezTo>
                  <a:pt x="164376" y="506"/>
                  <a:pt x="164915" y="844"/>
                  <a:pt x="165365" y="1317"/>
                </a:cubicBezTo>
                <a:cubicBezTo>
                  <a:pt x="165815" y="1789"/>
                  <a:pt x="166186" y="2385"/>
                  <a:pt x="166478" y="3105"/>
                </a:cubicBezTo>
                <a:cubicBezTo>
                  <a:pt x="166770" y="3824"/>
                  <a:pt x="166916" y="4657"/>
                  <a:pt x="166916" y="5602"/>
                </a:cubicBezTo>
                <a:lnTo>
                  <a:pt x="166916" y="1126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Stack">
            <a:extLst xmlns:a="http://schemas.openxmlformats.org/drawingml/2006/main">
              <a:ext uri="{FF2B5EF4-FFF2-40B4-BE49-F238E27FC236}">
                <a16:creationId xmlns:a16="http://schemas.microsoft.com/office/drawing/2014/main" id="{FFAC7182-13DD-4C1C-9B50-0E590CFC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595" y="2054585"/>
            <a:ext cx="287717" cy="95372"/>
          </a:xfrm>
          <a:custGeom xmlns:a="http://schemas.openxmlformats.org/drawingml/2006/main">
            <a:pathLst>
              <a:path w="287717" h="95372">
                <a:moveTo>
                  <a:pt x="53689" y="69569"/>
                </a:moveTo>
                <a:cubicBezTo>
                  <a:pt x="53689" y="73666"/>
                  <a:pt x="52936" y="77314"/>
                  <a:pt x="51429" y="80512"/>
                </a:cubicBezTo>
                <a:cubicBezTo>
                  <a:pt x="49923" y="83709"/>
                  <a:pt x="47832" y="86422"/>
                  <a:pt x="45157" y="88652"/>
                </a:cubicBezTo>
                <a:cubicBezTo>
                  <a:pt x="42481" y="90881"/>
                  <a:pt x="39334" y="92558"/>
                  <a:pt x="35714" y="93683"/>
                </a:cubicBezTo>
                <a:cubicBezTo>
                  <a:pt x="32094" y="94809"/>
                  <a:pt x="28193" y="95372"/>
                  <a:pt x="24012" y="95372"/>
                </a:cubicBezTo>
                <a:cubicBezTo>
                  <a:pt x="21089" y="95372"/>
                  <a:pt x="18380" y="95124"/>
                  <a:pt x="15884" y="94630"/>
                </a:cubicBezTo>
                <a:cubicBezTo>
                  <a:pt x="13388" y="94135"/>
                  <a:pt x="11163" y="93528"/>
                  <a:pt x="9207" y="92809"/>
                </a:cubicBezTo>
                <a:cubicBezTo>
                  <a:pt x="7251" y="92089"/>
                  <a:pt x="5609" y="91347"/>
                  <a:pt x="4283" y="90583"/>
                </a:cubicBezTo>
                <a:cubicBezTo>
                  <a:pt x="2956" y="89818"/>
                  <a:pt x="2035" y="89166"/>
                  <a:pt x="1518" y="88627"/>
                </a:cubicBezTo>
                <a:cubicBezTo>
                  <a:pt x="1000" y="88087"/>
                  <a:pt x="618" y="87402"/>
                  <a:pt x="371" y="86570"/>
                </a:cubicBezTo>
                <a:cubicBezTo>
                  <a:pt x="124" y="85738"/>
                  <a:pt x="0" y="84625"/>
                  <a:pt x="0" y="83231"/>
                </a:cubicBezTo>
                <a:cubicBezTo>
                  <a:pt x="0" y="82242"/>
                  <a:pt x="45" y="81421"/>
                  <a:pt x="135" y="80769"/>
                </a:cubicBezTo>
                <a:cubicBezTo>
                  <a:pt x="225" y="80117"/>
                  <a:pt x="360" y="79589"/>
                  <a:pt x="540" y="79184"/>
                </a:cubicBezTo>
                <a:cubicBezTo>
                  <a:pt x="719" y="78779"/>
                  <a:pt x="944" y="78498"/>
                  <a:pt x="1214" y="78341"/>
                </a:cubicBezTo>
                <a:cubicBezTo>
                  <a:pt x="1484" y="78184"/>
                  <a:pt x="1799" y="78105"/>
                  <a:pt x="2158" y="78105"/>
                </a:cubicBezTo>
                <a:cubicBezTo>
                  <a:pt x="2788" y="78105"/>
                  <a:pt x="3676" y="78487"/>
                  <a:pt x="4823" y="79252"/>
                </a:cubicBezTo>
                <a:cubicBezTo>
                  <a:pt x="5969" y="80016"/>
                  <a:pt x="7442" y="80848"/>
                  <a:pt x="9240" y="81747"/>
                </a:cubicBezTo>
                <a:cubicBezTo>
                  <a:pt x="11039" y="82646"/>
                  <a:pt x="13209" y="83490"/>
                  <a:pt x="15749" y="84276"/>
                </a:cubicBezTo>
                <a:cubicBezTo>
                  <a:pt x="18290" y="85063"/>
                  <a:pt x="21224" y="85457"/>
                  <a:pt x="24551" y="85457"/>
                </a:cubicBezTo>
                <a:cubicBezTo>
                  <a:pt x="27069" y="85457"/>
                  <a:pt x="29374" y="85119"/>
                  <a:pt x="31465" y="84443"/>
                </a:cubicBezTo>
                <a:cubicBezTo>
                  <a:pt x="33555" y="83767"/>
                  <a:pt x="35354" y="82809"/>
                  <a:pt x="36860" y="81570"/>
                </a:cubicBezTo>
                <a:cubicBezTo>
                  <a:pt x="38367" y="80329"/>
                  <a:pt x="39525" y="78808"/>
                  <a:pt x="40334" y="77005"/>
                </a:cubicBezTo>
                <a:cubicBezTo>
                  <a:pt x="41143" y="75202"/>
                  <a:pt x="41548" y="73151"/>
                  <a:pt x="41548" y="70852"/>
                </a:cubicBezTo>
                <a:cubicBezTo>
                  <a:pt x="41548" y="68375"/>
                  <a:pt x="40986" y="66259"/>
                  <a:pt x="39862" y="64504"/>
                </a:cubicBezTo>
                <a:cubicBezTo>
                  <a:pt x="38738" y="62747"/>
                  <a:pt x="37254" y="61205"/>
                  <a:pt x="35410" y="59877"/>
                </a:cubicBezTo>
                <a:cubicBezTo>
                  <a:pt x="33567" y="58548"/>
                  <a:pt x="31465" y="57332"/>
                  <a:pt x="29104" y="56229"/>
                </a:cubicBezTo>
                <a:cubicBezTo>
                  <a:pt x="26743" y="55124"/>
                  <a:pt x="24326" y="53998"/>
                  <a:pt x="21853" y="52850"/>
                </a:cubicBezTo>
                <a:cubicBezTo>
                  <a:pt x="19380" y="51702"/>
                  <a:pt x="16974" y="50430"/>
                  <a:pt x="14636" y="49035"/>
                </a:cubicBezTo>
                <a:cubicBezTo>
                  <a:pt x="12298" y="47638"/>
                  <a:pt x="10207" y="45994"/>
                  <a:pt x="8364" y="44103"/>
                </a:cubicBezTo>
                <a:cubicBezTo>
                  <a:pt x="6520" y="42211"/>
                  <a:pt x="5025" y="39993"/>
                  <a:pt x="3878" y="37448"/>
                </a:cubicBezTo>
                <a:cubicBezTo>
                  <a:pt x="2732" y="34904"/>
                  <a:pt x="2158" y="31852"/>
                  <a:pt x="2158" y="28295"/>
                </a:cubicBezTo>
                <a:cubicBezTo>
                  <a:pt x="2158" y="24648"/>
                  <a:pt x="2822" y="21395"/>
                  <a:pt x="4148" y="18536"/>
                </a:cubicBezTo>
                <a:cubicBezTo>
                  <a:pt x="5475" y="15675"/>
                  <a:pt x="7318" y="13276"/>
                  <a:pt x="9679" y="11340"/>
                </a:cubicBezTo>
                <a:cubicBezTo>
                  <a:pt x="12039" y="9403"/>
                  <a:pt x="14850" y="7929"/>
                  <a:pt x="18110" y="6916"/>
                </a:cubicBezTo>
                <a:cubicBezTo>
                  <a:pt x="21370" y="5902"/>
                  <a:pt x="24888" y="5396"/>
                  <a:pt x="28665" y="5396"/>
                </a:cubicBezTo>
                <a:cubicBezTo>
                  <a:pt x="30599" y="5396"/>
                  <a:pt x="32544" y="5567"/>
                  <a:pt x="34500" y="5908"/>
                </a:cubicBezTo>
                <a:cubicBezTo>
                  <a:pt x="36456" y="6248"/>
                  <a:pt x="38299" y="6703"/>
                  <a:pt x="40030" y="7272"/>
                </a:cubicBezTo>
                <a:cubicBezTo>
                  <a:pt x="41762" y="7839"/>
                  <a:pt x="43302" y="8476"/>
                  <a:pt x="44651" y="9181"/>
                </a:cubicBezTo>
                <a:cubicBezTo>
                  <a:pt x="46000" y="9885"/>
                  <a:pt x="46888" y="10454"/>
                  <a:pt x="47315" y="10887"/>
                </a:cubicBezTo>
                <a:cubicBezTo>
                  <a:pt x="47742" y="11318"/>
                  <a:pt x="48023" y="11657"/>
                  <a:pt x="48158" y="11905"/>
                </a:cubicBezTo>
                <a:cubicBezTo>
                  <a:pt x="48293" y="12152"/>
                  <a:pt x="48405" y="12467"/>
                  <a:pt x="48495" y="12849"/>
                </a:cubicBezTo>
                <a:cubicBezTo>
                  <a:pt x="48585" y="13231"/>
                  <a:pt x="48653" y="13692"/>
                  <a:pt x="48698" y="14232"/>
                </a:cubicBezTo>
                <a:cubicBezTo>
                  <a:pt x="48743" y="14771"/>
                  <a:pt x="48765" y="15468"/>
                  <a:pt x="48765" y="16322"/>
                </a:cubicBezTo>
                <a:cubicBezTo>
                  <a:pt x="48765" y="17132"/>
                  <a:pt x="48731" y="17851"/>
                  <a:pt x="48664" y="18481"/>
                </a:cubicBezTo>
                <a:cubicBezTo>
                  <a:pt x="48596" y="19110"/>
                  <a:pt x="48495" y="19639"/>
                  <a:pt x="48360" y="20066"/>
                </a:cubicBezTo>
                <a:cubicBezTo>
                  <a:pt x="48225" y="20493"/>
                  <a:pt x="48034" y="20808"/>
                  <a:pt x="47787" y="21010"/>
                </a:cubicBezTo>
                <a:cubicBezTo>
                  <a:pt x="47540" y="21212"/>
                  <a:pt x="47259" y="21314"/>
                  <a:pt x="46944" y="21314"/>
                </a:cubicBezTo>
                <a:cubicBezTo>
                  <a:pt x="46449" y="21314"/>
                  <a:pt x="45674" y="20995"/>
                  <a:pt x="44617" y="20359"/>
                </a:cubicBezTo>
                <a:cubicBezTo>
                  <a:pt x="43560" y="19722"/>
                  <a:pt x="42268" y="19006"/>
                  <a:pt x="40739" y="18211"/>
                </a:cubicBezTo>
                <a:cubicBezTo>
                  <a:pt x="39210" y="17416"/>
                  <a:pt x="37400" y="16689"/>
                  <a:pt x="35309" y="16029"/>
                </a:cubicBezTo>
                <a:cubicBezTo>
                  <a:pt x="33218" y="15370"/>
                  <a:pt x="30869" y="15041"/>
                  <a:pt x="28261" y="15041"/>
                </a:cubicBezTo>
                <a:cubicBezTo>
                  <a:pt x="25833" y="15041"/>
                  <a:pt x="23719" y="15368"/>
                  <a:pt x="21921" y="16023"/>
                </a:cubicBezTo>
                <a:cubicBezTo>
                  <a:pt x="20122" y="16677"/>
                  <a:pt x="18638" y="17544"/>
                  <a:pt x="17469" y="18626"/>
                </a:cubicBezTo>
                <a:cubicBezTo>
                  <a:pt x="16300" y="19708"/>
                  <a:pt x="15423" y="20993"/>
                  <a:pt x="14839" y="22481"/>
                </a:cubicBezTo>
                <a:cubicBezTo>
                  <a:pt x="14254" y="23969"/>
                  <a:pt x="13962" y="25547"/>
                  <a:pt x="13962" y="27215"/>
                </a:cubicBezTo>
                <a:cubicBezTo>
                  <a:pt x="13962" y="29648"/>
                  <a:pt x="14524" y="31742"/>
                  <a:pt x="15648" y="33499"/>
                </a:cubicBezTo>
                <a:cubicBezTo>
                  <a:pt x="16772" y="35254"/>
                  <a:pt x="18267" y="36807"/>
                  <a:pt x="20133" y="38159"/>
                </a:cubicBezTo>
                <a:cubicBezTo>
                  <a:pt x="21999" y="39509"/>
                  <a:pt x="24124" y="40748"/>
                  <a:pt x="26507" y="41875"/>
                </a:cubicBezTo>
                <a:cubicBezTo>
                  <a:pt x="28890" y="43000"/>
                  <a:pt x="31318" y="44137"/>
                  <a:pt x="33792" y="45285"/>
                </a:cubicBezTo>
                <a:cubicBezTo>
                  <a:pt x="36265" y="46433"/>
                  <a:pt x="38693" y="47694"/>
                  <a:pt x="41076" y="49069"/>
                </a:cubicBezTo>
                <a:cubicBezTo>
                  <a:pt x="43459" y="50441"/>
                  <a:pt x="45584" y="52062"/>
                  <a:pt x="47450" y="53931"/>
                </a:cubicBezTo>
                <a:cubicBezTo>
                  <a:pt x="49316" y="55800"/>
                  <a:pt x="50822" y="58007"/>
                  <a:pt x="51969" y="60552"/>
                </a:cubicBezTo>
                <a:cubicBezTo>
                  <a:pt x="53115" y="63095"/>
                  <a:pt x="53689" y="66101"/>
                  <a:pt x="53689" y="69569"/>
                </a:cubicBezTo>
                <a:close/>
                <a:moveTo>
                  <a:pt x="100500" y="87952"/>
                </a:moveTo>
                <a:cubicBezTo>
                  <a:pt x="100500" y="89256"/>
                  <a:pt x="100410" y="90291"/>
                  <a:pt x="100230" y="91055"/>
                </a:cubicBezTo>
                <a:cubicBezTo>
                  <a:pt x="100050" y="91819"/>
                  <a:pt x="99781" y="92382"/>
                  <a:pt x="99421" y="92741"/>
                </a:cubicBezTo>
                <a:cubicBezTo>
                  <a:pt x="99061" y="93101"/>
                  <a:pt x="98522" y="93438"/>
                  <a:pt x="97802" y="93753"/>
                </a:cubicBezTo>
                <a:cubicBezTo>
                  <a:pt x="97083" y="94068"/>
                  <a:pt x="96262" y="94326"/>
                  <a:pt x="95340" y="94529"/>
                </a:cubicBezTo>
                <a:cubicBezTo>
                  <a:pt x="94419" y="94731"/>
                  <a:pt x="93441" y="94900"/>
                  <a:pt x="92406" y="95034"/>
                </a:cubicBezTo>
                <a:cubicBezTo>
                  <a:pt x="91372" y="95169"/>
                  <a:pt x="90338" y="95237"/>
                  <a:pt x="89304" y="95237"/>
                </a:cubicBezTo>
                <a:cubicBezTo>
                  <a:pt x="86156" y="95237"/>
                  <a:pt x="83458" y="94820"/>
                  <a:pt x="81210" y="93987"/>
                </a:cubicBezTo>
                <a:cubicBezTo>
                  <a:pt x="78962" y="93152"/>
                  <a:pt x="77118" y="91890"/>
                  <a:pt x="75679" y="90199"/>
                </a:cubicBezTo>
                <a:cubicBezTo>
                  <a:pt x="74240" y="88509"/>
                  <a:pt x="73195" y="86368"/>
                  <a:pt x="72543" y="83777"/>
                </a:cubicBezTo>
                <a:cubicBezTo>
                  <a:pt x="71891" y="81186"/>
                  <a:pt x="71565" y="78132"/>
                  <a:pt x="71565" y="74617"/>
                </a:cubicBezTo>
                <a:lnTo>
                  <a:pt x="71565" y="39052"/>
                </a:lnTo>
                <a:lnTo>
                  <a:pt x="63066" y="39052"/>
                </a:lnTo>
                <a:cubicBezTo>
                  <a:pt x="62392" y="39052"/>
                  <a:pt x="61852" y="38693"/>
                  <a:pt x="61448" y="37973"/>
                </a:cubicBezTo>
                <a:cubicBezTo>
                  <a:pt x="61043" y="37254"/>
                  <a:pt x="60841" y="36085"/>
                  <a:pt x="60841" y="34466"/>
                </a:cubicBezTo>
                <a:cubicBezTo>
                  <a:pt x="60841" y="33612"/>
                  <a:pt x="60897" y="32892"/>
                  <a:pt x="61009" y="32308"/>
                </a:cubicBezTo>
                <a:cubicBezTo>
                  <a:pt x="61122" y="31723"/>
                  <a:pt x="61268" y="31240"/>
                  <a:pt x="61448" y="30858"/>
                </a:cubicBezTo>
                <a:cubicBezTo>
                  <a:pt x="61628" y="30475"/>
                  <a:pt x="61864" y="30206"/>
                  <a:pt x="62156" y="30048"/>
                </a:cubicBezTo>
                <a:cubicBezTo>
                  <a:pt x="62448" y="29891"/>
                  <a:pt x="62774" y="29812"/>
                  <a:pt x="63134" y="29812"/>
                </a:cubicBezTo>
                <a:lnTo>
                  <a:pt x="71565" y="29812"/>
                </a:lnTo>
                <a:lnTo>
                  <a:pt x="71565" y="15378"/>
                </a:lnTo>
                <a:cubicBezTo>
                  <a:pt x="71565" y="15063"/>
                  <a:pt x="71644" y="14771"/>
                  <a:pt x="71801" y="14501"/>
                </a:cubicBezTo>
                <a:cubicBezTo>
                  <a:pt x="71958" y="14232"/>
                  <a:pt x="72251" y="13995"/>
                  <a:pt x="72678" y="13793"/>
                </a:cubicBezTo>
                <a:cubicBezTo>
                  <a:pt x="73105" y="13591"/>
                  <a:pt x="73678" y="13445"/>
                  <a:pt x="74398" y="13355"/>
                </a:cubicBezTo>
                <a:cubicBezTo>
                  <a:pt x="75117" y="13265"/>
                  <a:pt x="76016" y="13220"/>
                  <a:pt x="77096" y="13220"/>
                </a:cubicBezTo>
                <a:cubicBezTo>
                  <a:pt x="78220" y="13220"/>
                  <a:pt x="79142" y="13265"/>
                  <a:pt x="79861" y="13355"/>
                </a:cubicBezTo>
                <a:cubicBezTo>
                  <a:pt x="80580" y="13445"/>
                  <a:pt x="81143" y="13591"/>
                  <a:pt x="81547" y="13793"/>
                </a:cubicBezTo>
                <a:cubicBezTo>
                  <a:pt x="81952" y="13995"/>
                  <a:pt x="82244" y="14232"/>
                  <a:pt x="82424" y="14501"/>
                </a:cubicBezTo>
                <a:cubicBezTo>
                  <a:pt x="82604" y="14771"/>
                  <a:pt x="82694" y="15063"/>
                  <a:pt x="82694" y="15378"/>
                </a:cubicBezTo>
                <a:lnTo>
                  <a:pt x="82694" y="29812"/>
                </a:lnTo>
                <a:lnTo>
                  <a:pt x="98274" y="29812"/>
                </a:lnTo>
                <a:cubicBezTo>
                  <a:pt x="98634" y="29812"/>
                  <a:pt x="98949" y="29891"/>
                  <a:pt x="99219" y="30048"/>
                </a:cubicBezTo>
                <a:cubicBezTo>
                  <a:pt x="99488" y="30206"/>
                  <a:pt x="99724" y="30475"/>
                  <a:pt x="99927" y="30858"/>
                </a:cubicBezTo>
                <a:cubicBezTo>
                  <a:pt x="100129" y="31240"/>
                  <a:pt x="100275" y="31723"/>
                  <a:pt x="100365" y="32308"/>
                </a:cubicBezTo>
                <a:cubicBezTo>
                  <a:pt x="100455" y="32892"/>
                  <a:pt x="100500" y="33612"/>
                  <a:pt x="100500" y="34466"/>
                </a:cubicBezTo>
                <a:cubicBezTo>
                  <a:pt x="100500" y="36085"/>
                  <a:pt x="100298" y="37254"/>
                  <a:pt x="99893" y="37973"/>
                </a:cubicBezTo>
                <a:cubicBezTo>
                  <a:pt x="99488" y="38693"/>
                  <a:pt x="98949" y="39052"/>
                  <a:pt x="98274" y="39052"/>
                </a:cubicBezTo>
                <a:lnTo>
                  <a:pt x="82694" y="39052"/>
                </a:lnTo>
                <a:lnTo>
                  <a:pt x="82694" y="73011"/>
                </a:lnTo>
                <a:cubicBezTo>
                  <a:pt x="82694" y="77204"/>
                  <a:pt x="83312" y="80372"/>
                  <a:pt x="84549" y="82514"/>
                </a:cubicBezTo>
                <a:cubicBezTo>
                  <a:pt x="85785" y="84656"/>
                  <a:pt x="88000" y="85727"/>
                  <a:pt x="91192" y="85727"/>
                </a:cubicBezTo>
                <a:cubicBezTo>
                  <a:pt x="92226" y="85727"/>
                  <a:pt x="93148" y="85625"/>
                  <a:pt x="93958" y="85423"/>
                </a:cubicBezTo>
                <a:cubicBezTo>
                  <a:pt x="94767" y="85221"/>
                  <a:pt x="95486" y="85007"/>
                  <a:pt x="96116" y="84782"/>
                </a:cubicBezTo>
                <a:cubicBezTo>
                  <a:pt x="96746" y="84558"/>
                  <a:pt x="97285" y="84344"/>
                  <a:pt x="97735" y="84142"/>
                </a:cubicBezTo>
                <a:cubicBezTo>
                  <a:pt x="98184" y="83939"/>
                  <a:pt x="98589" y="83838"/>
                  <a:pt x="98949" y="83838"/>
                </a:cubicBezTo>
                <a:cubicBezTo>
                  <a:pt x="99174" y="83838"/>
                  <a:pt x="99387" y="83894"/>
                  <a:pt x="99590" y="84007"/>
                </a:cubicBezTo>
                <a:cubicBezTo>
                  <a:pt x="99792" y="84119"/>
                  <a:pt x="99949" y="84333"/>
                  <a:pt x="100062" y="84647"/>
                </a:cubicBezTo>
                <a:cubicBezTo>
                  <a:pt x="100174" y="84962"/>
                  <a:pt x="100275" y="85389"/>
                  <a:pt x="100365" y="85929"/>
                </a:cubicBezTo>
                <a:cubicBezTo>
                  <a:pt x="100455" y="86469"/>
                  <a:pt x="100500" y="87143"/>
                  <a:pt x="100500" y="87952"/>
                </a:cubicBezTo>
                <a:close/>
                <a:moveTo>
                  <a:pt x="159005" y="92404"/>
                </a:moveTo>
                <a:cubicBezTo>
                  <a:pt x="159005" y="92944"/>
                  <a:pt x="158825" y="93348"/>
                  <a:pt x="158466" y="93618"/>
                </a:cubicBezTo>
                <a:cubicBezTo>
                  <a:pt x="158106" y="93888"/>
                  <a:pt x="157611" y="94090"/>
                  <a:pt x="156982" y="94225"/>
                </a:cubicBezTo>
                <a:cubicBezTo>
                  <a:pt x="156352" y="94360"/>
                  <a:pt x="155430" y="94427"/>
                  <a:pt x="154216" y="94427"/>
                </a:cubicBezTo>
                <a:cubicBezTo>
                  <a:pt x="153047" y="94427"/>
                  <a:pt x="152114" y="94360"/>
                  <a:pt x="151417" y="94225"/>
                </a:cubicBezTo>
                <a:cubicBezTo>
                  <a:pt x="150720" y="94090"/>
                  <a:pt x="150214" y="93888"/>
                  <a:pt x="149900" y="93618"/>
                </a:cubicBezTo>
                <a:cubicBezTo>
                  <a:pt x="149585" y="93348"/>
                  <a:pt x="149428" y="92944"/>
                  <a:pt x="149428" y="92404"/>
                </a:cubicBezTo>
                <a:lnTo>
                  <a:pt x="149428" y="86334"/>
                </a:lnTo>
                <a:cubicBezTo>
                  <a:pt x="146775" y="89166"/>
                  <a:pt x="143818" y="91381"/>
                  <a:pt x="140558" y="92977"/>
                </a:cubicBezTo>
                <a:cubicBezTo>
                  <a:pt x="137298" y="94574"/>
                  <a:pt x="133847" y="95372"/>
                  <a:pt x="130205" y="95372"/>
                </a:cubicBezTo>
                <a:cubicBezTo>
                  <a:pt x="127012" y="95372"/>
                  <a:pt x="124123" y="94954"/>
                  <a:pt x="121538" y="94120"/>
                </a:cubicBezTo>
                <a:cubicBezTo>
                  <a:pt x="118952" y="93285"/>
                  <a:pt x="116749" y="92078"/>
                  <a:pt x="114928" y="90499"/>
                </a:cubicBezTo>
                <a:cubicBezTo>
                  <a:pt x="113107" y="88919"/>
                  <a:pt x="111690" y="86979"/>
                  <a:pt x="110679" y="84679"/>
                </a:cubicBezTo>
                <a:cubicBezTo>
                  <a:pt x="109667" y="82377"/>
                  <a:pt x="109161" y="79760"/>
                  <a:pt x="109161" y="76826"/>
                </a:cubicBezTo>
                <a:cubicBezTo>
                  <a:pt x="109161" y="73397"/>
                  <a:pt x="109858" y="70419"/>
                  <a:pt x="111252" y="67893"/>
                </a:cubicBezTo>
                <a:cubicBezTo>
                  <a:pt x="112646" y="65365"/>
                  <a:pt x="114647" y="63266"/>
                  <a:pt x="117255" y="61597"/>
                </a:cubicBezTo>
                <a:cubicBezTo>
                  <a:pt x="119863" y="59928"/>
                  <a:pt x="123055" y="58676"/>
                  <a:pt x="126832" y="57841"/>
                </a:cubicBezTo>
                <a:cubicBezTo>
                  <a:pt x="130610" y="57006"/>
                  <a:pt x="134859" y="56589"/>
                  <a:pt x="139580" y="56589"/>
                </a:cubicBezTo>
                <a:lnTo>
                  <a:pt x="147944" y="56589"/>
                </a:lnTo>
                <a:lnTo>
                  <a:pt x="147944" y="51885"/>
                </a:lnTo>
                <a:cubicBezTo>
                  <a:pt x="147944" y="49555"/>
                  <a:pt x="147696" y="47494"/>
                  <a:pt x="147202" y="45702"/>
                </a:cubicBezTo>
                <a:cubicBezTo>
                  <a:pt x="146707" y="43909"/>
                  <a:pt x="145909" y="42419"/>
                  <a:pt x="144807" y="41232"/>
                </a:cubicBezTo>
                <a:cubicBezTo>
                  <a:pt x="143706" y="40045"/>
                  <a:pt x="142278" y="39149"/>
                  <a:pt x="140524" y="38545"/>
                </a:cubicBezTo>
                <a:cubicBezTo>
                  <a:pt x="138771" y="37939"/>
                  <a:pt x="136612" y="37636"/>
                  <a:pt x="134049" y="37636"/>
                </a:cubicBezTo>
                <a:cubicBezTo>
                  <a:pt x="131307" y="37636"/>
                  <a:pt x="128845" y="37959"/>
                  <a:pt x="126664" y="38604"/>
                </a:cubicBezTo>
                <a:cubicBezTo>
                  <a:pt x="124483" y="39249"/>
                  <a:pt x="122572" y="39960"/>
                  <a:pt x="120931" y="40739"/>
                </a:cubicBezTo>
                <a:cubicBezTo>
                  <a:pt x="119289" y="41517"/>
                  <a:pt x="117918" y="42229"/>
                  <a:pt x="116816" y="42874"/>
                </a:cubicBezTo>
                <a:cubicBezTo>
                  <a:pt x="115715" y="43519"/>
                  <a:pt x="114894" y="43841"/>
                  <a:pt x="114355" y="43841"/>
                </a:cubicBezTo>
                <a:cubicBezTo>
                  <a:pt x="113995" y="43841"/>
                  <a:pt x="113680" y="43751"/>
                  <a:pt x="113410" y="43572"/>
                </a:cubicBezTo>
                <a:cubicBezTo>
                  <a:pt x="113140" y="43392"/>
                  <a:pt x="112904" y="43122"/>
                  <a:pt x="112702" y="42762"/>
                </a:cubicBezTo>
                <a:cubicBezTo>
                  <a:pt x="112500" y="42402"/>
                  <a:pt x="112354" y="41942"/>
                  <a:pt x="112264" y="41379"/>
                </a:cubicBezTo>
                <a:cubicBezTo>
                  <a:pt x="112174" y="40817"/>
                  <a:pt x="112129" y="40199"/>
                  <a:pt x="112129" y="39525"/>
                </a:cubicBezTo>
                <a:cubicBezTo>
                  <a:pt x="112129" y="38400"/>
                  <a:pt x="112207" y="37512"/>
                  <a:pt x="112365" y="36860"/>
                </a:cubicBezTo>
                <a:cubicBezTo>
                  <a:pt x="112522" y="36208"/>
                  <a:pt x="112904" y="35590"/>
                  <a:pt x="113511" y="35006"/>
                </a:cubicBezTo>
                <a:cubicBezTo>
                  <a:pt x="114118" y="34421"/>
                  <a:pt x="115164" y="33740"/>
                  <a:pt x="116648" y="32963"/>
                </a:cubicBezTo>
                <a:cubicBezTo>
                  <a:pt x="118132" y="32185"/>
                  <a:pt x="119840" y="31474"/>
                  <a:pt x="121774" y="30830"/>
                </a:cubicBezTo>
                <a:cubicBezTo>
                  <a:pt x="123707" y="30187"/>
                  <a:pt x="125821" y="29654"/>
                  <a:pt x="128114" y="29232"/>
                </a:cubicBezTo>
                <a:cubicBezTo>
                  <a:pt x="130407" y="28810"/>
                  <a:pt x="132723" y="28598"/>
                  <a:pt x="135061" y="28598"/>
                </a:cubicBezTo>
                <a:cubicBezTo>
                  <a:pt x="139423" y="28598"/>
                  <a:pt x="143132" y="29093"/>
                  <a:pt x="146190" y="30082"/>
                </a:cubicBezTo>
                <a:cubicBezTo>
                  <a:pt x="149248" y="31071"/>
                  <a:pt x="151721" y="32521"/>
                  <a:pt x="153609" y="34432"/>
                </a:cubicBezTo>
                <a:cubicBezTo>
                  <a:pt x="155498" y="36343"/>
                  <a:pt x="156869" y="38715"/>
                  <a:pt x="157724" y="41548"/>
                </a:cubicBezTo>
                <a:cubicBezTo>
                  <a:pt x="158578" y="44381"/>
                  <a:pt x="159005" y="47686"/>
                  <a:pt x="159005" y="51463"/>
                </a:cubicBezTo>
                <a:lnTo>
                  <a:pt x="159005" y="92404"/>
                </a:lnTo>
                <a:moveTo>
                  <a:pt x="147944" y="64615"/>
                </a:moveTo>
                <a:lnTo>
                  <a:pt x="138434" y="64615"/>
                </a:lnTo>
                <a:cubicBezTo>
                  <a:pt x="135376" y="64615"/>
                  <a:pt x="132723" y="64876"/>
                  <a:pt x="130475" y="65397"/>
                </a:cubicBezTo>
                <a:cubicBezTo>
                  <a:pt x="128226" y="65917"/>
                  <a:pt x="126360" y="66686"/>
                  <a:pt x="124876" y="67703"/>
                </a:cubicBezTo>
                <a:cubicBezTo>
                  <a:pt x="123393" y="68721"/>
                  <a:pt x="122302" y="69942"/>
                  <a:pt x="121605" y="71369"/>
                </a:cubicBezTo>
                <a:cubicBezTo>
                  <a:pt x="120908" y="72793"/>
                  <a:pt x="120560" y="74433"/>
                  <a:pt x="120560" y="76288"/>
                </a:cubicBezTo>
                <a:cubicBezTo>
                  <a:pt x="120560" y="79455"/>
                  <a:pt x="121560" y="81978"/>
                  <a:pt x="123561" y="83855"/>
                </a:cubicBezTo>
                <a:cubicBezTo>
                  <a:pt x="125562" y="85732"/>
                  <a:pt x="128361" y="86671"/>
                  <a:pt x="131958" y="86671"/>
                </a:cubicBezTo>
                <a:cubicBezTo>
                  <a:pt x="134881" y="86671"/>
                  <a:pt x="137590" y="85925"/>
                  <a:pt x="140086" y="84432"/>
                </a:cubicBezTo>
                <a:cubicBezTo>
                  <a:pt x="142582" y="82939"/>
                  <a:pt x="145201" y="80654"/>
                  <a:pt x="147944" y="77578"/>
                </a:cubicBezTo>
                <a:lnTo>
                  <a:pt x="147944" y="64615"/>
                </a:lnTo>
                <a:close/>
                <a:moveTo>
                  <a:pt x="223081" y="83164"/>
                </a:moveTo>
                <a:cubicBezTo>
                  <a:pt x="223081" y="83928"/>
                  <a:pt x="223058" y="84591"/>
                  <a:pt x="223013" y="85153"/>
                </a:cubicBezTo>
                <a:cubicBezTo>
                  <a:pt x="222968" y="85715"/>
                  <a:pt x="222889" y="86188"/>
                  <a:pt x="222777" y="86570"/>
                </a:cubicBezTo>
                <a:cubicBezTo>
                  <a:pt x="222665" y="86952"/>
                  <a:pt x="222530" y="87289"/>
                  <a:pt x="222372" y="87581"/>
                </a:cubicBezTo>
                <a:cubicBezTo>
                  <a:pt x="222215" y="87874"/>
                  <a:pt x="221855" y="88301"/>
                  <a:pt x="221293" y="88863"/>
                </a:cubicBezTo>
                <a:cubicBezTo>
                  <a:pt x="220731" y="89425"/>
                  <a:pt x="219776" y="90122"/>
                  <a:pt x="218427" y="90954"/>
                </a:cubicBezTo>
                <a:cubicBezTo>
                  <a:pt x="217078" y="91786"/>
                  <a:pt x="215560" y="92528"/>
                  <a:pt x="213874" y="93180"/>
                </a:cubicBezTo>
                <a:cubicBezTo>
                  <a:pt x="212188" y="93832"/>
                  <a:pt x="210355" y="94360"/>
                  <a:pt x="208377" y="94765"/>
                </a:cubicBezTo>
                <a:cubicBezTo>
                  <a:pt x="206398" y="95169"/>
                  <a:pt x="204352" y="95372"/>
                  <a:pt x="202239" y="95372"/>
                </a:cubicBezTo>
                <a:cubicBezTo>
                  <a:pt x="197877" y="95372"/>
                  <a:pt x="194010" y="94651"/>
                  <a:pt x="190638" y="93209"/>
                </a:cubicBezTo>
                <a:cubicBezTo>
                  <a:pt x="187266" y="91767"/>
                  <a:pt x="184444" y="89661"/>
                  <a:pt x="182173" y="86890"/>
                </a:cubicBezTo>
                <a:cubicBezTo>
                  <a:pt x="179903" y="84119"/>
                  <a:pt x="178171" y="80717"/>
                  <a:pt x="176980" y="76684"/>
                </a:cubicBezTo>
                <a:cubicBezTo>
                  <a:pt x="175788" y="72652"/>
                  <a:pt x="175192" y="68000"/>
                  <a:pt x="175192" y="62729"/>
                </a:cubicBezTo>
                <a:cubicBezTo>
                  <a:pt x="175192" y="56736"/>
                  <a:pt x="175923" y="51588"/>
                  <a:pt x="177384" y="47285"/>
                </a:cubicBezTo>
                <a:cubicBezTo>
                  <a:pt x="178846" y="42983"/>
                  <a:pt x="180847" y="39457"/>
                  <a:pt x="183387" y="36709"/>
                </a:cubicBezTo>
                <a:cubicBezTo>
                  <a:pt x="185928" y="33960"/>
                  <a:pt x="188918" y="31921"/>
                  <a:pt x="192358" y="30592"/>
                </a:cubicBezTo>
                <a:cubicBezTo>
                  <a:pt x="195798" y="29263"/>
                  <a:pt x="199519" y="28598"/>
                  <a:pt x="203521" y="28598"/>
                </a:cubicBezTo>
                <a:cubicBezTo>
                  <a:pt x="205454" y="28598"/>
                  <a:pt x="207331" y="28778"/>
                  <a:pt x="209153" y="29138"/>
                </a:cubicBezTo>
                <a:cubicBezTo>
                  <a:pt x="210974" y="29497"/>
                  <a:pt x="212649" y="29969"/>
                  <a:pt x="214177" y="30554"/>
                </a:cubicBezTo>
                <a:cubicBezTo>
                  <a:pt x="215706" y="31139"/>
                  <a:pt x="217066" y="31813"/>
                  <a:pt x="218258" y="32577"/>
                </a:cubicBezTo>
                <a:cubicBezTo>
                  <a:pt x="219450" y="33342"/>
                  <a:pt x="220315" y="33994"/>
                  <a:pt x="220855" y="34533"/>
                </a:cubicBezTo>
                <a:cubicBezTo>
                  <a:pt x="221394" y="35073"/>
                  <a:pt x="221765" y="35500"/>
                  <a:pt x="221968" y="35815"/>
                </a:cubicBezTo>
                <a:cubicBezTo>
                  <a:pt x="222170" y="36130"/>
                  <a:pt x="222339" y="36501"/>
                  <a:pt x="222474" y="36928"/>
                </a:cubicBezTo>
                <a:cubicBezTo>
                  <a:pt x="222608" y="37355"/>
                  <a:pt x="222698" y="37838"/>
                  <a:pt x="222743" y="38378"/>
                </a:cubicBezTo>
                <a:cubicBezTo>
                  <a:pt x="222788" y="38918"/>
                  <a:pt x="222811" y="39592"/>
                  <a:pt x="222811" y="40401"/>
                </a:cubicBezTo>
                <a:cubicBezTo>
                  <a:pt x="222811" y="42155"/>
                  <a:pt x="222608" y="43380"/>
                  <a:pt x="222204" y="44077"/>
                </a:cubicBezTo>
                <a:cubicBezTo>
                  <a:pt x="221799" y="44774"/>
                  <a:pt x="221304" y="45123"/>
                  <a:pt x="220720" y="45123"/>
                </a:cubicBezTo>
                <a:cubicBezTo>
                  <a:pt x="220045" y="45123"/>
                  <a:pt x="219270" y="44752"/>
                  <a:pt x="218393" y="44010"/>
                </a:cubicBezTo>
                <a:cubicBezTo>
                  <a:pt x="217516" y="43268"/>
                  <a:pt x="216403" y="42447"/>
                  <a:pt x="215054" y="41548"/>
                </a:cubicBezTo>
                <a:cubicBezTo>
                  <a:pt x="213705" y="40649"/>
                  <a:pt x="212075" y="39828"/>
                  <a:pt x="210164" y="39086"/>
                </a:cubicBezTo>
                <a:cubicBezTo>
                  <a:pt x="208253" y="38344"/>
                  <a:pt x="205994" y="37973"/>
                  <a:pt x="203386" y="37973"/>
                </a:cubicBezTo>
                <a:cubicBezTo>
                  <a:pt x="198035" y="37973"/>
                  <a:pt x="193932" y="40037"/>
                  <a:pt x="191076" y="44164"/>
                </a:cubicBezTo>
                <a:cubicBezTo>
                  <a:pt x="188221" y="48289"/>
                  <a:pt x="186793" y="54275"/>
                  <a:pt x="186793" y="62120"/>
                </a:cubicBezTo>
                <a:cubicBezTo>
                  <a:pt x="186793" y="66043"/>
                  <a:pt x="187164" y="69481"/>
                  <a:pt x="187906" y="72435"/>
                </a:cubicBezTo>
                <a:cubicBezTo>
                  <a:pt x="188648" y="75389"/>
                  <a:pt x="189739" y="77858"/>
                  <a:pt x="191178" y="79842"/>
                </a:cubicBezTo>
                <a:cubicBezTo>
                  <a:pt x="192617" y="81826"/>
                  <a:pt x="194381" y="83303"/>
                  <a:pt x="196472" y="84272"/>
                </a:cubicBezTo>
                <a:cubicBezTo>
                  <a:pt x="198563" y="85242"/>
                  <a:pt x="200958" y="85727"/>
                  <a:pt x="203656" y="85727"/>
                </a:cubicBezTo>
                <a:cubicBezTo>
                  <a:pt x="206219" y="85727"/>
                  <a:pt x="208467" y="85322"/>
                  <a:pt x="210400" y="84513"/>
                </a:cubicBezTo>
                <a:cubicBezTo>
                  <a:pt x="212334" y="83703"/>
                  <a:pt x="214009" y="82815"/>
                  <a:pt x="215425" y="81848"/>
                </a:cubicBezTo>
                <a:cubicBezTo>
                  <a:pt x="216842" y="80882"/>
                  <a:pt x="218033" y="80005"/>
                  <a:pt x="219000" y="79218"/>
                </a:cubicBezTo>
                <a:cubicBezTo>
                  <a:pt x="219967" y="78431"/>
                  <a:pt x="220720" y="78038"/>
                  <a:pt x="221259" y="78038"/>
                </a:cubicBezTo>
                <a:cubicBezTo>
                  <a:pt x="221574" y="78038"/>
                  <a:pt x="221844" y="78127"/>
                  <a:pt x="222069" y="78307"/>
                </a:cubicBezTo>
                <a:cubicBezTo>
                  <a:pt x="222294" y="78487"/>
                  <a:pt x="222485" y="78791"/>
                  <a:pt x="222642" y="79218"/>
                </a:cubicBezTo>
                <a:cubicBezTo>
                  <a:pt x="222800" y="79645"/>
                  <a:pt x="222912" y="80185"/>
                  <a:pt x="222979" y="80837"/>
                </a:cubicBezTo>
                <a:cubicBezTo>
                  <a:pt x="223047" y="81489"/>
                  <a:pt x="223081" y="82264"/>
                  <a:pt x="223081" y="83164"/>
                </a:cubicBezTo>
                <a:close/>
                <a:moveTo>
                  <a:pt x="287717" y="92269"/>
                </a:moveTo>
                <a:cubicBezTo>
                  <a:pt x="287717" y="92629"/>
                  <a:pt x="287627" y="92944"/>
                  <a:pt x="287447" y="93213"/>
                </a:cubicBezTo>
                <a:cubicBezTo>
                  <a:pt x="287267" y="93483"/>
                  <a:pt x="286964" y="93708"/>
                  <a:pt x="286536" y="93888"/>
                </a:cubicBezTo>
                <a:cubicBezTo>
                  <a:pt x="286109" y="94068"/>
                  <a:pt x="285514" y="94203"/>
                  <a:pt x="284749" y="94293"/>
                </a:cubicBezTo>
                <a:cubicBezTo>
                  <a:pt x="283985" y="94382"/>
                  <a:pt x="283018" y="94427"/>
                  <a:pt x="281849" y="94427"/>
                </a:cubicBezTo>
                <a:cubicBezTo>
                  <a:pt x="280635" y="94427"/>
                  <a:pt x="279634" y="94394"/>
                  <a:pt x="278847" y="94326"/>
                </a:cubicBezTo>
                <a:cubicBezTo>
                  <a:pt x="278061" y="94259"/>
                  <a:pt x="277397" y="94146"/>
                  <a:pt x="276858" y="93989"/>
                </a:cubicBezTo>
                <a:cubicBezTo>
                  <a:pt x="276318" y="93832"/>
                  <a:pt x="275880" y="93607"/>
                  <a:pt x="275542" y="93315"/>
                </a:cubicBezTo>
                <a:cubicBezTo>
                  <a:pt x="275205" y="93022"/>
                  <a:pt x="274902" y="92674"/>
                  <a:pt x="274632" y="92269"/>
                </a:cubicBezTo>
                <a:lnTo>
                  <a:pt x="249002" y="58680"/>
                </a:lnTo>
                <a:lnTo>
                  <a:pt x="249002" y="92337"/>
                </a:lnTo>
                <a:cubicBezTo>
                  <a:pt x="249002" y="92696"/>
                  <a:pt x="248912" y="93000"/>
                  <a:pt x="248732" y="93247"/>
                </a:cubicBezTo>
                <a:cubicBezTo>
                  <a:pt x="248552" y="93494"/>
                  <a:pt x="248260" y="93708"/>
                  <a:pt x="247855" y="93888"/>
                </a:cubicBezTo>
                <a:cubicBezTo>
                  <a:pt x="247450" y="94068"/>
                  <a:pt x="246888" y="94203"/>
                  <a:pt x="246169" y="94293"/>
                </a:cubicBezTo>
                <a:cubicBezTo>
                  <a:pt x="245449" y="94382"/>
                  <a:pt x="244528" y="94427"/>
                  <a:pt x="243403" y="94427"/>
                </a:cubicBezTo>
                <a:cubicBezTo>
                  <a:pt x="242324" y="94427"/>
                  <a:pt x="241425" y="94382"/>
                  <a:pt x="240705" y="94293"/>
                </a:cubicBezTo>
                <a:cubicBezTo>
                  <a:pt x="239986" y="94203"/>
                  <a:pt x="239413" y="94068"/>
                  <a:pt x="238986" y="93888"/>
                </a:cubicBezTo>
                <a:cubicBezTo>
                  <a:pt x="238558" y="93708"/>
                  <a:pt x="238266" y="93494"/>
                  <a:pt x="238109" y="93247"/>
                </a:cubicBezTo>
                <a:cubicBezTo>
                  <a:pt x="237951" y="92998"/>
                  <a:pt x="237873" y="92694"/>
                  <a:pt x="237873" y="92334"/>
                </a:cubicBezTo>
                <a:lnTo>
                  <a:pt x="237873" y="2160"/>
                </a:lnTo>
                <a:cubicBezTo>
                  <a:pt x="237873" y="1801"/>
                  <a:pt x="237951" y="1486"/>
                  <a:pt x="238109" y="1216"/>
                </a:cubicBezTo>
                <a:cubicBezTo>
                  <a:pt x="238266" y="945"/>
                  <a:pt x="238558" y="719"/>
                  <a:pt x="238986" y="540"/>
                </a:cubicBezTo>
                <a:cubicBezTo>
                  <a:pt x="239413" y="360"/>
                  <a:pt x="239986" y="225"/>
                  <a:pt x="240705" y="135"/>
                </a:cubicBezTo>
                <a:cubicBezTo>
                  <a:pt x="241425" y="45"/>
                  <a:pt x="242324" y="0"/>
                  <a:pt x="243403" y="0"/>
                </a:cubicBezTo>
                <a:cubicBezTo>
                  <a:pt x="244528" y="0"/>
                  <a:pt x="245449" y="45"/>
                  <a:pt x="246169" y="135"/>
                </a:cubicBezTo>
                <a:cubicBezTo>
                  <a:pt x="246888" y="225"/>
                  <a:pt x="247450" y="360"/>
                  <a:pt x="247855" y="540"/>
                </a:cubicBezTo>
                <a:cubicBezTo>
                  <a:pt x="248260" y="719"/>
                  <a:pt x="248552" y="945"/>
                  <a:pt x="248732" y="1216"/>
                </a:cubicBezTo>
                <a:cubicBezTo>
                  <a:pt x="248912" y="1486"/>
                  <a:pt x="249002" y="1801"/>
                  <a:pt x="249002" y="2160"/>
                </a:cubicBezTo>
                <a:lnTo>
                  <a:pt x="249002" y="57129"/>
                </a:lnTo>
                <a:lnTo>
                  <a:pt x="271934" y="31903"/>
                </a:lnTo>
                <a:cubicBezTo>
                  <a:pt x="272294" y="31453"/>
                  <a:pt x="272676" y="31082"/>
                  <a:pt x="273081" y="30790"/>
                </a:cubicBezTo>
                <a:cubicBezTo>
                  <a:pt x="273485" y="30498"/>
                  <a:pt x="273969" y="30251"/>
                  <a:pt x="274531" y="30048"/>
                </a:cubicBezTo>
                <a:cubicBezTo>
                  <a:pt x="275093" y="29846"/>
                  <a:pt x="275756" y="29711"/>
                  <a:pt x="276520" y="29643"/>
                </a:cubicBezTo>
                <a:cubicBezTo>
                  <a:pt x="277285" y="29576"/>
                  <a:pt x="278207" y="29542"/>
                  <a:pt x="279286" y="29542"/>
                </a:cubicBezTo>
                <a:cubicBezTo>
                  <a:pt x="280410" y="29542"/>
                  <a:pt x="281354" y="29576"/>
                  <a:pt x="282119" y="29643"/>
                </a:cubicBezTo>
                <a:cubicBezTo>
                  <a:pt x="282883" y="29711"/>
                  <a:pt x="283501" y="29823"/>
                  <a:pt x="283973" y="29981"/>
                </a:cubicBezTo>
                <a:cubicBezTo>
                  <a:pt x="284446" y="30138"/>
                  <a:pt x="284783" y="30340"/>
                  <a:pt x="284985" y="30588"/>
                </a:cubicBezTo>
                <a:cubicBezTo>
                  <a:pt x="285188" y="30835"/>
                  <a:pt x="285289" y="31161"/>
                  <a:pt x="285289" y="31566"/>
                </a:cubicBezTo>
                <a:cubicBezTo>
                  <a:pt x="285289" y="32105"/>
                  <a:pt x="285143" y="32645"/>
                  <a:pt x="284850" y="33184"/>
                </a:cubicBezTo>
                <a:cubicBezTo>
                  <a:pt x="284558" y="33724"/>
                  <a:pt x="284075" y="34354"/>
                  <a:pt x="283400" y="35073"/>
                </a:cubicBezTo>
                <a:lnTo>
                  <a:pt x="261412" y="57061"/>
                </a:lnTo>
                <a:lnTo>
                  <a:pt x="286098" y="89099"/>
                </a:lnTo>
                <a:cubicBezTo>
                  <a:pt x="286683" y="89863"/>
                  <a:pt x="287099" y="90482"/>
                  <a:pt x="287346" y="90954"/>
                </a:cubicBezTo>
                <a:cubicBezTo>
                  <a:pt x="287593" y="91426"/>
                  <a:pt x="287717" y="91864"/>
                  <a:pt x="287717" y="92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Exchange">
            <a:extLst xmlns:a="http://schemas.openxmlformats.org/drawingml/2006/main">
              <a:ext uri="{FF2B5EF4-FFF2-40B4-BE49-F238E27FC236}">
                <a16:creationId xmlns:a16="http://schemas.microsoft.com/office/drawing/2014/main" id="{0EBD6A92-A1C3-4B1D-905D-604954A5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407" y="2220346"/>
            <a:ext cx="508571" cy="118709"/>
          </a:xfrm>
          <a:custGeom xmlns:a="http://schemas.openxmlformats.org/drawingml/2006/main">
            <a:pathLst>
              <a:path w="508571" h="118709">
                <a:moveTo>
                  <a:pt x="48563" y="89234"/>
                </a:moveTo>
                <a:cubicBezTo>
                  <a:pt x="48563" y="90043"/>
                  <a:pt x="48518" y="90752"/>
                  <a:pt x="48428" y="91359"/>
                </a:cubicBezTo>
                <a:cubicBezTo>
                  <a:pt x="48338" y="91966"/>
                  <a:pt x="48180" y="92471"/>
                  <a:pt x="47956" y="92876"/>
                </a:cubicBezTo>
                <a:cubicBezTo>
                  <a:pt x="47731" y="93281"/>
                  <a:pt x="47472" y="93573"/>
                  <a:pt x="47180" y="93753"/>
                </a:cubicBezTo>
                <a:cubicBezTo>
                  <a:pt x="46888" y="93933"/>
                  <a:pt x="46562" y="94023"/>
                  <a:pt x="46202" y="94023"/>
                </a:cubicBezTo>
                <a:lnTo>
                  <a:pt x="4317" y="94023"/>
                </a:lnTo>
                <a:cubicBezTo>
                  <a:pt x="3282" y="94023"/>
                  <a:pt x="2304" y="93674"/>
                  <a:pt x="1383" y="92977"/>
                </a:cubicBezTo>
                <a:cubicBezTo>
                  <a:pt x="461" y="92280"/>
                  <a:pt x="0" y="91055"/>
                  <a:pt x="0" y="89301"/>
                </a:cubicBezTo>
                <a:lnTo>
                  <a:pt x="0" y="11466"/>
                </a:lnTo>
                <a:cubicBezTo>
                  <a:pt x="0" y="9713"/>
                  <a:pt x="461" y="8487"/>
                  <a:pt x="1383" y="7790"/>
                </a:cubicBezTo>
                <a:cubicBezTo>
                  <a:pt x="2304" y="7093"/>
                  <a:pt x="3282" y="6745"/>
                  <a:pt x="4317" y="6745"/>
                </a:cubicBezTo>
                <a:lnTo>
                  <a:pt x="45730" y="6745"/>
                </a:lnTo>
                <a:cubicBezTo>
                  <a:pt x="46090" y="6745"/>
                  <a:pt x="46416" y="6835"/>
                  <a:pt x="46708" y="7015"/>
                </a:cubicBezTo>
                <a:cubicBezTo>
                  <a:pt x="47000" y="7194"/>
                  <a:pt x="47236" y="7487"/>
                  <a:pt x="47416" y="7891"/>
                </a:cubicBezTo>
                <a:cubicBezTo>
                  <a:pt x="47596" y="8296"/>
                  <a:pt x="47742" y="8802"/>
                  <a:pt x="47854" y="9409"/>
                </a:cubicBezTo>
                <a:cubicBezTo>
                  <a:pt x="47967" y="10016"/>
                  <a:pt x="48023" y="10769"/>
                  <a:pt x="48023" y="11669"/>
                </a:cubicBezTo>
                <a:cubicBezTo>
                  <a:pt x="48023" y="12478"/>
                  <a:pt x="47967" y="13186"/>
                  <a:pt x="47854" y="13793"/>
                </a:cubicBezTo>
                <a:cubicBezTo>
                  <a:pt x="47742" y="14400"/>
                  <a:pt x="47596" y="14895"/>
                  <a:pt x="47416" y="15277"/>
                </a:cubicBezTo>
                <a:cubicBezTo>
                  <a:pt x="47236" y="15659"/>
                  <a:pt x="47000" y="15940"/>
                  <a:pt x="46708" y="16120"/>
                </a:cubicBezTo>
                <a:cubicBezTo>
                  <a:pt x="46416" y="16300"/>
                  <a:pt x="46090" y="16390"/>
                  <a:pt x="45730" y="16390"/>
                </a:cubicBezTo>
                <a:lnTo>
                  <a:pt x="11601" y="16390"/>
                </a:lnTo>
                <a:lnTo>
                  <a:pt x="11601" y="43774"/>
                </a:lnTo>
                <a:lnTo>
                  <a:pt x="40874" y="43774"/>
                </a:lnTo>
                <a:cubicBezTo>
                  <a:pt x="41233" y="43774"/>
                  <a:pt x="41559" y="43875"/>
                  <a:pt x="41852" y="44077"/>
                </a:cubicBezTo>
                <a:cubicBezTo>
                  <a:pt x="42144" y="44280"/>
                  <a:pt x="42391" y="44561"/>
                  <a:pt x="42594" y="44920"/>
                </a:cubicBezTo>
                <a:cubicBezTo>
                  <a:pt x="42796" y="45280"/>
                  <a:pt x="42942" y="45775"/>
                  <a:pt x="43032" y="46404"/>
                </a:cubicBezTo>
                <a:cubicBezTo>
                  <a:pt x="43122" y="47034"/>
                  <a:pt x="43167" y="47776"/>
                  <a:pt x="43167" y="48630"/>
                </a:cubicBezTo>
                <a:cubicBezTo>
                  <a:pt x="43167" y="49440"/>
                  <a:pt x="43122" y="50136"/>
                  <a:pt x="43032" y="50721"/>
                </a:cubicBezTo>
                <a:cubicBezTo>
                  <a:pt x="42942" y="51306"/>
                  <a:pt x="42796" y="51778"/>
                  <a:pt x="42594" y="52137"/>
                </a:cubicBezTo>
                <a:cubicBezTo>
                  <a:pt x="42391" y="52497"/>
                  <a:pt x="42144" y="52756"/>
                  <a:pt x="41852" y="52913"/>
                </a:cubicBezTo>
                <a:cubicBezTo>
                  <a:pt x="41559" y="53070"/>
                  <a:pt x="41233" y="53149"/>
                  <a:pt x="40874" y="53149"/>
                </a:cubicBezTo>
                <a:lnTo>
                  <a:pt x="11601" y="53149"/>
                </a:lnTo>
                <a:lnTo>
                  <a:pt x="11601" y="84378"/>
                </a:lnTo>
                <a:lnTo>
                  <a:pt x="46202" y="84378"/>
                </a:lnTo>
                <a:cubicBezTo>
                  <a:pt x="46562" y="84378"/>
                  <a:pt x="46888" y="84468"/>
                  <a:pt x="47180" y="84647"/>
                </a:cubicBezTo>
                <a:cubicBezTo>
                  <a:pt x="47472" y="84827"/>
                  <a:pt x="47731" y="85108"/>
                  <a:pt x="47956" y="85491"/>
                </a:cubicBezTo>
                <a:cubicBezTo>
                  <a:pt x="48180" y="85873"/>
                  <a:pt x="48338" y="86367"/>
                  <a:pt x="48428" y="86974"/>
                </a:cubicBezTo>
                <a:cubicBezTo>
                  <a:pt x="48518" y="87581"/>
                  <a:pt x="48563" y="88335"/>
                  <a:pt x="48563" y="89234"/>
                </a:cubicBezTo>
                <a:close/>
                <a:moveTo>
                  <a:pt x="112127" y="91055"/>
                </a:moveTo>
                <a:cubicBezTo>
                  <a:pt x="112487" y="91685"/>
                  <a:pt x="112667" y="92213"/>
                  <a:pt x="112667" y="92640"/>
                </a:cubicBezTo>
                <a:cubicBezTo>
                  <a:pt x="112667" y="93067"/>
                  <a:pt x="112453" y="93416"/>
                  <a:pt x="112026" y="93685"/>
                </a:cubicBezTo>
                <a:cubicBezTo>
                  <a:pt x="111599" y="93955"/>
                  <a:pt x="110947" y="94146"/>
                  <a:pt x="110070" y="94259"/>
                </a:cubicBezTo>
                <a:cubicBezTo>
                  <a:pt x="109193" y="94371"/>
                  <a:pt x="108058" y="94427"/>
                  <a:pt x="106664" y="94427"/>
                </a:cubicBezTo>
                <a:cubicBezTo>
                  <a:pt x="105315" y="94427"/>
                  <a:pt x="104247" y="94394"/>
                  <a:pt x="103460" y="94326"/>
                </a:cubicBezTo>
                <a:cubicBezTo>
                  <a:pt x="102673" y="94259"/>
                  <a:pt x="102044" y="94146"/>
                  <a:pt x="101572" y="93989"/>
                </a:cubicBezTo>
                <a:cubicBezTo>
                  <a:pt x="101100" y="93832"/>
                  <a:pt x="100740" y="93629"/>
                  <a:pt x="100493" y="93382"/>
                </a:cubicBezTo>
                <a:cubicBezTo>
                  <a:pt x="100245" y="93135"/>
                  <a:pt x="100032" y="92854"/>
                  <a:pt x="99852" y="92539"/>
                </a:cubicBezTo>
                <a:lnTo>
                  <a:pt x="85283" y="68460"/>
                </a:lnTo>
                <a:lnTo>
                  <a:pt x="70782" y="92539"/>
                </a:lnTo>
                <a:cubicBezTo>
                  <a:pt x="70602" y="92854"/>
                  <a:pt x="70388" y="93135"/>
                  <a:pt x="70141" y="93382"/>
                </a:cubicBezTo>
                <a:cubicBezTo>
                  <a:pt x="69894" y="93629"/>
                  <a:pt x="69534" y="93832"/>
                  <a:pt x="69062" y="93989"/>
                </a:cubicBezTo>
                <a:cubicBezTo>
                  <a:pt x="68590" y="94146"/>
                  <a:pt x="67971" y="94259"/>
                  <a:pt x="67207" y="94326"/>
                </a:cubicBezTo>
                <a:cubicBezTo>
                  <a:pt x="66443" y="94394"/>
                  <a:pt x="65431" y="94427"/>
                  <a:pt x="64172" y="94427"/>
                </a:cubicBezTo>
                <a:cubicBezTo>
                  <a:pt x="62868" y="94427"/>
                  <a:pt x="61800" y="94371"/>
                  <a:pt x="60968" y="94259"/>
                </a:cubicBezTo>
                <a:cubicBezTo>
                  <a:pt x="60136" y="94146"/>
                  <a:pt x="59529" y="93955"/>
                  <a:pt x="59147" y="93685"/>
                </a:cubicBezTo>
                <a:cubicBezTo>
                  <a:pt x="58765" y="93416"/>
                  <a:pt x="58585" y="93067"/>
                  <a:pt x="58607" y="92640"/>
                </a:cubicBezTo>
                <a:cubicBezTo>
                  <a:pt x="58630" y="92213"/>
                  <a:pt x="58843" y="91685"/>
                  <a:pt x="59248" y="91055"/>
                </a:cubicBezTo>
                <a:lnTo>
                  <a:pt x="78134" y="61445"/>
                </a:lnTo>
                <a:lnTo>
                  <a:pt x="60260" y="32915"/>
                </a:lnTo>
                <a:cubicBezTo>
                  <a:pt x="59900" y="32285"/>
                  <a:pt x="59709" y="31757"/>
                  <a:pt x="59686" y="31330"/>
                </a:cubicBezTo>
                <a:cubicBezTo>
                  <a:pt x="59664" y="30903"/>
                  <a:pt x="59866" y="30543"/>
                  <a:pt x="60294" y="30251"/>
                </a:cubicBezTo>
                <a:cubicBezTo>
                  <a:pt x="60721" y="29958"/>
                  <a:pt x="61373" y="29767"/>
                  <a:pt x="62249" y="29677"/>
                </a:cubicBezTo>
                <a:cubicBezTo>
                  <a:pt x="63126" y="29587"/>
                  <a:pt x="64284" y="29542"/>
                  <a:pt x="65723" y="29542"/>
                </a:cubicBezTo>
                <a:cubicBezTo>
                  <a:pt x="67027" y="29542"/>
                  <a:pt x="68073" y="29576"/>
                  <a:pt x="68859" y="29643"/>
                </a:cubicBezTo>
                <a:cubicBezTo>
                  <a:pt x="69646" y="29711"/>
                  <a:pt x="70265" y="29812"/>
                  <a:pt x="70714" y="29947"/>
                </a:cubicBezTo>
                <a:cubicBezTo>
                  <a:pt x="71164" y="30082"/>
                  <a:pt x="71501" y="30262"/>
                  <a:pt x="71726" y="30487"/>
                </a:cubicBezTo>
                <a:cubicBezTo>
                  <a:pt x="71951" y="30711"/>
                  <a:pt x="72153" y="30981"/>
                  <a:pt x="72333" y="31296"/>
                </a:cubicBezTo>
                <a:lnTo>
                  <a:pt x="86160" y="53891"/>
                </a:lnTo>
                <a:lnTo>
                  <a:pt x="100189" y="31296"/>
                </a:lnTo>
                <a:cubicBezTo>
                  <a:pt x="100369" y="31026"/>
                  <a:pt x="100571" y="30779"/>
                  <a:pt x="100796" y="30554"/>
                </a:cubicBezTo>
                <a:cubicBezTo>
                  <a:pt x="101021" y="30329"/>
                  <a:pt x="101324" y="30138"/>
                  <a:pt x="101707" y="29981"/>
                </a:cubicBezTo>
                <a:cubicBezTo>
                  <a:pt x="102089" y="29823"/>
                  <a:pt x="102628" y="29711"/>
                  <a:pt x="103325" y="29643"/>
                </a:cubicBezTo>
                <a:cubicBezTo>
                  <a:pt x="104022" y="29576"/>
                  <a:pt x="104978" y="29542"/>
                  <a:pt x="106192" y="29542"/>
                </a:cubicBezTo>
                <a:cubicBezTo>
                  <a:pt x="107496" y="29542"/>
                  <a:pt x="108564" y="29587"/>
                  <a:pt x="109396" y="29677"/>
                </a:cubicBezTo>
                <a:cubicBezTo>
                  <a:pt x="110228" y="29767"/>
                  <a:pt x="110846" y="29936"/>
                  <a:pt x="111251" y="30183"/>
                </a:cubicBezTo>
                <a:cubicBezTo>
                  <a:pt x="111655" y="30430"/>
                  <a:pt x="111835" y="30779"/>
                  <a:pt x="111790" y="31229"/>
                </a:cubicBezTo>
                <a:cubicBezTo>
                  <a:pt x="111745" y="31678"/>
                  <a:pt x="111520" y="32240"/>
                  <a:pt x="111116" y="32915"/>
                </a:cubicBezTo>
                <a:lnTo>
                  <a:pt x="93377" y="61108"/>
                </a:lnTo>
                <a:lnTo>
                  <a:pt x="112127" y="91055"/>
                </a:lnTo>
                <a:close/>
                <a:moveTo>
                  <a:pt x="166264" y="83164"/>
                </a:moveTo>
                <a:cubicBezTo>
                  <a:pt x="166264" y="83928"/>
                  <a:pt x="166241" y="84591"/>
                  <a:pt x="166196" y="85153"/>
                </a:cubicBezTo>
                <a:cubicBezTo>
                  <a:pt x="166151" y="85715"/>
                  <a:pt x="166073" y="86188"/>
                  <a:pt x="165960" y="86570"/>
                </a:cubicBezTo>
                <a:cubicBezTo>
                  <a:pt x="165848" y="86952"/>
                  <a:pt x="165713" y="87289"/>
                  <a:pt x="165556" y="87581"/>
                </a:cubicBezTo>
                <a:cubicBezTo>
                  <a:pt x="165398" y="87874"/>
                  <a:pt x="165038" y="88301"/>
                  <a:pt x="164476" y="88863"/>
                </a:cubicBezTo>
                <a:cubicBezTo>
                  <a:pt x="163914" y="89425"/>
                  <a:pt x="162959" y="90122"/>
                  <a:pt x="161610" y="90954"/>
                </a:cubicBezTo>
                <a:cubicBezTo>
                  <a:pt x="160261" y="91786"/>
                  <a:pt x="158743" y="92528"/>
                  <a:pt x="157057" y="93180"/>
                </a:cubicBezTo>
                <a:cubicBezTo>
                  <a:pt x="155371" y="93832"/>
                  <a:pt x="153539" y="94360"/>
                  <a:pt x="151560" y="94765"/>
                </a:cubicBezTo>
                <a:cubicBezTo>
                  <a:pt x="149582" y="95169"/>
                  <a:pt x="147536" y="95372"/>
                  <a:pt x="145422" y="95372"/>
                </a:cubicBezTo>
                <a:cubicBezTo>
                  <a:pt x="141061" y="95372"/>
                  <a:pt x="137194" y="94651"/>
                  <a:pt x="133821" y="93209"/>
                </a:cubicBezTo>
                <a:cubicBezTo>
                  <a:pt x="130449" y="91767"/>
                  <a:pt x="127627" y="89661"/>
                  <a:pt x="125356" y="86890"/>
                </a:cubicBezTo>
                <a:cubicBezTo>
                  <a:pt x="123086" y="84119"/>
                  <a:pt x="121355" y="80717"/>
                  <a:pt x="120163" y="76684"/>
                </a:cubicBezTo>
                <a:cubicBezTo>
                  <a:pt x="118971" y="72652"/>
                  <a:pt x="118376" y="68000"/>
                  <a:pt x="118376" y="62729"/>
                </a:cubicBezTo>
                <a:cubicBezTo>
                  <a:pt x="118376" y="56736"/>
                  <a:pt x="119106" y="51588"/>
                  <a:pt x="120568" y="47285"/>
                </a:cubicBezTo>
                <a:cubicBezTo>
                  <a:pt x="122029" y="42983"/>
                  <a:pt x="124030" y="39457"/>
                  <a:pt x="126571" y="36709"/>
                </a:cubicBezTo>
                <a:cubicBezTo>
                  <a:pt x="129111" y="33960"/>
                  <a:pt x="132101" y="31921"/>
                  <a:pt x="135541" y="30592"/>
                </a:cubicBezTo>
                <a:cubicBezTo>
                  <a:pt x="138981" y="29263"/>
                  <a:pt x="142702" y="28598"/>
                  <a:pt x="146704" y="28598"/>
                </a:cubicBezTo>
                <a:cubicBezTo>
                  <a:pt x="148637" y="28598"/>
                  <a:pt x="150515" y="28778"/>
                  <a:pt x="152336" y="29138"/>
                </a:cubicBezTo>
                <a:cubicBezTo>
                  <a:pt x="154157" y="29497"/>
                  <a:pt x="155832" y="29969"/>
                  <a:pt x="157361" y="30554"/>
                </a:cubicBezTo>
                <a:cubicBezTo>
                  <a:pt x="158889" y="31139"/>
                  <a:pt x="160250" y="31813"/>
                  <a:pt x="161441" y="32577"/>
                </a:cubicBezTo>
                <a:cubicBezTo>
                  <a:pt x="162633" y="33342"/>
                  <a:pt x="163498" y="33994"/>
                  <a:pt x="164038" y="34533"/>
                </a:cubicBezTo>
                <a:cubicBezTo>
                  <a:pt x="164578" y="35073"/>
                  <a:pt x="164949" y="35500"/>
                  <a:pt x="165151" y="35815"/>
                </a:cubicBezTo>
                <a:cubicBezTo>
                  <a:pt x="165353" y="36130"/>
                  <a:pt x="165522" y="36501"/>
                  <a:pt x="165657" y="36928"/>
                </a:cubicBezTo>
                <a:cubicBezTo>
                  <a:pt x="165792" y="37355"/>
                  <a:pt x="165882" y="37838"/>
                  <a:pt x="165927" y="38378"/>
                </a:cubicBezTo>
                <a:cubicBezTo>
                  <a:pt x="165972" y="38918"/>
                  <a:pt x="165994" y="39592"/>
                  <a:pt x="165994" y="40401"/>
                </a:cubicBezTo>
                <a:cubicBezTo>
                  <a:pt x="165994" y="42155"/>
                  <a:pt x="165792" y="43380"/>
                  <a:pt x="165387" y="44077"/>
                </a:cubicBezTo>
                <a:cubicBezTo>
                  <a:pt x="164982" y="44774"/>
                  <a:pt x="164488" y="45123"/>
                  <a:pt x="163903" y="45123"/>
                </a:cubicBezTo>
                <a:cubicBezTo>
                  <a:pt x="163229" y="45123"/>
                  <a:pt x="162453" y="44752"/>
                  <a:pt x="161576" y="44010"/>
                </a:cubicBezTo>
                <a:cubicBezTo>
                  <a:pt x="160699" y="43268"/>
                  <a:pt x="159586" y="42447"/>
                  <a:pt x="158237" y="41548"/>
                </a:cubicBezTo>
                <a:cubicBezTo>
                  <a:pt x="156888" y="40649"/>
                  <a:pt x="155258" y="39828"/>
                  <a:pt x="153347" y="39086"/>
                </a:cubicBezTo>
                <a:cubicBezTo>
                  <a:pt x="151436" y="38344"/>
                  <a:pt x="149177" y="37973"/>
                  <a:pt x="146569" y="37973"/>
                </a:cubicBezTo>
                <a:cubicBezTo>
                  <a:pt x="141218" y="37973"/>
                  <a:pt x="137115" y="40037"/>
                  <a:pt x="134260" y="44164"/>
                </a:cubicBezTo>
                <a:cubicBezTo>
                  <a:pt x="131404" y="48289"/>
                  <a:pt x="129977" y="54275"/>
                  <a:pt x="129977" y="62120"/>
                </a:cubicBezTo>
                <a:cubicBezTo>
                  <a:pt x="129977" y="66043"/>
                  <a:pt x="130348" y="69481"/>
                  <a:pt x="131090" y="72435"/>
                </a:cubicBezTo>
                <a:cubicBezTo>
                  <a:pt x="131832" y="75389"/>
                  <a:pt x="132922" y="77858"/>
                  <a:pt x="134361" y="79842"/>
                </a:cubicBezTo>
                <a:cubicBezTo>
                  <a:pt x="135800" y="81826"/>
                  <a:pt x="137565" y="83303"/>
                  <a:pt x="139655" y="84272"/>
                </a:cubicBezTo>
                <a:cubicBezTo>
                  <a:pt x="141746" y="85242"/>
                  <a:pt x="144141" y="85727"/>
                  <a:pt x="146839" y="85727"/>
                </a:cubicBezTo>
                <a:cubicBezTo>
                  <a:pt x="149402" y="85727"/>
                  <a:pt x="151650" y="85322"/>
                  <a:pt x="153584" y="84513"/>
                </a:cubicBezTo>
                <a:cubicBezTo>
                  <a:pt x="155517" y="83703"/>
                  <a:pt x="157192" y="82815"/>
                  <a:pt x="158608" y="81848"/>
                </a:cubicBezTo>
                <a:cubicBezTo>
                  <a:pt x="160025" y="80882"/>
                  <a:pt x="161216" y="80005"/>
                  <a:pt x="162183" y="79218"/>
                </a:cubicBezTo>
                <a:cubicBezTo>
                  <a:pt x="163150" y="78431"/>
                  <a:pt x="163903" y="78038"/>
                  <a:pt x="164443" y="78038"/>
                </a:cubicBezTo>
                <a:cubicBezTo>
                  <a:pt x="164757" y="78038"/>
                  <a:pt x="165027" y="78127"/>
                  <a:pt x="165252" y="78307"/>
                </a:cubicBezTo>
                <a:cubicBezTo>
                  <a:pt x="165477" y="78487"/>
                  <a:pt x="165668" y="78791"/>
                  <a:pt x="165825" y="79218"/>
                </a:cubicBezTo>
                <a:cubicBezTo>
                  <a:pt x="165983" y="79645"/>
                  <a:pt x="166095" y="80185"/>
                  <a:pt x="166163" y="80837"/>
                </a:cubicBezTo>
                <a:cubicBezTo>
                  <a:pt x="166230" y="81489"/>
                  <a:pt x="166264" y="82264"/>
                  <a:pt x="166264" y="83164"/>
                </a:cubicBezTo>
                <a:close/>
                <a:moveTo>
                  <a:pt x="233328" y="92337"/>
                </a:moveTo>
                <a:cubicBezTo>
                  <a:pt x="233328" y="92696"/>
                  <a:pt x="233238" y="93000"/>
                  <a:pt x="233058" y="93247"/>
                </a:cubicBezTo>
                <a:cubicBezTo>
                  <a:pt x="232878" y="93494"/>
                  <a:pt x="232586" y="93708"/>
                  <a:pt x="232181" y="93888"/>
                </a:cubicBezTo>
                <a:cubicBezTo>
                  <a:pt x="231776" y="94068"/>
                  <a:pt x="231214" y="94203"/>
                  <a:pt x="230495" y="94293"/>
                </a:cubicBezTo>
                <a:cubicBezTo>
                  <a:pt x="229775" y="94382"/>
                  <a:pt x="228876" y="94427"/>
                  <a:pt x="227797" y="94427"/>
                </a:cubicBezTo>
                <a:cubicBezTo>
                  <a:pt x="226673" y="94427"/>
                  <a:pt x="225751" y="94382"/>
                  <a:pt x="225031" y="94293"/>
                </a:cubicBezTo>
                <a:cubicBezTo>
                  <a:pt x="224312" y="94203"/>
                  <a:pt x="223750" y="94068"/>
                  <a:pt x="223345" y="93888"/>
                </a:cubicBezTo>
                <a:cubicBezTo>
                  <a:pt x="222941" y="93708"/>
                  <a:pt x="222648" y="93494"/>
                  <a:pt x="222468" y="93247"/>
                </a:cubicBezTo>
                <a:cubicBezTo>
                  <a:pt x="222289" y="93000"/>
                  <a:pt x="222199" y="92696"/>
                  <a:pt x="222199" y="92337"/>
                </a:cubicBezTo>
                <a:lnTo>
                  <a:pt x="222199" y="56791"/>
                </a:lnTo>
                <a:cubicBezTo>
                  <a:pt x="222199" y="53329"/>
                  <a:pt x="221929" y="50541"/>
                  <a:pt x="221389" y="48428"/>
                </a:cubicBezTo>
                <a:cubicBezTo>
                  <a:pt x="220850" y="46314"/>
                  <a:pt x="220063" y="44493"/>
                  <a:pt x="219029" y="42964"/>
                </a:cubicBezTo>
                <a:cubicBezTo>
                  <a:pt x="217994" y="41436"/>
                  <a:pt x="216657" y="40267"/>
                  <a:pt x="215015" y="39457"/>
                </a:cubicBezTo>
                <a:cubicBezTo>
                  <a:pt x="213374" y="38648"/>
                  <a:pt x="211474" y="38243"/>
                  <a:pt x="209316" y="38243"/>
                </a:cubicBezTo>
                <a:cubicBezTo>
                  <a:pt x="206528" y="38243"/>
                  <a:pt x="203740" y="39232"/>
                  <a:pt x="200952" y="41211"/>
                </a:cubicBezTo>
                <a:cubicBezTo>
                  <a:pt x="198165" y="43189"/>
                  <a:pt x="195242" y="46090"/>
                  <a:pt x="192184" y="49912"/>
                </a:cubicBezTo>
                <a:lnTo>
                  <a:pt x="192184" y="92337"/>
                </a:lnTo>
                <a:cubicBezTo>
                  <a:pt x="192184" y="92696"/>
                  <a:pt x="192094" y="93000"/>
                  <a:pt x="191914" y="93247"/>
                </a:cubicBezTo>
                <a:cubicBezTo>
                  <a:pt x="191735" y="93494"/>
                  <a:pt x="191442" y="93708"/>
                  <a:pt x="191038" y="93888"/>
                </a:cubicBezTo>
                <a:cubicBezTo>
                  <a:pt x="190633" y="94068"/>
                  <a:pt x="190071" y="94203"/>
                  <a:pt x="189351" y="94293"/>
                </a:cubicBezTo>
                <a:cubicBezTo>
                  <a:pt x="188632" y="94382"/>
                  <a:pt x="187710" y="94427"/>
                  <a:pt x="186586" y="94427"/>
                </a:cubicBezTo>
                <a:cubicBezTo>
                  <a:pt x="185507" y="94427"/>
                  <a:pt x="184608" y="94382"/>
                  <a:pt x="183888" y="94293"/>
                </a:cubicBezTo>
                <a:cubicBezTo>
                  <a:pt x="183169" y="94203"/>
                  <a:pt x="182595" y="94068"/>
                  <a:pt x="182168" y="93888"/>
                </a:cubicBezTo>
                <a:cubicBezTo>
                  <a:pt x="181741" y="93708"/>
                  <a:pt x="181449" y="93494"/>
                  <a:pt x="181291" y="93247"/>
                </a:cubicBezTo>
                <a:cubicBezTo>
                  <a:pt x="181134" y="92998"/>
                  <a:pt x="181055" y="92694"/>
                  <a:pt x="181055" y="92334"/>
                </a:cubicBezTo>
                <a:lnTo>
                  <a:pt x="181055" y="2160"/>
                </a:lnTo>
                <a:cubicBezTo>
                  <a:pt x="181055" y="1801"/>
                  <a:pt x="181134" y="1486"/>
                  <a:pt x="181291" y="1216"/>
                </a:cubicBezTo>
                <a:cubicBezTo>
                  <a:pt x="181449" y="945"/>
                  <a:pt x="181741" y="719"/>
                  <a:pt x="182168" y="540"/>
                </a:cubicBezTo>
                <a:cubicBezTo>
                  <a:pt x="182595" y="360"/>
                  <a:pt x="183169" y="225"/>
                  <a:pt x="183888" y="135"/>
                </a:cubicBezTo>
                <a:cubicBezTo>
                  <a:pt x="184608" y="45"/>
                  <a:pt x="185507" y="0"/>
                  <a:pt x="186586" y="0"/>
                </a:cubicBezTo>
                <a:cubicBezTo>
                  <a:pt x="187710" y="0"/>
                  <a:pt x="188632" y="45"/>
                  <a:pt x="189351" y="135"/>
                </a:cubicBezTo>
                <a:cubicBezTo>
                  <a:pt x="190071" y="225"/>
                  <a:pt x="190633" y="360"/>
                  <a:pt x="191038" y="542"/>
                </a:cubicBezTo>
                <a:cubicBezTo>
                  <a:pt x="191442" y="722"/>
                  <a:pt x="191735" y="946"/>
                  <a:pt x="191914" y="1216"/>
                </a:cubicBezTo>
                <a:cubicBezTo>
                  <a:pt x="192094" y="1486"/>
                  <a:pt x="192184" y="1801"/>
                  <a:pt x="192184" y="2163"/>
                </a:cubicBezTo>
                <a:lnTo>
                  <a:pt x="192184" y="38580"/>
                </a:lnTo>
                <a:cubicBezTo>
                  <a:pt x="195377" y="35208"/>
                  <a:pt x="198592" y="32701"/>
                  <a:pt x="201829" y="31060"/>
                </a:cubicBezTo>
                <a:cubicBezTo>
                  <a:pt x="205067" y="29419"/>
                  <a:pt x="208327" y="28598"/>
                  <a:pt x="211609" y="28598"/>
                </a:cubicBezTo>
                <a:cubicBezTo>
                  <a:pt x="215656" y="28598"/>
                  <a:pt x="219062" y="29284"/>
                  <a:pt x="221828" y="30655"/>
                </a:cubicBezTo>
                <a:cubicBezTo>
                  <a:pt x="224593" y="32027"/>
                  <a:pt x="226830" y="33859"/>
                  <a:pt x="228539" y="36152"/>
                </a:cubicBezTo>
                <a:cubicBezTo>
                  <a:pt x="230247" y="38445"/>
                  <a:pt x="231473" y="41132"/>
                  <a:pt x="232215" y="44212"/>
                </a:cubicBezTo>
                <a:cubicBezTo>
                  <a:pt x="232957" y="47292"/>
                  <a:pt x="233328" y="51013"/>
                  <a:pt x="233328" y="55375"/>
                </a:cubicBezTo>
                <a:lnTo>
                  <a:pt x="233328" y="92337"/>
                </a:lnTo>
                <a:close/>
                <a:moveTo>
                  <a:pt x="299305" y="92404"/>
                </a:moveTo>
                <a:cubicBezTo>
                  <a:pt x="299305" y="92944"/>
                  <a:pt x="299125" y="93348"/>
                  <a:pt x="298766" y="93618"/>
                </a:cubicBezTo>
                <a:cubicBezTo>
                  <a:pt x="298406" y="93888"/>
                  <a:pt x="297911" y="94090"/>
                  <a:pt x="297282" y="94225"/>
                </a:cubicBezTo>
                <a:cubicBezTo>
                  <a:pt x="296652" y="94360"/>
                  <a:pt x="295731" y="94427"/>
                  <a:pt x="294517" y="94427"/>
                </a:cubicBezTo>
                <a:cubicBezTo>
                  <a:pt x="293347" y="94427"/>
                  <a:pt x="292414" y="94360"/>
                  <a:pt x="291717" y="94225"/>
                </a:cubicBezTo>
                <a:cubicBezTo>
                  <a:pt x="291020" y="94090"/>
                  <a:pt x="290515" y="93888"/>
                  <a:pt x="290200" y="93618"/>
                </a:cubicBezTo>
                <a:cubicBezTo>
                  <a:pt x="289885" y="93348"/>
                  <a:pt x="289728" y="92944"/>
                  <a:pt x="289728" y="92404"/>
                </a:cubicBezTo>
                <a:lnTo>
                  <a:pt x="289728" y="86334"/>
                </a:lnTo>
                <a:cubicBezTo>
                  <a:pt x="287075" y="89166"/>
                  <a:pt x="284118" y="91381"/>
                  <a:pt x="280858" y="92977"/>
                </a:cubicBezTo>
                <a:cubicBezTo>
                  <a:pt x="277598" y="94574"/>
                  <a:pt x="274147" y="95372"/>
                  <a:pt x="270505" y="95372"/>
                </a:cubicBezTo>
                <a:cubicBezTo>
                  <a:pt x="267312" y="95372"/>
                  <a:pt x="264423" y="94954"/>
                  <a:pt x="261838" y="94120"/>
                </a:cubicBezTo>
                <a:cubicBezTo>
                  <a:pt x="259252" y="93285"/>
                  <a:pt x="257049" y="92078"/>
                  <a:pt x="255228" y="90499"/>
                </a:cubicBezTo>
                <a:cubicBezTo>
                  <a:pt x="253407" y="88919"/>
                  <a:pt x="251990" y="86979"/>
                  <a:pt x="250979" y="84679"/>
                </a:cubicBezTo>
                <a:cubicBezTo>
                  <a:pt x="249967" y="82377"/>
                  <a:pt x="249461" y="79760"/>
                  <a:pt x="249461" y="76826"/>
                </a:cubicBezTo>
                <a:cubicBezTo>
                  <a:pt x="249461" y="73397"/>
                  <a:pt x="250158" y="70419"/>
                  <a:pt x="251552" y="67893"/>
                </a:cubicBezTo>
                <a:cubicBezTo>
                  <a:pt x="252946" y="65365"/>
                  <a:pt x="254947" y="63266"/>
                  <a:pt x="257555" y="61597"/>
                </a:cubicBezTo>
                <a:cubicBezTo>
                  <a:pt x="260163" y="59928"/>
                  <a:pt x="263355" y="58676"/>
                  <a:pt x="267133" y="57841"/>
                </a:cubicBezTo>
                <a:cubicBezTo>
                  <a:pt x="270910" y="57006"/>
                  <a:pt x="275159" y="56589"/>
                  <a:pt x="279880" y="56589"/>
                </a:cubicBezTo>
                <a:lnTo>
                  <a:pt x="288244" y="56589"/>
                </a:lnTo>
                <a:lnTo>
                  <a:pt x="288244" y="51885"/>
                </a:lnTo>
                <a:cubicBezTo>
                  <a:pt x="288244" y="49555"/>
                  <a:pt x="287997" y="47494"/>
                  <a:pt x="287502" y="45702"/>
                </a:cubicBezTo>
                <a:cubicBezTo>
                  <a:pt x="287007" y="43909"/>
                  <a:pt x="286209" y="42419"/>
                  <a:pt x="285107" y="41232"/>
                </a:cubicBezTo>
                <a:cubicBezTo>
                  <a:pt x="284006" y="40045"/>
                  <a:pt x="282578" y="39149"/>
                  <a:pt x="280825" y="38545"/>
                </a:cubicBezTo>
                <a:cubicBezTo>
                  <a:pt x="279071" y="37939"/>
                  <a:pt x="276913" y="37636"/>
                  <a:pt x="274350" y="37636"/>
                </a:cubicBezTo>
                <a:cubicBezTo>
                  <a:pt x="271607" y="37636"/>
                  <a:pt x="269145" y="37959"/>
                  <a:pt x="266964" y="38604"/>
                </a:cubicBezTo>
                <a:cubicBezTo>
                  <a:pt x="264783" y="39249"/>
                  <a:pt x="262872" y="39960"/>
                  <a:pt x="261231" y="40739"/>
                </a:cubicBezTo>
                <a:cubicBezTo>
                  <a:pt x="259590" y="41517"/>
                  <a:pt x="258218" y="42229"/>
                  <a:pt x="257117" y="42874"/>
                </a:cubicBezTo>
                <a:cubicBezTo>
                  <a:pt x="256015" y="43519"/>
                  <a:pt x="255194" y="43841"/>
                  <a:pt x="254655" y="43841"/>
                </a:cubicBezTo>
                <a:cubicBezTo>
                  <a:pt x="254295" y="43841"/>
                  <a:pt x="253980" y="43751"/>
                  <a:pt x="253710" y="43572"/>
                </a:cubicBezTo>
                <a:cubicBezTo>
                  <a:pt x="253441" y="43392"/>
                  <a:pt x="253205" y="43122"/>
                  <a:pt x="253002" y="42762"/>
                </a:cubicBezTo>
                <a:cubicBezTo>
                  <a:pt x="252800" y="42402"/>
                  <a:pt x="252654" y="41942"/>
                  <a:pt x="252564" y="41379"/>
                </a:cubicBezTo>
                <a:cubicBezTo>
                  <a:pt x="252474" y="40817"/>
                  <a:pt x="252429" y="40199"/>
                  <a:pt x="252429" y="39525"/>
                </a:cubicBezTo>
                <a:cubicBezTo>
                  <a:pt x="252429" y="38400"/>
                  <a:pt x="252508" y="37512"/>
                  <a:pt x="252665" y="36860"/>
                </a:cubicBezTo>
                <a:cubicBezTo>
                  <a:pt x="252822" y="36208"/>
                  <a:pt x="253205" y="35590"/>
                  <a:pt x="253812" y="35006"/>
                </a:cubicBezTo>
                <a:cubicBezTo>
                  <a:pt x="254419" y="34421"/>
                  <a:pt x="255464" y="33740"/>
                  <a:pt x="256948" y="32963"/>
                </a:cubicBezTo>
                <a:cubicBezTo>
                  <a:pt x="258432" y="32185"/>
                  <a:pt x="260140" y="31474"/>
                  <a:pt x="262074" y="30830"/>
                </a:cubicBezTo>
                <a:cubicBezTo>
                  <a:pt x="264007" y="30187"/>
                  <a:pt x="266121" y="29654"/>
                  <a:pt x="268414" y="29232"/>
                </a:cubicBezTo>
                <a:cubicBezTo>
                  <a:pt x="270707" y="28810"/>
                  <a:pt x="273023" y="28598"/>
                  <a:pt x="275361" y="28598"/>
                </a:cubicBezTo>
                <a:cubicBezTo>
                  <a:pt x="279723" y="28598"/>
                  <a:pt x="283433" y="29093"/>
                  <a:pt x="286490" y="30082"/>
                </a:cubicBezTo>
                <a:cubicBezTo>
                  <a:pt x="289548" y="31071"/>
                  <a:pt x="292021" y="32521"/>
                  <a:pt x="293909" y="34432"/>
                </a:cubicBezTo>
                <a:cubicBezTo>
                  <a:pt x="295798" y="36343"/>
                  <a:pt x="297169" y="38715"/>
                  <a:pt x="298024" y="41548"/>
                </a:cubicBezTo>
                <a:cubicBezTo>
                  <a:pt x="298878" y="44381"/>
                  <a:pt x="299305" y="47686"/>
                  <a:pt x="299305" y="51463"/>
                </a:cubicBezTo>
                <a:lnTo>
                  <a:pt x="299305" y="92404"/>
                </a:lnTo>
                <a:moveTo>
                  <a:pt x="288244" y="64615"/>
                </a:moveTo>
                <a:lnTo>
                  <a:pt x="278734" y="64615"/>
                </a:lnTo>
                <a:cubicBezTo>
                  <a:pt x="275676" y="64615"/>
                  <a:pt x="273023" y="64876"/>
                  <a:pt x="270775" y="65397"/>
                </a:cubicBezTo>
                <a:cubicBezTo>
                  <a:pt x="268526" y="65917"/>
                  <a:pt x="266660" y="66686"/>
                  <a:pt x="265177" y="67703"/>
                </a:cubicBezTo>
                <a:cubicBezTo>
                  <a:pt x="263693" y="68721"/>
                  <a:pt x="262602" y="69942"/>
                  <a:pt x="261905" y="71369"/>
                </a:cubicBezTo>
                <a:cubicBezTo>
                  <a:pt x="261208" y="72793"/>
                  <a:pt x="260860" y="74433"/>
                  <a:pt x="260860" y="76288"/>
                </a:cubicBezTo>
                <a:cubicBezTo>
                  <a:pt x="260860" y="79455"/>
                  <a:pt x="261860" y="81978"/>
                  <a:pt x="263861" y="83855"/>
                </a:cubicBezTo>
                <a:cubicBezTo>
                  <a:pt x="265862" y="85732"/>
                  <a:pt x="268661" y="86671"/>
                  <a:pt x="272259" y="86671"/>
                </a:cubicBezTo>
                <a:cubicBezTo>
                  <a:pt x="275181" y="86671"/>
                  <a:pt x="277891" y="85925"/>
                  <a:pt x="280386" y="84432"/>
                </a:cubicBezTo>
                <a:cubicBezTo>
                  <a:pt x="282882" y="82939"/>
                  <a:pt x="285501" y="80654"/>
                  <a:pt x="288244" y="77578"/>
                </a:cubicBezTo>
                <a:lnTo>
                  <a:pt x="288244" y="64615"/>
                </a:lnTo>
                <a:close/>
                <a:moveTo>
                  <a:pt x="372290" y="92337"/>
                </a:moveTo>
                <a:cubicBezTo>
                  <a:pt x="372290" y="92696"/>
                  <a:pt x="372200" y="93000"/>
                  <a:pt x="372021" y="93247"/>
                </a:cubicBezTo>
                <a:cubicBezTo>
                  <a:pt x="371841" y="93494"/>
                  <a:pt x="371548" y="93708"/>
                  <a:pt x="371144" y="93888"/>
                </a:cubicBezTo>
                <a:cubicBezTo>
                  <a:pt x="370739" y="94068"/>
                  <a:pt x="370177" y="94203"/>
                  <a:pt x="369458" y="94293"/>
                </a:cubicBezTo>
                <a:cubicBezTo>
                  <a:pt x="368738" y="94382"/>
                  <a:pt x="367839" y="94427"/>
                  <a:pt x="366760" y="94427"/>
                </a:cubicBezTo>
                <a:cubicBezTo>
                  <a:pt x="365636" y="94427"/>
                  <a:pt x="364714" y="94382"/>
                  <a:pt x="363994" y="94293"/>
                </a:cubicBezTo>
                <a:cubicBezTo>
                  <a:pt x="363275" y="94203"/>
                  <a:pt x="362713" y="94068"/>
                  <a:pt x="362308" y="93888"/>
                </a:cubicBezTo>
                <a:cubicBezTo>
                  <a:pt x="361903" y="93708"/>
                  <a:pt x="361611" y="93494"/>
                  <a:pt x="361431" y="93247"/>
                </a:cubicBezTo>
                <a:cubicBezTo>
                  <a:pt x="361251" y="93000"/>
                  <a:pt x="361161" y="92696"/>
                  <a:pt x="361161" y="92337"/>
                </a:cubicBezTo>
                <a:lnTo>
                  <a:pt x="361161" y="56791"/>
                </a:lnTo>
                <a:cubicBezTo>
                  <a:pt x="361161" y="53329"/>
                  <a:pt x="360892" y="50541"/>
                  <a:pt x="360352" y="48428"/>
                </a:cubicBezTo>
                <a:cubicBezTo>
                  <a:pt x="359812" y="46314"/>
                  <a:pt x="359026" y="44493"/>
                  <a:pt x="357991" y="42964"/>
                </a:cubicBezTo>
                <a:cubicBezTo>
                  <a:pt x="356957" y="41436"/>
                  <a:pt x="355619" y="40267"/>
                  <a:pt x="353978" y="39457"/>
                </a:cubicBezTo>
                <a:cubicBezTo>
                  <a:pt x="352337" y="38648"/>
                  <a:pt x="350437" y="38243"/>
                  <a:pt x="348279" y="38243"/>
                </a:cubicBezTo>
                <a:cubicBezTo>
                  <a:pt x="345491" y="38243"/>
                  <a:pt x="342703" y="39232"/>
                  <a:pt x="339915" y="41211"/>
                </a:cubicBezTo>
                <a:cubicBezTo>
                  <a:pt x="337127" y="43189"/>
                  <a:pt x="334205" y="46090"/>
                  <a:pt x="331147" y="49912"/>
                </a:cubicBezTo>
                <a:lnTo>
                  <a:pt x="331147" y="92337"/>
                </a:lnTo>
                <a:cubicBezTo>
                  <a:pt x="331147" y="92696"/>
                  <a:pt x="331057" y="93000"/>
                  <a:pt x="330877" y="93247"/>
                </a:cubicBezTo>
                <a:cubicBezTo>
                  <a:pt x="330697" y="93494"/>
                  <a:pt x="330405" y="93708"/>
                  <a:pt x="330000" y="93888"/>
                </a:cubicBezTo>
                <a:cubicBezTo>
                  <a:pt x="329596" y="94068"/>
                  <a:pt x="329034" y="94203"/>
                  <a:pt x="328314" y="94293"/>
                </a:cubicBezTo>
                <a:cubicBezTo>
                  <a:pt x="327595" y="94382"/>
                  <a:pt x="326673" y="94427"/>
                  <a:pt x="325549" y="94427"/>
                </a:cubicBezTo>
                <a:cubicBezTo>
                  <a:pt x="324470" y="94427"/>
                  <a:pt x="323570" y="94382"/>
                  <a:pt x="322851" y="94293"/>
                </a:cubicBezTo>
                <a:cubicBezTo>
                  <a:pt x="322131" y="94203"/>
                  <a:pt x="321558" y="94068"/>
                  <a:pt x="321131" y="93888"/>
                </a:cubicBezTo>
                <a:cubicBezTo>
                  <a:pt x="320704" y="93708"/>
                  <a:pt x="320412" y="93494"/>
                  <a:pt x="320254" y="93247"/>
                </a:cubicBezTo>
                <a:cubicBezTo>
                  <a:pt x="320097" y="93000"/>
                  <a:pt x="320018" y="92696"/>
                  <a:pt x="320018" y="92337"/>
                </a:cubicBezTo>
                <a:lnTo>
                  <a:pt x="320018" y="31633"/>
                </a:lnTo>
                <a:cubicBezTo>
                  <a:pt x="320018" y="31273"/>
                  <a:pt x="320086" y="30970"/>
                  <a:pt x="320220" y="30723"/>
                </a:cubicBezTo>
                <a:cubicBezTo>
                  <a:pt x="320355" y="30475"/>
                  <a:pt x="320625" y="30251"/>
                  <a:pt x="321030" y="30048"/>
                </a:cubicBezTo>
                <a:cubicBezTo>
                  <a:pt x="321434" y="29846"/>
                  <a:pt x="321952" y="29711"/>
                  <a:pt x="322581" y="29643"/>
                </a:cubicBezTo>
                <a:cubicBezTo>
                  <a:pt x="323211" y="29576"/>
                  <a:pt x="324042" y="29542"/>
                  <a:pt x="325077" y="29542"/>
                </a:cubicBezTo>
                <a:cubicBezTo>
                  <a:pt x="326066" y="29542"/>
                  <a:pt x="326887" y="29576"/>
                  <a:pt x="327539" y="29643"/>
                </a:cubicBezTo>
                <a:cubicBezTo>
                  <a:pt x="328191" y="29711"/>
                  <a:pt x="328696" y="29846"/>
                  <a:pt x="329056" y="30048"/>
                </a:cubicBezTo>
                <a:cubicBezTo>
                  <a:pt x="329416" y="30251"/>
                  <a:pt x="329674" y="30475"/>
                  <a:pt x="329832" y="30723"/>
                </a:cubicBezTo>
                <a:cubicBezTo>
                  <a:pt x="329989" y="30970"/>
                  <a:pt x="330068" y="31273"/>
                  <a:pt x="330068" y="31633"/>
                </a:cubicBezTo>
                <a:lnTo>
                  <a:pt x="330068" y="39660"/>
                </a:lnTo>
                <a:cubicBezTo>
                  <a:pt x="333485" y="35837"/>
                  <a:pt x="336891" y="33038"/>
                  <a:pt x="340286" y="31262"/>
                </a:cubicBezTo>
                <a:cubicBezTo>
                  <a:pt x="343681" y="29486"/>
                  <a:pt x="347110" y="28598"/>
                  <a:pt x="350572" y="28598"/>
                </a:cubicBezTo>
                <a:cubicBezTo>
                  <a:pt x="354619" y="28598"/>
                  <a:pt x="358025" y="29284"/>
                  <a:pt x="360790" y="30655"/>
                </a:cubicBezTo>
                <a:cubicBezTo>
                  <a:pt x="363556" y="32027"/>
                  <a:pt x="365793" y="33859"/>
                  <a:pt x="367502" y="36152"/>
                </a:cubicBezTo>
                <a:cubicBezTo>
                  <a:pt x="369210" y="38445"/>
                  <a:pt x="370436" y="41132"/>
                  <a:pt x="371178" y="44212"/>
                </a:cubicBezTo>
                <a:cubicBezTo>
                  <a:pt x="371919" y="47292"/>
                  <a:pt x="372290" y="50991"/>
                  <a:pt x="372290" y="55307"/>
                </a:cubicBezTo>
                <a:lnTo>
                  <a:pt x="372290" y="92337"/>
                </a:lnTo>
                <a:close/>
                <a:moveTo>
                  <a:pt x="443260" y="34331"/>
                </a:moveTo>
                <a:cubicBezTo>
                  <a:pt x="443260" y="35905"/>
                  <a:pt x="443046" y="37040"/>
                  <a:pt x="442619" y="37737"/>
                </a:cubicBezTo>
                <a:cubicBezTo>
                  <a:pt x="442192" y="38434"/>
                  <a:pt x="441641" y="38783"/>
                  <a:pt x="440966" y="38783"/>
                </a:cubicBezTo>
                <a:lnTo>
                  <a:pt x="432266" y="38783"/>
                </a:lnTo>
                <a:cubicBezTo>
                  <a:pt x="433839" y="40406"/>
                  <a:pt x="434941" y="42199"/>
                  <a:pt x="435570" y="44162"/>
                </a:cubicBezTo>
                <a:cubicBezTo>
                  <a:pt x="436200" y="46123"/>
                  <a:pt x="436515" y="48164"/>
                  <a:pt x="436515" y="50283"/>
                </a:cubicBezTo>
                <a:cubicBezTo>
                  <a:pt x="436515" y="53784"/>
                  <a:pt x="435953" y="56882"/>
                  <a:pt x="434829" y="59576"/>
                </a:cubicBezTo>
                <a:cubicBezTo>
                  <a:pt x="433704" y="62269"/>
                  <a:pt x="432097" y="64548"/>
                  <a:pt x="430006" y="66411"/>
                </a:cubicBezTo>
                <a:cubicBezTo>
                  <a:pt x="427915" y="68274"/>
                  <a:pt x="425431" y="69700"/>
                  <a:pt x="422553" y="70688"/>
                </a:cubicBezTo>
                <a:cubicBezTo>
                  <a:pt x="419675" y="71676"/>
                  <a:pt x="416483" y="72170"/>
                  <a:pt x="412975" y="72170"/>
                </a:cubicBezTo>
                <a:cubicBezTo>
                  <a:pt x="410502" y="72170"/>
                  <a:pt x="408153" y="71844"/>
                  <a:pt x="405927" y="71194"/>
                </a:cubicBezTo>
                <a:cubicBezTo>
                  <a:pt x="403701" y="70543"/>
                  <a:pt x="401981" y="69724"/>
                  <a:pt x="400767" y="68736"/>
                </a:cubicBezTo>
                <a:cubicBezTo>
                  <a:pt x="399958" y="69545"/>
                  <a:pt x="399295" y="70467"/>
                  <a:pt x="398778" y="71501"/>
                </a:cubicBezTo>
                <a:cubicBezTo>
                  <a:pt x="398260" y="72534"/>
                  <a:pt x="398002" y="73724"/>
                  <a:pt x="398002" y="75072"/>
                </a:cubicBezTo>
                <a:cubicBezTo>
                  <a:pt x="398002" y="76646"/>
                  <a:pt x="398733" y="77950"/>
                  <a:pt x="400194" y="78984"/>
                </a:cubicBezTo>
                <a:cubicBezTo>
                  <a:pt x="401655" y="80017"/>
                  <a:pt x="403600" y="80578"/>
                  <a:pt x="406028" y="80668"/>
                </a:cubicBezTo>
                <a:lnTo>
                  <a:pt x="421879" y="81345"/>
                </a:lnTo>
                <a:cubicBezTo>
                  <a:pt x="424891" y="81435"/>
                  <a:pt x="427657" y="81852"/>
                  <a:pt x="430175" y="82597"/>
                </a:cubicBezTo>
                <a:cubicBezTo>
                  <a:pt x="432693" y="83341"/>
                  <a:pt x="434874" y="84402"/>
                  <a:pt x="436717" y="85779"/>
                </a:cubicBezTo>
                <a:cubicBezTo>
                  <a:pt x="438561" y="87155"/>
                  <a:pt x="440000" y="88847"/>
                  <a:pt x="441034" y="90855"/>
                </a:cubicBezTo>
                <a:cubicBezTo>
                  <a:pt x="442068" y="92863"/>
                  <a:pt x="442585" y="95198"/>
                  <a:pt x="442585" y="97861"/>
                </a:cubicBezTo>
                <a:cubicBezTo>
                  <a:pt x="442585" y="100659"/>
                  <a:pt x="442001" y="103321"/>
                  <a:pt x="440831" y="105847"/>
                </a:cubicBezTo>
                <a:cubicBezTo>
                  <a:pt x="439662" y="108375"/>
                  <a:pt x="437875" y="110597"/>
                  <a:pt x="435469" y="112514"/>
                </a:cubicBezTo>
                <a:cubicBezTo>
                  <a:pt x="433064" y="114432"/>
                  <a:pt x="429995" y="115944"/>
                  <a:pt x="426263" y="117050"/>
                </a:cubicBezTo>
                <a:cubicBezTo>
                  <a:pt x="422531" y="118156"/>
                  <a:pt x="418124" y="118709"/>
                  <a:pt x="413043" y="118709"/>
                </a:cubicBezTo>
                <a:cubicBezTo>
                  <a:pt x="408142" y="118709"/>
                  <a:pt x="403971" y="118292"/>
                  <a:pt x="400531" y="117459"/>
                </a:cubicBezTo>
                <a:cubicBezTo>
                  <a:pt x="397091" y="116627"/>
                  <a:pt x="394270" y="115491"/>
                  <a:pt x="392066" y="114051"/>
                </a:cubicBezTo>
                <a:cubicBezTo>
                  <a:pt x="389863" y="112612"/>
                  <a:pt x="388267" y="110891"/>
                  <a:pt x="387278" y="108889"/>
                </a:cubicBezTo>
                <a:cubicBezTo>
                  <a:pt x="386288" y="106886"/>
                  <a:pt x="385794" y="104715"/>
                  <a:pt x="385794" y="102374"/>
                </a:cubicBezTo>
                <a:cubicBezTo>
                  <a:pt x="385794" y="100890"/>
                  <a:pt x="385974" y="99450"/>
                  <a:pt x="386333" y="98055"/>
                </a:cubicBezTo>
                <a:cubicBezTo>
                  <a:pt x="386693" y="96660"/>
                  <a:pt x="387244" y="95332"/>
                  <a:pt x="387986" y="94071"/>
                </a:cubicBezTo>
                <a:cubicBezTo>
                  <a:pt x="388728" y="92812"/>
                  <a:pt x="389650" y="91609"/>
                  <a:pt x="390751" y="90463"/>
                </a:cubicBezTo>
                <a:cubicBezTo>
                  <a:pt x="391853" y="89315"/>
                  <a:pt x="393123" y="88178"/>
                  <a:pt x="394562" y="87052"/>
                </a:cubicBezTo>
                <a:cubicBezTo>
                  <a:pt x="392359" y="85924"/>
                  <a:pt x="390729" y="84502"/>
                  <a:pt x="389672" y="82786"/>
                </a:cubicBezTo>
                <a:cubicBezTo>
                  <a:pt x="388615" y="81069"/>
                  <a:pt x="388087" y="79217"/>
                  <a:pt x="388087" y="77230"/>
                </a:cubicBezTo>
                <a:cubicBezTo>
                  <a:pt x="388087" y="74476"/>
                  <a:pt x="388649" y="72015"/>
                  <a:pt x="389773" y="69847"/>
                </a:cubicBezTo>
                <a:cubicBezTo>
                  <a:pt x="390897" y="67679"/>
                  <a:pt x="392291" y="65737"/>
                  <a:pt x="393955" y="64021"/>
                </a:cubicBezTo>
                <a:cubicBezTo>
                  <a:pt x="392561" y="62360"/>
                  <a:pt x="391459" y="60486"/>
                  <a:pt x="390650" y="58397"/>
                </a:cubicBezTo>
                <a:cubicBezTo>
                  <a:pt x="389841" y="56309"/>
                  <a:pt x="389436" y="53784"/>
                  <a:pt x="389436" y="50822"/>
                </a:cubicBezTo>
                <a:cubicBezTo>
                  <a:pt x="389436" y="47365"/>
                  <a:pt x="390020" y="44268"/>
                  <a:pt x="391190" y="41529"/>
                </a:cubicBezTo>
                <a:cubicBezTo>
                  <a:pt x="392359" y="38790"/>
                  <a:pt x="393977" y="36478"/>
                  <a:pt x="396046" y="34592"/>
                </a:cubicBezTo>
                <a:cubicBezTo>
                  <a:pt x="398114" y="32707"/>
                  <a:pt x="400599" y="31259"/>
                  <a:pt x="403499" y="30248"/>
                </a:cubicBezTo>
                <a:cubicBezTo>
                  <a:pt x="406399" y="29238"/>
                  <a:pt x="409558" y="28733"/>
                  <a:pt x="412975" y="28733"/>
                </a:cubicBezTo>
                <a:cubicBezTo>
                  <a:pt x="414819" y="28733"/>
                  <a:pt x="416539" y="28828"/>
                  <a:pt x="418135" y="29020"/>
                </a:cubicBezTo>
                <a:cubicBezTo>
                  <a:pt x="419731" y="29209"/>
                  <a:pt x="421227" y="29473"/>
                  <a:pt x="422620" y="29812"/>
                </a:cubicBezTo>
                <a:lnTo>
                  <a:pt x="440966" y="29812"/>
                </a:lnTo>
                <a:cubicBezTo>
                  <a:pt x="441731" y="29812"/>
                  <a:pt x="442304" y="30183"/>
                  <a:pt x="442686" y="30925"/>
                </a:cubicBezTo>
                <a:cubicBezTo>
                  <a:pt x="443068" y="31667"/>
                  <a:pt x="443260" y="32802"/>
                  <a:pt x="443260" y="34331"/>
                </a:cubicBezTo>
                <a:moveTo>
                  <a:pt x="425858" y="50350"/>
                </a:moveTo>
                <a:cubicBezTo>
                  <a:pt x="425858" y="46224"/>
                  <a:pt x="424723" y="43007"/>
                  <a:pt x="422452" y="40697"/>
                </a:cubicBezTo>
                <a:cubicBezTo>
                  <a:pt x="420181" y="38386"/>
                  <a:pt x="416955" y="37231"/>
                  <a:pt x="412773" y="37231"/>
                </a:cubicBezTo>
                <a:cubicBezTo>
                  <a:pt x="410615" y="37231"/>
                  <a:pt x="408737" y="37590"/>
                  <a:pt x="407141" y="38308"/>
                </a:cubicBezTo>
                <a:cubicBezTo>
                  <a:pt x="405545" y="39025"/>
                  <a:pt x="404218" y="40012"/>
                  <a:pt x="403162" y="41268"/>
                </a:cubicBezTo>
                <a:cubicBezTo>
                  <a:pt x="402105" y="42524"/>
                  <a:pt x="401318" y="43971"/>
                  <a:pt x="400801" y="45608"/>
                </a:cubicBezTo>
                <a:cubicBezTo>
                  <a:pt x="400284" y="47245"/>
                  <a:pt x="400025" y="48960"/>
                  <a:pt x="400025" y="50755"/>
                </a:cubicBezTo>
                <a:cubicBezTo>
                  <a:pt x="400025" y="54745"/>
                  <a:pt x="401161" y="57885"/>
                  <a:pt x="403431" y="60172"/>
                </a:cubicBezTo>
                <a:cubicBezTo>
                  <a:pt x="405702" y="62460"/>
                  <a:pt x="408884" y="63604"/>
                  <a:pt x="412975" y="63604"/>
                </a:cubicBezTo>
                <a:cubicBezTo>
                  <a:pt x="415179" y="63604"/>
                  <a:pt x="417090" y="63257"/>
                  <a:pt x="418708" y="62562"/>
                </a:cubicBezTo>
                <a:cubicBezTo>
                  <a:pt x="420327" y="61867"/>
                  <a:pt x="421665" y="60902"/>
                  <a:pt x="422722" y="59668"/>
                </a:cubicBezTo>
                <a:cubicBezTo>
                  <a:pt x="423778" y="58435"/>
                  <a:pt x="424565" y="57011"/>
                  <a:pt x="425082" y="55396"/>
                </a:cubicBezTo>
                <a:cubicBezTo>
                  <a:pt x="425599" y="53781"/>
                  <a:pt x="425858" y="52099"/>
                  <a:pt x="425858" y="50350"/>
                </a:cubicBezTo>
                <a:moveTo>
                  <a:pt x="431456" y="98466"/>
                </a:moveTo>
                <a:cubicBezTo>
                  <a:pt x="431456" y="95840"/>
                  <a:pt x="430388" y="93814"/>
                  <a:pt x="428252" y="92389"/>
                </a:cubicBezTo>
                <a:cubicBezTo>
                  <a:pt x="426117" y="90963"/>
                  <a:pt x="423227" y="90205"/>
                  <a:pt x="419585" y="90115"/>
                </a:cubicBezTo>
                <a:lnTo>
                  <a:pt x="403870" y="89571"/>
                </a:lnTo>
                <a:cubicBezTo>
                  <a:pt x="402431" y="90702"/>
                  <a:pt x="401251" y="91777"/>
                  <a:pt x="400329" y="92796"/>
                </a:cubicBezTo>
                <a:cubicBezTo>
                  <a:pt x="399407" y="93815"/>
                  <a:pt x="398676" y="94788"/>
                  <a:pt x="398137" y="95715"/>
                </a:cubicBezTo>
                <a:cubicBezTo>
                  <a:pt x="397597" y="96643"/>
                  <a:pt x="397226" y="97559"/>
                  <a:pt x="397024" y="98464"/>
                </a:cubicBezTo>
                <a:cubicBezTo>
                  <a:pt x="396822" y="99370"/>
                  <a:pt x="396720" y="100298"/>
                  <a:pt x="396720" y="101248"/>
                </a:cubicBezTo>
                <a:cubicBezTo>
                  <a:pt x="396720" y="104191"/>
                  <a:pt x="398204" y="106420"/>
                  <a:pt x="401172" y="107936"/>
                </a:cubicBezTo>
                <a:cubicBezTo>
                  <a:pt x="404140" y="109452"/>
                  <a:pt x="408276" y="110210"/>
                  <a:pt x="413582" y="110210"/>
                </a:cubicBezTo>
                <a:cubicBezTo>
                  <a:pt x="416955" y="110210"/>
                  <a:pt x="419776" y="109882"/>
                  <a:pt x="422047" y="109226"/>
                </a:cubicBezTo>
                <a:cubicBezTo>
                  <a:pt x="424318" y="108570"/>
                  <a:pt x="426150" y="107699"/>
                  <a:pt x="427544" y="106612"/>
                </a:cubicBezTo>
                <a:cubicBezTo>
                  <a:pt x="428938" y="105526"/>
                  <a:pt x="429939" y="104281"/>
                  <a:pt x="430546" y="102877"/>
                </a:cubicBezTo>
                <a:cubicBezTo>
                  <a:pt x="431153" y="101475"/>
                  <a:pt x="431456" y="100005"/>
                  <a:pt x="431456" y="98466"/>
                </a:cubicBezTo>
                <a:close/>
                <a:moveTo>
                  <a:pt x="508571" y="59354"/>
                </a:moveTo>
                <a:cubicBezTo>
                  <a:pt x="508571" y="61108"/>
                  <a:pt x="508133" y="62356"/>
                  <a:pt x="507256" y="63098"/>
                </a:cubicBezTo>
                <a:cubicBezTo>
                  <a:pt x="506379" y="63840"/>
                  <a:pt x="505379" y="64211"/>
                  <a:pt x="504255" y="64211"/>
                </a:cubicBezTo>
                <a:lnTo>
                  <a:pt x="464460" y="64211"/>
                </a:lnTo>
                <a:cubicBezTo>
                  <a:pt x="464460" y="67593"/>
                  <a:pt x="464797" y="70637"/>
                  <a:pt x="465472" y="73344"/>
                </a:cubicBezTo>
                <a:cubicBezTo>
                  <a:pt x="466146" y="76050"/>
                  <a:pt x="467271" y="78373"/>
                  <a:pt x="468844" y="80312"/>
                </a:cubicBezTo>
                <a:cubicBezTo>
                  <a:pt x="470418" y="82251"/>
                  <a:pt x="472464" y="83740"/>
                  <a:pt x="474982" y="84778"/>
                </a:cubicBezTo>
                <a:cubicBezTo>
                  <a:pt x="477500" y="85815"/>
                  <a:pt x="480580" y="86334"/>
                  <a:pt x="484223" y="86334"/>
                </a:cubicBezTo>
                <a:cubicBezTo>
                  <a:pt x="487100" y="86334"/>
                  <a:pt x="489663" y="86098"/>
                  <a:pt x="491912" y="85625"/>
                </a:cubicBezTo>
                <a:cubicBezTo>
                  <a:pt x="494160" y="85153"/>
                  <a:pt x="496105" y="84625"/>
                  <a:pt x="497746" y="84040"/>
                </a:cubicBezTo>
                <a:cubicBezTo>
                  <a:pt x="499387" y="83456"/>
                  <a:pt x="500736" y="82928"/>
                  <a:pt x="501793" y="82455"/>
                </a:cubicBezTo>
                <a:cubicBezTo>
                  <a:pt x="502850" y="81983"/>
                  <a:pt x="503648" y="81747"/>
                  <a:pt x="504187" y="81747"/>
                </a:cubicBezTo>
                <a:cubicBezTo>
                  <a:pt x="504502" y="81747"/>
                  <a:pt x="504783" y="81826"/>
                  <a:pt x="505030" y="81983"/>
                </a:cubicBezTo>
                <a:cubicBezTo>
                  <a:pt x="505278" y="82141"/>
                  <a:pt x="505469" y="82377"/>
                  <a:pt x="505604" y="82691"/>
                </a:cubicBezTo>
                <a:cubicBezTo>
                  <a:pt x="505739" y="83006"/>
                  <a:pt x="505840" y="83445"/>
                  <a:pt x="505907" y="84007"/>
                </a:cubicBezTo>
                <a:cubicBezTo>
                  <a:pt x="505975" y="84569"/>
                  <a:pt x="506008" y="85254"/>
                  <a:pt x="506008" y="86064"/>
                </a:cubicBezTo>
                <a:cubicBezTo>
                  <a:pt x="506008" y="86648"/>
                  <a:pt x="505986" y="87154"/>
                  <a:pt x="505941" y="87581"/>
                </a:cubicBezTo>
                <a:cubicBezTo>
                  <a:pt x="505896" y="88009"/>
                  <a:pt x="505840" y="88391"/>
                  <a:pt x="505772" y="88728"/>
                </a:cubicBezTo>
                <a:cubicBezTo>
                  <a:pt x="505705" y="89065"/>
                  <a:pt x="505592" y="89369"/>
                  <a:pt x="505435" y="89639"/>
                </a:cubicBezTo>
                <a:cubicBezTo>
                  <a:pt x="505278" y="89908"/>
                  <a:pt x="505075" y="90167"/>
                  <a:pt x="504828" y="90414"/>
                </a:cubicBezTo>
                <a:cubicBezTo>
                  <a:pt x="504581" y="90662"/>
                  <a:pt x="503850" y="91066"/>
                  <a:pt x="502636" y="91628"/>
                </a:cubicBezTo>
                <a:cubicBezTo>
                  <a:pt x="501422" y="92190"/>
                  <a:pt x="499848" y="92741"/>
                  <a:pt x="497915" y="93281"/>
                </a:cubicBezTo>
                <a:cubicBezTo>
                  <a:pt x="495981" y="93820"/>
                  <a:pt x="493744" y="94304"/>
                  <a:pt x="491203" y="94731"/>
                </a:cubicBezTo>
                <a:cubicBezTo>
                  <a:pt x="488663" y="95158"/>
                  <a:pt x="485954" y="95372"/>
                  <a:pt x="483076" y="95372"/>
                </a:cubicBezTo>
                <a:cubicBezTo>
                  <a:pt x="478085" y="95372"/>
                  <a:pt x="473712" y="94674"/>
                  <a:pt x="469957" y="93279"/>
                </a:cubicBezTo>
                <a:cubicBezTo>
                  <a:pt x="466203" y="91883"/>
                  <a:pt x="463044" y="89813"/>
                  <a:pt x="460481" y="87067"/>
                </a:cubicBezTo>
                <a:cubicBezTo>
                  <a:pt x="457918" y="84321"/>
                  <a:pt x="455984" y="80878"/>
                  <a:pt x="454680" y="76737"/>
                </a:cubicBezTo>
                <a:cubicBezTo>
                  <a:pt x="453376" y="72596"/>
                  <a:pt x="452724" y="67780"/>
                  <a:pt x="452724" y="62288"/>
                </a:cubicBezTo>
                <a:cubicBezTo>
                  <a:pt x="452724" y="57067"/>
                  <a:pt x="453399" y="52374"/>
                  <a:pt x="454748" y="48211"/>
                </a:cubicBezTo>
                <a:cubicBezTo>
                  <a:pt x="456097" y="44047"/>
                  <a:pt x="458041" y="40514"/>
                  <a:pt x="460582" y="37611"/>
                </a:cubicBezTo>
                <a:cubicBezTo>
                  <a:pt x="463123" y="34708"/>
                  <a:pt x="466191" y="32480"/>
                  <a:pt x="469789" y="30927"/>
                </a:cubicBezTo>
                <a:cubicBezTo>
                  <a:pt x="473386" y="29374"/>
                  <a:pt x="477410" y="28598"/>
                  <a:pt x="481862" y="28598"/>
                </a:cubicBezTo>
                <a:cubicBezTo>
                  <a:pt x="486628" y="28598"/>
                  <a:pt x="490686" y="29362"/>
                  <a:pt x="494036" y="30891"/>
                </a:cubicBezTo>
                <a:cubicBezTo>
                  <a:pt x="497386" y="32420"/>
                  <a:pt x="500140" y="34477"/>
                  <a:pt x="502299" y="37063"/>
                </a:cubicBezTo>
                <a:cubicBezTo>
                  <a:pt x="504457" y="39648"/>
                  <a:pt x="506042" y="42683"/>
                  <a:pt x="507054" y="46168"/>
                </a:cubicBezTo>
                <a:cubicBezTo>
                  <a:pt x="508065" y="49653"/>
                  <a:pt x="508571" y="53374"/>
                  <a:pt x="508571" y="57331"/>
                </a:cubicBezTo>
                <a:lnTo>
                  <a:pt x="508571" y="59354"/>
                </a:lnTo>
                <a:moveTo>
                  <a:pt x="497375" y="56049"/>
                </a:moveTo>
                <a:cubicBezTo>
                  <a:pt x="497510" y="50204"/>
                  <a:pt x="496217" y="45617"/>
                  <a:pt x="493497" y="42290"/>
                </a:cubicBezTo>
                <a:cubicBezTo>
                  <a:pt x="490776" y="38963"/>
                  <a:pt x="486741" y="37299"/>
                  <a:pt x="481390" y="37299"/>
                </a:cubicBezTo>
                <a:cubicBezTo>
                  <a:pt x="478647" y="37299"/>
                  <a:pt x="476241" y="37816"/>
                  <a:pt x="474173" y="38850"/>
                </a:cubicBezTo>
                <a:cubicBezTo>
                  <a:pt x="472104" y="39884"/>
                  <a:pt x="470373" y="41256"/>
                  <a:pt x="468979" y="42964"/>
                </a:cubicBezTo>
                <a:cubicBezTo>
                  <a:pt x="467585" y="44673"/>
                  <a:pt x="466506" y="46663"/>
                  <a:pt x="465742" y="48934"/>
                </a:cubicBezTo>
                <a:cubicBezTo>
                  <a:pt x="464977" y="51204"/>
                  <a:pt x="464550" y="53576"/>
                  <a:pt x="464460" y="56049"/>
                </a:cubicBezTo>
                <a:lnTo>
                  <a:pt x="497375" y="560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text">
            <a:extLst xmlns:a="http://schemas.openxmlformats.org/drawingml/2006/main">
              <a:ext uri="{FF2B5EF4-FFF2-40B4-BE49-F238E27FC236}">
                <a16:creationId xmlns:a16="http://schemas.microsoft.com/office/drawing/2014/main" id="{2E534973-5409-4080-AD88-CC1B296B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8100" y="2150686"/>
            <a:ext cx="210808" cy="82152"/>
          </a:xfrm>
          <a:custGeom xmlns:a="http://schemas.openxmlformats.org/drawingml/2006/main">
            <a:pathLst>
              <a:path w="210808" h="82152">
                <a:moveTo>
                  <a:pt x="39660" y="74733"/>
                </a:moveTo>
                <a:cubicBezTo>
                  <a:pt x="39660" y="76037"/>
                  <a:pt x="39570" y="77071"/>
                  <a:pt x="39390" y="77835"/>
                </a:cubicBezTo>
                <a:cubicBezTo>
                  <a:pt x="39210" y="78600"/>
                  <a:pt x="38940" y="79162"/>
                  <a:pt x="38580" y="79521"/>
                </a:cubicBezTo>
                <a:cubicBezTo>
                  <a:pt x="38221" y="79881"/>
                  <a:pt x="37681" y="80218"/>
                  <a:pt x="36962" y="80533"/>
                </a:cubicBezTo>
                <a:cubicBezTo>
                  <a:pt x="36242" y="80848"/>
                  <a:pt x="35422" y="81106"/>
                  <a:pt x="34500" y="81309"/>
                </a:cubicBezTo>
                <a:cubicBezTo>
                  <a:pt x="33578" y="81511"/>
                  <a:pt x="32600" y="81680"/>
                  <a:pt x="31566" y="81815"/>
                </a:cubicBezTo>
                <a:cubicBezTo>
                  <a:pt x="30532" y="81950"/>
                  <a:pt x="29497" y="82017"/>
                  <a:pt x="28463" y="82017"/>
                </a:cubicBezTo>
                <a:cubicBezTo>
                  <a:pt x="25316" y="82017"/>
                  <a:pt x="22618" y="81600"/>
                  <a:pt x="20369" y="80767"/>
                </a:cubicBezTo>
                <a:cubicBezTo>
                  <a:pt x="18121" y="79932"/>
                  <a:pt x="16277" y="78670"/>
                  <a:pt x="14839" y="76979"/>
                </a:cubicBezTo>
                <a:cubicBezTo>
                  <a:pt x="13400" y="75289"/>
                  <a:pt x="12354" y="73148"/>
                  <a:pt x="11702" y="70557"/>
                </a:cubicBezTo>
                <a:cubicBezTo>
                  <a:pt x="11050" y="67966"/>
                  <a:pt x="10724" y="64913"/>
                  <a:pt x="10724" y="61397"/>
                </a:cubicBezTo>
                <a:lnTo>
                  <a:pt x="10724" y="25833"/>
                </a:lnTo>
                <a:lnTo>
                  <a:pt x="2226" y="25833"/>
                </a:lnTo>
                <a:cubicBezTo>
                  <a:pt x="1551" y="25833"/>
                  <a:pt x="1012" y="25473"/>
                  <a:pt x="607" y="24753"/>
                </a:cubicBezTo>
                <a:cubicBezTo>
                  <a:pt x="202" y="24034"/>
                  <a:pt x="0" y="22865"/>
                  <a:pt x="0" y="21246"/>
                </a:cubicBezTo>
                <a:cubicBezTo>
                  <a:pt x="0" y="20392"/>
                  <a:pt x="56" y="19672"/>
                  <a:pt x="169" y="19088"/>
                </a:cubicBezTo>
                <a:cubicBezTo>
                  <a:pt x="281" y="18503"/>
                  <a:pt x="427" y="18020"/>
                  <a:pt x="607" y="17638"/>
                </a:cubicBezTo>
                <a:cubicBezTo>
                  <a:pt x="787" y="17255"/>
                  <a:pt x="1023" y="16986"/>
                  <a:pt x="1315" y="16828"/>
                </a:cubicBezTo>
                <a:cubicBezTo>
                  <a:pt x="1608" y="16671"/>
                  <a:pt x="1934" y="16592"/>
                  <a:pt x="2293" y="16592"/>
                </a:cubicBezTo>
                <a:lnTo>
                  <a:pt x="10724" y="16592"/>
                </a:lnTo>
                <a:lnTo>
                  <a:pt x="10724" y="2158"/>
                </a:lnTo>
                <a:cubicBezTo>
                  <a:pt x="10724" y="1844"/>
                  <a:pt x="10803" y="1551"/>
                  <a:pt x="10960" y="1282"/>
                </a:cubicBezTo>
                <a:cubicBezTo>
                  <a:pt x="11118" y="1012"/>
                  <a:pt x="11410" y="776"/>
                  <a:pt x="11837" y="573"/>
                </a:cubicBezTo>
                <a:cubicBezTo>
                  <a:pt x="12264" y="371"/>
                  <a:pt x="12838" y="225"/>
                  <a:pt x="13557" y="135"/>
                </a:cubicBezTo>
                <a:cubicBezTo>
                  <a:pt x="14277" y="45"/>
                  <a:pt x="15176" y="0"/>
                  <a:pt x="16255" y="0"/>
                </a:cubicBezTo>
                <a:cubicBezTo>
                  <a:pt x="17379" y="0"/>
                  <a:pt x="18301" y="45"/>
                  <a:pt x="19020" y="135"/>
                </a:cubicBezTo>
                <a:cubicBezTo>
                  <a:pt x="19740" y="225"/>
                  <a:pt x="20302" y="371"/>
                  <a:pt x="20707" y="573"/>
                </a:cubicBezTo>
                <a:cubicBezTo>
                  <a:pt x="21111" y="776"/>
                  <a:pt x="21404" y="1012"/>
                  <a:pt x="21583" y="1282"/>
                </a:cubicBezTo>
                <a:cubicBezTo>
                  <a:pt x="21763" y="1551"/>
                  <a:pt x="21853" y="1844"/>
                  <a:pt x="21853" y="2158"/>
                </a:cubicBezTo>
                <a:lnTo>
                  <a:pt x="21853" y="16592"/>
                </a:lnTo>
                <a:lnTo>
                  <a:pt x="37434" y="16592"/>
                </a:lnTo>
                <a:cubicBezTo>
                  <a:pt x="37793" y="16592"/>
                  <a:pt x="38108" y="16671"/>
                  <a:pt x="38378" y="16828"/>
                </a:cubicBezTo>
                <a:cubicBezTo>
                  <a:pt x="38648" y="16986"/>
                  <a:pt x="38884" y="17255"/>
                  <a:pt x="39086" y="17638"/>
                </a:cubicBezTo>
                <a:cubicBezTo>
                  <a:pt x="39289" y="18020"/>
                  <a:pt x="39435" y="18503"/>
                  <a:pt x="39525" y="19088"/>
                </a:cubicBezTo>
                <a:cubicBezTo>
                  <a:pt x="39615" y="19672"/>
                  <a:pt x="39660" y="20392"/>
                  <a:pt x="39660" y="21246"/>
                </a:cubicBezTo>
                <a:cubicBezTo>
                  <a:pt x="39660" y="22865"/>
                  <a:pt x="39457" y="24034"/>
                  <a:pt x="39052" y="24753"/>
                </a:cubicBezTo>
                <a:cubicBezTo>
                  <a:pt x="38648" y="25473"/>
                  <a:pt x="38108" y="25833"/>
                  <a:pt x="37434" y="25833"/>
                </a:cubicBezTo>
                <a:lnTo>
                  <a:pt x="21853" y="25833"/>
                </a:lnTo>
                <a:lnTo>
                  <a:pt x="21853" y="59791"/>
                </a:lnTo>
                <a:cubicBezTo>
                  <a:pt x="21853" y="63984"/>
                  <a:pt x="22471" y="67152"/>
                  <a:pt x="23708" y="69295"/>
                </a:cubicBezTo>
                <a:cubicBezTo>
                  <a:pt x="24945" y="71436"/>
                  <a:pt x="27159" y="72507"/>
                  <a:pt x="30352" y="72507"/>
                </a:cubicBezTo>
                <a:cubicBezTo>
                  <a:pt x="31386" y="72507"/>
                  <a:pt x="32308" y="72406"/>
                  <a:pt x="33117" y="72203"/>
                </a:cubicBezTo>
                <a:cubicBezTo>
                  <a:pt x="33926" y="72001"/>
                  <a:pt x="34646" y="71787"/>
                  <a:pt x="35275" y="71563"/>
                </a:cubicBezTo>
                <a:cubicBezTo>
                  <a:pt x="35905" y="71338"/>
                  <a:pt x="36444" y="71124"/>
                  <a:pt x="36894" y="70922"/>
                </a:cubicBezTo>
                <a:cubicBezTo>
                  <a:pt x="37344" y="70719"/>
                  <a:pt x="37748" y="70618"/>
                  <a:pt x="38108" y="70618"/>
                </a:cubicBezTo>
                <a:cubicBezTo>
                  <a:pt x="38333" y="70618"/>
                  <a:pt x="38547" y="70674"/>
                  <a:pt x="38749" y="70787"/>
                </a:cubicBezTo>
                <a:cubicBezTo>
                  <a:pt x="38951" y="70899"/>
                  <a:pt x="39109" y="71113"/>
                  <a:pt x="39221" y="71428"/>
                </a:cubicBezTo>
                <a:cubicBezTo>
                  <a:pt x="39334" y="71742"/>
                  <a:pt x="39435" y="72170"/>
                  <a:pt x="39525" y="72709"/>
                </a:cubicBezTo>
                <a:cubicBezTo>
                  <a:pt x="39615" y="73249"/>
                  <a:pt x="39660" y="73923"/>
                  <a:pt x="39660" y="74733"/>
                </a:cubicBezTo>
                <a:close/>
                <a:moveTo>
                  <a:pt x="104512" y="46135"/>
                </a:moveTo>
                <a:cubicBezTo>
                  <a:pt x="104512" y="47888"/>
                  <a:pt x="104073" y="49136"/>
                  <a:pt x="103196" y="49878"/>
                </a:cubicBezTo>
                <a:cubicBezTo>
                  <a:pt x="102319" y="50620"/>
                  <a:pt x="101319" y="50991"/>
                  <a:pt x="100195" y="50991"/>
                </a:cubicBezTo>
                <a:lnTo>
                  <a:pt x="60400" y="50991"/>
                </a:lnTo>
                <a:cubicBezTo>
                  <a:pt x="60400" y="54373"/>
                  <a:pt x="60738" y="57417"/>
                  <a:pt x="61412" y="60124"/>
                </a:cubicBezTo>
                <a:cubicBezTo>
                  <a:pt x="62087" y="62830"/>
                  <a:pt x="63211" y="65153"/>
                  <a:pt x="64785" y="67092"/>
                </a:cubicBezTo>
                <a:cubicBezTo>
                  <a:pt x="66358" y="69031"/>
                  <a:pt x="68404" y="70520"/>
                  <a:pt x="70922" y="71558"/>
                </a:cubicBezTo>
                <a:cubicBezTo>
                  <a:pt x="73440" y="72595"/>
                  <a:pt x="76521" y="73114"/>
                  <a:pt x="80163" y="73114"/>
                </a:cubicBezTo>
                <a:cubicBezTo>
                  <a:pt x="83041" y="73114"/>
                  <a:pt x="85604" y="72878"/>
                  <a:pt x="87852" y="72406"/>
                </a:cubicBezTo>
                <a:cubicBezTo>
                  <a:pt x="90100" y="71933"/>
                  <a:pt x="92045" y="71405"/>
                  <a:pt x="93686" y="70821"/>
                </a:cubicBezTo>
                <a:cubicBezTo>
                  <a:pt x="95327" y="70236"/>
                  <a:pt x="96676" y="69708"/>
                  <a:pt x="97733" y="69236"/>
                </a:cubicBezTo>
                <a:cubicBezTo>
                  <a:pt x="98790" y="68763"/>
                  <a:pt x="99588" y="68527"/>
                  <a:pt x="100127" y="68527"/>
                </a:cubicBezTo>
                <a:cubicBezTo>
                  <a:pt x="100442" y="68527"/>
                  <a:pt x="100723" y="68606"/>
                  <a:pt x="100971" y="68763"/>
                </a:cubicBezTo>
                <a:cubicBezTo>
                  <a:pt x="101218" y="68921"/>
                  <a:pt x="101409" y="69157"/>
                  <a:pt x="101544" y="69472"/>
                </a:cubicBezTo>
                <a:cubicBezTo>
                  <a:pt x="101679" y="69786"/>
                  <a:pt x="101780" y="70225"/>
                  <a:pt x="101847" y="70787"/>
                </a:cubicBezTo>
                <a:cubicBezTo>
                  <a:pt x="101915" y="71349"/>
                  <a:pt x="101949" y="72035"/>
                  <a:pt x="101949" y="72844"/>
                </a:cubicBezTo>
                <a:cubicBezTo>
                  <a:pt x="101949" y="73429"/>
                  <a:pt x="101926" y="73934"/>
                  <a:pt x="101881" y="74362"/>
                </a:cubicBezTo>
                <a:cubicBezTo>
                  <a:pt x="101836" y="74789"/>
                  <a:pt x="101780" y="75171"/>
                  <a:pt x="101712" y="75508"/>
                </a:cubicBezTo>
                <a:cubicBezTo>
                  <a:pt x="101645" y="75845"/>
                  <a:pt x="101533" y="76149"/>
                  <a:pt x="101375" y="76419"/>
                </a:cubicBezTo>
                <a:cubicBezTo>
                  <a:pt x="101218" y="76689"/>
                  <a:pt x="101015" y="76947"/>
                  <a:pt x="100768" y="77194"/>
                </a:cubicBezTo>
                <a:cubicBezTo>
                  <a:pt x="100521" y="77442"/>
                  <a:pt x="99790" y="77846"/>
                  <a:pt x="98576" y="78408"/>
                </a:cubicBezTo>
                <a:cubicBezTo>
                  <a:pt x="97362" y="78971"/>
                  <a:pt x="95788" y="79521"/>
                  <a:pt x="93855" y="80061"/>
                </a:cubicBezTo>
                <a:cubicBezTo>
                  <a:pt x="91921" y="80601"/>
                  <a:pt x="89684" y="81084"/>
                  <a:pt x="87144" y="81511"/>
                </a:cubicBezTo>
                <a:cubicBezTo>
                  <a:pt x="84603" y="81938"/>
                  <a:pt x="81894" y="82152"/>
                  <a:pt x="79016" y="82152"/>
                </a:cubicBezTo>
                <a:cubicBezTo>
                  <a:pt x="74025" y="82152"/>
                  <a:pt x="69652" y="81454"/>
                  <a:pt x="65897" y="80059"/>
                </a:cubicBezTo>
                <a:cubicBezTo>
                  <a:pt x="62143" y="78664"/>
                  <a:pt x="58984" y="76593"/>
                  <a:pt x="56421" y="73847"/>
                </a:cubicBezTo>
                <a:cubicBezTo>
                  <a:pt x="53858" y="71102"/>
                  <a:pt x="51924" y="67658"/>
                  <a:pt x="50620" y="63517"/>
                </a:cubicBezTo>
                <a:cubicBezTo>
                  <a:pt x="49316" y="59376"/>
                  <a:pt x="48664" y="54560"/>
                  <a:pt x="48664" y="49069"/>
                </a:cubicBezTo>
                <a:cubicBezTo>
                  <a:pt x="48664" y="43847"/>
                  <a:pt x="49339" y="39154"/>
                  <a:pt x="50688" y="34991"/>
                </a:cubicBezTo>
                <a:cubicBezTo>
                  <a:pt x="52037" y="30827"/>
                  <a:pt x="53982" y="27294"/>
                  <a:pt x="56522" y="24391"/>
                </a:cubicBezTo>
                <a:cubicBezTo>
                  <a:pt x="59063" y="21488"/>
                  <a:pt x="62132" y="19260"/>
                  <a:pt x="65729" y="17707"/>
                </a:cubicBezTo>
                <a:cubicBezTo>
                  <a:pt x="69326" y="16155"/>
                  <a:pt x="73350" y="15378"/>
                  <a:pt x="77802" y="15378"/>
                </a:cubicBezTo>
                <a:cubicBezTo>
                  <a:pt x="82568" y="15378"/>
                  <a:pt x="86627" y="16143"/>
                  <a:pt x="89976" y="17671"/>
                </a:cubicBezTo>
                <a:cubicBezTo>
                  <a:pt x="93326" y="19200"/>
                  <a:pt x="96081" y="21257"/>
                  <a:pt x="98239" y="23843"/>
                </a:cubicBezTo>
                <a:cubicBezTo>
                  <a:pt x="100397" y="26428"/>
                  <a:pt x="101982" y="29464"/>
                  <a:pt x="102994" y="32948"/>
                </a:cubicBezTo>
                <a:cubicBezTo>
                  <a:pt x="104006" y="36433"/>
                  <a:pt x="104512" y="40154"/>
                  <a:pt x="104512" y="44111"/>
                </a:cubicBezTo>
                <a:lnTo>
                  <a:pt x="104512" y="46135"/>
                </a:lnTo>
                <a:moveTo>
                  <a:pt x="93315" y="42830"/>
                </a:moveTo>
                <a:cubicBezTo>
                  <a:pt x="93450" y="36984"/>
                  <a:pt x="92157" y="32398"/>
                  <a:pt x="89437" y="29070"/>
                </a:cubicBezTo>
                <a:cubicBezTo>
                  <a:pt x="86716" y="25743"/>
                  <a:pt x="82681" y="24079"/>
                  <a:pt x="77330" y="24079"/>
                </a:cubicBezTo>
                <a:cubicBezTo>
                  <a:pt x="74587" y="24079"/>
                  <a:pt x="72181" y="24596"/>
                  <a:pt x="70113" y="25630"/>
                </a:cubicBezTo>
                <a:cubicBezTo>
                  <a:pt x="68045" y="26665"/>
                  <a:pt x="66313" y="28036"/>
                  <a:pt x="64919" y="29745"/>
                </a:cubicBezTo>
                <a:cubicBezTo>
                  <a:pt x="63526" y="31453"/>
                  <a:pt x="62446" y="33443"/>
                  <a:pt x="61682" y="35714"/>
                </a:cubicBezTo>
                <a:cubicBezTo>
                  <a:pt x="60918" y="37985"/>
                  <a:pt x="60490" y="40356"/>
                  <a:pt x="60400" y="42830"/>
                </a:cubicBezTo>
                <a:lnTo>
                  <a:pt x="93315" y="42830"/>
                </a:lnTo>
                <a:close/>
                <a:moveTo>
                  <a:pt x="165015" y="77835"/>
                </a:moveTo>
                <a:cubicBezTo>
                  <a:pt x="165375" y="78465"/>
                  <a:pt x="165555" y="78993"/>
                  <a:pt x="165555" y="79420"/>
                </a:cubicBezTo>
                <a:cubicBezTo>
                  <a:pt x="165555" y="79847"/>
                  <a:pt x="165341" y="80196"/>
                  <a:pt x="164914" y="80466"/>
                </a:cubicBezTo>
                <a:cubicBezTo>
                  <a:pt x="164487" y="80735"/>
                  <a:pt x="163835" y="80927"/>
                  <a:pt x="162958" y="81039"/>
                </a:cubicBezTo>
                <a:cubicBezTo>
                  <a:pt x="162081" y="81151"/>
                  <a:pt x="160946" y="81208"/>
                  <a:pt x="159552" y="81208"/>
                </a:cubicBezTo>
                <a:cubicBezTo>
                  <a:pt x="158203" y="81208"/>
                  <a:pt x="157135" y="81174"/>
                  <a:pt x="156348" y="81106"/>
                </a:cubicBezTo>
                <a:cubicBezTo>
                  <a:pt x="155561" y="81039"/>
                  <a:pt x="154932" y="80927"/>
                  <a:pt x="154459" y="80769"/>
                </a:cubicBezTo>
                <a:cubicBezTo>
                  <a:pt x="153987" y="80612"/>
                  <a:pt x="153628" y="80409"/>
                  <a:pt x="153380" y="80162"/>
                </a:cubicBezTo>
                <a:cubicBezTo>
                  <a:pt x="153133" y="79915"/>
                  <a:pt x="152919" y="79634"/>
                  <a:pt x="152739" y="79319"/>
                </a:cubicBezTo>
                <a:lnTo>
                  <a:pt x="138171" y="55240"/>
                </a:lnTo>
                <a:lnTo>
                  <a:pt x="123669" y="79319"/>
                </a:lnTo>
                <a:cubicBezTo>
                  <a:pt x="123489" y="79634"/>
                  <a:pt x="123276" y="79915"/>
                  <a:pt x="123029" y="80162"/>
                </a:cubicBezTo>
                <a:cubicBezTo>
                  <a:pt x="122781" y="80409"/>
                  <a:pt x="122421" y="80612"/>
                  <a:pt x="121949" y="80769"/>
                </a:cubicBezTo>
                <a:cubicBezTo>
                  <a:pt x="121477" y="80927"/>
                  <a:pt x="120859" y="81039"/>
                  <a:pt x="120095" y="81106"/>
                </a:cubicBezTo>
                <a:cubicBezTo>
                  <a:pt x="119330" y="81174"/>
                  <a:pt x="118318" y="81208"/>
                  <a:pt x="117059" y="81208"/>
                </a:cubicBezTo>
                <a:cubicBezTo>
                  <a:pt x="115755" y="81208"/>
                  <a:pt x="114687" y="81151"/>
                  <a:pt x="113856" y="81039"/>
                </a:cubicBezTo>
                <a:cubicBezTo>
                  <a:pt x="113024" y="80927"/>
                  <a:pt x="112417" y="80735"/>
                  <a:pt x="112034" y="80466"/>
                </a:cubicBezTo>
                <a:cubicBezTo>
                  <a:pt x="111652" y="80196"/>
                  <a:pt x="111472" y="79847"/>
                  <a:pt x="111495" y="79420"/>
                </a:cubicBezTo>
                <a:cubicBezTo>
                  <a:pt x="111517" y="78993"/>
                  <a:pt x="111731" y="78465"/>
                  <a:pt x="112136" y="77835"/>
                </a:cubicBezTo>
                <a:lnTo>
                  <a:pt x="131021" y="48225"/>
                </a:lnTo>
                <a:lnTo>
                  <a:pt x="113147" y="19695"/>
                </a:lnTo>
                <a:cubicBezTo>
                  <a:pt x="112788" y="19065"/>
                  <a:pt x="112597" y="18537"/>
                  <a:pt x="112574" y="18110"/>
                </a:cubicBezTo>
                <a:cubicBezTo>
                  <a:pt x="112552" y="17683"/>
                  <a:pt x="112754" y="17323"/>
                  <a:pt x="113181" y="17031"/>
                </a:cubicBezTo>
                <a:cubicBezTo>
                  <a:pt x="113608" y="16738"/>
                  <a:pt x="114260" y="16547"/>
                  <a:pt x="115137" y="16457"/>
                </a:cubicBezTo>
                <a:cubicBezTo>
                  <a:pt x="116014" y="16367"/>
                  <a:pt x="117172" y="16322"/>
                  <a:pt x="118611" y="16322"/>
                </a:cubicBezTo>
                <a:cubicBezTo>
                  <a:pt x="119915" y="16322"/>
                  <a:pt x="120960" y="16356"/>
                  <a:pt x="121747" y="16424"/>
                </a:cubicBezTo>
                <a:cubicBezTo>
                  <a:pt x="122534" y="16491"/>
                  <a:pt x="123152" y="16592"/>
                  <a:pt x="123602" y="16727"/>
                </a:cubicBezTo>
                <a:cubicBezTo>
                  <a:pt x="124051" y="16862"/>
                  <a:pt x="124389" y="17042"/>
                  <a:pt x="124614" y="17267"/>
                </a:cubicBezTo>
                <a:cubicBezTo>
                  <a:pt x="124838" y="17492"/>
                  <a:pt x="125041" y="17761"/>
                  <a:pt x="125221" y="18076"/>
                </a:cubicBezTo>
                <a:lnTo>
                  <a:pt x="139047" y="40671"/>
                </a:lnTo>
                <a:lnTo>
                  <a:pt x="153077" y="18076"/>
                </a:lnTo>
                <a:cubicBezTo>
                  <a:pt x="153257" y="17806"/>
                  <a:pt x="153459" y="17559"/>
                  <a:pt x="153684" y="17334"/>
                </a:cubicBezTo>
                <a:cubicBezTo>
                  <a:pt x="153909" y="17109"/>
                  <a:pt x="154212" y="16918"/>
                  <a:pt x="154594" y="16761"/>
                </a:cubicBezTo>
                <a:cubicBezTo>
                  <a:pt x="154976" y="16603"/>
                  <a:pt x="155516" y="16491"/>
                  <a:pt x="156213" y="16424"/>
                </a:cubicBezTo>
                <a:cubicBezTo>
                  <a:pt x="156910" y="16356"/>
                  <a:pt x="157865" y="16322"/>
                  <a:pt x="159080" y="16322"/>
                </a:cubicBezTo>
                <a:cubicBezTo>
                  <a:pt x="160384" y="16322"/>
                  <a:pt x="161451" y="16367"/>
                  <a:pt x="162283" y="16457"/>
                </a:cubicBezTo>
                <a:cubicBezTo>
                  <a:pt x="163115" y="16547"/>
                  <a:pt x="163733" y="16716"/>
                  <a:pt x="164138" y="16963"/>
                </a:cubicBezTo>
                <a:cubicBezTo>
                  <a:pt x="164543" y="17211"/>
                  <a:pt x="164723" y="17559"/>
                  <a:pt x="164678" y="18009"/>
                </a:cubicBezTo>
                <a:cubicBezTo>
                  <a:pt x="164633" y="18458"/>
                  <a:pt x="164408" y="19020"/>
                  <a:pt x="164003" y="19695"/>
                </a:cubicBezTo>
                <a:lnTo>
                  <a:pt x="146264" y="47888"/>
                </a:lnTo>
                <a:lnTo>
                  <a:pt x="165015" y="77835"/>
                </a:lnTo>
                <a:close/>
                <a:moveTo>
                  <a:pt x="210808" y="74733"/>
                </a:moveTo>
                <a:cubicBezTo>
                  <a:pt x="210808" y="76037"/>
                  <a:pt x="210718" y="77071"/>
                  <a:pt x="210538" y="77835"/>
                </a:cubicBezTo>
                <a:cubicBezTo>
                  <a:pt x="210358" y="78600"/>
                  <a:pt x="210088" y="79162"/>
                  <a:pt x="209729" y="79521"/>
                </a:cubicBezTo>
                <a:cubicBezTo>
                  <a:pt x="209369" y="79881"/>
                  <a:pt x="208829" y="80218"/>
                  <a:pt x="208110" y="80533"/>
                </a:cubicBezTo>
                <a:cubicBezTo>
                  <a:pt x="207390" y="80848"/>
                  <a:pt x="206570" y="81106"/>
                  <a:pt x="205648" y="81309"/>
                </a:cubicBezTo>
                <a:cubicBezTo>
                  <a:pt x="204726" y="81511"/>
                  <a:pt x="203748" y="81680"/>
                  <a:pt x="202714" y="81815"/>
                </a:cubicBezTo>
                <a:cubicBezTo>
                  <a:pt x="201680" y="81950"/>
                  <a:pt x="200646" y="82017"/>
                  <a:pt x="199611" y="82017"/>
                </a:cubicBezTo>
                <a:cubicBezTo>
                  <a:pt x="196464" y="82017"/>
                  <a:pt x="193766" y="81600"/>
                  <a:pt x="191518" y="80767"/>
                </a:cubicBezTo>
                <a:cubicBezTo>
                  <a:pt x="189269" y="79932"/>
                  <a:pt x="187426" y="78670"/>
                  <a:pt x="185987" y="76979"/>
                </a:cubicBezTo>
                <a:cubicBezTo>
                  <a:pt x="184548" y="75289"/>
                  <a:pt x="183503" y="73148"/>
                  <a:pt x="182851" y="70557"/>
                </a:cubicBezTo>
                <a:cubicBezTo>
                  <a:pt x="182199" y="67966"/>
                  <a:pt x="181873" y="64913"/>
                  <a:pt x="181873" y="61397"/>
                </a:cubicBezTo>
                <a:lnTo>
                  <a:pt x="181873" y="25833"/>
                </a:lnTo>
                <a:lnTo>
                  <a:pt x="173374" y="25833"/>
                </a:lnTo>
                <a:cubicBezTo>
                  <a:pt x="172700" y="25833"/>
                  <a:pt x="172160" y="25473"/>
                  <a:pt x="171755" y="24753"/>
                </a:cubicBezTo>
                <a:cubicBezTo>
                  <a:pt x="171351" y="24034"/>
                  <a:pt x="171148" y="22865"/>
                  <a:pt x="171148" y="21246"/>
                </a:cubicBezTo>
                <a:cubicBezTo>
                  <a:pt x="171148" y="20392"/>
                  <a:pt x="171204" y="19672"/>
                  <a:pt x="171317" y="19088"/>
                </a:cubicBezTo>
                <a:cubicBezTo>
                  <a:pt x="171429" y="18503"/>
                  <a:pt x="171575" y="18020"/>
                  <a:pt x="171755" y="17638"/>
                </a:cubicBezTo>
                <a:cubicBezTo>
                  <a:pt x="171935" y="17255"/>
                  <a:pt x="172171" y="16986"/>
                  <a:pt x="172463" y="16828"/>
                </a:cubicBezTo>
                <a:cubicBezTo>
                  <a:pt x="172756" y="16671"/>
                  <a:pt x="173082" y="16592"/>
                  <a:pt x="173441" y="16592"/>
                </a:cubicBezTo>
                <a:lnTo>
                  <a:pt x="181873" y="16592"/>
                </a:lnTo>
                <a:lnTo>
                  <a:pt x="181873" y="2158"/>
                </a:lnTo>
                <a:cubicBezTo>
                  <a:pt x="181873" y="1844"/>
                  <a:pt x="181951" y="1551"/>
                  <a:pt x="182109" y="1282"/>
                </a:cubicBezTo>
                <a:cubicBezTo>
                  <a:pt x="182266" y="1012"/>
                  <a:pt x="182558" y="776"/>
                  <a:pt x="182985" y="573"/>
                </a:cubicBezTo>
                <a:cubicBezTo>
                  <a:pt x="183413" y="371"/>
                  <a:pt x="183986" y="225"/>
                  <a:pt x="184705" y="135"/>
                </a:cubicBezTo>
                <a:cubicBezTo>
                  <a:pt x="185425" y="45"/>
                  <a:pt x="186324" y="0"/>
                  <a:pt x="187403" y="0"/>
                </a:cubicBezTo>
                <a:cubicBezTo>
                  <a:pt x="188527" y="0"/>
                  <a:pt x="189449" y="45"/>
                  <a:pt x="190169" y="135"/>
                </a:cubicBezTo>
                <a:cubicBezTo>
                  <a:pt x="190888" y="225"/>
                  <a:pt x="191450" y="371"/>
                  <a:pt x="191855" y="573"/>
                </a:cubicBezTo>
                <a:cubicBezTo>
                  <a:pt x="192260" y="776"/>
                  <a:pt x="192552" y="1012"/>
                  <a:pt x="192732" y="1282"/>
                </a:cubicBezTo>
                <a:cubicBezTo>
                  <a:pt x="192912" y="1551"/>
                  <a:pt x="193001" y="1844"/>
                  <a:pt x="193001" y="2158"/>
                </a:cubicBezTo>
                <a:lnTo>
                  <a:pt x="193001" y="16592"/>
                </a:lnTo>
                <a:lnTo>
                  <a:pt x="208582" y="16592"/>
                </a:lnTo>
                <a:cubicBezTo>
                  <a:pt x="208942" y="16592"/>
                  <a:pt x="209256" y="16671"/>
                  <a:pt x="209526" y="16828"/>
                </a:cubicBezTo>
                <a:cubicBezTo>
                  <a:pt x="209796" y="16986"/>
                  <a:pt x="210032" y="17255"/>
                  <a:pt x="210234" y="17638"/>
                </a:cubicBezTo>
                <a:cubicBezTo>
                  <a:pt x="210437" y="18020"/>
                  <a:pt x="210583" y="18503"/>
                  <a:pt x="210673" y="19088"/>
                </a:cubicBezTo>
                <a:cubicBezTo>
                  <a:pt x="210763" y="19672"/>
                  <a:pt x="210808" y="20392"/>
                  <a:pt x="210808" y="21246"/>
                </a:cubicBezTo>
                <a:cubicBezTo>
                  <a:pt x="210808" y="22865"/>
                  <a:pt x="210605" y="24034"/>
                  <a:pt x="210201" y="24753"/>
                </a:cubicBezTo>
                <a:cubicBezTo>
                  <a:pt x="209796" y="25473"/>
                  <a:pt x="209256" y="25833"/>
                  <a:pt x="208582" y="25833"/>
                </a:cubicBezTo>
                <a:lnTo>
                  <a:pt x="193001" y="25833"/>
                </a:lnTo>
                <a:lnTo>
                  <a:pt x="193001" y="59791"/>
                </a:lnTo>
                <a:cubicBezTo>
                  <a:pt x="193001" y="63984"/>
                  <a:pt x="193620" y="67152"/>
                  <a:pt x="194856" y="69295"/>
                </a:cubicBezTo>
                <a:cubicBezTo>
                  <a:pt x="196093" y="71436"/>
                  <a:pt x="198307" y="72507"/>
                  <a:pt x="201500" y="72507"/>
                </a:cubicBezTo>
                <a:cubicBezTo>
                  <a:pt x="202534" y="72507"/>
                  <a:pt x="203456" y="72406"/>
                  <a:pt x="204265" y="72203"/>
                </a:cubicBezTo>
                <a:cubicBezTo>
                  <a:pt x="205075" y="72001"/>
                  <a:pt x="205794" y="71787"/>
                  <a:pt x="206424" y="71563"/>
                </a:cubicBezTo>
                <a:cubicBezTo>
                  <a:pt x="207053" y="71338"/>
                  <a:pt x="207593" y="71124"/>
                  <a:pt x="208042" y="70922"/>
                </a:cubicBezTo>
                <a:cubicBezTo>
                  <a:pt x="208492" y="70719"/>
                  <a:pt x="208897" y="70618"/>
                  <a:pt x="209256" y="70618"/>
                </a:cubicBezTo>
                <a:cubicBezTo>
                  <a:pt x="209481" y="70618"/>
                  <a:pt x="209695" y="70674"/>
                  <a:pt x="209897" y="70787"/>
                </a:cubicBezTo>
                <a:cubicBezTo>
                  <a:pt x="210100" y="70899"/>
                  <a:pt x="210257" y="71113"/>
                  <a:pt x="210369" y="71428"/>
                </a:cubicBezTo>
                <a:cubicBezTo>
                  <a:pt x="210482" y="71742"/>
                  <a:pt x="210583" y="72170"/>
                  <a:pt x="210673" y="72709"/>
                </a:cubicBezTo>
                <a:cubicBezTo>
                  <a:pt x="210763" y="73249"/>
                  <a:pt x="210808" y="73923"/>
                  <a:pt x="210808" y="747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(41,33)">
            <a:extLst xmlns:a="http://schemas.openxmlformats.org/drawingml/2006/main">
              <a:ext uri="{FF2B5EF4-FFF2-40B4-BE49-F238E27FC236}">
                <a16:creationId xmlns:a16="http://schemas.microsoft.com/office/drawing/2014/main" id="{19D526AB-BCC8-4B63-943B-E9B8EBE4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808" y="2135713"/>
            <a:ext cx="411203" cy="119113"/>
          </a:xfrm>
          <a:custGeom xmlns:a="http://schemas.openxmlformats.org/drawingml/2006/main">
            <a:pathLst>
              <a:path w="411203" h="119113">
                <a:moveTo>
                  <a:pt x="24416" y="2767"/>
                </a:moveTo>
                <a:cubicBezTo>
                  <a:pt x="20145" y="11817"/>
                  <a:pt x="16963" y="21102"/>
                  <a:pt x="14872" y="30624"/>
                </a:cubicBezTo>
                <a:cubicBezTo>
                  <a:pt x="12781" y="40144"/>
                  <a:pt x="11736" y="49721"/>
                  <a:pt x="11736" y="59354"/>
                </a:cubicBezTo>
                <a:cubicBezTo>
                  <a:pt x="11736" y="69033"/>
                  <a:pt x="12804" y="78622"/>
                  <a:pt x="14940" y="88121"/>
                </a:cubicBezTo>
                <a:cubicBezTo>
                  <a:pt x="17076" y="97619"/>
                  <a:pt x="20189" y="106936"/>
                  <a:pt x="24281" y="116074"/>
                </a:cubicBezTo>
                <a:cubicBezTo>
                  <a:pt x="24506" y="116615"/>
                  <a:pt x="24630" y="117077"/>
                  <a:pt x="24652" y="117459"/>
                </a:cubicBezTo>
                <a:cubicBezTo>
                  <a:pt x="24675" y="117841"/>
                  <a:pt x="24529" y="118156"/>
                  <a:pt x="24214" y="118403"/>
                </a:cubicBezTo>
                <a:cubicBezTo>
                  <a:pt x="23899" y="118652"/>
                  <a:pt x="23416" y="118832"/>
                  <a:pt x="22764" y="118945"/>
                </a:cubicBezTo>
                <a:cubicBezTo>
                  <a:pt x="22112" y="119057"/>
                  <a:pt x="21224" y="119113"/>
                  <a:pt x="20100" y="119113"/>
                </a:cubicBezTo>
                <a:cubicBezTo>
                  <a:pt x="19290" y="119113"/>
                  <a:pt x="18593" y="119091"/>
                  <a:pt x="18009" y="119046"/>
                </a:cubicBezTo>
                <a:cubicBezTo>
                  <a:pt x="17424" y="119001"/>
                  <a:pt x="16918" y="118911"/>
                  <a:pt x="16491" y="118776"/>
                </a:cubicBezTo>
                <a:cubicBezTo>
                  <a:pt x="16064" y="118641"/>
                  <a:pt x="15715" y="118483"/>
                  <a:pt x="15446" y="118302"/>
                </a:cubicBezTo>
                <a:cubicBezTo>
                  <a:pt x="15176" y="118122"/>
                  <a:pt x="14973" y="117920"/>
                  <a:pt x="14839" y="117695"/>
                </a:cubicBezTo>
                <a:cubicBezTo>
                  <a:pt x="12410" y="113104"/>
                  <a:pt x="10275" y="108457"/>
                  <a:pt x="8431" y="103752"/>
                </a:cubicBezTo>
                <a:cubicBezTo>
                  <a:pt x="6587" y="99048"/>
                  <a:pt x="5036" y="94264"/>
                  <a:pt x="3777" y="89403"/>
                </a:cubicBezTo>
                <a:cubicBezTo>
                  <a:pt x="2518" y="84541"/>
                  <a:pt x="1574" y="79623"/>
                  <a:pt x="944" y="74648"/>
                </a:cubicBezTo>
                <a:cubicBezTo>
                  <a:pt x="315" y="69674"/>
                  <a:pt x="0" y="64643"/>
                  <a:pt x="0" y="59557"/>
                </a:cubicBezTo>
                <a:cubicBezTo>
                  <a:pt x="0" y="54470"/>
                  <a:pt x="348" y="49451"/>
                  <a:pt x="1045" y="44499"/>
                </a:cubicBezTo>
                <a:cubicBezTo>
                  <a:pt x="1742" y="39547"/>
                  <a:pt x="2732" y="34629"/>
                  <a:pt x="4013" y="29745"/>
                </a:cubicBezTo>
                <a:cubicBezTo>
                  <a:pt x="5295" y="24860"/>
                  <a:pt x="6857" y="20055"/>
                  <a:pt x="8701" y="15328"/>
                </a:cubicBezTo>
                <a:cubicBezTo>
                  <a:pt x="10544" y="10601"/>
                  <a:pt x="12613" y="5919"/>
                  <a:pt x="14906" y="1284"/>
                </a:cubicBezTo>
                <a:cubicBezTo>
                  <a:pt x="14951" y="1104"/>
                  <a:pt x="15075" y="946"/>
                  <a:pt x="15277" y="811"/>
                </a:cubicBezTo>
                <a:cubicBezTo>
                  <a:pt x="15479" y="675"/>
                  <a:pt x="15760" y="540"/>
                  <a:pt x="16120" y="405"/>
                </a:cubicBezTo>
                <a:cubicBezTo>
                  <a:pt x="16480" y="270"/>
                  <a:pt x="16974" y="169"/>
                  <a:pt x="17604" y="101"/>
                </a:cubicBezTo>
                <a:cubicBezTo>
                  <a:pt x="18233" y="34"/>
                  <a:pt x="19043" y="0"/>
                  <a:pt x="20032" y="0"/>
                </a:cubicBezTo>
                <a:cubicBezTo>
                  <a:pt x="21066" y="0"/>
                  <a:pt x="21898" y="67"/>
                  <a:pt x="22528" y="202"/>
                </a:cubicBezTo>
                <a:cubicBezTo>
                  <a:pt x="23157" y="337"/>
                  <a:pt x="23652" y="518"/>
                  <a:pt x="24012" y="744"/>
                </a:cubicBezTo>
                <a:cubicBezTo>
                  <a:pt x="24371" y="969"/>
                  <a:pt x="24574" y="1261"/>
                  <a:pt x="24619" y="1621"/>
                </a:cubicBezTo>
                <a:cubicBezTo>
                  <a:pt x="24664" y="1981"/>
                  <a:pt x="24596" y="2363"/>
                  <a:pt x="24416" y="2767"/>
                </a:cubicBezTo>
                <a:close/>
                <a:moveTo>
                  <a:pt x="98916" y="70888"/>
                </a:moveTo>
                <a:cubicBezTo>
                  <a:pt x="98916" y="72372"/>
                  <a:pt x="98691" y="73541"/>
                  <a:pt x="98241" y="74395"/>
                </a:cubicBezTo>
                <a:cubicBezTo>
                  <a:pt x="97791" y="75250"/>
                  <a:pt x="97162" y="75677"/>
                  <a:pt x="96352" y="75677"/>
                </a:cubicBezTo>
                <a:lnTo>
                  <a:pt x="86505" y="75677"/>
                </a:lnTo>
                <a:lnTo>
                  <a:pt x="86505" y="94084"/>
                </a:lnTo>
                <a:cubicBezTo>
                  <a:pt x="86505" y="94445"/>
                  <a:pt x="86415" y="94750"/>
                  <a:pt x="86235" y="94999"/>
                </a:cubicBezTo>
                <a:cubicBezTo>
                  <a:pt x="86055" y="95246"/>
                  <a:pt x="85741" y="95460"/>
                  <a:pt x="85291" y="95641"/>
                </a:cubicBezTo>
                <a:cubicBezTo>
                  <a:pt x="84841" y="95821"/>
                  <a:pt x="84257" y="95956"/>
                  <a:pt x="83537" y="96046"/>
                </a:cubicBezTo>
                <a:cubicBezTo>
                  <a:pt x="82818" y="96136"/>
                  <a:pt x="81896" y="96181"/>
                  <a:pt x="80772" y="96181"/>
                </a:cubicBezTo>
                <a:cubicBezTo>
                  <a:pt x="79693" y="96181"/>
                  <a:pt x="78793" y="96136"/>
                  <a:pt x="78074" y="96046"/>
                </a:cubicBezTo>
                <a:cubicBezTo>
                  <a:pt x="77355" y="95956"/>
                  <a:pt x="76781" y="95821"/>
                  <a:pt x="76354" y="95641"/>
                </a:cubicBezTo>
                <a:cubicBezTo>
                  <a:pt x="75927" y="95460"/>
                  <a:pt x="75635" y="95246"/>
                  <a:pt x="75477" y="94999"/>
                </a:cubicBezTo>
                <a:cubicBezTo>
                  <a:pt x="75320" y="94750"/>
                  <a:pt x="75241" y="94445"/>
                  <a:pt x="75241" y="94084"/>
                </a:cubicBezTo>
                <a:lnTo>
                  <a:pt x="75241" y="75677"/>
                </a:lnTo>
                <a:lnTo>
                  <a:pt x="39224" y="75677"/>
                </a:lnTo>
                <a:cubicBezTo>
                  <a:pt x="38684" y="75677"/>
                  <a:pt x="38235" y="75609"/>
                  <a:pt x="37875" y="75474"/>
                </a:cubicBezTo>
                <a:cubicBezTo>
                  <a:pt x="37515" y="75340"/>
                  <a:pt x="37189" y="75092"/>
                  <a:pt x="36897" y="74733"/>
                </a:cubicBezTo>
                <a:cubicBezTo>
                  <a:pt x="36605" y="74373"/>
                  <a:pt x="36402" y="73856"/>
                  <a:pt x="36290" y="73181"/>
                </a:cubicBezTo>
                <a:cubicBezTo>
                  <a:pt x="36177" y="72507"/>
                  <a:pt x="36121" y="71630"/>
                  <a:pt x="36121" y="70551"/>
                </a:cubicBezTo>
                <a:cubicBezTo>
                  <a:pt x="36121" y="69696"/>
                  <a:pt x="36144" y="68932"/>
                  <a:pt x="36189" y="68258"/>
                </a:cubicBezTo>
                <a:cubicBezTo>
                  <a:pt x="36234" y="67583"/>
                  <a:pt x="36324" y="66965"/>
                  <a:pt x="36459" y="66403"/>
                </a:cubicBezTo>
                <a:cubicBezTo>
                  <a:pt x="36593" y="65841"/>
                  <a:pt x="36773" y="65301"/>
                  <a:pt x="36998" y="64784"/>
                </a:cubicBezTo>
                <a:cubicBezTo>
                  <a:pt x="37223" y="64267"/>
                  <a:pt x="37493" y="63716"/>
                  <a:pt x="37807" y="63131"/>
                </a:cubicBezTo>
                <a:lnTo>
                  <a:pt x="69238" y="10183"/>
                </a:lnTo>
                <a:cubicBezTo>
                  <a:pt x="69463" y="9823"/>
                  <a:pt x="69789" y="9509"/>
                  <a:pt x="70216" y="9240"/>
                </a:cubicBezTo>
                <a:cubicBezTo>
                  <a:pt x="70643" y="8971"/>
                  <a:pt x="71194" y="8746"/>
                  <a:pt x="71869" y="8566"/>
                </a:cubicBezTo>
                <a:cubicBezTo>
                  <a:pt x="72543" y="8386"/>
                  <a:pt x="73375" y="8262"/>
                  <a:pt x="74364" y="8195"/>
                </a:cubicBezTo>
                <a:cubicBezTo>
                  <a:pt x="75354" y="8128"/>
                  <a:pt x="76523" y="8094"/>
                  <a:pt x="77872" y="8094"/>
                </a:cubicBezTo>
                <a:cubicBezTo>
                  <a:pt x="79356" y="8094"/>
                  <a:pt x="80648" y="8150"/>
                  <a:pt x="81750" y="8262"/>
                </a:cubicBezTo>
                <a:cubicBezTo>
                  <a:pt x="82852" y="8375"/>
                  <a:pt x="83740" y="8521"/>
                  <a:pt x="84414" y="8701"/>
                </a:cubicBezTo>
                <a:cubicBezTo>
                  <a:pt x="85089" y="8881"/>
                  <a:pt x="85606" y="9117"/>
                  <a:pt x="85965" y="9409"/>
                </a:cubicBezTo>
                <a:cubicBezTo>
                  <a:pt x="86325" y="9700"/>
                  <a:pt x="86505" y="10048"/>
                  <a:pt x="86505" y="10452"/>
                </a:cubicBezTo>
                <a:lnTo>
                  <a:pt x="86505" y="66099"/>
                </a:lnTo>
                <a:lnTo>
                  <a:pt x="96352" y="66099"/>
                </a:lnTo>
                <a:cubicBezTo>
                  <a:pt x="97117" y="66099"/>
                  <a:pt x="97735" y="66493"/>
                  <a:pt x="98207" y="67280"/>
                </a:cubicBezTo>
                <a:cubicBezTo>
                  <a:pt x="98679" y="68066"/>
                  <a:pt x="98916" y="69269"/>
                  <a:pt x="98916" y="70888"/>
                </a:cubicBezTo>
                <a:moveTo>
                  <a:pt x="75241" y="18268"/>
                </a:moveTo>
                <a:lnTo>
                  <a:pt x="75106" y="18268"/>
                </a:lnTo>
                <a:lnTo>
                  <a:pt x="46711" y="66099"/>
                </a:lnTo>
                <a:lnTo>
                  <a:pt x="75241" y="66099"/>
                </a:lnTo>
                <a:lnTo>
                  <a:pt x="75241" y="18268"/>
                </a:lnTo>
                <a:close/>
                <a:moveTo>
                  <a:pt x="165442" y="91190"/>
                </a:moveTo>
                <a:cubicBezTo>
                  <a:pt x="165442" y="92044"/>
                  <a:pt x="165375" y="92764"/>
                  <a:pt x="165240" y="93348"/>
                </a:cubicBezTo>
                <a:cubicBezTo>
                  <a:pt x="165105" y="93933"/>
                  <a:pt x="164925" y="94405"/>
                  <a:pt x="164700" y="94765"/>
                </a:cubicBezTo>
                <a:cubicBezTo>
                  <a:pt x="164476" y="95124"/>
                  <a:pt x="164217" y="95383"/>
                  <a:pt x="163925" y="95540"/>
                </a:cubicBezTo>
                <a:cubicBezTo>
                  <a:pt x="163633" y="95698"/>
                  <a:pt x="163329" y="95776"/>
                  <a:pt x="163014" y="95776"/>
                </a:cubicBezTo>
                <a:lnTo>
                  <a:pt x="117419" y="95776"/>
                </a:lnTo>
                <a:cubicBezTo>
                  <a:pt x="117105" y="95776"/>
                  <a:pt x="116812" y="95698"/>
                  <a:pt x="116542" y="95540"/>
                </a:cubicBezTo>
                <a:cubicBezTo>
                  <a:pt x="116273" y="95383"/>
                  <a:pt x="116014" y="95124"/>
                  <a:pt x="115767" y="94765"/>
                </a:cubicBezTo>
                <a:cubicBezTo>
                  <a:pt x="115520" y="94405"/>
                  <a:pt x="115328" y="93933"/>
                  <a:pt x="115194" y="93348"/>
                </a:cubicBezTo>
                <a:cubicBezTo>
                  <a:pt x="115059" y="92764"/>
                  <a:pt x="114991" y="92044"/>
                  <a:pt x="114991" y="91190"/>
                </a:cubicBezTo>
                <a:cubicBezTo>
                  <a:pt x="114991" y="90381"/>
                  <a:pt x="115059" y="89684"/>
                  <a:pt x="115194" y="89099"/>
                </a:cubicBezTo>
                <a:cubicBezTo>
                  <a:pt x="115328" y="88514"/>
                  <a:pt x="115497" y="88031"/>
                  <a:pt x="115699" y="87649"/>
                </a:cubicBezTo>
                <a:cubicBezTo>
                  <a:pt x="115902" y="87267"/>
                  <a:pt x="116149" y="86974"/>
                  <a:pt x="116441" y="86772"/>
                </a:cubicBezTo>
                <a:cubicBezTo>
                  <a:pt x="116734" y="86570"/>
                  <a:pt x="117060" y="86469"/>
                  <a:pt x="117419" y="86469"/>
                </a:cubicBezTo>
                <a:lnTo>
                  <a:pt x="135630" y="86469"/>
                </a:lnTo>
                <a:lnTo>
                  <a:pt x="135630" y="20032"/>
                </a:lnTo>
                <a:lnTo>
                  <a:pt x="118768" y="30149"/>
                </a:lnTo>
                <a:cubicBezTo>
                  <a:pt x="117914" y="30599"/>
                  <a:pt x="117228" y="30869"/>
                  <a:pt x="116711" y="30959"/>
                </a:cubicBezTo>
                <a:cubicBezTo>
                  <a:pt x="116194" y="31049"/>
                  <a:pt x="115778" y="30947"/>
                  <a:pt x="115463" y="30655"/>
                </a:cubicBezTo>
                <a:cubicBezTo>
                  <a:pt x="115149" y="30363"/>
                  <a:pt x="114935" y="29879"/>
                  <a:pt x="114823" y="29203"/>
                </a:cubicBezTo>
                <a:cubicBezTo>
                  <a:pt x="114710" y="28526"/>
                  <a:pt x="114654" y="27669"/>
                  <a:pt x="114654" y="26631"/>
                </a:cubicBezTo>
                <a:cubicBezTo>
                  <a:pt x="114654" y="25864"/>
                  <a:pt x="114688" y="25210"/>
                  <a:pt x="114755" y="24669"/>
                </a:cubicBezTo>
                <a:cubicBezTo>
                  <a:pt x="114823" y="24128"/>
                  <a:pt x="114924" y="23677"/>
                  <a:pt x="115059" y="23316"/>
                </a:cubicBezTo>
                <a:cubicBezTo>
                  <a:pt x="115194" y="22955"/>
                  <a:pt x="115385" y="22639"/>
                  <a:pt x="115632" y="22370"/>
                </a:cubicBezTo>
                <a:cubicBezTo>
                  <a:pt x="115879" y="22098"/>
                  <a:pt x="116205" y="21828"/>
                  <a:pt x="116610" y="21558"/>
                </a:cubicBezTo>
                <a:lnTo>
                  <a:pt x="136709" y="8635"/>
                </a:lnTo>
                <a:cubicBezTo>
                  <a:pt x="136889" y="8501"/>
                  <a:pt x="137114" y="8388"/>
                  <a:pt x="137384" y="8298"/>
                </a:cubicBezTo>
                <a:cubicBezTo>
                  <a:pt x="137654" y="8207"/>
                  <a:pt x="137991" y="8116"/>
                  <a:pt x="138396" y="8026"/>
                </a:cubicBezTo>
                <a:cubicBezTo>
                  <a:pt x="138800" y="7936"/>
                  <a:pt x="139273" y="7880"/>
                  <a:pt x="139812" y="7858"/>
                </a:cubicBezTo>
                <a:cubicBezTo>
                  <a:pt x="140352" y="7835"/>
                  <a:pt x="141026" y="7824"/>
                  <a:pt x="141836" y="7824"/>
                </a:cubicBezTo>
                <a:cubicBezTo>
                  <a:pt x="142915" y="7824"/>
                  <a:pt x="143814" y="7869"/>
                  <a:pt x="144533" y="7959"/>
                </a:cubicBezTo>
                <a:cubicBezTo>
                  <a:pt x="145253" y="8049"/>
                  <a:pt x="145815" y="8172"/>
                  <a:pt x="146220" y="8330"/>
                </a:cubicBezTo>
                <a:cubicBezTo>
                  <a:pt x="146624" y="8487"/>
                  <a:pt x="146894" y="8690"/>
                  <a:pt x="147029" y="8939"/>
                </a:cubicBezTo>
                <a:cubicBezTo>
                  <a:pt x="147164" y="9186"/>
                  <a:pt x="147231" y="9445"/>
                  <a:pt x="147231" y="9715"/>
                </a:cubicBezTo>
                <a:lnTo>
                  <a:pt x="147231" y="86469"/>
                </a:lnTo>
                <a:lnTo>
                  <a:pt x="163014" y="86469"/>
                </a:lnTo>
                <a:cubicBezTo>
                  <a:pt x="163374" y="86469"/>
                  <a:pt x="163711" y="86570"/>
                  <a:pt x="164026" y="86772"/>
                </a:cubicBezTo>
                <a:cubicBezTo>
                  <a:pt x="164341" y="86974"/>
                  <a:pt x="164599" y="87267"/>
                  <a:pt x="164802" y="87649"/>
                </a:cubicBezTo>
                <a:cubicBezTo>
                  <a:pt x="165004" y="88031"/>
                  <a:pt x="165161" y="88514"/>
                  <a:pt x="165274" y="89099"/>
                </a:cubicBezTo>
                <a:cubicBezTo>
                  <a:pt x="165386" y="89684"/>
                  <a:pt x="165442" y="90381"/>
                  <a:pt x="165442" y="91190"/>
                </a:cubicBezTo>
                <a:close/>
                <a:moveTo>
                  <a:pt x="197975" y="86131"/>
                </a:moveTo>
                <a:cubicBezTo>
                  <a:pt x="197975" y="87525"/>
                  <a:pt x="197907" y="88807"/>
                  <a:pt x="197772" y="89976"/>
                </a:cubicBezTo>
                <a:cubicBezTo>
                  <a:pt x="197637" y="91145"/>
                  <a:pt x="197412" y="92247"/>
                  <a:pt x="197098" y="93281"/>
                </a:cubicBezTo>
                <a:cubicBezTo>
                  <a:pt x="196783" y="94315"/>
                  <a:pt x="196367" y="95338"/>
                  <a:pt x="195850" y="96350"/>
                </a:cubicBezTo>
                <a:cubicBezTo>
                  <a:pt x="195333" y="97361"/>
                  <a:pt x="194692" y="98429"/>
                  <a:pt x="193928" y="99553"/>
                </a:cubicBezTo>
                <a:lnTo>
                  <a:pt x="184687" y="113448"/>
                </a:lnTo>
                <a:cubicBezTo>
                  <a:pt x="184462" y="113763"/>
                  <a:pt x="184204" y="114032"/>
                  <a:pt x="183912" y="114257"/>
                </a:cubicBezTo>
                <a:cubicBezTo>
                  <a:pt x="183619" y="114482"/>
                  <a:pt x="183260" y="114684"/>
                  <a:pt x="182832" y="114864"/>
                </a:cubicBezTo>
                <a:cubicBezTo>
                  <a:pt x="182405" y="115044"/>
                  <a:pt x="181911" y="115168"/>
                  <a:pt x="181349" y="115235"/>
                </a:cubicBezTo>
                <a:cubicBezTo>
                  <a:pt x="180787" y="115303"/>
                  <a:pt x="180078" y="115336"/>
                  <a:pt x="179224" y="115336"/>
                </a:cubicBezTo>
                <a:cubicBezTo>
                  <a:pt x="178460" y="115336"/>
                  <a:pt x="177819" y="115303"/>
                  <a:pt x="177302" y="115235"/>
                </a:cubicBezTo>
                <a:cubicBezTo>
                  <a:pt x="176785" y="115168"/>
                  <a:pt x="176414" y="115055"/>
                  <a:pt x="176189" y="114898"/>
                </a:cubicBezTo>
                <a:cubicBezTo>
                  <a:pt x="175964" y="114741"/>
                  <a:pt x="175840" y="114527"/>
                  <a:pt x="175818" y="114257"/>
                </a:cubicBezTo>
                <a:cubicBezTo>
                  <a:pt x="175795" y="113987"/>
                  <a:pt x="175874" y="113673"/>
                  <a:pt x="176054" y="113313"/>
                </a:cubicBezTo>
                <a:lnTo>
                  <a:pt x="185024" y="94765"/>
                </a:lnTo>
                <a:lnTo>
                  <a:pt x="185024" y="86131"/>
                </a:lnTo>
                <a:cubicBezTo>
                  <a:pt x="185024" y="84917"/>
                  <a:pt x="185148" y="83950"/>
                  <a:pt x="185395" y="83231"/>
                </a:cubicBezTo>
                <a:cubicBezTo>
                  <a:pt x="185643" y="82512"/>
                  <a:pt x="186036" y="81972"/>
                  <a:pt x="186576" y="81612"/>
                </a:cubicBezTo>
                <a:cubicBezTo>
                  <a:pt x="187115" y="81253"/>
                  <a:pt x="187790" y="81005"/>
                  <a:pt x="188599" y="80870"/>
                </a:cubicBezTo>
                <a:cubicBezTo>
                  <a:pt x="189409" y="80735"/>
                  <a:pt x="190398" y="80668"/>
                  <a:pt x="191567" y="80668"/>
                </a:cubicBezTo>
                <a:cubicBezTo>
                  <a:pt x="192691" y="80668"/>
                  <a:pt x="193658" y="80735"/>
                  <a:pt x="194467" y="80870"/>
                </a:cubicBezTo>
                <a:cubicBezTo>
                  <a:pt x="195277" y="81005"/>
                  <a:pt x="195940" y="81253"/>
                  <a:pt x="196457" y="81612"/>
                </a:cubicBezTo>
                <a:cubicBezTo>
                  <a:pt x="196974" y="81972"/>
                  <a:pt x="197356" y="82512"/>
                  <a:pt x="197604" y="83231"/>
                </a:cubicBezTo>
                <a:cubicBezTo>
                  <a:pt x="197851" y="83950"/>
                  <a:pt x="197975" y="84917"/>
                  <a:pt x="197975" y="86131"/>
                </a:cubicBezTo>
                <a:close/>
                <a:moveTo>
                  <a:pt x="299936" y="70888"/>
                </a:moveTo>
                <a:cubicBezTo>
                  <a:pt x="299936" y="74890"/>
                  <a:pt x="299239" y="78498"/>
                  <a:pt x="297845" y="81713"/>
                </a:cubicBezTo>
                <a:cubicBezTo>
                  <a:pt x="296451" y="84928"/>
                  <a:pt x="294450" y="87683"/>
                  <a:pt x="291842" y="89976"/>
                </a:cubicBezTo>
                <a:cubicBezTo>
                  <a:pt x="289234" y="92269"/>
                  <a:pt x="286019" y="94034"/>
                  <a:pt x="282197" y="95271"/>
                </a:cubicBezTo>
                <a:cubicBezTo>
                  <a:pt x="278375" y="96507"/>
                  <a:pt x="274059" y="97125"/>
                  <a:pt x="269247" y="97125"/>
                </a:cubicBezTo>
                <a:cubicBezTo>
                  <a:pt x="266325" y="97125"/>
                  <a:pt x="263593" y="96888"/>
                  <a:pt x="261052" y="96413"/>
                </a:cubicBezTo>
                <a:cubicBezTo>
                  <a:pt x="258512" y="95939"/>
                  <a:pt x="256252" y="95375"/>
                  <a:pt x="254274" y="94720"/>
                </a:cubicBezTo>
                <a:cubicBezTo>
                  <a:pt x="252295" y="94066"/>
                  <a:pt x="250654" y="93388"/>
                  <a:pt x="249350" y="92689"/>
                </a:cubicBezTo>
                <a:cubicBezTo>
                  <a:pt x="248046" y="91989"/>
                  <a:pt x="247225" y="91481"/>
                  <a:pt x="246888" y="91165"/>
                </a:cubicBezTo>
                <a:cubicBezTo>
                  <a:pt x="246551" y="90848"/>
                  <a:pt x="246292" y="90533"/>
                  <a:pt x="246113" y="90218"/>
                </a:cubicBezTo>
                <a:cubicBezTo>
                  <a:pt x="245933" y="89902"/>
                  <a:pt x="245775" y="89518"/>
                  <a:pt x="245640" y="89067"/>
                </a:cubicBezTo>
                <a:cubicBezTo>
                  <a:pt x="245506" y="88615"/>
                  <a:pt x="245404" y="88061"/>
                  <a:pt x="245337" y="87406"/>
                </a:cubicBezTo>
                <a:cubicBezTo>
                  <a:pt x="245269" y="86752"/>
                  <a:pt x="245236" y="85950"/>
                  <a:pt x="245236" y="85002"/>
                </a:cubicBezTo>
                <a:cubicBezTo>
                  <a:pt x="245236" y="83377"/>
                  <a:pt x="245393" y="82249"/>
                  <a:pt x="245708" y="81616"/>
                </a:cubicBezTo>
                <a:cubicBezTo>
                  <a:pt x="246023" y="80984"/>
                  <a:pt x="246472" y="80668"/>
                  <a:pt x="247057" y="80668"/>
                </a:cubicBezTo>
                <a:cubicBezTo>
                  <a:pt x="247462" y="80668"/>
                  <a:pt x="248260" y="81031"/>
                  <a:pt x="249451" y="81758"/>
                </a:cubicBezTo>
                <a:cubicBezTo>
                  <a:pt x="250643" y="82484"/>
                  <a:pt x="252172" y="83268"/>
                  <a:pt x="254038" y="84108"/>
                </a:cubicBezTo>
                <a:cubicBezTo>
                  <a:pt x="255904" y="84948"/>
                  <a:pt x="258085" y="85732"/>
                  <a:pt x="260580" y="86458"/>
                </a:cubicBezTo>
                <a:cubicBezTo>
                  <a:pt x="263076" y="87184"/>
                  <a:pt x="265852" y="87548"/>
                  <a:pt x="268910" y="87548"/>
                </a:cubicBezTo>
                <a:cubicBezTo>
                  <a:pt x="271878" y="87548"/>
                  <a:pt x="274486" y="87166"/>
                  <a:pt x="276734" y="86401"/>
                </a:cubicBezTo>
                <a:cubicBezTo>
                  <a:pt x="278982" y="85637"/>
                  <a:pt x="280871" y="84558"/>
                  <a:pt x="282400" y="83164"/>
                </a:cubicBezTo>
                <a:cubicBezTo>
                  <a:pt x="283929" y="81770"/>
                  <a:pt x="285075" y="80117"/>
                  <a:pt x="285840" y="78206"/>
                </a:cubicBezTo>
                <a:cubicBezTo>
                  <a:pt x="286604" y="76295"/>
                  <a:pt x="286986" y="74215"/>
                  <a:pt x="286986" y="71967"/>
                </a:cubicBezTo>
                <a:cubicBezTo>
                  <a:pt x="286986" y="69494"/>
                  <a:pt x="286503" y="67268"/>
                  <a:pt x="285536" y="65290"/>
                </a:cubicBezTo>
                <a:cubicBezTo>
                  <a:pt x="284569" y="63311"/>
                  <a:pt x="283153" y="61603"/>
                  <a:pt x="281287" y="60164"/>
                </a:cubicBezTo>
                <a:cubicBezTo>
                  <a:pt x="279421" y="58725"/>
                  <a:pt x="277127" y="57623"/>
                  <a:pt x="274407" y="56859"/>
                </a:cubicBezTo>
                <a:cubicBezTo>
                  <a:pt x="271687" y="56094"/>
                  <a:pt x="268595" y="55712"/>
                  <a:pt x="265133" y="55712"/>
                </a:cubicBezTo>
                <a:lnTo>
                  <a:pt x="256837" y="55712"/>
                </a:lnTo>
                <a:cubicBezTo>
                  <a:pt x="256477" y="55712"/>
                  <a:pt x="256129" y="55633"/>
                  <a:pt x="255791" y="55476"/>
                </a:cubicBezTo>
                <a:cubicBezTo>
                  <a:pt x="255454" y="55319"/>
                  <a:pt x="255162" y="55060"/>
                  <a:pt x="254915" y="54700"/>
                </a:cubicBezTo>
                <a:cubicBezTo>
                  <a:pt x="254667" y="54341"/>
                  <a:pt x="254465" y="53869"/>
                  <a:pt x="254308" y="53284"/>
                </a:cubicBezTo>
                <a:cubicBezTo>
                  <a:pt x="254150" y="52699"/>
                  <a:pt x="254071" y="51935"/>
                  <a:pt x="254071" y="50991"/>
                </a:cubicBezTo>
                <a:cubicBezTo>
                  <a:pt x="254071" y="50136"/>
                  <a:pt x="254139" y="49428"/>
                  <a:pt x="254274" y="48866"/>
                </a:cubicBezTo>
                <a:cubicBezTo>
                  <a:pt x="254409" y="48304"/>
                  <a:pt x="254600" y="47854"/>
                  <a:pt x="254847" y="47517"/>
                </a:cubicBezTo>
                <a:cubicBezTo>
                  <a:pt x="255094" y="47180"/>
                  <a:pt x="255375" y="46933"/>
                  <a:pt x="255690" y="46775"/>
                </a:cubicBezTo>
                <a:cubicBezTo>
                  <a:pt x="256005" y="46618"/>
                  <a:pt x="256365" y="46539"/>
                  <a:pt x="256769" y="46539"/>
                </a:cubicBezTo>
                <a:lnTo>
                  <a:pt x="264391" y="46539"/>
                </a:lnTo>
                <a:cubicBezTo>
                  <a:pt x="267359" y="46539"/>
                  <a:pt x="270023" y="46156"/>
                  <a:pt x="272384" y="45388"/>
                </a:cubicBezTo>
                <a:cubicBezTo>
                  <a:pt x="274744" y="44620"/>
                  <a:pt x="276745" y="43513"/>
                  <a:pt x="278387" y="42069"/>
                </a:cubicBezTo>
                <a:cubicBezTo>
                  <a:pt x="280028" y="40623"/>
                  <a:pt x="281287" y="38895"/>
                  <a:pt x="282164" y="36886"/>
                </a:cubicBezTo>
                <a:cubicBezTo>
                  <a:pt x="283040" y="34875"/>
                  <a:pt x="283479" y="32627"/>
                  <a:pt x="283479" y="30143"/>
                </a:cubicBezTo>
                <a:cubicBezTo>
                  <a:pt x="283479" y="28336"/>
                  <a:pt x="283187" y="26608"/>
                  <a:pt x="282602" y="24960"/>
                </a:cubicBezTo>
                <a:cubicBezTo>
                  <a:pt x="282017" y="23310"/>
                  <a:pt x="281141" y="21876"/>
                  <a:pt x="279972" y="20658"/>
                </a:cubicBezTo>
                <a:cubicBezTo>
                  <a:pt x="278802" y="19438"/>
                  <a:pt x="277307" y="18479"/>
                  <a:pt x="275486" y="17779"/>
                </a:cubicBezTo>
                <a:cubicBezTo>
                  <a:pt x="273665" y="17078"/>
                  <a:pt x="271563" y="16727"/>
                  <a:pt x="269180" y="16727"/>
                </a:cubicBezTo>
                <a:cubicBezTo>
                  <a:pt x="266572" y="16727"/>
                  <a:pt x="264177" y="17121"/>
                  <a:pt x="261997" y="17907"/>
                </a:cubicBezTo>
                <a:cubicBezTo>
                  <a:pt x="259816" y="18694"/>
                  <a:pt x="257871" y="19537"/>
                  <a:pt x="256162" y="20437"/>
                </a:cubicBezTo>
                <a:cubicBezTo>
                  <a:pt x="254454" y="21336"/>
                  <a:pt x="253037" y="22179"/>
                  <a:pt x="251913" y="22966"/>
                </a:cubicBezTo>
                <a:cubicBezTo>
                  <a:pt x="250789" y="23753"/>
                  <a:pt x="250002" y="24146"/>
                  <a:pt x="249552" y="24146"/>
                </a:cubicBezTo>
                <a:cubicBezTo>
                  <a:pt x="249238" y="24146"/>
                  <a:pt x="248957" y="24090"/>
                  <a:pt x="248709" y="23978"/>
                </a:cubicBezTo>
                <a:cubicBezTo>
                  <a:pt x="248462" y="23865"/>
                  <a:pt x="248260" y="23641"/>
                  <a:pt x="248102" y="23303"/>
                </a:cubicBezTo>
                <a:cubicBezTo>
                  <a:pt x="247945" y="22966"/>
                  <a:pt x="247832" y="22494"/>
                  <a:pt x="247765" y="21887"/>
                </a:cubicBezTo>
                <a:cubicBezTo>
                  <a:pt x="247698" y="21280"/>
                  <a:pt x="247664" y="20482"/>
                  <a:pt x="247664" y="19493"/>
                </a:cubicBezTo>
                <a:cubicBezTo>
                  <a:pt x="247664" y="18818"/>
                  <a:pt x="247686" y="18222"/>
                  <a:pt x="247731" y="17705"/>
                </a:cubicBezTo>
                <a:cubicBezTo>
                  <a:pt x="247776" y="17188"/>
                  <a:pt x="247866" y="16738"/>
                  <a:pt x="248001" y="16356"/>
                </a:cubicBezTo>
                <a:cubicBezTo>
                  <a:pt x="248136" y="15974"/>
                  <a:pt x="248293" y="15625"/>
                  <a:pt x="248473" y="15311"/>
                </a:cubicBezTo>
                <a:cubicBezTo>
                  <a:pt x="248653" y="14996"/>
                  <a:pt x="248957" y="14625"/>
                  <a:pt x="249384" y="14198"/>
                </a:cubicBezTo>
                <a:cubicBezTo>
                  <a:pt x="249811" y="13771"/>
                  <a:pt x="250677" y="13152"/>
                  <a:pt x="251981" y="12343"/>
                </a:cubicBezTo>
                <a:cubicBezTo>
                  <a:pt x="253285" y="11534"/>
                  <a:pt x="254892" y="10735"/>
                  <a:pt x="256803" y="9949"/>
                </a:cubicBezTo>
                <a:cubicBezTo>
                  <a:pt x="258714" y="9162"/>
                  <a:pt x="260917" y="8498"/>
                  <a:pt x="263413" y="7959"/>
                </a:cubicBezTo>
                <a:cubicBezTo>
                  <a:pt x="265909" y="7419"/>
                  <a:pt x="268595" y="7150"/>
                  <a:pt x="271473" y="7150"/>
                </a:cubicBezTo>
                <a:cubicBezTo>
                  <a:pt x="275520" y="7150"/>
                  <a:pt x="279072" y="7669"/>
                  <a:pt x="282130" y="8707"/>
                </a:cubicBezTo>
                <a:cubicBezTo>
                  <a:pt x="285188" y="9744"/>
                  <a:pt x="287739" y="11210"/>
                  <a:pt x="289785" y="13104"/>
                </a:cubicBezTo>
                <a:cubicBezTo>
                  <a:pt x="291831" y="14998"/>
                  <a:pt x="293360" y="17265"/>
                  <a:pt x="294372" y="19904"/>
                </a:cubicBezTo>
                <a:cubicBezTo>
                  <a:pt x="295383" y="22542"/>
                  <a:pt x="295889" y="25463"/>
                  <a:pt x="295889" y="28665"/>
                </a:cubicBezTo>
                <a:cubicBezTo>
                  <a:pt x="295889" y="31417"/>
                  <a:pt x="295530" y="33977"/>
                  <a:pt x="294810" y="36346"/>
                </a:cubicBezTo>
                <a:cubicBezTo>
                  <a:pt x="294091" y="38714"/>
                  <a:pt x="293034" y="40811"/>
                  <a:pt x="291640" y="42638"/>
                </a:cubicBezTo>
                <a:cubicBezTo>
                  <a:pt x="290246" y="44464"/>
                  <a:pt x="288537" y="46021"/>
                  <a:pt x="286514" y="47306"/>
                </a:cubicBezTo>
                <a:cubicBezTo>
                  <a:pt x="284491" y="48592"/>
                  <a:pt x="282152" y="49483"/>
                  <a:pt x="279499" y="49979"/>
                </a:cubicBezTo>
                <a:lnTo>
                  <a:pt x="279499" y="50114"/>
                </a:lnTo>
                <a:cubicBezTo>
                  <a:pt x="282512" y="50429"/>
                  <a:pt x="285266" y="51182"/>
                  <a:pt x="287762" y="52373"/>
                </a:cubicBezTo>
                <a:cubicBezTo>
                  <a:pt x="290257" y="53565"/>
                  <a:pt x="292404" y="55060"/>
                  <a:pt x="294203" y="56859"/>
                </a:cubicBezTo>
                <a:cubicBezTo>
                  <a:pt x="296002" y="58657"/>
                  <a:pt x="297407" y="60760"/>
                  <a:pt x="298419" y="63165"/>
                </a:cubicBezTo>
                <a:cubicBezTo>
                  <a:pt x="299430" y="65571"/>
                  <a:pt x="299936" y="68145"/>
                  <a:pt x="299936" y="70888"/>
                </a:cubicBezTo>
                <a:close/>
                <a:moveTo>
                  <a:pt x="369970" y="70888"/>
                </a:moveTo>
                <a:cubicBezTo>
                  <a:pt x="369970" y="74890"/>
                  <a:pt x="369273" y="78498"/>
                  <a:pt x="367879" y="81713"/>
                </a:cubicBezTo>
                <a:cubicBezTo>
                  <a:pt x="366485" y="84928"/>
                  <a:pt x="364484" y="87683"/>
                  <a:pt x="361876" y="89976"/>
                </a:cubicBezTo>
                <a:cubicBezTo>
                  <a:pt x="359268" y="92269"/>
                  <a:pt x="356053" y="94034"/>
                  <a:pt x="352231" y="95271"/>
                </a:cubicBezTo>
                <a:cubicBezTo>
                  <a:pt x="348409" y="96507"/>
                  <a:pt x="344092" y="97125"/>
                  <a:pt x="339281" y="97125"/>
                </a:cubicBezTo>
                <a:cubicBezTo>
                  <a:pt x="336358" y="97125"/>
                  <a:pt x="333626" y="96888"/>
                  <a:pt x="331086" y="96413"/>
                </a:cubicBezTo>
                <a:cubicBezTo>
                  <a:pt x="328545" y="95939"/>
                  <a:pt x="326286" y="95375"/>
                  <a:pt x="324307" y="94720"/>
                </a:cubicBezTo>
                <a:cubicBezTo>
                  <a:pt x="322329" y="94066"/>
                  <a:pt x="320687" y="93388"/>
                  <a:pt x="319383" y="92689"/>
                </a:cubicBezTo>
                <a:cubicBezTo>
                  <a:pt x="318079" y="91989"/>
                  <a:pt x="317259" y="91481"/>
                  <a:pt x="316922" y="91165"/>
                </a:cubicBezTo>
                <a:cubicBezTo>
                  <a:pt x="316584" y="90848"/>
                  <a:pt x="316326" y="90533"/>
                  <a:pt x="316146" y="90218"/>
                </a:cubicBezTo>
                <a:cubicBezTo>
                  <a:pt x="315966" y="89902"/>
                  <a:pt x="315809" y="89518"/>
                  <a:pt x="315674" y="89067"/>
                </a:cubicBezTo>
                <a:cubicBezTo>
                  <a:pt x="315539" y="88615"/>
                  <a:pt x="315438" y="88061"/>
                  <a:pt x="315370" y="87406"/>
                </a:cubicBezTo>
                <a:cubicBezTo>
                  <a:pt x="315303" y="86752"/>
                  <a:pt x="315269" y="85950"/>
                  <a:pt x="315269" y="85002"/>
                </a:cubicBezTo>
                <a:cubicBezTo>
                  <a:pt x="315269" y="83377"/>
                  <a:pt x="315426" y="82249"/>
                  <a:pt x="315741" y="81616"/>
                </a:cubicBezTo>
                <a:cubicBezTo>
                  <a:pt x="316056" y="80984"/>
                  <a:pt x="316506" y="80668"/>
                  <a:pt x="317090" y="80668"/>
                </a:cubicBezTo>
                <a:cubicBezTo>
                  <a:pt x="317495" y="80668"/>
                  <a:pt x="318293" y="81031"/>
                  <a:pt x="319485" y="81758"/>
                </a:cubicBezTo>
                <a:cubicBezTo>
                  <a:pt x="320676" y="82484"/>
                  <a:pt x="322205" y="83268"/>
                  <a:pt x="324071" y="84108"/>
                </a:cubicBezTo>
                <a:cubicBezTo>
                  <a:pt x="325937" y="84948"/>
                  <a:pt x="328118" y="85732"/>
                  <a:pt x="330614" y="86458"/>
                </a:cubicBezTo>
                <a:cubicBezTo>
                  <a:pt x="333109" y="87184"/>
                  <a:pt x="335886" y="87548"/>
                  <a:pt x="338943" y="87548"/>
                </a:cubicBezTo>
                <a:cubicBezTo>
                  <a:pt x="341911" y="87548"/>
                  <a:pt x="344519" y="87166"/>
                  <a:pt x="346767" y="86401"/>
                </a:cubicBezTo>
                <a:cubicBezTo>
                  <a:pt x="349016" y="85637"/>
                  <a:pt x="350904" y="84558"/>
                  <a:pt x="352433" y="83164"/>
                </a:cubicBezTo>
                <a:cubicBezTo>
                  <a:pt x="353962" y="81770"/>
                  <a:pt x="355108" y="80117"/>
                  <a:pt x="355873" y="78206"/>
                </a:cubicBezTo>
                <a:cubicBezTo>
                  <a:pt x="356637" y="76295"/>
                  <a:pt x="357019" y="74215"/>
                  <a:pt x="357019" y="71967"/>
                </a:cubicBezTo>
                <a:cubicBezTo>
                  <a:pt x="357019" y="69494"/>
                  <a:pt x="356536" y="67268"/>
                  <a:pt x="355569" y="65290"/>
                </a:cubicBezTo>
                <a:cubicBezTo>
                  <a:pt x="354603" y="63311"/>
                  <a:pt x="353186" y="61603"/>
                  <a:pt x="351320" y="60164"/>
                </a:cubicBezTo>
                <a:cubicBezTo>
                  <a:pt x="349454" y="58725"/>
                  <a:pt x="347161" y="57623"/>
                  <a:pt x="344440" y="56859"/>
                </a:cubicBezTo>
                <a:cubicBezTo>
                  <a:pt x="341720" y="56094"/>
                  <a:pt x="338629" y="55712"/>
                  <a:pt x="335166" y="55712"/>
                </a:cubicBezTo>
                <a:lnTo>
                  <a:pt x="326870" y="55712"/>
                </a:lnTo>
                <a:cubicBezTo>
                  <a:pt x="326510" y="55712"/>
                  <a:pt x="326162" y="55633"/>
                  <a:pt x="325825" y="55476"/>
                </a:cubicBezTo>
                <a:cubicBezTo>
                  <a:pt x="325487" y="55319"/>
                  <a:pt x="325195" y="55060"/>
                  <a:pt x="324948" y="54700"/>
                </a:cubicBezTo>
                <a:cubicBezTo>
                  <a:pt x="324701" y="54341"/>
                  <a:pt x="324498" y="53869"/>
                  <a:pt x="324341" y="53284"/>
                </a:cubicBezTo>
                <a:cubicBezTo>
                  <a:pt x="324183" y="52699"/>
                  <a:pt x="324105" y="51935"/>
                  <a:pt x="324105" y="50991"/>
                </a:cubicBezTo>
                <a:cubicBezTo>
                  <a:pt x="324105" y="50136"/>
                  <a:pt x="324172" y="49428"/>
                  <a:pt x="324307" y="48866"/>
                </a:cubicBezTo>
                <a:cubicBezTo>
                  <a:pt x="324442" y="48304"/>
                  <a:pt x="324633" y="47854"/>
                  <a:pt x="324880" y="47517"/>
                </a:cubicBezTo>
                <a:cubicBezTo>
                  <a:pt x="325128" y="47180"/>
                  <a:pt x="325409" y="46933"/>
                  <a:pt x="325724" y="46775"/>
                </a:cubicBezTo>
                <a:cubicBezTo>
                  <a:pt x="326038" y="46618"/>
                  <a:pt x="326398" y="46539"/>
                  <a:pt x="326803" y="46539"/>
                </a:cubicBezTo>
                <a:lnTo>
                  <a:pt x="334424" y="46539"/>
                </a:lnTo>
                <a:cubicBezTo>
                  <a:pt x="337392" y="46539"/>
                  <a:pt x="340056" y="46156"/>
                  <a:pt x="342417" y="45388"/>
                </a:cubicBezTo>
                <a:cubicBezTo>
                  <a:pt x="344778" y="44620"/>
                  <a:pt x="346779" y="43513"/>
                  <a:pt x="348420" y="42069"/>
                </a:cubicBezTo>
                <a:cubicBezTo>
                  <a:pt x="350061" y="40623"/>
                  <a:pt x="351320" y="38895"/>
                  <a:pt x="352197" y="36886"/>
                </a:cubicBezTo>
                <a:cubicBezTo>
                  <a:pt x="353074" y="34875"/>
                  <a:pt x="353512" y="32627"/>
                  <a:pt x="353512" y="30143"/>
                </a:cubicBezTo>
                <a:cubicBezTo>
                  <a:pt x="353512" y="28336"/>
                  <a:pt x="353220" y="26608"/>
                  <a:pt x="352635" y="24960"/>
                </a:cubicBezTo>
                <a:cubicBezTo>
                  <a:pt x="352051" y="23310"/>
                  <a:pt x="351174" y="21876"/>
                  <a:pt x="350005" y="20658"/>
                </a:cubicBezTo>
                <a:cubicBezTo>
                  <a:pt x="348836" y="19438"/>
                  <a:pt x="347341" y="18479"/>
                  <a:pt x="345520" y="17779"/>
                </a:cubicBezTo>
                <a:cubicBezTo>
                  <a:pt x="343698" y="17078"/>
                  <a:pt x="341596" y="16727"/>
                  <a:pt x="339213" y="16727"/>
                </a:cubicBezTo>
                <a:cubicBezTo>
                  <a:pt x="336605" y="16727"/>
                  <a:pt x="334211" y="17121"/>
                  <a:pt x="332030" y="17907"/>
                </a:cubicBezTo>
                <a:cubicBezTo>
                  <a:pt x="329849" y="18694"/>
                  <a:pt x="327904" y="19537"/>
                  <a:pt x="326196" y="20437"/>
                </a:cubicBezTo>
                <a:cubicBezTo>
                  <a:pt x="324487" y="21336"/>
                  <a:pt x="323071" y="22179"/>
                  <a:pt x="321946" y="22966"/>
                </a:cubicBezTo>
                <a:cubicBezTo>
                  <a:pt x="320822" y="23753"/>
                  <a:pt x="320035" y="24146"/>
                  <a:pt x="319586" y="24146"/>
                </a:cubicBezTo>
                <a:cubicBezTo>
                  <a:pt x="319271" y="24146"/>
                  <a:pt x="318990" y="24090"/>
                  <a:pt x="318743" y="23978"/>
                </a:cubicBezTo>
                <a:cubicBezTo>
                  <a:pt x="318495" y="23865"/>
                  <a:pt x="318293" y="23641"/>
                  <a:pt x="318136" y="23303"/>
                </a:cubicBezTo>
                <a:cubicBezTo>
                  <a:pt x="317978" y="22966"/>
                  <a:pt x="317866" y="22494"/>
                  <a:pt x="317798" y="21887"/>
                </a:cubicBezTo>
                <a:cubicBezTo>
                  <a:pt x="317731" y="21280"/>
                  <a:pt x="317697" y="20482"/>
                  <a:pt x="317697" y="19493"/>
                </a:cubicBezTo>
                <a:cubicBezTo>
                  <a:pt x="317697" y="18818"/>
                  <a:pt x="317720" y="18222"/>
                  <a:pt x="317765" y="17705"/>
                </a:cubicBezTo>
                <a:cubicBezTo>
                  <a:pt x="317810" y="17188"/>
                  <a:pt x="317900" y="16738"/>
                  <a:pt x="318034" y="16356"/>
                </a:cubicBezTo>
                <a:cubicBezTo>
                  <a:pt x="318169" y="15974"/>
                  <a:pt x="318327" y="15625"/>
                  <a:pt x="318507" y="15311"/>
                </a:cubicBezTo>
                <a:cubicBezTo>
                  <a:pt x="318686" y="14996"/>
                  <a:pt x="318990" y="14625"/>
                  <a:pt x="319417" y="14198"/>
                </a:cubicBezTo>
                <a:cubicBezTo>
                  <a:pt x="319844" y="13771"/>
                  <a:pt x="320710" y="13152"/>
                  <a:pt x="322014" y="12343"/>
                </a:cubicBezTo>
                <a:cubicBezTo>
                  <a:pt x="323318" y="11534"/>
                  <a:pt x="324925" y="10735"/>
                  <a:pt x="326836" y="9949"/>
                </a:cubicBezTo>
                <a:cubicBezTo>
                  <a:pt x="328747" y="9162"/>
                  <a:pt x="330951" y="8498"/>
                  <a:pt x="333446" y="7959"/>
                </a:cubicBezTo>
                <a:cubicBezTo>
                  <a:pt x="335942" y="7419"/>
                  <a:pt x="338629" y="7150"/>
                  <a:pt x="341506" y="7150"/>
                </a:cubicBezTo>
                <a:cubicBezTo>
                  <a:pt x="345553" y="7150"/>
                  <a:pt x="349106" y="7669"/>
                  <a:pt x="352163" y="8707"/>
                </a:cubicBezTo>
                <a:cubicBezTo>
                  <a:pt x="355221" y="9744"/>
                  <a:pt x="357773" y="11210"/>
                  <a:pt x="359819" y="13104"/>
                </a:cubicBezTo>
                <a:cubicBezTo>
                  <a:pt x="361865" y="14998"/>
                  <a:pt x="363393" y="17265"/>
                  <a:pt x="364405" y="19904"/>
                </a:cubicBezTo>
                <a:cubicBezTo>
                  <a:pt x="365417" y="22542"/>
                  <a:pt x="365923" y="25463"/>
                  <a:pt x="365923" y="28665"/>
                </a:cubicBezTo>
                <a:cubicBezTo>
                  <a:pt x="365923" y="31417"/>
                  <a:pt x="365563" y="33977"/>
                  <a:pt x="364843" y="36346"/>
                </a:cubicBezTo>
                <a:cubicBezTo>
                  <a:pt x="364124" y="38714"/>
                  <a:pt x="363067" y="40811"/>
                  <a:pt x="361673" y="42638"/>
                </a:cubicBezTo>
                <a:cubicBezTo>
                  <a:pt x="360279" y="44464"/>
                  <a:pt x="358571" y="46021"/>
                  <a:pt x="356547" y="47306"/>
                </a:cubicBezTo>
                <a:cubicBezTo>
                  <a:pt x="354524" y="48592"/>
                  <a:pt x="352186" y="49483"/>
                  <a:pt x="349533" y="49979"/>
                </a:cubicBezTo>
                <a:lnTo>
                  <a:pt x="349533" y="50114"/>
                </a:lnTo>
                <a:cubicBezTo>
                  <a:pt x="352545" y="50429"/>
                  <a:pt x="355300" y="51182"/>
                  <a:pt x="357795" y="52373"/>
                </a:cubicBezTo>
                <a:cubicBezTo>
                  <a:pt x="360291" y="53565"/>
                  <a:pt x="362438" y="55060"/>
                  <a:pt x="364236" y="56859"/>
                </a:cubicBezTo>
                <a:cubicBezTo>
                  <a:pt x="366035" y="58657"/>
                  <a:pt x="367440" y="60760"/>
                  <a:pt x="368452" y="63165"/>
                </a:cubicBezTo>
                <a:cubicBezTo>
                  <a:pt x="369464" y="65571"/>
                  <a:pt x="369970" y="68145"/>
                  <a:pt x="369970" y="70888"/>
                </a:cubicBezTo>
                <a:close/>
                <a:moveTo>
                  <a:pt x="411203" y="59557"/>
                </a:moveTo>
                <a:cubicBezTo>
                  <a:pt x="411203" y="64643"/>
                  <a:pt x="410889" y="69674"/>
                  <a:pt x="410259" y="74648"/>
                </a:cubicBezTo>
                <a:cubicBezTo>
                  <a:pt x="409630" y="79623"/>
                  <a:pt x="408685" y="84541"/>
                  <a:pt x="407426" y="89403"/>
                </a:cubicBezTo>
                <a:cubicBezTo>
                  <a:pt x="406167" y="94264"/>
                  <a:pt x="404627" y="99048"/>
                  <a:pt x="402806" y="103752"/>
                </a:cubicBezTo>
                <a:cubicBezTo>
                  <a:pt x="400985" y="108457"/>
                  <a:pt x="398860" y="113104"/>
                  <a:pt x="396432" y="117695"/>
                </a:cubicBezTo>
                <a:cubicBezTo>
                  <a:pt x="396297" y="117920"/>
                  <a:pt x="396095" y="118122"/>
                  <a:pt x="395825" y="118302"/>
                </a:cubicBezTo>
                <a:cubicBezTo>
                  <a:pt x="395555" y="118483"/>
                  <a:pt x="395207" y="118641"/>
                  <a:pt x="394780" y="118776"/>
                </a:cubicBezTo>
                <a:cubicBezTo>
                  <a:pt x="394353" y="118911"/>
                  <a:pt x="393847" y="119001"/>
                  <a:pt x="393262" y="119046"/>
                </a:cubicBezTo>
                <a:cubicBezTo>
                  <a:pt x="392678" y="119091"/>
                  <a:pt x="391981" y="119113"/>
                  <a:pt x="391171" y="119113"/>
                </a:cubicBezTo>
                <a:cubicBezTo>
                  <a:pt x="390002" y="119113"/>
                  <a:pt x="389092" y="119057"/>
                  <a:pt x="388440" y="118945"/>
                </a:cubicBezTo>
                <a:cubicBezTo>
                  <a:pt x="387788" y="118832"/>
                  <a:pt x="387315" y="118652"/>
                  <a:pt x="387023" y="118403"/>
                </a:cubicBezTo>
                <a:cubicBezTo>
                  <a:pt x="386731" y="118156"/>
                  <a:pt x="386596" y="117841"/>
                  <a:pt x="386618" y="117459"/>
                </a:cubicBezTo>
                <a:cubicBezTo>
                  <a:pt x="386641" y="117077"/>
                  <a:pt x="386765" y="116615"/>
                  <a:pt x="386989" y="116074"/>
                </a:cubicBezTo>
                <a:cubicBezTo>
                  <a:pt x="391126" y="106981"/>
                  <a:pt x="394251" y="97675"/>
                  <a:pt x="396365" y="88155"/>
                </a:cubicBezTo>
                <a:cubicBezTo>
                  <a:pt x="398478" y="78633"/>
                  <a:pt x="399535" y="69033"/>
                  <a:pt x="399535" y="59354"/>
                </a:cubicBezTo>
                <a:cubicBezTo>
                  <a:pt x="399535" y="49721"/>
                  <a:pt x="398478" y="40144"/>
                  <a:pt x="396365" y="30624"/>
                </a:cubicBezTo>
                <a:cubicBezTo>
                  <a:pt x="394251" y="21102"/>
                  <a:pt x="391081" y="11817"/>
                  <a:pt x="386855" y="2767"/>
                </a:cubicBezTo>
                <a:cubicBezTo>
                  <a:pt x="386675" y="2363"/>
                  <a:pt x="386607" y="1981"/>
                  <a:pt x="386652" y="1621"/>
                </a:cubicBezTo>
                <a:cubicBezTo>
                  <a:pt x="386697" y="1261"/>
                  <a:pt x="386900" y="969"/>
                  <a:pt x="387259" y="744"/>
                </a:cubicBezTo>
                <a:cubicBezTo>
                  <a:pt x="387619" y="518"/>
                  <a:pt x="388114" y="337"/>
                  <a:pt x="388743" y="202"/>
                </a:cubicBezTo>
                <a:cubicBezTo>
                  <a:pt x="389373" y="67"/>
                  <a:pt x="390204" y="0"/>
                  <a:pt x="391239" y="0"/>
                </a:cubicBezTo>
                <a:cubicBezTo>
                  <a:pt x="392183" y="0"/>
                  <a:pt x="392970" y="34"/>
                  <a:pt x="393599" y="101"/>
                </a:cubicBezTo>
                <a:cubicBezTo>
                  <a:pt x="394229" y="169"/>
                  <a:pt x="394735" y="270"/>
                  <a:pt x="395117" y="405"/>
                </a:cubicBezTo>
                <a:cubicBezTo>
                  <a:pt x="395499" y="540"/>
                  <a:pt x="395780" y="675"/>
                  <a:pt x="395960" y="811"/>
                </a:cubicBezTo>
                <a:cubicBezTo>
                  <a:pt x="396140" y="946"/>
                  <a:pt x="396275" y="1104"/>
                  <a:pt x="396365" y="1284"/>
                </a:cubicBezTo>
                <a:cubicBezTo>
                  <a:pt x="400996" y="10511"/>
                  <a:pt x="404627" y="19998"/>
                  <a:pt x="407258" y="29745"/>
                </a:cubicBezTo>
                <a:cubicBezTo>
                  <a:pt x="409888" y="39491"/>
                  <a:pt x="411203" y="49428"/>
                  <a:pt x="411203" y="595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[…]">
            <a:extLst xmlns:a="http://schemas.openxmlformats.org/drawingml/2006/main">
              <a:ext uri="{FF2B5EF4-FFF2-40B4-BE49-F238E27FC236}">
                <a16:creationId xmlns:a16="http://schemas.microsoft.com/office/drawing/2014/main" id="{323044B5-F40A-4DED-BFC6-384297ED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812" y="2137061"/>
            <a:ext cx="154380" cy="116011"/>
          </a:xfrm>
          <a:custGeom xmlns:a="http://schemas.openxmlformats.org/drawingml/2006/main">
            <a:pathLst>
              <a:path w="154380" h="116011">
                <a:moveTo>
                  <a:pt x="23472" y="111964"/>
                </a:moveTo>
                <a:cubicBezTo>
                  <a:pt x="23472" y="113448"/>
                  <a:pt x="23303" y="114493"/>
                  <a:pt x="22966" y="115100"/>
                </a:cubicBezTo>
                <a:cubicBezTo>
                  <a:pt x="22629" y="115707"/>
                  <a:pt x="22145" y="116011"/>
                  <a:pt x="21516" y="116011"/>
                </a:cubicBezTo>
                <a:lnTo>
                  <a:pt x="4249" y="116011"/>
                </a:lnTo>
                <a:cubicBezTo>
                  <a:pt x="3710" y="116011"/>
                  <a:pt x="3193" y="115932"/>
                  <a:pt x="2698" y="115775"/>
                </a:cubicBezTo>
                <a:cubicBezTo>
                  <a:pt x="2203" y="115617"/>
                  <a:pt x="1754" y="115359"/>
                  <a:pt x="1349" y="114999"/>
                </a:cubicBezTo>
                <a:cubicBezTo>
                  <a:pt x="944" y="114639"/>
                  <a:pt x="618" y="114155"/>
                  <a:pt x="371" y="113547"/>
                </a:cubicBezTo>
                <a:cubicBezTo>
                  <a:pt x="124" y="112940"/>
                  <a:pt x="0" y="112187"/>
                  <a:pt x="0" y="111287"/>
                </a:cubicBezTo>
                <a:lnTo>
                  <a:pt x="0" y="4723"/>
                </a:lnTo>
                <a:cubicBezTo>
                  <a:pt x="0" y="3869"/>
                  <a:pt x="124" y="3138"/>
                  <a:pt x="371" y="2531"/>
                </a:cubicBezTo>
                <a:cubicBezTo>
                  <a:pt x="618" y="1923"/>
                  <a:pt x="944" y="1428"/>
                  <a:pt x="1349" y="1045"/>
                </a:cubicBezTo>
                <a:cubicBezTo>
                  <a:pt x="1754" y="663"/>
                  <a:pt x="2203" y="393"/>
                  <a:pt x="2698" y="236"/>
                </a:cubicBezTo>
                <a:cubicBezTo>
                  <a:pt x="3193" y="79"/>
                  <a:pt x="3710" y="0"/>
                  <a:pt x="4249" y="0"/>
                </a:cubicBezTo>
                <a:lnTo>
                  <a:pt x="21516" y="0"/>
                </a:lnTo>
                <a:cubicBezTo>
                  <a:pt x="21786" y="0"/>
                  <a:pt x="22044" y="67"/>
                  <a:pt x="22292" y="202"/>
                </a:cubicBezTo>
                <a:cubicBezTo>
                  <a:pt x="22539" y="337"/>
                  <a:pt x="22753" y="585"/>
                  <a:pt x="22932" y="944"/>
                </a:cubicBezTo>
                <a:cubicBezTo>
                  <a:pt x="23112" y="1304"/>
                  <a:pt x="23247" y="1742"/>
                  <a:pt x="23337" y="2260"/>
                </a:cubicBezTo>
                <a:cubicBezTo>
                  <a:pt x="23427" y="2777"/>
                  <a:pt x="23472" y="3417"/>
                  <a:pt x="23472" y="4182"/>
                </a:cubicBezTo>
                <a:cubicBezTo>
                  <a:pt x="23472" y="5621"/>
                  <a:pt x="23303" y="6655"/>
                  <a:pt x="22966" y="7284"/>
                </a:cubicBezTo>
                <a:cubicBezTo>
                  <a:pt x="22629" y="7914"/>
                  <a:pt x="22145" y="8229"/>
                  <a:pt x="21516" y="8229"/>
                </a:cubicBezTo>
                <a:lnTo>
                  <a:pt x="10522" y="8229"/>
                </a:lnTo>
                <a:lnTo>
                  <a:pt x="10522" y="107850"/>
                </a:lnTo>
                <a:lnTo>
                  <a:pt x="21516" y="107850"/>
                </a:lnTo>
                <a:cubicBezTo>
                  <a:pt x="21786" y="107850"/>
                  <a:pt x="22044" y="107917"/>
                  <a:pt x="22292" y="108052"/>
                </a:cubicBezTo>
                <a:cubicBezTo>
                  <a:pt x="22539" y="108187"/>
                  <a:pt x="22753" y="108423"/>
                  <a:pt x="22932" y="108760"/>
                </a:cubicBezTo>
                <a:cubicBezTo>
                  <a:pt x="23112" y="109097"/>
                  <a:pt x="23247" y="109525"/>
                  <a:pt x="23337" y="110042"/>
                </a:cubicBezTo>
                <a:cubicBezTo>
                  <a:pt x="23427" y="110559"/>
                  <a:pt x="23472" y="111200"/>
                  <a:pt x="23472" y="111964"/>
                </a:cubicBezTo>
                <a:close/>
                <a:moveTo>
                  <a:pt x="53874" y="87177"/>
                </a:moveTo>
                <a:cubicBezTo>
                  <a:pt x="53874" y="90337"/>
                  <a:pt x="53346" y="92448"/>
                  <a:pt x="52289" y="93511"/>
                </a:cubicBezTo>
                <a:cubicBezTo>
                  <a:pt x="51232" y="94571"/>
                  <a:pt x="49355" y="95102"/>
                  <a:pt x="46657" y="95102"/>
                </a:cubicBezTo>
                <a:cubicBezTo>
                  <a:pt x="44049" y="95102"/>
                  <a:pt x="42228" y="94583"/>
                  <a:pt x="41194" y="93544"/>
                </a:cubicBezTo>
                <a:cubicBezTo>
                  <a:pt x="40160" y="92506"/>
                  <a:pt x="39642" y="90451"/>
                  <a:pt x="39642" y="87379"/>
                </a:cubicBezTo>
                <a:cubicBezTo>
                  <a:pt x="39642" y="84219"/>
                  <a:pt x="40171" y="82108"/>
                  <a:pt x="41228" y="81047"/>
                </a:cubicBezTo>
                <a:cubicBezTo>
                  <a:pt x="42284" y="79985"/>
                  <a:pt x="44162" y="79454"/>
                  <a:pt x="46859" y="79454"/>
                </a:cubicBezTo>
                <a:cubicBezTo>
                  <a:pt x="49467" y="79454"/>
                  <a:pt x="51289" y="79973"/>
                  <a:pt x="52323" y="81012"/>
                </a:cubicBezTo>
                <a:cubicBezTo>
                  <a:pt x="53357" y="82050"/>
                  <a:pt x="53874" y="84105"/>
                  <a:pt x="53874" y="87177"/>
                </a:cubicBezTo>
                <a:moveTo>
                  <a:pt x="84293" y="87177"/>
                </a:moveTo>
                <a:cubicBezTo>
                  <a:pt x="84293" y="90337"/>
                  <a:pt x="83776" y="92448"/>
                  <a:pt x="82742" y="93511"/>
                </a:cubicBezTo>
                <a:cubicBezTo>
                  <a:pt x="81708" y="94571"/>
                  <a:pt x="79842" y="95102"/>
                  <a:pt x="77144" y="95102"/>
                </a:cubicBezTo>
                <a:cubicBezTo>
                  <a:pt x="74536" y="95102"/>
                  <a:pt x="72715" y="94583"/>
                  <a:pt x="71680" y="93544"/>
                </a:cubicBezTo>
                <a:cubicBezTo>
                  <a:pt x="70646" y="92506"/>
                  <a:pt x="70129" y="90451"/>
                  <a:pt x="70129" y="87379"/>
                </a:cubicBezTo>
                <a:cubicBezTo>
                  <a:pt x="70129" y="84219"/>
                  <a:pt x="70657" y="82108"/>
                  <a:pt x="71714" y="81047"/>
                </a:cubicBezTo>
                <a:cubicBezTo>
                  <a:pt x="72771" y="79985"/>
                  <a:pt x="74626" y="79454"/>
                  <a:pt x="77279" y="79454"/>
                </a:cubicBezTo>
                <a:cubicBezTo>
                  <a:pt x="79932" y="79454"/>
                  <a:pt x="81764" y="79973"/>
                  <a:pt x="82776" y="81012"/>
                </a:cubicBezTo>
                <a:cubicBezTo>
                  <a:pt x="83787" y="82050"/>
                  <a:pt x="84293" y="84105"/>
                  <a:pt x="84293" y="87177"/>
                </a:cubicBezTo>
                <a:moveTo>
                  <a:pt x="114780" y="87177"/>
                </a:moveTo>
                <a:cubicBezTo>
                  <a:pt x="114780" y="90337"/>
                  <a:pt x="114251" y="92448"/>
                  <a:pt x="113195" y="93511"/>
                </a:cubicBezTo>
                <a:cubicBezTo>
                  <a:pt x="112138" y="94571"/>
                  <a:pt x="110261" y="95102"/>
                  <a:pt x="107563" y="95102"/>
                </a:cubicBezTo>
                <a:cubicBezTo>
                  <a:pt x="104955" y="95102"/>
                  <a:pt x="103134" y="94583"/>
                  <a:pt x="102099" y="93544"/>
                </a:cubicBezTo>
                <a:cubicBezTo>
                  <a:pt x="101065" y="92506"/>
                  <a:pt x="100548" y="90451"/>
                  <a:pt x="100548" y="87379"/>
                </a:cubicBezTo>
                <a:cubicBezTo>
                  <a:pt x="100548" y="84219"/>
                  <a:pt x="101077" y="82108"/>
                  <a:pt x="102133" y="81047"/>
                </a:cubicBezTo>
                <a:cubicBezTo>
                  <a:pt x="103190" y="79985"/>
                  <a:pt x="105067" y="79454"/>
                  <a:pt x="107765" y="79454"/>
                </a:cubicBezTo>
                <a:cubicBezTo>
                  <a:pt x="110373" y="79454"/>
                  <a:pt x="112194" y="79973"/>
                  <a:pt x="113228" y="81012"/>
                </a:cubicBezTo>
                <a:cubicBezTo>
                  <a:pt x="114263" y="82050"/>
                  <a:pt x="114780" y="84105"/>
                  <a:pt x="114780" y="87177"/>
                </a:cubicBezTo>
                <a:close/>
                <a:moveTo>
                  <a:pt x="154380" y="111287"/>
                </a:moveTo>
                <a:cubicBezTo>
                  <a:pt x="154380" y="112187"/>
                  <a:pt x="154256" y="112940"/>
                  <a:pt x="154009" y="113547"/>
                </a:cubicBezTo>
                <a:cubicBezTo>
                  <a:pt x="153761" y="114155"/>
                  <a:pt x="153435" y="114639"/>
                  <a:pt x="153031" y="114999"/>
                </a:cubicBezTo>
                <a:cubicBezTo>
                  <a:pt x="152626" y="115359"/>
                  <a:pt x="152165" y="115617"/>
                  <a:pt x="151648" y="115775"/>
                </a:cubicBezTo>
                <a:cubicBezTo>
                  <a:pt x="151131" y="115932"/>
                  <a:pt x="150603" y="116011"/>
                  <a:pt x="150063" y="116011"/>
                </a:cubicBezTo>
                <a:lnTo>
                  <a:pt x="132864" y="116011"/>
                </a:lnTo>
                <a:cubicBezTo>
                  <a:pt x="132234" y="116011"/>
                  <a:pt x="131751" y="115707"/>
                  <a:pt x="131414" y="115100"/>
                </a:cubicBezTo>
                <a:cubicBezTo>
                  <a:pt x="131076" y="114493"/>
                  <a:pt x="130908" y="113448"/>
                  <a:pt x="130908" y="111964"/>
                </a:cubicBezTo>
                <a:cubicBezTo>
                  <a:pt x="130908" y="111200"/>
                  <a:pt x="130942" y="110559"/>
                  <a:pt x="131009" y="110042"/>
                </a:cubicBezTo>
                <a:cubicBezTo>
                  <a:pt x="131076" y="109525"/>
                  <a:pt x="131200" y="109097"/>
                  <a:pt x="131380" y="108760"/>
                </a:cubicBezTo>
                <a:cubicBezTo>
                  <a:pt x="131560" y="108423"/>
                  <a:pt x="131773" y="108187"/>
                  <a:pt x="132021" y="108052"/>
                </a:cubicBezTo>
                <a:cubicBezTo>
                  <a:pt x="132268" y="107917"/>
                  <a:pt x="132549" y="107850"/>
                  <a:pt x="132864" y="107850"/>
                </a:cubicBezTo>
                <a:lnTo>
                  <a:pt x="143858" y="107850"/>
                </a:lnTo>
                <a:lnTo>
                  <a:pt x="143858" y="8229"/>
                </a:lnTo>
                <a:lnTo>
                  <a:pt x="132864" y="8229"/>
                </a:lnTo>
                <a:cubicBezTo>
                  <a:pt x="132234" y="8229"/>
                  <a:pt x="131751" y="7914"/>
                  <a:pt x="131414" y="7284"/>
                </a:cubicBezTo>
                <a:cubicBezTo>
                  <a:pt x="131076" y="6655"/>
                  <a:pt x="130908" y="5621"/>
                  <a:pt x="130908" y="4182"/>
                </a:cubicBezTo>
                <a:cubicBezTo>
                  <a:pt x="130908" y="3417"/>
                  <a:pt x="130942" y="2777"/>
                  <a:pt x="131009" y="2260"/>
                </a:cubicBezTo>
                <a:cubicBezTo>
                  <a:pt x="131076" y="1742"/>
                  <a:pt x="131200" y="1304"/>
                  <a:pt x="131380" y="944"/>
                </a:cubicBezTo>
                <a:cubicBezTo>
                  <a:pt x="131560" y="585"/>
                  <a:pt x="131773" y="337"/>
                  <a:pt x="132021" y="202"/>
                </a:cubicBezTo>
                <a:cubicBezTo>
                  <a:pt x="132268" y="67"/>
                  <a:pt x="132549" y="0"/>
                  <a:pt x="132864" y="0"/>
                </a:cubicBezTo>
                <a:lnTo>
                  <a:pt x="150063" y="0"/>
                </a:lnTo>
                <a:cubicBezTo>
                  <a:pt x="150603" y="0"/>
                  <a:pt x="151131" y="79"/>
                  <a:pt x="151648" y="236"/>
                </a:cubicBezTo>
                <a:cubicBezTo>
                  <a:pt x="152165" y="393"/>
                  <a:pt x="152626" y="663"/>
                  <a:pt x="153031" y="1045"/>
                </a:cubicBezTo>
                <a:cubicBezTo>
                  <a:pt x="153435" y="1428"/>
                  <a:pt x="153761" y="1923"/>
                  <a:pt x="154009" y="2531"/>
                </a:cubicBezTo>
                <a:cubicBezTo>
                  <a:pt x="154256" y="3138"/>
                  <a:pt x="154380" y="3869"/>
                  <a:pt x="154380" y="4723"/>
                </a:cubicBezTo>
                <a:lnTo>
                  <a:pt x="154380" y="1112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…">
            <a:extLst xmlns:a="http://schemas.openxmlformats.org/drawingml/2006/main">
              <a:ext uri="{FF2B5EF4-FFF2-40B4-BE49-F238E27FC236}">
                <a16:creationId xmlns:a16="http://schemas.microsoft.com/office/drawing/2014/main" id="{1FBE8957-46C3-461B-9B23-A59E840C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2924" y="2483190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…">
            <a:extLst xmlns:a="http://schemas.openxmlformats.org/drawingml/2006/main">
              <a:ext uri="{FF2B5EF4-FFF2-40B4-BE49-F238E27FC236}">
                <a16:creationId xmlns:a16="http://schemas.microsoft.com/office/drawing/2014/main" id="{6A0113E4-1ABD-423D-90A8-BD28C5B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770" y="2483190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…">
            <a:extLst xmlns:a="http://schemas.openxmlformats.org/drawingml/2006/main">
              <a:ext uri="{FF2B5EF4-FFF2-40B4-BE49-F238E27FC236}">
                <a16:creationId xmlns:a16="http://schemas.microsoft.com/office/drawing/2014/main" id="{C59A9B28-D8DA-4E1B-AAB3-C91B8F34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7097" y="2483190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[…]">
            <a:extLst xmlns:a="http://schemas.openxmlformats.org/drawingml/2006/main">
              <a:ext uri="{FF2B5EF4-FFF2-40B4-BE49-F238E27FC236}">
                <a16:creationId xmlns:a16="http://schemas.microsoft.com/office/drawing/2014/main" id="{4438CE24-F83F-4E8E-86F5-1DD40FF0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812" y="2403736"/>
            <a:ext cx="154380" cy="116011"/>
          </a:xfrm>
          <a:custGeom xmlns:a="http://schemas.openxmlformats.org/drawingml/2006/main">
            <a:pathLst>
              <a:path w="154380" h="116011">
                <a:moveTo>
                  <a:pt x="23472" y="111964"/>
                </a:moveTo>
                <a:cubicBezTo>
                  <a:pt x="23472" y="113448"/>
                  <a:pt x="23303" y="114493"/>
                  <a:pt x="22966" y="115100"/>
                </a:cubicBezTo>
                <a:cubicBezTo>
                  <a:pt x="22629" y="115707"/>
                  <a:pt x="22145" y="116011"/>
                  <a:pt x="21516" y="116011"/>
                </a:cubicBezTo>
                <a:lnTo>
                  <a:pt x="4249" y="116011"/>
                </a:lnTo>
                <a:cubicBezTo>
                  <a:pt x="3710" y="116011"/>
                  <a:pt x="3193" y="115932"/>
                  <a:pt x="2698" y="115775"/>
                </a:cubicBezTo>
                <a:cubicBezTo>
                  <a:pt x="2203" y="115617"/>
                  <a:pt x="1754" y="115359"/>
                  <a:pt x="1349" y="114999"/>
                </a:cubicBezTo>
                <a:cubicBezTo>
                  <a:pt x="944" y="114639"/>
                  <a:pt x="618" y="114155"/>
                  <a:pt x="371" y="113547"/>
                </a:cubicBezTo>
                <a:cubicBezTo>
                  <a:pt x="124" y="112940"/>
                  <a:pt x="0" y="112187"/>
                  <a:pt x="0" y="111287"/>
                </a:cubicBezTo>
                <a:lnTo>
                  <a:pt x="0" y="4723"/>
                </a:lnTo>
                <a:cubicBezTo>
                  <a:pt x="0" y="3869"/>
                  <a:pt x="124" y="3138"/>
                  <a:pt x="371" y="2531"/>
                </a:cubicBezTo>
                <a:cubicBezTo>
                  <a:pt x="618" y="1923"/>
                  <a:pt x="944" y="1428"/>
                  <a:pt x="1349" y="1045"/>
                </a:cubicBezTo>
                <a:cubicBezTo>
                  <a:pt x="1754" y="663"/>
                  <a:pt x="2203" y="393"/>
                  <a:pt x="2698" y="236"/>
                </a:cubicBezTo>
                <a:cubicBezTo>
                  <a:pt x="3193" y="79"/>
                  <a:pt x="3710" y="0"/>
                  <a:pt x="4249" y="0"/>
                </a:cubicBezTo>
                <a:lnTo>
                  <a:pt x="21516" y="0"/>
                </a:lnTo>
                <a:cubicBezTo>
                  <a:pt x="21786" y="0"/>
                  <a:pt x="22044" y="67"/>
                  <a:pt x="22292" y="202"/>
                </a:cubicBezTo>
                <a:cubicBezTo>
                  <a:pt x="22539" y="337"/>
                  <a:pt x="22753" y="585"/>
                  <a:pt x="22932" y="944"/>
                </a:cubicBezTo>
                <a:cubicBezTo>
                  <a:pt x="23112" y="1304"/>
                  <a:pt x="23247" y="1742"/>
                  <a:pt x="23337" y="2260"/>
                </a:cubicBezTo>
                <a:cubicBezTo>
                  <a:pt x="23427" y="2777"/>
                  <a:pt x="23472" y="3417"/>
                  <a:pt x="23472" y="4182"/>
                </a:cubicBezTo>
                <a:cubicBezTo>
                  <a:pt x="23472" y="5621"/>
                  <a:pt x="23303" y="6655"/>
                  <a:pt x="22966" y="7284"/>
                </a:cubicBezTo>
                <a:cubicBezTo>
                  <a:pt x="22629" y="7914"/>
                  <a:pt x="22145" y="8229"/>
                  <a:pt x="21516" y="8229"/>
                </a:cubicBezTo>
                <a:lnTo>
                  <a:pt x="10522" y="8229"/>
                </a:lnTo>
                <a:lnTo>
                  <a:pt x="10522" y="107850"/>
                </a:lnTo>
                <a:lnTo>
                  <a:pt x="21516" y="107850"/>
                </a:lnTo>
                <a:cubicBezTo>
                  <a:pt x="21786" y="107850"/>
                  <a:pt x="22044" y="107917"/>
                  <a:pt x="22292" y="108052"/>
                </a:cubicBezTo>
                <a:cubicBezTo>
                  <a:pt x="22539" y="108187"/>
                  <a:pt x="22753" y="108423"/>
                  <a:pt x="22932" y="108760"/>
                </a:cubicBezTo>
                <a:cubicBezTo>
                  <a:pt x="23112" y="109097"/>
                  <a:pt x="23247" y="109525"/>
                  <a:pt x="23337" y="110042"/>
                </a:cubicBezTo>
                <a:cubicBezTo>
                  <a:pt x="23427" y="110559"/>
                  <a:pt x="23472" y="111200"/>
                  <a:pt x="23472" y="111964"/>
                </a:cubicBezTo>
                <a:close/>
                <a:moveTo>
                  <a:pt x="53874" y="87177"/>
                </a:moveTo>
                <a:cubicBezTo>
                  <a:pt x="53874" y="90337"/>
                  <a:pt x="53346" y="92448"/>
                  <a:pt x="52289" y="93511"/>
                </a:cubicBezTo>
                <a:cubicBezTo>
                  <a:pt x="51232" y="94571"/>
                  <a:pt x="49355" y="95102"/>
                  <a:pt x="46657" y="95102"/>
                </a:cubicBezTo>
                <a:cubicBezTo>
                  <a:pt x="44049" y="95102"/>
                  <a:pt x="42228" y="94583"/>
                  <a:pt x="41194" y="93544"/>
                </a:cubicBezTo>
                <a:cubicBezTo>
                  <a:pt x="40160" y="92506"/>
                  <a:pt x="39642" y="90451"/>
                  <a:pt x="39642" y="87379"/>
                </a:cubicBezTo>
                <a:cubicBezTo>
                  <a:pt x="39642" y="84219"/>
                  <a:pt x="40171" y="82108"/>
                  <a:pt x="41228" y="81047"/>
                </a:cubicBezTo>
                <a:cubicBezTo>
                  <a:pt x="42284" y="79985"/>
                  <a:pt x="44162" y="79454"/>
                  <a:pt x="46859" y="79454"/>
                </a:cubicBezTo>
                <a:cubicBezTo>
                  <a:pt x="49467" y="79454"/>
                  <a:pt x="51289" y="79973"/>
                  <a:pt x="52323" y="81012"/>
                </a:cubicBezTo>
                <a:cubicBezTo>
                  <a:pt x="53357" y="82050"/>
                  <a:pt x="53874" y="84105"/>
                  <a:pt x="53874" y="87177"/>
                </a:cubicBezTo>
                <a:moveTo>
                  <a:pt x="84293" y="87177"/>
                </a:moveTo>
                <a:cubicBezTo>
                  <a:pt x="84293" y="90337"/>
                  <a:pt x="83776" y="92448"/>
                  <a:pt x="82742" y="93511"/>
                </a:cubicBezTo>
                <a:cubicBezTo>
                  <a:pt x="81708" y="94571"/>
                  <a:pt x="79842" y="95102"/>
                  <a:pt x="77144" y="95102"/>
                </a:cubicBezTo>
                <a:cubicBezTo>
                  <a:pt x="74536" y="95102"/>
                  <a:pt x="72715" y="94583"/>
                  <a:pt x="71680" y="93544"/>
                </a:cubicBezTo>
                <a:cubicBezTo>
                  <a:pt x="70646" y="92506"/>
                  <a:pt x="70129" y="90451"/>
                  <a:pt x="70129" y="87379"/>
                </a:cubicBezTo>
                <a:cubicBezTo>
                  <a:pt x="70129" y="84219"/>
                  <a:pt x="70657" y="82108"/>
                  <a:pt x="71714" y="81047"/>
                </a:cubicBezTo>
                <a:cubicBezTo>
                  <a:pt x="72771" y="79985"/>
                  <a:pt x="74626" y="79454"/>
                  <a:pt x="77279" y="79454"/>
                </a:cubicBezTo>
                <a:cubicBezTo>
                  <a:pt x="79932" y="79454"/>
                  <a:pt x="81764" y="79973"/>
                  <a:pt x="82776" y="81012"/>
                </a:cubicBezTo>
                <a:cubicBezTo>
                  <a:pt x="83787" y="82050"/>
                  <a:pt x="84293" y="84105"/>
                  <a:pt x="84293" y="87177"/>
                </a:cubicBezTo>
                <a:moveTo>
                  <a:pt x="114780" y="87177"/>
                </a:moveTo>
                <a:cubicBezTo>
                  <a:pt x="114780" y="90337"/>
                  <a:pt x="114251" y="92448"/>
                  <a:pt x="113195" y="93511"/>
                </a:cubicBezTo>
                <a:cubicBezTo>
                  <a:pt x="112138" y="94571"/>
                  <a:pt x="110261" y="95102"/>
                  <a:pt x="107563" y="95102"/>
                </a:cubicBezTo>
                <a:cubicBezTo>
                  <a:pt x="104955" y="95102"/>
                  <a:pt x="103134" y="94583"/>
                  <a:pt x="102099" y="93544"/>
                </a:cubicBezTo>
                <a:cubicBezTo>
                  <a:pt x="101065" y="92506"/>
                  <a:pt x="100548" y="90451"/>
                  <a:pt x="100548" y="87379"/>
                </a:cubicBezTo>
                <a:cubicBezTo>
                  <a:pt x="100548" y="84219"/>
                  <a:pt x="101077" y="82108"/>
                  <a:pt x="102133" y="81047"/>
                </a:cubicBezTo>
                <a:cubicBezTo>
                  <a:pt x="103190" y="79985"/>
                  <a:pt x="105067" y="79454"/>
                  <a:pt x="107765" y="79454"/>
                </a:cubicBezTo>
                <a:cubicBezTo>
                  <a:pt x="110373" y="79454"/>
                  <a:pt x="112194" y="79973"/>
                  <a:pt x="113228" y="81012"/>
                </a:cubicBezTo>
                <a:cubicBezTo>
                  <a:pt x="114263" y="82050"/>
                  <a:pt x="114780" y="84105"/>
                  <a:pt x="114780" y="87177"/>
                </a:cubicBezTo>
                <a:close/>
                <a:moveTo>
                  <a:pt x="154380" y="111287"/>
                </a:moveTo>
                <a:cubicBezTo>
                  <a:pt x="154380" y="112187"/>
                  <a:pt x="154256" y="112940"/>
                  <a:pt x="154009" y="113547"/>
                </a:cubicBezTo>
                <a:cubicBezTo>
                  <a:pt x="153761" y="114155"/>
                  <a:pt x="153435" y="114639"/>
                  <a:pt x="153031" y="114999"/>
                </a:cubicBezTo>
                <a:cubicBezTo>
                  <a:pt x="152626" y="115359"/>
                  <a:pt x="152165" y="115617"/>
                  <a:pt x="151648" y="115775"/>
                </a:cubicBezTo>
                <a:cubicBezTo>
                  <a:pt x="151131" y="115932"/>
                  <a:pt x="150603" y="116011"/>
                  <a:pt x="150063" y="116011"/>
                </a:cubicBezTo>
                <a:lnTo>
                  <a:pt x="132864" y="116011"/>
                </a:lnTo>
                <a:cubicBezTo>
                  <a:pt x="132234" y="116011"/>
                  <a:pt x="131751" y="115707"/>
                  <a:pt x="131414" y="115100"/>
                </a:cubicBezTo>
                <a:cubicBezTo>
                  <a:pt x="131076" y="114493"/>
                  <a:pt x="130908" y="113448"/>
                  <a:pt x="130908" y="111964"/>
                </a:cubicBezTo>
                <a:cubicBezTo>
                  <a:pt x="130908" y="111200"/>
                  <a:pt x="130942" y="110559"/>
                  <a:pt x="131009" y="110042"/>
                </a:cubicBezTo>
                <a:cubicBezTo>
                  <a:pt x="131076" y="109525"/>
                  <a:pt x="131200" y="109097"/>
                  <a:pt x="131380" y="108760"/>
                </a:cubicBezTo>
                <a:cubicBezTo>
                  <a:pt x="131560" y="108423"/>
                  <a:pt x="131773" y="108187"/>
                  <a:pt x="132021" y="108052"/>
                </a:cubicBezTo>
                <a:cubicBezTo>
                  <a:pt x="132268" y="107917"/>
                  <a:pt x="132549" y="107850"/>
                  <a:pt x="132864" y="107850"/>
                </a:cubicBezTo>
                <a:lnTo>
                  <a:pt x="143858" y="107850"/>
                </a:lnTo>
                <a:lnTo>
                  <a:pt x="143858" y="8229"/>
                </a:lnTo>
                <a:lnTo>
                  <a:pt x="132864" y="8229"/>
                </a:lnTo>
                <a:cubicBezTo>
                  <a:pt x="132234" y="8229"/>
                  <a:pt x="131751" y="7914"/>
                  <a:pt x="131414" y="7284"/>
                </a:cubicBezTo>
                <a:cubicBezTo>
                  <a:pt x="131076" y="6655"/>
                  <a:pt x="130908" y="5621"/>
                  <a:pt x="130908" y="4182"/>
                </a:cubicBezTo>
                <a:cubicBezTo>
                  <a:pt x="130908" y="3417"/>
                  <a:pt x="130942" y="2777"/>
                  <a:pt x="131009" y="2260"/>
                </a:cubicBezTo>
                <a:cubicBezTo>
                  <a:pt x="131076" y="1742"/>
                  <a:pt x="131200" y="1304"/>
                  <a:pt x="131380" y="944"/>
                </a:cubicBezTo>
                <a:cubicBezTo>
                  <a:pt x="131560" y="585"/>
                  <a:pt x="131773" y="337"/>
                  <a:pt x="132021" y="202"/>
                </a:cubicBezTo>
                <a:cubicBezTo>
                  <a:pt x="132268" y="67"/>
                  <a:pt x="132549" y="0"/>
                  <a:pt x="132864" y="0"/>
                </a:cubicBezTo>
                <a:lnTo>
                  <a:pt x="150063" y="0"/>
                </a:lnTo>
                <a:cubicBezTo>
                  <a:pt x="150603" y="0"/>
                  <a:pt x="151131" y="79"/>
                  <a:pt x="151648" y="236"/>
                </a:cubicBezTo>
                <a:cubicBezTo>
                  <a:pt x="152165" y="393"/>
                  <a:pt x="152626" y="663"/>
                  <a:pt x="153031" y="1045"/>
                </a:cubicBezTo>
                <a:cubicBezTo>
                  <a:pt x="153435" y="1428"/>
                  <a:pt x="153761" y="1923"/>
                  <a:pt x="154009" y="2531"/>
                </a:cubicBezTo>
                <a:cubicBezTo>
                  <a:pt x="154256" y="3138"/>
                  <a:pt x="154380" y="3869"/>
                  <a:pt x="154380" y="4723"/>
                </a:cubicBezTo>
                <a:lnTo>
                  <a:pt x="154380" y="1112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Acceptall">
            <a:extLst xmlns:a="http://schemas.openxmlformats.org/drawingml/2006/main">
              <a:ext uri="{FF2B5EF4-FFF2-40B4-BE49-F238E27FC236}">
                <a16:creationId xmlns:a16="http://schemas.microsoft.com/office/drawing/2014/main" id="{127414A8-8E66-4F00-8CE8-77DC93B25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5178" y="2588050"/>
            <a:ext cx="532244" cy="118574"/>
          </a:xfrm>
          <a:custGeom xmlns:a="http://schemas.openxmlformats.org/drawingml/2006/main">
            <a:pathLst>
              <a:path w="532244" h="118574">
                <a:moveTo>
                  <a:pt x="74586" y="89908"/>
                </a:moveTo>
                <a:cubicBezTo>
                  <a:pt x="74946" y="90898"/>
                  <a:pt x="75137" y="91696"/>
                  <a:pt x="75160" y="92303"/>
                </a:cubicBezTo>
                <a:cubicBezTo>
                  <a:pt x="75182" y="92910"/>
                  <a:pt x="75014" y="93371"/>
                  <a:pt x="74654" y="93685"/>
                </a:cubicBezTo>
                <a:cubicBezTo>
                  <a:pt x="74294" y="94000"/>
                  <a:pt x="73698" y="94203"/>
                  <a:pt x="72866" y="94293"/>
                </a:cubicBezTo>
                <a:cubicBezTo>
                  <a:pt x="72035" y="94382"/>
                  <a:pt x="70922" y="94427"/>
                  <a:pt x="69528" y="94427"/>
                </a:cubicBezTo>
                <a:cubicBezTo>
                  <a:pt x="68134" y="94427"/>
                  <a:pt x="67021" y="94394"/>
                  <a:pt x="66189" y="94326"/>
                </a:cubicBezTo>
                <a:cubicBezTo>
                  <a:pt x="65357" y="94259"/>
                  <a:pt x="64728" y="94146"/>
                  <a:pt x="64301" y="93989"/>
                </a:cubicBezTo>
                <a:cubicBezTo>
                  <a:pt x="63873" y="93832"/>
                  <a:pt x="63559" y="93618"/>
                  <a:pt x="63356" y="93348"/>
                </a:cubicBezTo>
                <a:cubicBezTo>
                  <a:pt x="63154" y="93078"/>
                  <a:pt x="62963" y="92741"/>
                  <a:pt x="62783" y="92337"/>
                </a:cubicBezTo>
                <a:lnTo>
                  <a:pt x="55296" y="71090"/>
                </a:lnTo>
                <a:lnTo>
                  <a:pt x="19009" y="71090"/>
                </a:lnTo>
                <a:lnTo>
                  <a:pt x="11860" y="92067"/>
                </a:lnTo>
                <a:cubicBezTo>
                  <a:pt x="11725" y="92471"/>
                  <a:pt x="11545" y="92820"/>
                  <a:pt x="11320" y="93112"/>
                </a:cubicBezTo>
                <a:cubicBezTo>
                  <a:pt x="11095" y="93404"/>
                  <a:pt x="10769" y="93652"/>
                  <a:pt x="10342" y="93854"/>
                </a:cubicBezTo>
                <a:cubicBezTo>
                  <a:pt x="9915" y="94056"/>
                  <a:pt x="9308" y="94203"/>
                  <a:pt x="8521" y="94293"/>
                </a:cubicBezTo>
                <a:cubicBezTo>
                  <a:pt x="7734" y="94382"/>
                  <a:pt x="6711" y="94427"/>
                  <a:pt x="5452" y="94427"/>
                </a:cubicBezTo>
                <a:cubicBezTo>
                  <a:pt x="4148" y="94427"/>
                  <a:pt x="3080" y="94371"/>
                  <a:pt x="2248" y="94259"/>
                </a:cubicBezTo>
                <a:cubicBezTo>
                  <a:pt x="1416" y="94146"/>
                  <a:pt x="832" y="93933"/>
                  <a:pt x="495" y="93618"/>
                </a:cubicBezTo>
                <a:cubicBezTo>
                  <a:pt x="157" y="93303"/>
                  <a:pt x="0" y="92842"/>
                  <a:pt x="22" y="92235"/>
                </a:cubicBezTo>
                <a:cubicBezTo>
                  <a:pt x="45" y="91628"/>
                  <a:pt x="236" y="90830"/>
                  <a:pt x="596" y="89841"/>
                </a:cubicBezTo>
                <a:lnTo>
                  <a:pt x="29868" y="8768"/>
                </a:lnTo>
                <a:cubicBezTo>
                  <a:pt x="30048" y="8274"/>
                  <a:pt x="30284" y="7869"/>
                  <a:pt x="30576" y="7554"/>
                </a:cubicBezTo>
                <a:cubicBezTo>
                  <a:pt x="30869" y="7239"/>
                  <a:pt x="31296" y="6992"/>
                  <a:pt x="31858" y="6812"/>
                </a:cubicBezTo>
                <a:cubicBezTo>
                  <a:pt x="32420" y="6632"/>
                  <a:pt x="33140" y="6509"/>
                  <a:pt x="34016" y="6441"/>
                </a:cubicBezTo>
                <a:cubicBezTo>
                  <a:pt x="34893" y="6374"/>
                  <a:pt x="36006" y="6340"/>
                  <a:pt x="37355" y="6340"/>
                </a:cubicBezTo>
                <a:cubicBezTo>
                  <a:pt x="38794" y="6340"/>
                  <a:pt x="39986" y="6374"/>
                  <a:pt x="40930" y="6441"/>
                </a:cubicBezTo>
                <a:cubicBezTo>
                  <a:pt x="41874" y="6509"/>
                  <a:pt x="42638" y="6632"/>
                  <a:pt x="43223" y="6812"/>
                </a:cubicBezTo>
                <a:cubicBezTo>
                  <a:pt x="43808" y="6992"/>
                  <a:pt x="44257" y="7251"/>
                  <a:pt x="44572" y="7588"/>
                </a:cubicBezTo>
                <a:cubicBezTo>
                  <a:pt x="44887" y="7925"/>
                  <a:pt x="45134" y="8341"/>
                  <a:pt x="45314" y="8836"/>
                </a:cubicBezTo>
                <a:lnTo>
                  <a:pt x="74586" y="89908"/>
                </a:lnTo>
                <a:moveTo>
                  <a:pt x="37018" y="18346"/>
                </a:moveTo>
                <a:lnTo>
                  <a:pt x="36950" y="18346"/>
                </a:lnTo>
                <a:lnTo>
                  <a:pt x="21909" y="61850"/>
                </a:lnTo>
                <a:lnTo>
                  <a:pt x="52261" y="61850"/>
                </a:lnTo>
                <a:lnTo>
                  <a:pt x="37018" y="18346"/>
                </a:lnTo>
                <a:close/>
                <a:moveTo>
                  <a:pt x="131566" y="83164"/>
                </a:moveTo>
                <a:cubicBezTo>
                  <a:pt x="131566" y="83928"/>
                  <a:pt x="131544" y="84591"/>
                  <a:pt x="131499" y="85153"/>
                </a:cubicBezTo>
                <a:cubicBezTo>
                  <a:pt x="131454" y="85715"/>
                  <a:pt x="131375" y="86188"/>
                  <a:pt x="131263" y="86570"/>
                </a:cubicBezTo>
                <a:cubicBezTo>
                  <a:pt x="131150" y="86952"/>
                  <a:pt x="131015" y="87289"/>
                  <a:pt x="130858" y="87581"/>
                </a:cubicBezTo>
                <a:cubicBezTo>
                  <a:pt x="130700" y="87874"/>
                  <a:pt x="130341" y="88301"/>
                  <a:pt x="129779" y="88863"/>
                </a:cubicBezTo>
                <a:cubicBezTo>
                  <a:pt x="129217" y="89425"/>
                  <a:pt x="128261" y="90122"/>
                  <a:pt x="126912" y="90954"/>
                </a:cubicBezTo>
                <a:cubicBezTo>
                  <a:pt x="125563" y="91786"/>
                  <a:pt x="124046" y="92528"/>
                  <a:pt x="122359" y="93180"/>
                </a:cubicBezTo>
                <a:cubicBezTo>
                  <a:pt x="120673" y="93832"/>
                  <a:pt x="118841" y="94360"/>
                  <a:pt x="116862" y="94765"/>
                </a:cubicBezTo>
                <a:cubicBezTo>
                  <a:pt x="114884" y="95169"/>
                  <a:pt x="112838" y="95372"/>
                  <a:pt x="110725" y="95372"/>
                </a:cubicBezTo>
                <a:cubicBezTo>
                  <a:pt x="106363" y="95372"/>
                  <a:pt x="102496" y="94651"/>
                  <a:pt x="99123" y="93209"/>
                </a:cubicBezTo>
                <a:cubicBezTo>
                  <a:pt x="95751" y="91767"/>
                  <a:pt x="92929" y="89661"/>
                  <a:pt x="90659" y="86890"/>
                </a:cubicBezTo>
                <a:cubicBezTo>
                  <a:pt x="88388" y="84119"/>
                  <a:pt x="86657" y="80717"/>
                  <a:pt x="85465" y="76684"/>
                </a:cubicBezTo>
                <a:cubicBezTo>
                  <a:pt x="84274" y="72652"/>
                  <a:pt x="83678" y="68000"/>
                  <a:pt x="83678" y="62729"/>
                </a:cubicBezTo>
                <a:cubicBezTo>
                  <a:pt x="83678" y="56736"/>
                  <a:pt x="84409" y="51588"/>
                  <a:pt x="85870" y="47285"/>
                </a:cubicBezTo>
                <a:cubicBezTo>
                  <a:pt x="87331" y="42983"/>
                  <a:pt x="89332" y="39457"/>
                  <a:pt x="91873" y="36709"/>
                </a:cubicBezTo>
                <a:cubicBezTo>
                  <a:pt x="94413" y="33960"/>
                  <a:pt x="97404" y="31921"/>
                  <a:pt x="100843" y="30592"/>
                </a:cubicBezTo>
                <a:cubicBezTo>
                  <a:pt x="104283" y="29263"/>
                  <a:pt x="108004" y="28598"/>
                  <a:pt x="112006" y="28598"/>
                </a:cubicBezTo>
                <a:cubicBezTo>
                  <a:pt x="113940" y="28598"/>
                  <a:pt x="115817" y="28778"/>
                  <a:pt x="117638" y="29138"/>
                </a:cubicBezTo>
                <a:cubicBezTo>
                  <a:pt x="119459" y="29497"/>
                  <a:pt x="121134" y="29969"/>
                  <a:pt x="122663" y="30554"/>
                </a:cubicBezTo>
                <a:cubicBezTo>
                  <a:pt x="124192" y="31139"/>
                  <a:pt x="125552" y="31813"/>
                  <a:pt x="126743" y="32577"/>
                </a:cubicBezTo>
                <a:cubicBezTo>
                  <a:pt x="127935" y="33342"/>
                  <a:pt x="128801" y="33994"/>
                  <a:pt x="129340" y="34533"/>
                </a:cubicBezTo>
                <a:cubicBezTo>
                  <a:pt x="129880" y="35073"/>
                  <a:pt x="130251" y="35500"/>
                  <a:pt x="130453" y="35815"/>
                </a:cubicBezTo>
                <a:cubicBezTo>
                  <a:pt x="130655" y="36130"/>
                  <a:pt x="130824" y="36501"/>
                  <a:pt x="130959" y="36928"/>
                </a:cubicBezTo>
                <a:cubicBezTo>
                  <a:pt x="131094" y="37355"/>
                  <a:pt x="131184" y="37838"/>
                  <a:pt x="131229" y="38378"/>
                </a:cubicBezTo>
                <a:cubicBezTo>
                  <a:pt x="131274" y="38918"/>
                  <a:pt x="131296" y="39592"/>
                  <a:pt x="131296" y="40401"/>
                </a:cubicBezTo>
                <a:cubicBezTo>
                  <a:pt x="131296" y="42155"/>
                  <a:pt x="131094" y="43380"/>
                  <a:pt x="130689" y="44077"/>
                </a:cubicBezTo>
                <a:cubicBezTo>
                  <a:pt x="130285" y="44774"/>
                  <a:pt x="129790" y="45123"/>
                  <a:pt x="129205" y="45123"/>
                </a:cubicBezTo>
                <a:cubicBezTo>
                  <a:pt x="128531" y="45123"/>
                  <a:pt x="127755" y="44752"/>
                  <a:pt x="126878" y="44010"/>
                </a:cubicBezTo>
                <a:cubicBezTo>
                  <a:pt x="126002" y="43268"/>
                  <a:pt x="124889" y="42447"/>
                  <a:pt x="123540" y="41548"/>
                </a:cubicBezTo>
                <a:cubicBezTo>
                  <a:pt x="122191" y="40649"/>
                  <a:pt x="120561" y="39828"/>
                  <a:pt x="118650" y="39086"/>
                </a:cubicBezTo>
                <a:cubicBezTo>
                  <a:pt x="116739" y="38344"/>
                  <a:pt x="114479" y="37973"/>
                  <a:pt x="111871" y="37973"/>
                </a:cubicBezTo>
                <a:cubicBezTo>
                  <a:pt x="106520" y="37973"/>
                  <a:pt x="102417" y="40037"/>
                  <a:pt x="99562" y="44164"/>
                </a:cubicBezTo>
                <a:cubicBezTo>
                  <a:pt x="96707" y="48289"/>
                  <a:pt x="95279" y="54275"/>
                  <a:pt x="95279" y="62120"/>
                </a:cubicBezTo>
                <a:cubicBezTo>
                  <a:pt x="95279" y="66043"/>
                  <a:pt x="95650" y="69481"/>
                  <a:pt x="96392" y="72435"/>
                </a:cubicBezTo>
                <a:cubicBezTo>
                  <a:pt x="97134" y="75389"/>
                  <a:pt x="98224" y="77858"/>
                  <a:pt x="99663" y="79842"/>
                </a:cubicBezTo>
                <a:cubicBezTo>
                  <a:pt x="101102" y="81826"/>
                  <a:pt x="102867" y="83303"/>
                  <a:pt x="104958" y="84272"/>
                </a:cubicBezTo>
                <a:cubicBezTo>
                  <a:pt x="107049" y="85242"/>
                  <a:pt x="109443" y="85727"/>
                  <a:pt x="112141" y="85727"/>
                </a:cubicBezTo>
                <a:cubicBezTo>
                  <a:pt x="114704" y="85727"/>
                  <a:pt x="116952" y="85322"/>
                  <a:pt x="118886" y="84513"/>
                </a:cubicBezTo>
                <a:cubicBezTo>
                  <a:pt x="120819" y="83703"/>
                  <a:pt x="122494" y="82815"/>
                  <a:pt x="123911" y="81848"/>
                </a:cubicBezTo>
                <a:cubicBezTo>
                  <a:pt x="125327" y="80882"/>
                  <a:pt x="126519" y="80005"/>
                  <a:pt x="127485" y="79218"/>
                </a:cubicBezTo>
                <a:cubicBezTo>
                  <a:pt x="128452" y="78431"/>
                  <a:pt x="129205" y="78038"/>
                  <a:pt x="129745" y="78038"/>
                </a:cubicBezTo>
                <a:cubicBezTo>
                  <a:pt x="130060" y="78038"/>
                  <a:pt x="130329" y="78127"/>
                  <a:pt x="130554" y="78307"/>
                </a:cubicBezTo>
                <a:cubicBezTo>
                  <a:pt x="130779" y="78487"/>
                  <a:pt x="130970" y="78791"/>
                  <a:pt x="131128" y="79218"/>
                </a:cubicBezTo>
                <a:cubicBezTo>
                  <a:pt x="131285" y="79645"/>
                  <a:pt x="131397" y="80185"/>
                  <a:pt x="131465" y="80837"/>
                </a:cubicBezTo>
                <a:cubicBezTo>
                  <a:pt x="131532" y="81489"/>
                  <a:pt x="131566" y="82264"/>
                  <a:pt x="131566" y="83164"/>
                </a:cubicBezTo>
                <a:close/>
                <a:moveTo>
                  <a:pt x="189997" y="83164"/>
                </a:moveTo>
                <a:cubicBezTo>
                  <a:pt x="189997" y="83928"/>
                  <a:pt x="189974" y="84591"/>
                  <a:pt x="189929" y="85153"/>
                </a:cubicBezTo>
                <a:cubicBezTo>
                  <a:pt x="189884" y="85715"/>
                  <a:pt x="189806" y="86188"/>
                  <a:pt x="189693" y="86570"/>
                </a:cubicBezTo>
                <a:cubicBezTo>
                  <a:pt x="189581" y="86952"/>
                  <a:pt x="189446" y="87289"/>
                  <a:pt x="189289" y="87581"/>
                </a:cubicBezTo>
                <a:cubicBezTo>
                  <a:pt x="189131" y="87874"/>
                  <a:pt x="188771" y="88301"/>
                  <a:pt x="188209" y="88863"/>
                </a:cubicBezTo>
                <a:cubicBezTo>
                  <a:pt x="187647" y="89425"/>
                  <a:pt x="186692" y="90122"/>
                  <a:pt x="185343" y="90954"/>
                </a:cubicBezTo>
                <a:cubicBezTo>
                  <a:pt x="183994" y="91786"/>
                  <a:pt x="182476" y="92528"/>
                  <a:pt x="180790" y="93180"/>
                </a:cubicBezTo>
                <a:cubicBezTo>
                  <a:pt x="179104" y="93832"/>
                  <a:pt x="177272" y="94360"/>
                  <a:pt x="175293" y="94765"/>
                </a:cubicBezTo>
                <a:cubicBezTo>
                  <a:pt x="173315" y="95169"/>
                  <a:pt x="171269" y="95372"/>
                  <a:pt x="169155" y="95372"/>
                </a:cubicBezTo>
                <a:cubicBezTo>
                  <a:pt x="164794" y="95372"/>
                  <a:pt x="160927" y="94651"/>
                  <a:pt x="157554" y="93209"/>
                </a:cubicBezTo>
                <a:cubicBezTo>
                  <a:pt x="154182" y="91767"/>
                  <a:pt x="151360" y="89661"/>
                  <a:pt x="149089" y="86890"/>
                </a:cubicBezTo>
                <a:cubicBezTo>
                  <a:pt x="146819" y="84119"/>
                  <a:pt x="145088" y="80717"/>
                  <a:pt x="143896" y="76684"/>
                </a:cubicBezTo>
                <a:cubicBezTo>
                  <a:pt x="142704" y="72652"/>
                  <a:pt x="142109" y="68000"/>
                  <a:pt x="142109" y="62729"/>
                </a:cubicBezTo>
                <a:cubicBezTo>
                  <a:pt x="142109" y="56736"/>
                  <a:pt x="142839" y="51588"/>
                  <a:pt x="144301" y="47285"/>
                </a:cubicBezTo>
                <a:cubicBezTo>
                  <a:pt x="145762" y="42983"/>
                  <a:pt x="147763" y="39457"/>
                  <a:pt x="150304" y="36709"/>
                </a:cubicBezTo>
                <a:cubicBezTo>
                  <a:pt x="152844" y="33960"/>
                  <a:pt x="155834" y="31921"/>
                  <a:pt x="159274" y="30592"/>
                </a:cubicBezTo>
                <a:cubicBezTo>
                  <a:pt x="162714" y="29263"/>
                  <a:pt x="166435" y="28598"/>
                  <a:pt x="170437" y="28598"/>
                </a:cubicBezTo>
                <a:cubicBezTo>
                  <a:pt x="172370" y="28598"/>
                  <a:pt x="174248" y="28778"/>
                  <a:pt x="176069" y="29138"/>
                </a:cubicBezTo>
                <a:cubicBezTo>
                  <a:pt x="177890" y="29497"/>
                  <a:pt x="179565" y="29969"/>
                  <a:pt x="181094" y="30554"/>
                </a:cubicBezTo>
                <a:cubicBezTo>
                  <a:pt x="182622" y="31139"/>
                  <a:pt x="183983" y="31813"/>
                  <a:pt x="185174" y="32577"/>
                </a:cubicBezTo>
                <a:cubicBezTo>
                  <a:pt x="186366" y="33342"/>
                  <a:pt x="187231" y="33994"/>
                  <a:pt x="187771" y="34533"/>
                </a:cubicBezTo>
                <a:cubicBezTo>
                  <a:pt x="188311" y="35073"/>
                  <a:pt x="188682" y="35500"/>
                  <a:pt x="188884" y="35815"/>
                </a:cubicBezTo>
                <a:cubicBezTo>
                  <a:pt x="189086" y="36130"/>
                  <a:pt x="189255" y="36501"/>
                  <a:pt x="189390" y="36928"/>
                </a:cubicBezTo>
                <a:cubicBezTo>
                  <a:pt x="189525" y="37355"/>
                  <a:pt x="189615" y="37838"/>
                  <a:pt x="189660" y="38378"/>
                </a:cubicBezTo>
                <a:cubicBezTo>
                  <a:pt x="189704" y="38918"/>
                  <a:pt x="189727" y="39592"/>
                  <a:pt x="189727" y="40401"/>
                </a:cubicBezTo>
                <a:cubicBezTo>
                  <a:pt x="189727" y="42155"/>
                  <a:pt x="189525" y="43380"/>
                  <a:pt x="189120" y="44077"/>
                </a:cubicBezTo>
                <a:cubicBezTo>
                  <a:pt x="188715" y="44774"/>
                  <a:pt x="188221" y="45123"/>
                  <a:pt x="187636" y="45123"/>
                </a:cubicBezTo>
                <a:cubicBezTo>
                  <a:pt x="186962" y="45123"/>
                  <a:pt x="186186" y="44752"/>
                  <a:pt x="185309" y="44010"/>
                </a:cubicBezTo>
                <a:cubicBezTo>
                  <a:pt x="184432" y="43268"/>
                  <a:pt x="183319" y="42447"/>
                  <a:pt x="181970" y="41548"/>
                </a:cubicBezTo>
                <a:cubicBezTo>
                  <a:pt x="180621" y="40649"/>
                  <a:pt x="178991" y="39828"/>
                  <a:pt x="177080" y="39086"/>
                </a:cubicBezTo>
                <a:cubicBezTo>
                  <a:pt x="175169" y="38344"/>
                  <a:pt x="172910" y="37973"/>
                  <a:pt x="170302" y="37973"/>
                </a:cubicBezTo>
                <a:cubicBezTo>
                  <a:pt x="164951" y="37973"/>
                  <a:pt x="160848" y="40037"/>
                  <a:pt x="157993" y="44164"/>
                </a:cubicBezTo>
                <a:cubicBezTo>
                  <a:pt x="155137" y="48289"/>
                  <a:pt x="153710" y="54275"/>
                  <a:pt x="153710" y="62120"/>
                </a:cubicBezTo>
                <a:cubicBezTo>
                  <a:pt x="153710" y="66043"/>
                  <a:pt x="154081" y="69481"/>
                  <a:pt x="154823" y="72435"/>
                </a:cubicBezTo>
                <a:cubicBezTo>
                  <a:pt x="155564" y="75389"/>
                  <a:pt x="156655" y="77858"/>
                  <a:pt x="158094" y="79842"/>
                </a:cubicBezTo>
                <a:cubicBezTo>
                  <a:pt x="159533" y="81826"/>
                  <a:pt x="161298" y="83303"/>
                  <a:pt x="163388" y="84272"/>
                </a:cubicBezTo>
                <a:cubicBezTo>
                  <a:pt x="165479" y="85242"/>
                  <a:pt x="167874" y="85727"/>
                  <a:pt x="170572" y="85727"/>
                </a:cubicBezTo>
                <a:cubicBezTo>
                  <a:pt x="173135" y="85727"/>
                  <a:pt x="175383" y="85322"/>
                  <a:pt x="177317" y="84513"/>
                </a:cubicBezTo>
                <a:cubicBezTo>
                  <a:pt x="179250" y="83703"/>
                  <a:pt x="180925" y="82815"/>
                  <a:pt x="182341" y="81848"/>
                </a:cubicBezTo>
                <a:cubicBezTo>
                  <a:pt x="183758" y="80882"/>
                  <a:pt x="184949" y="80005"/>
                  <a:pt x="185916" y="79218"/>
                </a:cubicBezTo>
                <a:cubicBezTo>
                  <a:pt x="186883" y="78431"/>
                  <a:pt x="187636" y="78038"/>
                  <a:pt x="188176" y="78038"/>
                </a:cubicBezTo>
                <a:cubicBezTo>
                  <a:pt x="188490" y="78038"/>
                  <a:pt x="188760" y="78127"/>
                  <a:pt x="188985" y="78307"/>
                </a:cubicBezTo>
                <a:cubicBezTo>
                  <a:pt x="189210" y="78487"/>
                  <a:pt x="189401" y="78791"/>
                  <a:pt x="189558" y="79218"/>
                </a:cubicBezTo>
                <a:cubicBezTo>
                  <a:pt x="189716" y="79645"/>
                  <a:pt x="189828" y="80185"/>
                  <a:pt x="189896" y="80837"/>
                </a:cubicBezTo>
                <a:cubicBezTo>
                  <a:pt x="189963" y="81489"/>
                  <a:pt x="189997" y="82264"/>
                  <a:pt x="189997" y="83164"/>
                </a:cubicBezTo>
                <a:close/>
                <a:moveTo>
                  <a:pt x="256589" y="59354"/>
                </a:moveTo>
                <a:cubicBezTo>
                  <a:pt x="256589" y="61108"/>
                  <a:pt x="256151" y="62356"/>
                  <a:pt x="255274" y="63098"/>
                </a:cubicBezTo>
                <a:cubicBezTo>
                  <a:pt x="254397" y="63840"/>
                  <a:pt x="253396" y="64211"/>
                  <a:pt x="252272" y="64211"/>
                </a:cubicBezTo>
                <a:lnTo>
                  <a:pt x="212478" y="64211"/>
                </a:lnTo>
                <a:cubicBezTo>
                  <a:pt x="212478" y="67593"/>
                  <a:pt x="212815" y="70637"/>
                  <a:pt x="213490" y="73344"/>
                </a:cubicBezTo>
                <a:cubicBezTo>
                  <a:pt x="214164" y="76050"/>
                  <a:pt x="215288" y="78373"/>
                  <a:pt x="216862" y="80312"/>
                </a:cubicBezTo>
                <a:cubicBezTo>
                  <a:pt x="218436" y="82251"/>
                  <a:pt x="220482" y="83740"/>
                  <a:pt x="223000" y="84778"/>
                </a:cubicBezTo>
                <a:cubicBezTo>
                  <a:pt x="225518" y="85815"/>
                  <a:pt x="228598" y="86334"/>
                  <a:pt x="232240" y="86334"/>
                </a:cubicBezTo>
                <a:cubicBezTo>
                  <a:pt x="235118" y="86334"/>
                  <a:pt x="237681" y="86098"/>
                  <a:pt x="239929" y="85625"/>
                </a:cubicBezTo>
                <a:cubicBezTo>
                  <a:pt x="242178" y="85153"/>
                  <a:pt x="244122" y="84625"/>
                  <a:pt x="245764" y="84040"/>
                </a:cubicBezTo>
                <a:cubicBezTo>
                  <a:pt x="247405" y="83456"/>
                  <a:pt x="248754" y="82928"/>
                  <a:pt x="249810" y="82455"/>
                </a:cubicBezTo>
                <a:cubicBezTo>
                  <a:pt x="250867" y="81983"/>
                  <a:pt x="251665" y="81747"/>
                  <a:pt x="252205" y="81747"/>
                </a:cubicBezTo>
                <a:cubicBezTo>
                  <a:pt x="252520" y="81747"/>
                  <a:pt x="252801" y="81826"/>
                  <a:pt x="253048" y="81983"/>
                </a:cubicBezTo>
                <a:cubicBezTo>
                  <a:pt x="253295" y="82141"/>
                  <a:pt x="253486" y="82377"/>
                  <a:pt x="253621" y="82691"/>
                </a:cubicBezTo>
                <a:cubicBezTo>
                  <a:pt x="253756" y="83006"/>
                  <a:pt x="253857" y="83445"/>
                  <a:pt x="253925" y="84007"/>
                </a:cubicBezTo>
                <a:cubicBezTo>
                  <a:pt x="253992" y="84569"/>
                  <a:pt x="254026" y="85254"/>
                  <a:pt x="254026" y="86064"/>
                </a:cubicBezTo>
                <a:cubicBezTo>
                  <a:pt x="254026" y="86648"/>
                  <a:pt x="254003" y="87154"/>
                  <a:pt x="253959" y="87581"/>
                </a:cubicBezTo>
                <a:cubicBezTo>
                  <a:pt x="253914" y="88009"/>
                  <a:pt x="253857" y="88391"/>
                  <a:pt x="253790" y="88728"/>
                </a:cubicBezTo>
                <a:cubicBezTo>
                  <a:pt x="253722" y="89065"/>
                  <a:pt x="253610" y="89369"/>
                  <a:pt x="253453" y="89639"/>
                </a:cubicBezTo>
                <a:cubicBezTo>
                  <a:pt x="253295" y="89908"/>
                  <a:pt x="253093" y="90167"/>
                  <a:pt x="252846" y="90414"/>
                </a:cubicBezTo>
                <a:cubicBezTo>
                  <a:pt x="252598" y="90662"/>
                  <a:pt x="251868" y="91066"/>
                  <a:pt x="250654" y="91628"/>
                </a:cubicBezTo>
                <a:cubicBezTo>
                  <a:pt x="249439" y="92190"/>
                  <a:pt x="247866" y="92741"/>
                  <a:pt x="245932" y="93281"/>
                </a:cubicBezTo>
                <a:cubicBezTo>
                  <a:pt x="243999" y="93820"/>
                  <a:pt x="241762" y="94304"/>
                  <a:pt x="239221" y="94731"/>
                </a:cubicBezTo>
                <a:cubicBezTo>
                  <a:pt x="236681" y="95158"/>
                  <a:pt x="233971" y="95372"/>
                  <a:pt x="231094" y="95372"/>
                </a:cubicBezTo>
                <a:cubicBezTo>
                  <a:pt x="226102" y="95372"/>
                  <a:pt x="221730" y="94674"/>
                  <a:pt x="217975" y="93279"/>
                </a:cubicBezTo>
                <a:cubicBezTo>
                  <a:pt x="214220" y="91883"/>
                  <a:pt x="211061" y="89813"/>
                  <a:pt x="208498" y="87067"/>
                </a:cubicBezTo>
                <a:cubicBezTo>
                  <a:pt x="205935" y="84321"/>
                  <a:pt x="204002" y="80878"/>
                  <a:pt x="202698" y="76737"/>
                </a:cubicBezTo>
                <a:cubicBezTo>
                  <a:pt x="201394" y="72596"/>
                  <a:pt x="200742" y="67780"/>
                  <a:pt x="200742" y="62288"/>
                </a:cubicBezTo>
                <a:cubicBezTo>
                  <a:pt x="200742" y="57067"/>
                  <a:pt x="201416" y="52374"/>
                  <a:pt x="202765" y="48211"/>
                </a:cubicBezTo>
                <a:cubicBezTo>
                  <a:pt x="204114" y="44047"/>
                  <a:pt x="206059" y="40514"/>
                  <a:pt x="208600" y="37611"/>
                </a:cubicBezTo>
                <a:cubicBezTo>
                  <a:pt x="211140" y="34708"/>
                  <a:pt x="214209" y="32480"/>
                  <a:pt x="217806" y="30927"/>
                </a:cubicBezTo>
                <a:cubicBezTo>
                  <a:pt x="221404" y="29374"/>
                  <a:pt x="225428" y="28598"/>
                  <a:pt x="229880" y="28598"/>
                </a:cubicBezTo>
                <a:cubicBezTo>
                  <a:pt x="234646" y="28598"/>
                  <a:pt x="238704" y="29362"/>
                  <a:pt x="242054" y="30891"/>
                </a:cubicBezTo>
                <a:cubicBezTo>
                  <a:pt x="245404" y="32420"/>
                  <a:pt x="248158" y="34477"/>
                  <a:pt x="250316" y="37063"/>
                </a:cubicBezTo>
                <a:cubicBezTo>
                  <a:pt x="252475" y="39648"/>
                  <a:pt x="254060" y="42683"/>
                  <a:pt x="255071" y="46168"/>
                </a:cubicBezTo>
                <a:cubicBezTo>
                  <a:pt x="256083" y="49653"/>
                  <a:pt x="256589" y="53374"/>
                  <a:pt x="256589" y="57331"/>
                </a:cubicBezTo>
                <a:lnTo>
                  <a:pt x="256589" y="59354"/>
                </a:lnTo>
                <a:moveTo>
                  <a:pt x="245393" y="56049"/>
                </a:moveTo>
                <a:cubicBezTo>
                  <a:pt x="245528" y="50204"/>
                  <a:pt x="244235" y="45617"/>
                  <a:pt x="241514" y="42290"/>
                </a:cubicBezTo>
                <a:cubicBezTo>
                  <a:pt x="238794" y="38963"/>
                  <a:pt x="234758" y="37299"/>
                  <a:pt x="229407" y="37299"/>
                </a:cubicBezTo>
                <a:cubicBezTo>
                  <a:pt x="226665" y="37299"/>
                  <a:pt x="224259" y="37816"/>
                  <a:pt x="222190" y="38850"/>
                </a:cubicBezTo>
                <a:cubicBezTo>
                  <a:pt x="220122" y="39884"/>
                  <a:pt x="218391" y="41256"/>
                  <a:pt x="216997" y="42964"/>
                </a:cubicBezTo>
                <a:cubicBezTo>
                  <a:pt x="215603" y="44673"/>
                  <a:pt x="214524" y="46663"/>
                  <a:pt x="213759" y="48934"/>
                </a:cubicBezTo>
                <a:cubicBezTo>
                  <a:pt x="212995" y="51204"/>
                  <a:pt x="212568" y="53576"/>
                  <a:pt x="212478" y="56049"/>
                </a:cubicBezTo>
                <a:lnTo>
                  <a:pt x="245393" y="56049"/>
                </a:lnTo>
                <a:close/>
                <a:moveTo>
                  <a:pt x="329426" y="61074"/>
                </a:moveTo>
                <a:cubicBezTo>
                  <a:pt x="329426" y="66384"/>
                  <a:pt x="328853" y="71155"/>
                  <a:pt x="327706" y="75386"/>
                </a:cubicBezTo>
                <a:cubicBezTo>
                  <a:pt x="326560" y="79617"/>
                  <a:pt x="324873" y="83207"/>
                  <a:pt x="322648" y="86157"/>
                </a:cubicBezTo>
                <a:cubicBezTo>
                  <a:pt x="320422" y="89105"/>
                  <a:pt x="317668" y="91378"/>
                  <a:pt x="314385" y="92975"/>
                </a:cubicBezTo>
                <a:cubicBezTo>
                  <a:pt x="311103" y="94573"/>
                  <a:pt x="307348" y="95372"/>
                  <a:pt x="303121" y="95372"/>
                </a:cubicBezTo>
                <a:cubicBezTo>
                  <a:pt x="301323" y="95372"/>
                  <a:pt x="299659" y="95192"/>
                  <a:pt x="298130" y="94832"/>
                </a:cubicBezTo>
                <a:cubicBezTo>
                  <a:pt x="296601" y="94472"/>
                  <a:pt x="295106" y="93910"/>
                  <a:pt x="293645" y="93146"/>
                </a:cubicBezTo>
                <a:cubicBezTo>
                  <a:pt x="292184" y="92380"/>
                  <a:pt x="290733" y="91412"/>
                  <a:pt x="289295" y="90241"/>
                </a:cubicBezTo>
                <a:cubicBezTo>
                  <a:pt x="287856" y="89071"/>
                  <a:pt x="286327" y="87698"/>
                  <a:pt x="284708" y="86123"/>
                </a:cubicBezTo>
                <a:lnTo>
                  <a:pt x="284708" y="116420"/>
                </a:lnTo>
                <a:cubicBezTo>
                  <a:pt x="284708" y="116778"/>
                  <a:pt x="284618" y="117092"/>
                  <a:pt x="284438" y="117362"/>
                </a:cubicBezTo>
                <a:cubicBezTo>
                  <a:pt x="284258" y="117632"/>
                  <a:pt x="283966" y="117856"/>
                  <a:pt x="283561" y="118034"/>
                </a:cubicBezTo>
                <a:cubicBezTo>
                  <a:pt x="283157" y="118214"/>
                  <a:pt x="282595" y="118349"/>
                  <a:pt x="281875" y="118439"/>
                </a:cubicBezTo>
                <a:cubicBezTo>
                  <a:pt x="281156" y="118529"/>
                  <a:pt x="280234" y="118574"/>
                  <a:pt x="279110" y="118574"/>
                </a:cubicBezTo>
                <a:cubicBezTo>
                  <a:pt x="278031" y="118574"/>
                  <a:pt x="277131" y="118529"/>
                  <a:pt x="276412" y="118439"/>
                </a:cubicBezTo>
                <a:cubicBezTo>
                  <a:pt x="275693" y="118349"/>
                  <a:pt x="275119" y="118214"/>
                  <a:pt x="274692" y="118034"/>
                </a:cubicBezTo>
                <a:cubicBezTo>
                  <a:pt x="274265" y="117854"/>
                  <a:pt x="273973" y="117630"/>
                  <a:pt x="273815" y="117360"/>
                </a:cubicBezTo>
                <a:cubicBezTo>
                  <a:pt x="273658" y="117090"/>
                  <a:pt x="273579" y="116775"/>
                  <a:pt x="273579" y="116416"/>
                </a:cubicBezTo>
                <a:lnTo>
                  <a:pt x="273579" y="31633"/>
                </a:lnTo>
                <a:cubicBezTo>
                  <a:pt x="273579" y="31229"/>
                  <a:pt x="273647" y="30903"/>
                  <a:pt x="273781" y="30655"/>
                </a:cubicBezTo>
                <a:cubicBezTo>
                  <a:pt x="273916" y="30408"/>
                  <a:pt x="274186" y="30194"/>
                  <a:pt x="274591" y="30014"/>
                </a:cubicBezTo>
                <a:cubicBezTo>
                  <a:pt x="274996" y="29835"/>
                  <a:pt x="275513" y="29711"/>
                  <a:pt x="276142" y="29643"/>
                </a:cubicBezTo>
                <a:cubicBezTo>
                  <a:pt x="276772" y="29576"/>
                  <a:pt x="277536" y="29542"/>
                  <a:pt x="278435" y="29542"/>
                </a:cubicBezTo>
                <a:cubicBezTo>
                  <a:pt x="279380" y="29542"/>
                  <a:pt x="280155" y="29576"/>
                  <a:pt x="280762" y="29643"/>
                </a:cubicBezTo>
                <a:cubicBezTo>
                  <a:pt x="281369" y="29711"/>
                  <a:pt x="281875" y="29835"/>
                  <a:pt x="282280" y="30014"/>
                </a:cubicBezTo>
                <a:cubicBezTo>
                  <a:pt x="282685" y="30194"/>
                  <a:pt x="282966" y="30409"/>
                  <a:pt x="283123" y="30657"/>
                </a:cubicBezTo>
                <a:cubicBezTo>
                  <a:pt x="283280" y="30905"/>
                  <a:pt x="283359" y="31231"/>
                  <a:pt x="283359" y="31635"/>
                </a:cubicBezTo>
                <a:lnTo>
                  <a:pt x="283359" y="39805"/>
                </a:lnTo>
                <a:cubicBezTo>
                  <a:pt x="285203" y="37915"/>
                  <a:pt x="286979" y="36272"/>
                  <a:pt x="288688" y="34877"/>
                </a:cubicBezTo>
                <a:cubicBezTo>
                  <a:pt x="290396" y="33482"/>
                  <a:pt x="292116" y="32323"/>
                  <a:pt x="293847" y="31401"/>
                </a:cubicBezTo>
                <a:cubicBezTo>
                  <a:pt x="295578" y="30478"/>
                  <a:pt x="297355" y="29780"/>
                  <a:pt x="299176" y="29308"/>
                </a:cubicBezTo>
                <a:cubicBezTo>
                  <a:pt x="300997" y="28835"/>
                  <a:pt x="302919" y="28598"/>
                  <a:pt x="304943" y="28598"/>
                </a:cubicBezTo>
                <a:cubicBezTo>
                  <a:pt x="309349" y="28598"/>
                  <a:pt x="313104" y="29453"/>
                  <a:pt x="316206" y="31163"/>
                </a:cubicBezTo>
                <a:cubicBezTo>
                  <a:pt x="319309" y="32873"/>
                  <a:pt x="321838" y="35214"/>
                  <a:pt x="323794" y="38186"/>
                </a:cubicBezTo>
                <a:cubicBezTo>
                  <a:pt x="325750" y="41157"/>
                  <a:pt x="327178" y="44611"/>
                  <a:pt x="328077" y="48550"/>
                </a:cubicBezTo>
                <a:cubicBezTo>
                  <a:pt x="328977" y="52487"/>
                  <a:pt x="329426" y="56662"/>
                  <a:pt x="329426" y="61074"/>
                </a:cubicBezTo>
                <a:moveTo>
                  <a:pt x="317690" y="62356"/>
                </a:moveTo>
                <a:cubicBezTo>
                  <a:pt x="317690" y="59249"/>
                  <a:pt x="317454" y="56243"/>
                  <a:pt x="316982" y="53339"/>
                </a:cubicBezTo>
                <a:cubicBezTo>
                  <a:pt x="316510" y="50434"/>
                  <a:pt x="315701" y="47857"/>
                  <a:pt x="314554" y="45605"/>
                </a:cubicBezTo>
                <a:cubicBezTo>
                  <a:pt x="313407" y="43354"/>
                  <a:pt x="311867" y="41554"/>
                  <a:pt x="309934" y="40203"/>
                </a:cubicBezTo>
                <a:cubicBezTo>
                  <a:pt x="308000" y="38852"/>
                  <a:pt x="305595" y="38176"/>
                  <a:pt x="302717" y="38176"/>
                </a:cubicBezTo>
                <a:cubicBezTo>
                  <a:pt x="301278" y="38176"/>
                  <a:pt x="299861" y="38390"/>
                  <a:pt x="298467" y="38819"/>
                </a:cubicBezTo>
                <a:cubicBezTo>
                  <a:pt x="297074" y="39246"/>
                  <a:pt x="295657" y="39921"/>
                  <a:pt x="294218" y="40844"/>
                </a:cubicBezTo>
                <a:cubicBezTo>
                  <a:pt x="292779" y="41767"/>
                  <a:pt x="291273" y="42983"/>
                  <a:pt x="289699" y="44493"/>
                </a:cubicBezTo>
                <a:cubicBezTo>
                  <a:pt x="288125" y="46002"/>
                  <a:pt x="286462" y="47860"/>
                  <a:pt x="284708" y="50068"/>
                </a:cubicBezTo>
                <a:lnTo>
                  <a:pt x="284708" y="74239"/>
                </a:lnTo>
                <a:cubicBezTo>
                  <a:pt x="287766" y="77979"/>
                  <a:pt x="290666" y="80839"/>
                  <a:pt x="293409" y="82822"/>
                </a:cubicBezTo>
                <a:cubicBezTo>
                  <a:pt x="296152" y="84803"/>
                  <a:pt x="299030" y="85794"/>
                  <a:pt x="302042" y="85794"/>
                </a:cubicBezTo>
                <a:cubicBezTo>
                  <a:pt x="304830" y="85794"/>
                  <a:pt x="307225" y="85119"/>
                  <a:pt x="309225" y="83769"/>
                </a:cubicBezTo>
                <a:cubicBezTo>
                  <a:pt x="311226" y="82417"/>
                  <a:pt x="312845" y="80615"/>
                  <a:pt x="314082" y="78364"/>
                </a:cubicBezTo>
                <a:cubicBezTo>
                  <a:pt x="315318" y="76113"/>
                  <a:pt x="316229" y="73592"/>
                  <a:pt x="316813" y="70799"/>
                </a:cubicBezTo>
                <a:cubicBezTo>
                  <a:pt x="317398" y="68007"/>
                  <a:pt x="317690" y="65193"/>
                  <a:pt x="317690" y="62356"/>
                </a:cubicBezTo>
                <a:close/>
                <a:moveTo>
                  <a:pt x="377665" y="87952"/>
                </a:moveTo>
                <a:cubicBezTo>
                  <a:pt x="377665" y="89256"/>
                  <a:pt x="377575" y="90291"/>
                  <a:pt x="377396" y="91055"/>
                </a:cubicBezTo>
                <a:cubicBezTo>
                  <a:pt x="377216" y="91819"/>
                  <a:pt x="376946" y="92382"/>
                  <a:pt x="376586" y="92741"/>
                </a:cubicBezTo>
                <a:cubicBezTo>
                  <a:pt x="376226" y="93101"/>
                  <a:pt x="375687" y="93438"/>
                  <a:pt x="374967" y="93753"/>
                </a:cubicBezTo>
                <a:cubicBezTo>
                  <a:pt x="374248" y="94068"/>
                  <a:pt x="373427" y="94326"/>
                  <a:pt x="372506" y="94529"/>
                </a:cubicBezTo>
                <a:cubicBezTo>
                  <a:pt x="371584" y="94731"/>
                  <a:pt x="370606" y="94900"/>
                  <a:pt x="369572" y="95034"/>
                </a:cubicBezTo>
                <a:cubicBezTo>
                  <a:pt x="368537" y="95169"/>
                  <a:pt x="367503" y="95237"/>
                  <a:pt x="366469" y="95237"/>
                </a:cubicBezTo>
                <a:cubicBezTo>
                  <a:pt x="363321" y="95237"/>
                  <a:pt x="360623" y="94820"/>
                  <a:pt x="358375" y="93987"/>
                </a:cubicBezTo>
                <a:cubicBezTo>
                  <a:pt x="356127" y="93152"/>
                  <a:pt x="354283" y="91890"/>
                  <a:pt x="352844" y="90199"/>
                </a:cubicBezTo>
                <a:cubicBezTo>
                  <a:pt x="351406" y="88509"/>
                  <a:pt x="350360" y="86368"/>
                  <a:pt x="349708" y="83777"/>
                </a:cubicBezTo>
                <a:cubicBezTo>
                  <a:pt x="349056" y="81186"/>
                  <a:pt x="348730" y="78132"/>
                  <a:pt x="348730" y="74617"/>
                </a:cubicBezTo>
                <a:lnTo>
                  <a:pt x="348730" y="39052"/>
                </a:lnTo>
                <a:lnTo>
                  <a:pt x="340232" y="39052"/>
                </a:lnTo>
                <a:cubicBezTo>
                  <a:pt x="339557" y="39052"/>
                  <a:pt x="339018" y="38693"/>
                  <a:pt x="338613" y="37973"/>
                </a:cubicBezTo>
                <a:cubicBezTo>
                  <a:pt x="338208" y="37254"/>
                  <a:pt x="338006" y="36085"/>
                  <a:pt x="338006" y="34466"/>
                </a:cubicBezTo>
                <a:cubicBezTo>
                  <a:pt x="338006" y="33612"/>
                  <a:pt x="338062" y="32892"/>
                  <a:pt x="338174" y="32308"/>
                </a:cubicBezTo>
                <a:cubicBezTo>
                  <a:pt x="338287" y="31723"/>
                  <a:pt x="338433" y="31240"/>
                  <a:pt x="338613" y="30858"/>
                </a:cubicBezTo>
                <a:cubicBezTo>
                  <a:pt x="338793" y="30475"/>
                  <a:pt x="339029" y="30206"/>
                  <a:pt x="339321" y="30048"/>
                </a:cubicBezTo>
                <a:cubicBezTo>
                  <a:pt x="339613" y="29891"/>
                  <a:pt x="339939" y="29812"/>
                  <a:pt x="340299" y="29812"/>
                </a:cubicBezTo>
                <a:lnTo>
                  <a:pt x="348730" y="29812"/>
                </a:lnTo>
                <a:lnTo>
                  <a:pt x="348730" y="15378"/>
                </a:lnTo>
                <a:cubicBezTo>
                  <a:pt x="348730" y="15063"/>
                  <a:pt x="348809" y="14771"/>
                  <a:pt x="348966" y="14501"/>
                </a:cubicBezTo>
                <a:cubicBezTo>
                  <a:pt x="349124" y="14232"/>
                  <a:pt x="349416" y="13995"/>
                  <a:pt x="349843" y="13793"/>
                </a:cubicBezTo>
                <a:cubicBezTo>
                  <a:pt x="350270" y="13591"/>
                  <a:pt x="350843" y="13445"/>
                  <a:pt x="351563" y="13355"/>
                </a:cubicBezTo>
                <a:cubicBezTo>
                  <a:pt x="352282" y="13265"/>
                  <a:pt x="353182" y="13220"/>
                  <a:pt x="354261" y="13220"/>
                </a:cubicBezTo>
                <a:cubicBezTo>
                  <a:pt x="355385" y="13220"/>
                  <a:pt x="356307" y="13265"/>
                  <a:pt x="357026" y="13355"/>
                </a:cubicBezTo>
                <a:cubicBezTo>
                  <a:pt x="357746" y="13445"/>
                  <a:pt x="358308" y="13591"/>
                  <a:pt x="358712" y="13793"/>
                </a:cubicBezTo>
                <a:cubicBezTo>
                  <a:pt x="359117" y="13995"/>
                  <a:pt x="359409" y="14232"/>
                  <a:pt x="359589" y="14501"/>
                </a:cubicBezTo>
                <a:cubicBezTo>
                  <a:pt x="359769" y="14771"/>
                  <a:pt x="359859" y="15063"/>
                  <a:pt x="359859" y="15378"/>
                </a:cubicBezTo>
                <a:lnTo>
                  <a:pt x="359859" y="29812"/>
                </a:lnTo>
                <a:lnTo>
                  <a:pt x="375440" y="29812"/>
                </a:lnTo>
                <a:cubicBezTo>
                  <a:pt x="375799" y="29812"/>
                  <a:pt x="376114" y="29891"/>
                  <a:pt x="376384" y="30048"/>
                </a:cubicBezTo>
                <a:cubicBezTo>
                  <a:pt x="376654" y="30206"/>
                  <a:pt x="376890" y="30475"/>
                  <a:pt x="377092" y="30858"/>
                </a:cubicBezTo>
                <a:cubicBezTo>
                  <a:pt x="377294" y="31240"/>
                  <a:pt x="377441" y="31723"/>
                  <a:pt x="377530" y="32308"/>
                </a:cubicBezTo>
                <a:cubicBezTo>
                  <a:pt x="377620" y="32892"/>
                  <a:pt x="377665" y="33612"/>
                  <a:pt x="377665" y="34466"/>
                </a:cubicBezTo>
                <a:cubicBezTo>
                  <a:pt x="377665" y="36085"/>
                  <a:pt x="377463" y="37254"/>
                  <a:pt x="377058" y="37973"/>
                </a:cubicBezTo>
                <a:cubicBezTo>
                  <a:pt x="376654" y="38693"/>
                  <a:pt x="376114" y="39052"/>
                  <a:pt x="375440" y="39052"/>
                </a:cubicBezTo>
                <a:lnTo>
                  <a:pt x="359859" y="39052"/>
                </a:lnTo>
                <a:lnTo>
                  <a:pt x="359859" y="73011"/>
                </a:lnTo>
                <a:cubicBezTo>
                  <a:pt x="359859" y="77204"/>
                  <a:pt x="360477" y="80372"/>
                  <a:pt x="361714" y="82514"/>
                </a:cubicBezTo>
                <a:cubicBezTo>
                  <a:pt x="362950" y="84656"/>
                  <a:pt x="365165" y="85727"/>
                  <a:pt x="368358" y="85727"/>
                </a:cubicBezTo>
                <a:cubicBezTo>
                  <a:pt x="369392" y="85727"/>
                  <a:pt x="370314" y="85625"/>
                  <a:pt x="371123" y="85423"/>
                </a:cubicBezTo>
                <a:cubicBezTo>
                  <a:pt x="371932" y="85221"/>
                  <a:pt x="372652" y="85007"/>
                  <a:pt x="373281" y="84782"/>
                </a:cubicBezTo>
                <a:cubicBezTo>
                  <a:pt x="373911" y="84558"/>
                  <a:pt x="374450" y="84344"/>
                  <a:pt x="374900" y="84142"/>
                </a:cubicBezTo>
                <a:cubicBezTo>
                  <a:pt x="375350" y="83939"/>
                  <a:pt x="375754" y="83838"/>
                  <a:pt x="376114" y="83838"/>
                </a:cubicBezTo>
                <a:cubicBezTo>
                  <a:pt x="376339" y="83838"/>
                  <a:pt x="376552" y="83894"/>
                  <a:pt x="376755" y="84007"/>
                </a:cubicBezTo>
                <a:cubicBezTo>
                  <a:pt x="376957" y="84119"/>
                  <a:pt x="377115" y="84333"/>
                  <a:pt x="377227" y="84647"/>
                </a:cubicBezTo>
                <a:cubicBezTo>
                  <a:pt x="377339" y="84962"/>
                  <a:pt x="377441" y="85389"/>
                  <a:pt x="377530" y="85929"/>
                </a:cubicBezTo>
                <a:cubicBezTo>
                  <a:pt x="377620" y="86469"/>
                  <a:pt x="377665" y="87143"/>
                  <a:pt x="377665" y="87952"/>
                </a:cubicBezTo>
                <a:close/>
                <a:moveTo>
                  <a:pt x="468908" y="92404"/>
                </a:moveTo>
                <a:cubicBezTo>
                  <a:pt x="468908" y="92944"/>
                  <a:pt x="468728" y="93348"/>
                  <a:pt x="468369" y="93618"/>
                </a:cubicBezTo>
                <a:cubicBezTo>
                  <a:pt x="468009" y="93888"/>
                  <a:pt x="467514" y="94090"/>
                  <a:pt x="466885" y="94225"/>
                </a:cubicBezTo>
                <a:cubicBezTo>
                  <a:pt x="466255" y="94360"/>
                  <a:pt x="465333" y="94427"/>
                  <a:pt x="464119" y="94427"/>
                </a:cubicBezTo>
                <a:cubicBezTo>
                  <a:pt x="462950" y="94427"/>
                  <a:pt x="462017" y="94360"/>
                  <a:pt x="461320" y="94225"/>
                </a:cubicBezTo>
                <a:cubicBezTo>
                  <a:pt x="460623" y="94090"/>
                  <a:pt x="460118" y="93888"/>
                  <a:pt x="459803" y="93618"/>
                </a:cubicBezTo>
                <a:cubicBezTo>
                  <a:pt x="459488" y="93348"/>
                  <a:pt x="459331" y="92944"/>
                  <a:pt x="459331" y="92404"/>
                </a:cubicBezTo>
                <a:lnTo>
                  <a:pt x="459331" y="86334"/>
                </a:lnTo>
                <a:cubicBezTo>
                  <a:pt x="456678" y="89166"/>
                  <a:pt x="453721" y="91381"/>
                  <a:pt x="450461" y="92977"/>
                </a:cubicBezTo>
                <a:cubicBezTo>
                  <a:pt x="447201" y="94574"/>
                  <a:pt x="443750" y="95372"/>
                  <a:pt x="440108" y="95372"/>
                </a:cubicBezTo>
                <a:cubicBezTo>
                  <a:pt x="436915" y="95372"/>
                  <a:pt x="434026" y="94954"/>
                  <a:pt x="431441" y="94120"/>
                </a:cubicBezTo>
                <a:cubicBezTo>
                  <a:pt x="428855" y="93285"/>
                  <a:pt x="426652" y="92078"/>
                  <a:pt x="424831" y="90499"/>
                </a:cubicBezTo>
                <a:cubicBezTo>
                  <a:pt x="423010" y="88919"/>
                  <a:pt x="421593" y="86979"/>
                  <a:pt x="420582" y="84679"/>
                </a:cubicBezTo>
                <a:cubicBezTo>
                  <a:pt x="419570" y="82377"/>
                  <a:pt x="419064" y="79760"/>
                  <a:pt x="419064" y="76826"/>
                </a:cubicBezTo>
                <a:cubicBezTo>
                  <a:pt x="419064" y="73397"/>
                  <a:pt x="419761" y="70419"/>
                  <a:pt x="421155" y="67893"/>
                </a:cubicBezTo>
                <a:cubicBezTo>
                  <a:pt x="422549" y="65365"/>
                  <a:pt x="424550" y="63266"/>
                  <a:pt x="427158" y="61597"/>
                </a:cubicBezTo>
                <a:cubicBezTo>
                  <a:pt x="429766" y="59928"/>
                  <a:pt x="432958" y="58676"/>
                  <a:pt x="436735" y="57841"/>
                </a:cubicBezTo>
                <a:cubicBezTo>
                  <a:pt x="440513" y="57006"/>
                  <a:pt x="444762" y="56589"/>
                  <a:pt x="449483" y="56589"/>
                </a:cubicBezTo>
                <a:lnTo>
                  <a:pt x="457847" y="56589"/>
                </a:lnTo>
                <a:lnTo>
                  <a:pt x="457847" y="51885"/>
                </a:lnTo>
                <a:cubicBezTo>
                  <a:pt x="457847" y="49555"/>
                  <a:pt x="457599" y="47494"/>
                  <a:pt x="457105" y="45702"/>
                </a:cubicBezTo>
                <a:cubicBezTo>
                  <a:pt x="456610" y="43909"/>
                  <a:pt x="455812" y="42419"/>
                  <a:pt x="454710" y="41232"/>
                </a:cubicBezTo>
                <a:cubicBezTo>
                  <a:pt x="453609" y="40045"/>
                  <a:pt x="452181" y="39149"/>
                  <a:pt x="450427" y="38545"/>
                </a:cubicBezTo>
                <a:cubicBezTo>
                  <a:pt x="448674" y="37939"/>
                  <a:pt x="446515" y="37636"/>
                  <a:pt x="443952" y="37636"/>
                </a:cubicBezTo>
                <a:cubicBezTo>
                  <a:pt x="441210" y="37636"/>
                  <a:pt x="438748" y="37959"/>
                  <a:pt x="436567" y="38604"/>
                </a:cubicBezTo>
                <a:cubicBezTo>
                  <a:pt x="434386" y="39249"/>
                  <a:pt x="432475" y="39960"/>
                  <a:pt x="430834" y="40739"/>
                </a:cubicBezTo>
                <a:cubicBezTo>
                  <a:pt x="429193" y="41517"/>
                  <a:pt x="427821" y="42229"/>
                  <a:pt x="426719" y="42874"/>
                </a:cubicBezTo>
                <a:cubicBezTo>
                  <a:pt x="425618" y="43519"/>
                  <a:pt x="424797" y="43841"/>
                  <a:pt x="424258" y="43841"/>
                </a:cubicBezTo>
                <a:cubicBezTo>
                  <a:pt x="423898" y="43841"/>
                  <a:pt x="423583" y="43751"/>
                  <a:pt x="423313" y="43572"/>
                </a:cubicBezTo>
                <a:cubicBezTo>
                  <a:pt x="423043" y="43392"/>
                  <a:pt x="422807" y="43122"/>
                  <a:pt x="422605" y="42762"/>
                </a:cubicBezTo>
                <a:cubicBezTo>
                  <a:pt x="422403" y="42402"/>
                  <a:pt x="422257" y="41942"/>
                  <a:pt x="422167" y="41379"/>
                </a:cubicBezTo>
                <a:cubicBezTo>
                  <a:pt x="422077" y="40817"/>
                  <a:pt x="422032" y="40199"/>
                  <a:pt x="422032" y="39525"/>
                </a:cubicBezTo>
                <a:cubicBezTo>
                  <a:pt x="422032" y="38400"/>
                  <a:pt x="422110" y="37512"/>
                  <a:pt x="422268" y="36860"/>
                </a:cubicBezTo>
                <a:cubicBezTo>
                  <a:pt x="422425" y="36208"/>
                  <a:pt x="422807" y="35590"/>
                  <a:pt x="423414" y="35006"/>
                </a:cubicBezTo>
                <a:cubicBezTo>
                  <a:pt x="424021" y="34421"/>
                  <a:pt x="425067" y="33740"/>
                  <a:pt x="426551" y="32963"/>
                </a:cubicBezTo>
                <a:cubicBezTo>
                  <a:pt x="428035" y="32185"/>
                  <a:pt x="429743" y="31474"/>
                  <a:pt x="431677" y="30830"/>
                </a:cubicBezTo>
                <a:cubicBezTo>
                  <a:pt x="433610" y="30187"/>
                  <a:pt x="435724" y="29654"/>
                  <a:pt x="438017" y="29232"/>
                </a:cubicBezTo>
                <a:cubicBezTo>
                  <a:pt x="440310" y="28810"/>
                  <a:pt x="442626" y="28598"/>
                  <a:pt x="444964" y="28598"/>
                </a:cubicBezTo>
                <a:cubicBezTo>
                  <a:pt x="449326" y="28598"/>
                  <a:pt x="453035" y="29093"/>
                  <a:pt x="456093" y="30082"/>
                </a:cubicBezTo>
                <a:cubicBezTo>
                  <a:pt x="459151" y="31071"/>
                  <a:pt x="461624" y="32521"/>
                  <a:pt x="463512" y="34432"/>
                </a:cubicBezTo>
                <a:cubicBezTo>
                  <a:pt x="465401" y="36343"/>
                  <a:pt x="466772" y="38715"/>
                  <a:pt x="467627" y="41548"/>
                </a:cubicBezTo>
                <a:cubicBezTo>
                  <a:pt x="468481" y="44381"/>
                  <a:pt x="468908" y="47686"/>
                  <a:pt x="468908" y="51463"/>
                </a:cubicBezTo>
                <a:lnTo>
                  <a:pt x="468908" y="92404"/>
                </a:lnTo>
                <a:moveTo>
                  <a:pt x="457847" y="64615"/>
                </a:moveTo>
                <a:lnTo>
                  <a:pt x="448337" y="64615"/>
                </a:lnTo>
                <a:cubicBezTo>
                  <a:pt x="445279" y="64615"/>
                  <a:pt x="442626" y="64876"/>
                  <a:pt x="440378" y="65397"/>
                </a:cubicBezTo>
                <a:cubicBezTo>
                  <a:pt x="438129" y="65917"/>
                  <a:pt x="436263" y="66686"/>
                  <a:pt x="434779" y="67703"/>
                </a:cubicBezTo>
                <a:cubicBezTo>
                  <a:pt x="433296" y="68721"/>
                  <a:pt x="432205" y="69942"/>
                  <a:pt x="431508" y="71369"/>
                </a:cubicBezTo>
                <a:cubicBezTo>
                  <a:pt x="430811" y="72793"/>
                  <a:pt x="430463" y="74433"/>
                  <a:pt x="430463" y="76288"/>
                </a:cubicBezTo>
                <a:cubicBezTo>
                  <a:pt x="430463" y="79455"/>
                  <a:pt x="431463" y="81978"/>
                  <a:pt x="433464" y="83855"/>
                </a:cubicBezTo>
                <a:cubicBezTo>
                  <a:pt x="435465" y="85732"/>
                  <a:pt x="438264" y="86671"/>
                  <a:pt x="441862" y="86671"/>
                </a:cubicBezTo>
                <a:cubicBezTo>
                  <a:pt x="444784" y="86671"/>
                  <a:pt x="447493" y="85925"/>
                  <a:pt x="449989" y="84432"/>
                </a:cubicBezTo>
                <a:cubicBezTo>
                  <a:pt x="452485" y="82939"/>
                  <a:pt x="455104" y="80654"/>
                  <a:pt x="457847" y="77578"/>
                </a:cubicBezTo>
                <a:lnTo>
                  <a:pt x="457847" y="64615"/>
                </a:lnTo>
                <a:close/>
                <a:moveTo>
                  <a:pt x="500473" y="92334"/>
                </a:moveTo>
                <a:cubicBezTo>
                  <a:pt x="500473" y="92694"/>
                  <a:pt x="500383" y="92998"/>
                  <a:pt x="500204" y="93247"/>
                </a:cubicBezTo>
                <a:cubicBezTo>
                  <a:pt x="500024" y="93494"/>
                  <a:pt x="499731" y="93708"/>
                  <a:pt x="499327" y="93888"/>
                </a:cubicBezTo>
                <a:cubicBezTo>
                  <a:pt x="498922" y="94068"/>
                  <a:pt x="498360" y="94203"/>
                  <a:pt x="497641" y="94293"/>
                </a:cubicBezTo>
                <a:cubicBezTo>
                  <a:pt x="496921" y="94382"/>
                  <a:pt x="495999" y="94427"/>
                  <a:pt x="494875" y="94427"/>
                </a:cubicBezTo>
                <a:cubicBezTo>
                  <a:pt x="493796" y="94427"/>
                  <a:pt x="492897" y="94382"/>
                  <a:pt x="492177" y="94293"/>
                </a:cubicBezTo>
                <a:cubicBezTo>
                  <a:pt x="491458" y="94203"/>
                  <a:pt x="490884" y="94068"/>
                  <a:pt x="490457" y="93888"/>
                </a:cubicBezTo>
                <a:cubicBezTo>
                  <a:pt x="490030" y="93708"/>
                  <a:pt x="489738" y="93494"/>
                  <a:pt x="489580" y="93247"/>
                </a:cubicBezTo>
                <a:cubicBezTo>
                  <a:pt x="489423" y="92998"/>
                  <a:pt x="489344" y="92694"/>
                  <a:pt x="489344" y="92334"/>
                </a:cubicBezTo>
                <a:lnTo>
                  <a:pt x="489344" y="2160"/>
                </a:lnTo>
                <a:cubicBezTo>
                  <a:pt x="489344" y="1801"/>
                  <a:pt x="489423" y="1486"/>
                  <a:pt x="489580" y="1216"/>
                </a:cubicBezTo>
                <a:cubicBezTo>
                  <a:pt x="489738" y="945"/>
                  <a:pt x="490030" y="719"/>
                  <a:pt x="490457" y="540"/>
                </a:cubicBezTo>
                <a:cubicBezTo>
                  <a:pt x="490884" y="360"/>
                  <a:pt x="491458" y="225"/>
                  <a:pt x="492177" y="135"/>
                </a:cubicBezTo>
                <a:cubicBezTo>
                  <a:pt x="492897" y="45"/>
                  <a:pt x="493796" y="0"/>
                  <a:pt x="494875" y="0"/>
                </a:cubicBezTo>
                <a:cubicBezTo>
                  <a:pt x="495999" y="0"/>
                  <a:pt x="496921" y="45"/>
                  <a:pt x="497641" y="135"/>
                </a:cubicBezTo>
                <a:cubicBezTo>
                  <a:pt x="498360" y="225"/>
                  <a:pt x="498922" y="360"/>
                  <a:pt x="499327" y="540"/>
                </a:cubicBezTo>
                <a:cubicBezTo>
                  <a:pt x="499731" y="719"/>
                  <a:pt x="500024" y="945"/>
                  <a:pt x="500204" y="1216"/>
                </a:cubicBezTo>
                <a:cubicBezTo>
                  <a:pt x="500383" y="1486"/>
                  <a:pt x="500473" y="1801"/>
                  <a:pt x="500473" y="2160"/>
                </a:cubicBezTo>
                <a:lnTo>
                  <a:pt x="500473" y="92334"/>
                </a:lnTo>
                <a:close/>
                <a:moveTo>
                  <a:pt x="532244" y="92334"/>
                </a:moveTo>
                <a:cubicBezTo>
                  <a:pt x="532244" y="92694"/>
                  <a:pt x="532155" y="92998"/>
                  <a:pt x="531975" y="93247"/>
                </a:cubicBezTo>
                <a:cubicBezTo>
                  <a:pt x="531795" y="93494"/>
                  <a:pt x="531503" y="93708"/>
                  <a:pt x="531098" y="93888"/>
                </a:cubicBezTo>
                <a:cubicBezTo>
                  <a:pt x="530693" y="94068"/>
                  <a:pt x="530131" y="94203"/>
                  <a:pt x="529412" y="94293"/>
                </a:cubicBezTo>
                <a:cubicBezTo>
                  <a:pt x="528692" y="94382"/>
                  <a:pt x="527770" y="94427"/>
                  <a:pt x="526646" y="94427"/>
                </a:cubicBezTo>
                <a:cubicBezTo>
                  <a:pt x="525567" y="94427"/>
                  <a:pt x="524668" y="94382"/>
                  <a:pt x="523948" y="94293"/>
                </a:cubicBezTo>
                <a:cubicBezTo>
                  <a:pt x="523229" y="94203"/>
                  <a:pt x="522656" y="94068"/>
                  <a:pt x="522228" y="93888"/>
                </a:cubicBezTo>
                <a:cubicBezTo>
                  <a:pt x="521801" y="93708"/>
                  <a:pt x="521509" y="93494"/>
                  <a:pt x="521352" y="93247"/>
                </a:cubicBezTo>
                <a:cubicBezTo>
                  <a:pt x="521194" y="92998"/>
                  <a:pt x="521115" y="92694"/>
                  <a:pt x="521115" y="92334"/>
                </a:cubicBezTo>
                <a:lnTo>
                  <a:pt x="521115" y="2160"/>
                </a:lnTo>
                <a:cubicBezTo>
                  <a:pt x="521115" y="1801"/>
                  <a:pt x="521194" y="1486"/>
                  <a:pt x="521352" y="1216"/>
                </a:cubicBezTo>
                <a:cubicBezTo>
                  <a:pt x="521509" y="945"/>
                  <a:pt x="521801" y="719"/>
                  <a:pt x="522228" y="540"/>
                </a:cubicBezTo>
                <a:cubicBezTo>
                  <a:pt x="522656" y="360"/>
                  <a:pt x="523229" y="225"/>
                  <a:pt x="523948" y="135"/>
                </a:cubicBezTo>
                <a:cubicBezTo>
                  <a:pt x="524668" y="45"/>
                  <a:pt x="525567" y="0"/>
                  <a:pt x="526646" y="0"/>
                </a:cubicBezTo>
                <a:cubicBezTo>
                  <a:pt x="527770" y="0"/>
                  <a:pt x="528692" y="45"/>
                  <a:pt x="529412" y="135"/>
                </a:cubicBezTo>
                <a:cubicBezTo>
                  <a:pt x="530131" y="225"/>
                  <a:pt x="530693" y="360"/>
                  <a:pt x="531098" y="540"/>
                </a:cubicBezTo>
                <a:cubicBezTo>
                  <a:pt x="531503" y="719"/>
                  <a:pt x="531795" y="945"/>
                  <a:pt x="531975" y="1216"/>
                </a:cubicBezTo>
                <a:cubicBezTo>
                  <a:pt x="532155" y="1486"/>
                  <a:pt x="532244" y="1801"/>
                  <a:pt x="532244" y="2160"/>
                </a:cubicBezTo>
                <a:lnTo>
                  <a:pt x="532244" y="923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cookies">
            <a:extLst xmlns:a="http://schemas.openxmlformats.org/drawingml/2006/main">
              <a:ext uri="{FF2B5EF4-FFF2-40B4-BE49-F238E27FC236}">
                <a16:creationId xmlns:a16="http://schemas.microsoft.com/office/drawing/2014/main" id="{469D400D-B3FB-4E28-9430-273BC99B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877" y="2753811"/>
            <a:ext cx="408413" cy="95372"/>
          </a:xfrm>
          <a:custGeom xmlns:a="http://schemas.openxmlformats.org/drawingml/2006/main">
            <a:pathLst>
              <a:path w="408413" h="95372">
                <a:moveTo>
                  <a:pt x="47888" y="83164"/>
                </a:moveTo>
                <a:cubicBezTo>
                  <a:pt x="47888" y="83928"/>
                  <a:pt x="47866" y="84591"/>
                  <a:pt x="47821" y="85153"/>
                </a:cubicBezTo>
                <a:cubicBezTo>
                  <a:pt x="47776" y="85715"/>
                  <a:pt x="47697" y="86188"/>
                  <a:pt x="47585" y="86570"/>
                </a:cubicBezTo>
                <a:cubicBezTo>
                  <a:pt x="47472" y="86952"/>
                  <a:pt x="47337" y="87289"/>
                  <a:pt x="47180" y="87581"/>
                </a:cubicBezTo>
                <a:cubicBezTo>
                  <a:pt x="47023" y="87874"/>
                  <a:pt x="46663" y="88301"/>
                  <a:pt x="46101" y="88863"/>
                </a:cubicBezTo>
                <a:cubicBezTo>
                  <a:pt x="45539" y="89425"/>
                  <a:pt x="44583" y="90122"/>
                  <a:pt x="43234" y="90954"/>
                </a:cubicBezTo>
                <a:cubicBezTo>
                  <a:pt x="41885" y="91786"/>
                  <a:pt x="40368" y="92528"/>
                  <a:pt x="38682" y="93180"/>
                </a:cubicBezTo>
                <a:cubicBezTo>
                  <a:pt x="36995" y="93832"/>
                  <a:pt x="35163" y="94360"/>
                  <a:pt x="33184" y="94765"/>
                </a:cubicBezTo>
                <a:cubicBezTo>
                  <a:pt x="31206" y="95169"/>
                  <a:pt x="29160" y="95372"/>
                  <a:pt x="27047" y="95372"/>
                </a:cubicBezTo>
                <a:cubicBezTo>
                  <a:pt x="22685" y="95372"/>
                  <a:pt x="18818" y="94651"/>
                  <a:pt x="15446" y="93209"/>
                </a:cubicBezTo>
                <a:cubicBezTo>
                  <a:pt x="12073" y="91767"/>
                  <a:pt x="9252" y="89661"/>
                  <a:pt x="6981" y="86890"/>
                </a:cubicBezTo>
                <a:cubicBezTo>
                  <a:pt x="4710" y="84119"/>
                  <a:pt x="2979" y="80717"/>
                  <a:pt x="1787" y="76684"/>
                </a:cubicBezTo>
                <a:cubicBezTo>
                  <a:pt x="596" y="72652"/>
                  <a:pt x="0" y="68000"/>
                  <a:pt x="0" y="62729"/>
                </a:cubicBezTo>
                <a:cubicBezTo>
                  <a:pt x="0" y="56736"/>
                  <a:pt x="731" y="51588"/>
                  <a:pt x="2192" y="47285"/>
                </a:cubicBezTo>
                <a:cubicBezTo>
                  <a:pt x="3653" y="42983"/>
                  <a:pt x="5654" y="39457"/>
                  <a:pt x="8195" y="36709"/>
                </a:cubicBezTo>
                <a:cubicBezTo>
                  <a:pt x="10735" y="33960"/>
                  <a:pt x="13726" y="31921"/>
                  <a:pt x="17166" y="30592"/>
                </a:cubicBezTo>
                <a:cubicBezTo>
                  <a:pt x="20605" y="29263"/>
                  <a:pt x="24326" y="28598"/>
                  <a:pt x="28328" y="28598"/>
                </a:cubicBezTo>
                <a:cubicBezTo>
                  <a:pt x="30262" y="28598"/>
                  <a:pt x="32139" y="28778"/>
                  <a:pt x="33960" y="29138"/>
                </a:cubicBezTo>
                <a:cubicBezTo>
                  <a:pt x="35781" y="29497"/>
                  <a:pt x="37456" y="29969"/>
                  <a:pt x="38985" y="30554"/>
                </a:cubicBezTo>
                <a:cubicBezTo>
                  <a:pt x="40514" y="31139"/>
                  <a:pt x="41874" y="31813"/>
                  <a:pt x="43066" y="32577"/>
                </a:cubicBezTo>
                <a:cubicBezTo>
                  <a:pt x="44257" y="33342"/>
                  <a:pt x="45123" y="33994"/>
                  <a:pt x="45662" y="34533"/>
                </a:cubicBezTo>
                <a:cubicBezTo>
                  <a:pt x="46202" y="35073"/>
                  <a:pt x="46573" y="35500"/>
                  <a:pt x="46775" y="35815"/>
                </a:cubicBezTo>
                <a:cubicBezTo>
                  <a:pt x="46978" y="36130"/>
                  <a:pt x="47146" y="36501"/>
                  <a:pt x="47281" y="36928"/>
                </a:cubicBezTo>
                <a:cubicBezTo>
                  <a:pt x="47416" y="37355"/>
                  <a:pt x="47506" y="37838"/>
                  <a:pt x="47551" y="38378"/>
                </a:cubicBezTo>
                <a:cubicBezTo>
                  <a:pt x="47596" y="38918"/>
                  <a:pt x="47618" y="39592"/>
                  <a:pt x="47618" y="40401"/>
                </a:cubicBezTo>
                <a:cubicBezTo>
                  <a:pt x="47618" y="42155"/>
                  <a:pt x="47416" y="43380"/>
                  <a:pt x="47011" y="44077"/>
                </a:cubicBezTo>
                <a:cubicBezTo>
                  <a:pt x="46607" y="44774"/>
                  <a:pt x="46112" y="45123"/>
                  <a:pt x="45528" y="45123"/>
                </a:cubicBezTo>
                <a:cubicBezTo>
                  <a:pt x="44853" y="45123"/>
                  <a:pt x="44077" y="44752"/>
                  <a:pt x="43201" y="44010"/>
                </a:cubicBezTo>
                <a:cubicBezTo>
                  <a:pt x="42324" y="43268"/>
                  <a:pt x="41211" y="42447"/>
                  <a:pt x="39862" y="41548"/>
                </a:cubicBezTo>
                <a:cubicBezTo>
                  <a:pt x="38513" y="40649"/>
                  <a:pt x="36883" y="39828"/>
                  <a:pt x="34972" y="39086"/>
                </a:cubicBezTo>
                <a:cubicBezTo>
                  <a:pt x="33061" y="38344"/>
                  <a:pt x="30801" y="37973"/>
                  <a:pt x="28193" y="37973"/>
                </a:cubicBezTo>
                <a:cubicBezTo>
                  <a:pt x="22842" y="37973"/>
                  <a:pt x="18739" y="40037"/>
                  <a:pt x="15884" y="44164"/>
                </a:cubicBezTo>
                <a:cubicBezTo>
                  <a:pt x="13029" y="48289"/>
                  <a:pt x="11601" y="54275"/>
                  <a:pt x="11601" y="62120"/>
                </a:cubicBezTo>
                <a:cubicBezTo>
                  <a:pt x="11601" y="66043"/>
                  <a:pt x="11972" y="69481"/>
                  <a:pt x="12714" y="72435"/>
                </a:cubicBezTo>
                <a:cubicBezTo>
                  <a:pt x="13456" y="75389"/>
                  <a:pt x="14546" y="77858"/>
                  <a:pt x="15985" y="79842"/>
                </a:cubicBezTo>
                <a:cubicBezTo>
                  <a:pt x="17424" y="81826"/>
                  <a:pt x="19189" y="83303"/>
                  <a:pt x="21280" y="84272"/>
                </a:cubicBezTo>
                <a:cubicBezTo>
                  <a:pt x="23371" y="85242"/>
                  <a:pt x="25765" y="85727"/>
                  <a:pt x="28463" y="85727"/>
                </a:cubicBezTo>
                <a:cubicBezTo>
                  <a:pt x="31026" y="85727"/>
                  <a:pt x="33274" y="85322"/>
                  <a:pt x="35208" y="84513"/>
                </a:cubicBezTo>
                <a:cubicBezTo>
                  <a:pt x="37141" y="83703"/>
                  <a:pt x="38816" y="82815"/>
                  <a:pt x="40233" y="81848"/>
                </a:cubicBezTo>
                <a:cubicBezTo>
                  <a:pt x="41649" y="80882"/>
                  <a:pt x="42841" y="80005"/>
                  <a:pt x="43808" y="79218"/>
                </a:cubicBezTo>
                <a:cubicBezTo>
                  <a:pt x="44774" y="78431"/>
                  <a:pt x="45528" y="78038"/>
                  <a:pt x="46067" y="78038"/>
                </a:cubicBezTo>
                <a:cubicBezTo>
                  <a:pt x="46382" y="78038"/>
                  <a:pt x="46652" y="78127"/>
                  <a:pt x="46876" y="78307"/>
                </a:cubicBezTo>
                <a:cubicBezTo>
                  <a:pt x="47101" y="78487"/>
                  <a:pt x="47292" y="78791"/>
                  <a:pt x="47450" y="79218"/>
                </a:cubicBezTo>
                <a:cubicBezTo>
                  <a:pt x="47607" y="79645"/>
                  <a:pt x="47720" y="80185"/>
                  <a:pt x="47787" y="80837"/>
                </a:cubicBezTo>
                <a:cubicBezTo>
                  <a:pt x="47854" y="81489"/>
                  <a:pt x="47888" y="82264"/>
                  <a:pt x="47888" y="83164"/>
                </a:cubicBezTo>
                <a:close/>
                <a:moveTo>
                  <a:pt x="118305" y="61344"/>
                </a:moveTo>
                <a:cubicBezTo>
                  <a:pt x="118305" y="66295"/>
                  <a:pt x="117653" y="70851"/>
                  <a:pt x="116349" y="75015"/>
                </a:cubicBezTo>
                <a:cubicBezTo>
                  <a:pt x="115045" y="79179"/>
                  <a:pt x="113101" y="82769"/>
                  <a:pt x="110515" y="85786"/>
                </a:cubicBezTo>
                <a:cubicBezTo>
                  <a:pt x="107930" y="88801"/>
                  <a:pt x="104692" y="91153"/>
                  <a:pt x="100803" y="92840"/>
                </a:cubicBezTo>
                <a:cubicBezTo>
                  <a:pt x="96913" y="94528"/>
                  <a:pt x="92405" y="95372"/>
                  <a:pt x="87279" y="95372"/>
                </a:cubicBezTo>
                <a:cubicBezTo>
                  <a:pt x="82288" y="95372"/>
                  <a:pt x="77938" y="94629"/>
                  <a:pt x="74228" y="93144"/>
                </a:cubicBezTo>
                <a:cubicBezTo>
                  <a:pt x="70518" y="91659"/>
                  <a:pt x="67427" y="89498"/>
                  <a:pt x="64954" y="86662"/>
                </a:cubicBezTo>
                <a:cubicBezTo>
                  <a:pt x="62481" y="83827"/>
                  <a:pt x="60637" y="80383"/>
                  <a:pt x="59423" y="76332"/>
                </a:cubicBezTo>
                <a:cubicBezTo>
                  <a:pt x="58209" y="72281"/>
                  <a:pt x="57602" y="67690"/>
                  <a:pt x="57602" y="62558"/>
                </a:cubicBezTo>
                <a:cubicBezTo>
                  <a:pt x="57602" y="57608"/>
                  <a:pt x="58243" y="53051"/>
                  <a:pt x="59524" y="48887"/>
                </a:cubicBezTo>
                <a:cubicBezTo>
                  <a:pt x="60806" y="44724"/>
                  <a:pt x="62739" y="41134"/>
                  <a:pt x="65325" y="38119"/>
                </a:cubicBezTo>
                <a:cubicBezTo>
                  <a:pt x="67910" y="35102"/>
                  <a:pt x="71137" y="32761"/>
                  <a:pt x="75004" y="31096"/>
                </a:cubicBezTo>
                <a:cubicBezTo>
                  <a:pt x="78871" y="29431"/>
                  <a:pt x="83390" y="28598"/>
                  <a:pt x="88561" y="28598"/>
                </a:cubicBezTo>
                <a:cubicBezTo>
                  <a:pt x="93552" y="28598"/>
                  <a:pt x="97902" y="29341"/>
                  <a:pt x="101612" y="30826"/>
                </a:cubicBezTo>
                <a:cubicBezTo>
                  <a:pt x="105322" y="32311"/>
                  <a:pt x="108413" y="34472"/>
                  <a:pt x="110886" y="37307"/>
                </a:cubicBezTo>
                <a:cubicBezTo>
                  <a:pt x="113359" y="40143"/>
                  <a:pt x="115214" y="43586"/>
                  <a:pt x="116451" y="47637"/>
                </a:cubicBezTo>
                <a:cubicBezTo>
                  <a:pt x="117687" y="51688"/>
                  <a:pt x="118305" y="56257"/>
                  <a:pt x="118305" y="61344"/>
                </a:cubicBezTo>
                <a:moveTo>
                  <a:pt x="106569" y="62086"/>
                </a:moveTo>
                <a:cubicBezTo>
                  <a:pt x="106569" y="58799"/>
                  <a:pt x="106266" y="55693"/>
                  <a:pt x="105659" y="52766"/>
                </a:cubicBezTo>
                <a:cubicBezTo>
                  <a:pt x="105052" y="49839"/>
                  <a:pt x="104051" y="47272"/>
                  <a:pt x="102657" y="45066"/>
                </a:cubicBezTo>
                <a:cubicBezTo>
                  <a:pt x="101263" y="42860"/>
                  <a:pt x="99375" y="41115"/>
                  <a:pt x="96992" y="39832"/>
                </a:cubicBezTo>
                <a:cubicBezTo>
                  <a:pt x="94609" y="38548"/>
                  <a:pt x="91641" y="37906"/>
                  <a:pt x="88089" y="37906"/>
                </a:cubicBezTo>
                <a:cubicBezTo>
                  <a:pt x="84806" y="37906"/>
                  <a:pt x="81985" y="38491"/>
                  <a:pt x="79624" y="39662"/>
                </a:cubicBezTo>
                <a:cubicBezTo>
                  <a:pt x="77263" y="40832"/>
                  <a:pt x="75318" y="42487"/>
                  <a:pt x="73790" y="44627"/>
                </a:cubicBezTo>
                <a:cubicBezTo>
                  <a:pt x="72261" y="46766"/>
                  <a:pt x="71125" y="49299"/>
                  <a:pt x="70383" y="52226"/>
                </a:cubicBezTo>
                <a:cubicBezTo>
                  <a:pt x="69642" y="55152"/>
                  <a:pt x="69271" y="58348"/>
                  <a:pt x="69271" y="61816"/>
                </a:cubicBezTo>
                <a:cubicBezTo>
                  <a:pt x="69271" y="65148"/>
                  <a:pt x="69574" y="68277"/>
                  <a:pt x="70181" y="71204"/>
                </a:cubicBezTo>
                <a:cubicBezTo>
                  <a:pt x="70788" y="74131"/>
                  <a:pt x="71800" y="76686"/>
                  <a:pt x="73216" y="78870"/>
                </a:cubicBezTo>
                <a:cubicBezTo>
                  <a:pt x="74633" y="81054"/>
                  <a:pt x="76533" y="82788"/>
                  <a:pt x="78916" y="84072"/>
                </a:cubicBezTo>
                <a:cubicBezTo>
                  <a:pt x="81299" y="85355"/>
                  <a:pt x="84267" y="85996"/>
                  <a:pt x="87819" y="85996"/>
                </a:cubicBezTo>
                <a:cubicBezTo>
                  <a:pt x="91056" y="85996"/>
                  <a:pt x="93867" y="85411"/>
                  <a:pt x="96250" y="84241"/>
                </a:cubicBezTo>
                <a:cubicBezTo>
                  <a:pt x="98633" y="83070"/>
                  <a:pt x="100589" y="81427"/>
                  <a:pt x="102118" y="79311"/>
                </a:cubicBezTo>
                <a:cubicBezTo>
                  <a:pt x="103647" y="77193"/>
                  <a:pt x="104771" y="74671"/>
                  <a:pt x="105490" y="71746"/>
                </a:cubicBezTo>
                <a:cubicBezTo>
                  <a:pt x="106210" y="68819"/>
                  <a:pt x="106569" y="65599"/>
                  <a:pt x="106569" y="62086"/>
                </a:cubicBezTo>
                <a:close/>
                <a:moveTo>
                  <a:pt x="191103" y="61344"/>
                </a:moveTo>
                <a:cubicBezTo>
                  <a:pt x="191103" y="66295"/>
                  <a:pt x="190451" y="70851"/>
                  <a:pt x="189147" y="75015"/>
                </a:cubicBezTo>
                <a:cubicBezTo>
                  <a:pt x="187843" y="79179"/>
                  <a:pt x="185898" y="82769"/>
                  <a:pt x="183312" y="85786"/>
                </a:cubicBezTo>
                <a:cubicBezTo>
                  <a:pt x="180727" y="88801"/>
                  <a:pt x="177489" y="91153"/>
                  <a:pt x="173600" y="92840"/>
                </a:cubicBezTo>
                <a:cubicBezTo>
                  <a:pt x="169710" y="94528"/>
                  <a:pt x="165202" y="95372"/>
                  <a:pt x="160076" y="95372"/>
                </a:cubicBezTo>
                <a:cubicBezTo>
                  <a:pt x="155085" y="95372"/>
                  <a:pt x="150735" y="94629"/>
                  <a:pt x="147025" y="93144"/>
                </a:cubicBezTo>
                <a:cubicBezTo>
                  <a:pt x="143315" y="91659"/>
                  <a:pt x="140224" y="89498"/>
                  <a:pt x="137751" y="86662"/>
                </a:cubicBezTo>
                <a:cubicBezTo>
                  <a:pt x="135278" y="83827"/>
                  <a:pt x="133434" y="80383"/>
                  <a:pt x="132220" y="76332"/>
                </a:cubicBezTo>
                <a:cubicBezTo>
                  <a:pt x="131006" y="72281"/>
                  <a:pt x="130399" y="67690"/>
                  <a:pt x="130399" y="62558"/>
                </a:cubicBezTo>
                <a:cubicBezTo>
                  <a:pt x="130399" y="57608"/>
                  <a:pt x="131040" y="53051"/>
                  <a:pt x="132321" y="48887"/>
                </a:cubicBezTo>
                <a:cubicBezTo>
                  <a:pt x="133603" y="44724"/>
                  <a:pt x="135536" y="41134"/>
                  <a:pt x="138122" y="38119"/>
                </a:cubicBezTo>
                <a:cubicBezTo>
                  <a:pt x="140707" y="35102"/>
                  <a:pt x="143934" y="32761"/>
                  <a:pt x="147801" y="31096"/>
                </a:cubicBezTo>
                <a:cubicBezTo>
                  <a:pt x="151668" y="29431"/>
                  <a:pt x="156187" y="28598"/>
                  <a:pt x="161358" y="28598"/>
                </a:cubicBezTo>
                <a:cubicBezTo>
                  <a:pt x="166349" y="28598"/>
                  <a:pt x="170699" y="29341"/>
                  <a:pt x="174409" y="30826"/>
                </a:cubicBezTo>
                <a:cubicBezTo>
                  <a:pt x="178119" y="32311"/>
                  <a:pt x="181210" y="34472"/>
                  <a:pt x="183683" y="37307"/>
                </a:cubicBezTo>
                <a:cubicBezTo>
                  <a:pt x="186156" y="40143"/>
                  <a:pt x="188011" y="43586"/>
                  <a:pt x="189248" y="47637"/>
                </a:cubicBezTo>
                <a:cubicBezTo>
                  <a:pt x="190484" y="51688"/>
                  <a:pt x="191103" y="56257"/>
                  <a:pt x="191103" y="61344"/>
                </a:cubicBezTo>
                <a:moveTo>
                  <a:pt x="179367" y="62086"/>
                </a:moveTo>
                <a:cubicBezTo>
                  <a:pt x="179367" y="58799"/>
                  <a:pt x="179063" y="55693"/>
                  <a:pt x="178456" y="52766"/>
                </a:cubicBezTo>
                <a:cubicBezTo>
                  <a:pt x="177849" y="49839"/>
                  <a:pt x="176848" y="47272"/>
                  <a:pt x="175455" y="45066"/>
                </a:cubicBezTo>
                <a:cubicBezTo>
                  <a:pt x="174061" y="42860"/>
                  <a:pt x="172172" y="41115"/>
                  <a:pt x="169789" y="39832"/>
                </a:cubicBezTo>
                <a:cubicBezTo>
                  <a:pt x="167406" y="38548"/>
                  <a:pt x="164438" y="37906"/>
                  <a:pt x="160886" y="37906"/>
                </a:cubicBezTo>
                <a:cubicBezTo>
                  <a:pt x="157603" y="37906"/>
                  <a:pt x="154782" y="38491"/>
                  <a:pt x="152421" y="39662"/>
                </a:cubicBezTo>
                <a:cubicBezTo>
                  <a:pt x="150060" y="40832"/>
                  <a:pt x="148116" y="42487"/>
                  <a:pt x="146587" y="44627"/>
                </a:cubicBezTo>
                <a:cubicBezTo>
                  <a:pt x="145058" y="46766"/>
                  <a:pt x="143923" y="49299"/>
                  <a:pt x="143181" y="52226"/>
                </a:cubicBezTo>
                <a:cubicBezTo>
                  <a:pt x="142439" y="55152"/>
                  <a:pt x="142068" y="58348"/>
                  <a:pt x="142068" y="61816"/>
                </a:cubicBezTo>
                <a:cubicBezTo>
                  <a:pt x="142068" y="65148"/>
                  <a:pt x="142371" y="68277"/>
                  <a:pt x="142978" y="71204"/>
                </a:cubicBezTo>
                <a:cubicBezTo>
                  <a:pt x="143585" y="74131"/>
                  <a:pt x="144597" y="76686"/>
                  <a:pt x="146013" y="78870"/>
                </a:cubicBezTo>
                <a:cubicBezTo>
                  <a:pt x="147430" y="81054"/>
                  <a:pt x="149330" y="82788"/>
                  <a:pt x="151713" y="84072"/>
                </a:cubicBezTo>
                <a:cubicBezTo>
                  <a:pt x="154096" y="85355"/>
                  <a:pt x="157064" y="85996"/>
                  <a:pt x="160616" y="85996"/>
                </a:cubicBezTo>
                <a:cubicBezTo>
                  <a:pt x="163853" y="85996"/>
                  <a:pt x="166664" y="85411"/>
                  <a:pt x="169047" y="84241"/>
                </a:cubicBezTo>
                <a:cubicBezTo>
                  <a:pt x="171430" y="83070"/>
                  <a:pt x="173386" y="81427"/>
                  <a:pt x="174915" y="79311"/>
                </a:cubicBezTo>
                <a:cubicBezTo>
                  <a:pt x="176444" y="77193"/>
                  <a:pt x="177568" y="74671"/>
                  <a:pt x="178287" y="71746"/>
                </a:cubicBezTo>
                <a:cubicBezTo>
                  <a:pt x="179007" y="68819"/>
                  <a:pt x="179367" y="65599"/>
                  <a:pt x="179367" y="62086"/>
                </a:cubicBezTo>
                <a:close/>
                <a:moveTo>
                  <a:pt x="257289" y="92269"/>
                </a:moveTo>
                <a:cubicBezTo>
                  <a:pt x="257289" y="92629"/>
                  <a:pt x="257199" y="92944"/>
                  <a:pt x="257019" y="93213"/>
                </a:cubicBezTo>
                <a:cubicBezTo>
                  <a:pt x="256839" y="93483"/>
                  <a:pt x="256536" y="93708"/>
                  <a:pt x="256109" y="93888"/>
                </a:cubicBezTo>
                <a:cubicBezTo>
                  <a:pt x="255682" y="94068"/>
                  <a:pt x="255086" y="94203"/>
                  <a:pt x="254321" y="94293"/>
                </a:cubicBezTo>
                <a:cubicBezTo>
                  <a:pt x="253557" y="94382"/>
                  <a:pt x="252590" y="94427"/>
                  <a:pt x="251421" y="94427"/>
                </a:cubicBezTo>
                <a:cubicBezTo>
                  <a:pt x="250207" y="94427"/>
                  <a:pt x="249207" y="94394"/>
                  <a:pt x="248420" y="94326"/>
                </a:cubicBezTo>
                <a:cubicBezTo>
                  <a:pt x="247633" y="94259"/>
                  <a:pt x="246970" y="94146"/>
                  <a:pt x="246430" y="93989"/>
                </a:cubicBezTo>
                <a:cubicBezTo>
                  <a:pt x="245890" y="93832"/>
                  <a:pt x="245452" y="93607"/>
                  <a:pt x="245115" y="93315"/>
                </a:cubicBezTo>
                <a:cubicBezTo>
                  <a:pt x="244777" y="93022"/>
                  <a:pt x="244474" y="92674"/>
                  <a:pt x="244204" y="92269"/>
                </a:cubicBezTo>
                <a:lnTo>
                  <a:pt x="218574" y="58680"/>
                </a:lnTo>
                <a:lnTo>
                  <a:pt x="218574" y="92337"/>
                </a:lnTo>
                <a:cubicBezTo>
                  <a:pt x="218574" y="92696"/>
                  <a:pt x="218484" y="93000"/>
                  <a:pt x="218304" y="93247"/>
                </a:cubicBezTo>
                <a:cubicBezTo>
                  <a:pt x="218124" y="93494"/>
                  <a:pt x="217832" y="93708"/>
                  <a:pt x="217427" y="93888"/>
                </a:cubicBezTo>
                <a:cubicBezTo>
                  <a:pt x="217023" y="94068"/>
                  <a:pt x="216460" y="94203"/>
                  <a:pt x="215741" y="94293"/>
                </a:cubicBezTo>
                <a:cubicBezTo>
                  <a:pt x="215022" y="94382"/>
                  <a:pt x="214100" y="94427"/>
                  <a:pt x="212976" y="94427"/>
                </a:cubicBezTo>
                <a:cubicBezTo>
                  <a:pt x="211896" y="94427"/>
                  <a:pt x="210997" y="94382"/>
                  <a:pt x="210278" y="94293"/>
                </a:cubicBezTo>
                <a:cubicBezTo>
                  <a:pt x="209558" y="94203"/>
                  <a:pt x="208985" y="94068"/>
                  <a:pt x="208558" y="93888"/>
                </a:cubicBezTo>
                <a:cubicBezTo>
                  <a:pt x="208131" y="93708"/>
                  <a:pt x="207838" y="93494"/>
                  <a:pt x="207681" y="93247"/>
                </a:cubicBezTo>
                <a:cubicBezTo>
                  <a:pt x="207524" y="92998"/>
                  <a:pt x="207445" y="92694"/>
                  <a:pt x="207445" y="92334"/>
                </a:cubicBezTo>
                <a:lnTo>
                  <a:pt x="207445" y="2160"/>
                </a:lnTo>
                <a:cubicBezTo>
                  <a:pt x="207445" y="1801"/>
                  <a:pt x="207524" y="1486"/>
                  <a:pt x="207681" y="1216"/>
                </a:cubicBezTo>
                <a:cubicBezTo>
                  <a:pt x="207838" y="945"/>
                  <a:pt x="208131" y="719"/>
                  <a:pt x="208558" y="540"/>
                </a:cubicBezTo>
                <a:cubicBezTo>
                  <a:pt x="208985" y="360"/>
                  <a:pt x="209558" y="225"/>
                  <a:pt x="210278" y="135"/>
                </a:cubicBezTo>
                <a:cubicBezTo>
                  <a:pt x="210997" y="45"/>
                  <a:pt x="211896" y="0"/>
                  <a:pt x="212976" y="0"/>
                </a:cubicBezTo>
                <a:cubicBezTo>
                  <a:pt x="214100" y="0"/>
                  <a:pt x="215022" y="45"/>
                  <a:pt x="215741" y="135"/>
                </a:cubicBezTo>
                <a:cubicBezTo>
                  <a:pt x="216460" y="225"/>
                  <a:pt x="217023" y="360"/>
                  <a:pt x="217427" y="540"/>
                </a:cubicBezTo>
                <a:cubicBezTo>
                  <a:pt x="217832" y="719"/>
                  <a:pt x="218124" y="945"/>
                  <a:pt x="218304" y="1216"/>
                </a:cubicBezTo>
                <a:cubicBezTo>
                  <a:pt x="218484" y="1486"/>
                  <a:pt x="218574" y="1801"/>
                  <a:pt x="218574" y="2160"/>
                </a:cubicBezTo>
                <a:lnTo>
                  <a:pt x="218574" y="57129"/>
                </a:lnTo>
                <a:lnTo>
                  <a:pt x="241506" y="31903"/>
                </a:lnTo>
                <a:cubicBezTo>
                  <a:pt x="241866" y="31453"/>
                  <a:pt x="242248" y="31082"/>
                  <a:pt x="242653" y="30790"/>
                </a:cubicBezTo>
                <a:cubicBezTo>
                  <a:pt x="243058" y="30498"/>
                  <a:pt x="243541" y="30251"/>
                  <a:pt x="244103" y="30048"/>
                </a:cubicBezTo>
                <a:cubicBezTo>
                  <a:pt x="244665" y="29846"/>
                  <a:pt x="245328" y="29711"/>
                  <a:pt x="246093" y="29643"/>
                </a:cubicBezTo>
                <a:cubicBezTo>
                  <a:pt x="246857" y="29576"/>
                  <a:pt x="247779" y="29542"/>
                  <a:pt x="248858" y="29542"/>
                </a:cubicBezTo>
                <a:cubicBezTo>
                  <a:pt x="249982" y="29542"/>
                  <a:pt x="250927" y="29576"/>
                  <a:pt x="251691" y="29643"/>
                </a:cubicBezTo>
                <a:cubicBezTo>
                  <a:pt x="252455" y="29711"/>
                  <a:pt x="253074" y="29823"/>
                  <a:pt x="253546" y="29981"/>
                </a:cubicBezTo>
                <a:cubicBezTo>
                  <a:pt x="254018" y="30138"/>
                  <a:pt x="254355" y="30340"/>
                  <a:pt x="254557" y="30588"/>
                </a:cubicBezTo>
                <a:cubicBezTo>
                  <a:pt x="254760" y="30835"/>
                  <a:pt x="254861" y="31161"/>
                  <a:pt x="254861" y="31566"/>
                </a:cubicBezTo>
                <a:cubicBezTo>
                  <a:pt x="254861" y="32105"/>
                  <a:pt x="254715" y="32645"/>
                  <a:pt x="254423" y="33184"/>
                </a:cubicBezTo>
                <a:cubicBezTo>
                  <a:pt x="254130" y="33724"/>
                  <a:pt x="253647" y="34354"/>
                  <a:pt x="252972" y="35073"/>
                </a:cubicBezTo>
                <a:lnTo>
                  <a:pt x="230984" y="57061"/>
                </a:lnTo>
                <a:lnTo>
                  <a:pt x="255670" y="89099"/>
                </a:lnTo>
                <a:cubicBezTo>
                  <a:pt x="256255" y="89863"/>
                  <a:pt x="256671" y="90482"/>
                  <a:pt x="256918" y="90954"/>
                </a:cubicBezTo>
                <a:cubicBezTo>
                  <a:pt x="257165" y="91426"/>
                  <a:pt x="257289" y="91864"/>
                  <a:pt x="257289" y="92269"/>
                </a:cubicBezTo>
                <a:close/>
                <a:moveTo>
                  <a:pt x="281425" y="92337"/>
                </a:moveTo>
                <a:cubicBezTo>
                  <a:pt x="281425" y="92696"/>
                  <a:pt x="281335" y="93000"/>
                  <a:pt x="281155" y="93247"/>
                </a:cubicBezTo>
                <a:cubicBezTo>
                  <a:pt x="280975" y="93494"/>
                  <a:pt x="280683" y="93708"/>
                  <a:pt x="280278" y="93888"/>
                </a:cubicBezTo>
                <a:cubicBezTo>
                  <a:pt x="279873" y="94068"/>
                  <a:pt x="279311" y="94203"/>
                  <a:pt x="278592" y="94293"/>
                </a:cubicBezTo>
                <a:cubicBezTo>
                  <a:pt x="277872" y="94382"/>
                  <a:pt x="276951" y="94427"/>
                  <a:pt x="275826" y="94427"/>
                </a:cubicBezTo>
                <a:cubicBezTo>
                  <a:pt x="274747" y="94427"/>
                  <a:pt x="273848" y="94382"/>
                  <a:pt x="273128" y="94293"/>
                </a:cubicBezTo>
                <a:cubicBezTo>
                  <a:pt x="272409" y="94203"/>
                  <a:pt x="271836" y="94068"/>
                  <a:pt x="271409" y="93888"/>
                </a:cubicBezTo>
                <a:cubicBezTo>
                  <a:pt x="270981" y="93708"/>
                  <a:pt x="270689" y="93494"/>
                  <a:pt x="270532" y="93247"/>
                </a:cubicBezTo>
                <a:cubicBezTo>
                  <a:pt x="270374" y="93000"/>
                  <a:pt x="270296" y="92696"/>
                  <a:pt x="270296" y="92337"/>
                </a:cubicBezTo>
                <a:lnTo>
                  <a:pt x="270296" y="31633"/>
                </a:lnTo>
                <a:cubicBezTo>
                  <a:pt x="270296" y="31318"/>
                  <a:pt x="270374" y="31026"/>
                  <a:pt x="270532" y="30756"/>
                </a:cubicBezTo>
                <a:cubicBezTo>
                  <a:pt x="270689" y="30487"/>
                  <a:pt x="270981" y="30262"/>
                  <a:pt x="271409" y="30082"/>
                </a:cubicBezTo>
                <a:cubicBezTo>
                  <a:pt x="271836" y="29902"/>
                  <a:pt x="272409" y="29767"/>
                  <a:pt x="273128" y="29677"/>
                </a:cubicBezTo>
                <a:cubicBezTo>
                  <a:pt x="273848" y="29587"/>
                  <a:pt x="274747" y="29542"/>
                  <a:pt x="275826" y="29542"/>
                </a:cubicBezTo>
                <a:cubicBezTo>
                  <a:pt x="276951" y="29542"/>
                  <a:pt x="277872" y="29587"/>
                  <a:pt x="278592" y="29677"/>
                </a:cubicBezTo>
                <a:cubicBezTo>
                  <a:pt x="279311" y="29767"/>
                  <a:pt x="279873" y="29902"/>
                  <a:pt x="280278" y="30082"/>
                </a:cubicBezTo>
                <a:cubicBezTo>
                  <a:pt x="280683" y="30262"/>
                  <a:pt x="280975" y="30487"/>
                  <a:pt x="281155" y="30756"/>
                </a:cubicBezTo>
                <a:cubicBezTo>
                  <a:pt x="281335" y="31026"/>
                  <a:pt x="281425" y="31318"/>
                  <a:pt x="281425" y="31633"/>
                </a:cubicBezTo>
                <a:lnTo>
                  <a:pt x="281425" y="92337"/>
                </a:lnTo>
                <a:moveTo>
                  <a:pt x="282706" y="11061"/>
                </a:moveTo>
                <a:cubicBezTo>
                  <a:pt x="282706" y="13669"/>
                  <a:pt x="282211" y="15446"/>
                  <a:pt x="281222" y="16390"/>
                </a:cubicBezTo>
                <a:cubicBezTo>
                  <a:pt x="280233" y="17334"/>
                  <a:pt x="278412" y="17806"/>
                  <a:pt x="275759" y="17806"/>
                </a:cubicBezTo>
                <a:cubicBezTo>
                  <a:pt x="273151" y="17806"/>
                  <a:pt x="271364" y="17345"/>
                  <a:pt x="270397" y="16424"/>
                </a:cubicBezTo>
                <a:cubicBezTo>
                  <a:pt x="269430" y="15502"/>
                  <a:pt x="268947" y="13759"/>
                  <a:pt x="268947" y="11196"/>
                </a:cubicBezTo>
                <a:cubicBezTo>
                  <a:pt x="268947" y="8588"/>
                  <a:pt x="269441" y="6812"/>
                  <a:pt x="270431" y="5868"/>
                </a:cubicBezTo>
                <a:cubicBezTo>
                  <a:pt x="271420" y="4924"/>
                  <a:pt x="273241" y="4452"/>
                  <a:pt x="275894" y="4452"/>
                </a:cubicBezTo>
                <a:cubicBezTo>
                  <a:pt x="278502" y="4452"/>
                  <a:pt x="280289" y="4912"/>
                  <a:pt x="281256" y="5834"/>
                </a:cubicBezTo>
                <a:cubicBezTo>
                  <a:pt x="282223" y="6756"/>
                  <a:pt x="282706" y="8498"/>
                  <a:pt x="282706" y="11061"/>
                </a:cubicBezTo>
                <a:close/>
                <a:moveTo>
                  <a:pt x="353867" y="59354"/>
                </a:moveTo>
                <a:cubicBezTo>
                  <a:pt x="353867" y="61108"/>
                  <a:pt x="353429" y="62356"/>
                  <a:pt x="352552" y="63098"/>
                </a:cubicBezTo>
                <a:cubicBezTo>
                  <a:pt x="351675" y="63840"/>
                  <a:pt x="350674" y="64211"/>
                  <a:pt x="349550" y="64211"/>
                </a:cubicBezTo>
                <a:lnTo>
                  <a:pt x="309756" y="64211"/>
                </a:lnTo>
                <a:cubicBezTo>
                  <a:pt x="309756" y="67593"/>
                  <a:pt x="310093" y="70637"/>
                  <a:pt x="310768" y="73344"/>
                </a:cubicBezTo>
                <a:cubicBezTo>
                  <a:pt x="311442" y="76050"/>
                  <a:pt x="312566" y="78373"/>
                  <a:pt x="314140" y="80312"/>
                </a:cubicBezTo>
                <a:cubicBezTo>
                  <a:pt x="315714" y="82251"/>
                  <a:pt x="317760" y="83740"/>
                  <a:pt x="320278" y="84778"/>
                </a:cubicBezTo>
                <a:cubicBezTo>
                  <a:pt x="322796" y="85815"/>
                  <a:pt x="325876" y="86334"/>
                  <a:pt x="329518" y="86334"/>
                </a:cubicBezTo>
                <a:cubicBezTo>
                  <a:pt x="332396" y="86334"/>
                  <a:pt x="334959" y="86098"/>
                  <a:pt x="337207" y="85625"/>
                </a:cubicBezTo>
                <a:cubicBezTo>
                  <a:pt x="339456" y="85153"/>
                  <a:pt x="341400" y="84625"/>
                  <a:pt x="343042" y="84040"/>
                </a:cubicBezTo>
                <a:cubicBezTo>
                  <a:pt x="344683" y="83456"/>
                  <a:pt x="346032" y="82928"/>
                  <a:pt x="347088" y="82455"/>
                </a:cubicBezTo>
                <a:cubicBezTo>
                  <a:pt x="348145" y="81983"/>
                  <a:pt x="348943" y="81747"/>
                  <a:pt x="349483" y="81747"/>
                </a:cubicBezTo>
                <a:cubicBezTo>
                  <a:pt x="349798" y="81747"/>
                  <a:pt x="350079" y="81826"/>
                  <a:pt x="350326" y="81983"/>
                </a:cubicBezTo>
                <a:cubicBezTo>
                  <a:pt x="350573" y="82141"/>
                  <a:pt x="350764" y="82377"/>
                  <a:pt x="350899" y="82691"/>
                </a:cubicBezTo>
                <a:cubicBezTo>
                  <a:pt x="351034" y="83006"/>
                  <a:pt x="351135" y="83445"/>
                  <a:pt x="351203" y="84007"/>
                </a:cubicBezTo>
                <a:cubicBezTo>
                  <a:pt x="351270" y="84569"/>
                  <a:pt x="351304" y="85254"/>
                  <a:pt x="351304" y="86064"/>
                </a:cubicBezTo>
                <a:cubicBezTo>
                  <a:pt x="351304" y="86648"/>
                  <a:pt x="351281" y="87154"/>
                  <a:pt x="351236" y="87581"/>
                </a:cubicBezTo>
                <a:cubicBezTo>
                  <a:pt x="351191" y="88009"/>
                  <a:pt x="351135" y="88391"/>
                  <a:pt x="351068" y="88728"/>
                </a:cubicBezTo>
                <a:cubicBezTo>
                  <a:pt x="351000" y="89065"/>
                  <a:pt x="350888" y="89369"/>
                  <a:pt x="350731" y="89639"/>
                </a:cubicBezTo>
                <a:cubicBezTo>
                  <a:pt x="350573" y="89908"/>
                  <a:pt x="350371" y="90167"/>
                  <a:pt x="350124" y="90414"/>
                </a:cubicBezTo>
                <a:cubicBezTo>
                  <a:pt x="349876" y="90662"/>
                  <a:pt x="349146" y="91066"/>
                  <a:pt x="347931" y="91628"/>
                </a:cubicBezTo>
                <a:cubicBezTo>
                  <a:pt x="346717" y="92190"/>
                  <a:pt x="345144" y="92741"/>
                  <a:pt x="343210" y="93281"/>
                </a:cubicBezTo>
                <a:cubicBezTo>
                  <a:pt x="341277" y="93820"/>
                  <a:pt x="339040" y="94304"/>
                  <a:pt x="336499" y="94731"/>
                </a:cubicBezTo>
                <a:cubicBezTo>
                  <a:pt x="333958" y="95158"/>
                  <a:pt x="331249" y="95372"/>
                  <a:pt x="328372" y="95372"/>
                </a:cubicBezTo>
                <a:cubicBezTo>
                  <a:pt x="323380" y="95372"/>
                  <a:pt x="319007" y="94674"/>
                  <a:pt x="315253" y="93279"/>
                </a:cubicBezTo>
                <a:cubicBezTo>
                  <a:pt x="311498" y="91883"/>
                  <a:pt x="308339" y="89813"/>
                  <a:pt x="305776" y="87067"/>
                </a:cubicBezTo>
                <a:cubicBezTo>
                  <a:pt x="303213" y="84321"/>
                  <a:pt x="301280" y="80878"/>
                  <a:pt x="299976" y="76737"/>
                </a:cubicBezTo>
                <a:cubicBezTo>
                  <a:pt x="298672" y="72596"/>
                  <a:pt x="298020" y="67780"/>
                  <a:pt x="298020" y="62288"/>
                </a:cubicBezTo>
                <a:cubicBezTo>
                  <a:pt x="298020" y="57067"/>
                  <a:pt x="298694" y="52374"/>
                  <a:pt x="300043" y="48211"/>
                </a:cubicBezTo>
                <a:cubicBezTo>
                  <a:pt x="301392" y="44047"/>
                  <a:pt x="303337" y="40514"/>
                  <a:pt x="305878" y="37611"/>
                </a:cubicBezTo>
                <a:cubicBezTo>
                  <a:pt x="308418" y="34708"/>
                  <a:pt x="311487" y="32480"/>
                  <a:pt x="315084" y="30927"/>
                </a:cubicBezTo>
                <a:cubicBezTo>
                  <a:pt x="318681" y="29374"/>
                  <a:pt x="322706" y="28598"/>
                  <a:pt x="327157" y="28598"/>
                </a:cubicBezTo>
                <a:cubicBezTo>
                  <a:pt x="331924" y="28598"/>
                  <a:pt x="335982" y="29362"/>
                  <a:pt x="339332" y="30891"/>
                </a:cubicBezTo>
                <a:cubicBezTo>
                  <a:pt x="342682" y="32420"/>
                  <a:pt x="345436" y="34477"/>
                  <a:pt x="347594" y="37063"/>
                </a:cubicBezTo>
                <a:cubicBezTo>
                  <a:pt x="349753" y="39648"/>
                  <a:pt x="351338" y="42683"/>
                  <a:pt x="352349" y="46168"/>
                </a:cubicBezTo>
                <a:cubicBezTo>
                  <a:pt x="353361" y="49653"/>
                  <a:pt x="353867" y="53374"/>
                  <a:pt x="353867" y="57331"/>
                </a:cubicBezTo>
                <a:lnTo>
                  <a:pt x="353867" y="59354"/>
                </a:lnTo>
                <a:moveTo>
                  <a:pt x="342671" y="56049"/>
                </a:moveTo>
                <a:cubicBezTo>
                  <a:pt x="342805" y="50204"/>
                  <a:pt x="341513" y="45617"/>
                  <a:pt x="338792" y="42290"/>
                </a:cubicBezTo>
                <a:cubicBezTo>
                  <a:pt x="336072" y="38963"/>
                  <a:pt x="332036" y="37299"/>
                  <a:pt x="326685" y="37299"/>
                </a:cubicBezTo>
                <a:cubicBezTo>
                  <a:pt x="323942" y="37299"/>
                  <a:pt x="321537" y="37816"/>
                  <a:pt x="319468" y="38850"/>
                </a:cubicBezTo>
                <a:cubicBezTo>
                  <a:pt x="317400" y="39884"/>
                  <a:pt x="315669" y="41256"/>
                  <a:pt x="314275" y="42964"/>
                </a:cubicBezTo>
                <a:cubicBezTo>
                  <a:pt x="312881" y="44673"/>
                  <a:pt x="311802" y="46663"/>
                  <a:pt x="311037" y="48934"/>
                </a:cubicBezTo>
                <a:cubicBezTo>
                  <a:pt x="310273" y="51204"/>
                  <a:pt x="309846" y="53576"/>
                  <a:pt x="309756" y="56049"/>
                </a:cubicBezTo>
                <a:lnTo>
                  <a:pt x="342671" y="56049"/>
                </a:lnTo>
                <a:close/>
                <a:moveTo>
                  <a:pt x="408413" y="75860"/>
                </a:moveTo>
                <a:cubicBezTo>
                  <a:pt x="408413" y="78966"/>
                  <a:pt x="407839" y="81734"/>
                  <a:pt x="406693" y="84165"/>
                </a:cubicBezTo>
                <a:cubicBezTo>
                  <a:pt x="405546" y="86594"/>
                  <a:pt x="403916" y="88642"/>
                  <a:pt x="401803" y="90309"/>
                </a:cubicBezTo>
                <a:cubicBezTo>
                  <a:pt x="399689" y="91974"/>
                  <a:pt x="397171" y="93234"/>
                  <a:pt x="394249" y="94088"/>
                </a:cubicBezTo>
                <a:cubicBezTo>
                  <a:pt x="391326" y="94944"/>
                  <a:pt x="388111" y="95372"/>
                  <a:pt x="384603" y="95372"/>
                </a:cubicBezTo>
                <a:cubicBezTo>
                  <a:pt x="382445" y="95372"/>
                  <a:pt x="380388" y="95203"/>
                  <a:pt x="378432" y="94866"/>
                </a:cubicBezTo>
                <a:cubicBezTo>
                  <a:pt x="376476" y="94529"/>
                  <a:pt x="374722" y="94101"/>
                  <a:pt x="373171" y="93584"/>
                </a:cubicBezTo>
                <a:cubicBezTo>
                  <a:pt x="371620" y="93067"/>
                  <a:pt x="370304" y="92528"/>
                  <a:pt x="369225" y="91966"/>
                </a:cubicBezTo>
                <a:cubicBezTo>
                  <a:pt x="368146" y="91404"/>
                  <a:pt x="367359" y="90898"/>
                  <a:pt x="366865" y="90448"/>
                </a:cubicBezTo>
                <a:cubicBezTo>
                  <a:pt x="366370" y="89998"/>
                  <a:pt x="366010" y="89369"/>
                  <a:pt x="365785" y="88559"/>
                </a:cubicBezTo>
                <a:cubicBezTo>
                  <a:pt x="365561" y="87750"/>
                  <a:pt x="365448" y="86648"/>
                  <a:pt x="365448" y="85254"/>
                </a:cubicBezTo>
                <a:cubicBezTo>
                  <a:pt x="365448" y="84400"/>
                  <a:pt x="365493" y="83681"/>
                  <a:pt x="365583" y="83096"/>
                </a:cubicBezTo>
                <a:cubicBezTo>
                  <a:pt x="365673" y="82512"/>
                  <a:pt x="365785" y="82039"/>
                  <a:pt x="365920" y="81680"/>
                </a:cubicBezTo>
                <a:cubicBezTo>
                  <a:pt x="366055" y="81320"/>
                  <a:pt x="366246" y="81061"/>
                  <a:pt x="366494" y="80904"/>
                </a:cubicBezTo>
                <a:cubicBezTo>
                  <a:pt x="366741" y="80747"/>
                  <a:pt x="367022" y="80668"/>
                  <a:pt x="367337" y="80668"/>
                </a:cubicBezTo>
                <a:cubicBezTo>
                  <a:pt x="367831" y="80668"/>
                  <a:pt x="368562" y="80972"/>
                  <a:pt x="369529" y="81579"/>
                </a:cubicBezTo>
                <a:cubicBezTo>
                  <a:pt x="370496" y="82186"/>
                  <a:pt x="371687" y="82849"/>
                  <a:pt x="373104" y="83568"/>
                </a:cubicBezTo>
                <a:cubicBezTo>
                  <a:pt x="374520" y="84288"/>
                  <a:pt x="376195" y="84951"/>
                  <a:pt x="378128" y="85558"/>
                </a:cubicBezTo>
                <a:cubicBezTo>
                  <a:pt x="380062" y="86165"/>
                  <a:pt x="382288" y="86469"/>
                  <a:pt x="384806" y="86469"/>
                </a:cubicBezTo>
                <a:cubicBezTo>
                  <a:pt x="386694" y="86469"/>
                  <a:pt x="388403" y="86266"/>
                  <a:pt x="389932" y="85862"/>
                </a:cubicBezTo>
                <a:cubicBezTo>
                  <a:pt x="391461" y="85455"/>
                  <a:pt x="392787" y="84858"/>
                  <a:pt x="393911" y="84070"/>
                </a:cubicBezTo>
                <a:cubicBezTo>
                  <a:pt x="395035" y="83282"/>
                  <a:pt x="395901" y="82279"/>
                  <a:pt x="396508" y="81062"/>
                </a:cubicBezTo>
                <a:cubicBezTo>
                  <a:pt x="397115" y="79845"/>
                  <a:pt x="397419" y="78404"/>
                  <a:pt x="397419" y="76737"/>
                </a:cubicBezTo>
                <a:cubicBezTo>
                  <a:pt x="397419" y="75027"/>
                  <a:pt x="396980" y="73587"/>
                  <a:pt x="396103" y="72416"/>
                </a:cubicBezTo>
                <a:cubicBezTo>
                  <a:pt x="395227" y="71246"/>
                  <a:pt x="394069" y="70211"/>
                  <a:pt x="392630" y="69311"/>
                </a:cubicBezTo>
                <a:cubicBezTo>
                  <a:pt x="391191" y="68411"/>
                  <a:pt x="389572" y="67612"/>
                  <a:pt x="387773" y="66915"/>
                </a:cubicBezTo>
                <a:cubicBezTo>
                  <a:pt x="385975" y="66217"/>
                  <a:pt x="384120" y="65485"/>
                  <a:pt x="382209" y="64721"/>
                </a:cubicBezTo>
                <a:cubicBezTo>
                  <a:pt x="380298" y="63955"/>
                  <a:pt x="378432" y="63088"/>
                  <a:pt x="376611" y="62120"/>
                </a:cubicBezTo>
                <a:cubicBezTo>
                  <a:pt x="374790" y="61152"/>
                  <a:pt x="373160" y="59970"/>
                  <a:pt x="371721" y="58575"/>
                </a:cubicBezTo>
                <a:cubicBezTo>
                  <a:pt x="370282" y="57179"/>
                  <a:pt x="369124" y="55514"/>
                  <a:pt x="368247" y="53579"/>
                </a:cubicBezTo>
                <a:cubicBezTo>
                  <a:pt x="367370" y="51644"/>
                  <a:pt x="366932" y="49326"/>
                  <a:pt x="366932" y="46626"/>
                </a:cubicBezTo>
                <a:cubicBezTo>
                  <a:pt x="366932" y="44240"/>
                  <a:pt x="367393" y="41956"/>
                  <a:pt x="368315" y="39773"/>
                </a:cubicBezTo>
                <a:cubicBezTo>
                  <a:pt x="369236" y="37590"/>
                  <a:pt x="370619" y="35677"/>
                  <a:pt x="372463" y="34034"/>
                </a:cubicBezTo>
                <a:cubicBezTo>
                  <a:pt x="374306" y="32390"/>
                  <a:pt x="376611" y="31073"/>
                  <a:pt x="379376" y="30084"/>
                </a:cubicBezTo>
                <a:cubicBezTo>
                  <a:pt x="382142" y="29093"/>
                  <a:pt x="385368" y="28598"/>
                  <a:pt x="389055" y="28598"/>
                </a:cubicBezTo>
                <a:cubicBezTo>
                  <a:pt x="390674" y="28598"/>
                  <a:pt x="392293" y="28735"/>
                  <a:pt x="393911" y="29009"/>
                </a:cubicBezTo>
                <a:cubicBezTo>
                  <a:pt x="395530" y="29283"/>
                  <a:pt x="396991" y="29625"/>
                  <a:pt x="398295" y="30036"/>
                </a:cubicBezTo>
                <a:cubicBezTo>
                  <a:pt x="399599" y="30446"/>
                  <a:pt x="400712" y="30891"/>
                  <a:pt x="401634" y="31370"/>
                </a:cubicBezTo>
                <a:cubicBezTo>
                  <a:pt x="402556" y="31849"/>
                  <a:pt x="403253" y="32271"/>
                  <a:pt x="403725" y="32636"/>
                </a:cubicBezTo>
                <a:cubicBezTo>
                  <a:pt x="404197" y="33002"/>
                  <a:pt x="404512" y="33319"/>
                  <a:pt x="404669" y="33589"/>
                </a:cubicBezTo>
                <a:cubicBezTo>
                  <a:pt x="404827" y="33859"/>
                  <a:pt x="404939" y="34162"/>
                  <a:pt x="405006" y="34500"/>
                </a:cubicBezTo>
                <a:cubicBezTo>
                  <a:pt x="405074" y="34837"/>
                  <a:pt x="405141" y="35253"/>
                  <a:pt x="405209" y="35748"/>
                </a:cubicBezTo>
                <a:cubicBezTo>
                  <a:pt x="405276" y="36242"/>
                  <a:pt x="405310" y="36849"/>
                  <a:pt x="405310" y="37569"/>
                </a:cubicBezTo>
                <a:cubicBezTo>
                  <a:pt x="405310" y="38333"/>
                  <a:pt x="405276" y="38996"/>
                  <a:pt x="405209" y="39558"/>
                </a:cubicBezTo>
                <a:cubicBezTo>
                  <a:pt x="405141" y="40120"/>
                  <a:pt x="405029" y="40581"/>
                  <a:pt x="404872" y="40941"/>
                </a:cubicBezTo>
                <a:cubicBezTo>
                  <a:pt x="404714" y="41301"/>
                  <a:pt x="404523" y="41559"/>
                  <a:pt x="404298" y="41717"/>
                </a:cubicBezTo>
                <a:cubicBezTo>
                  <a:pt x="404073" y="41874"/>
                  <a:pt x="403826" y="41953"/>
                  <a:pt x="403556" y="41953"/>
                </a:cubicBezTo>
                <a:cubicBezTo>
                  <a:pt x="403152" y="41953"/>
                  <a:pt x="402567" y="41702"/>
                  <a:pt x="401803" y="41200"/>
                </a:cubicBezTo>
                <a:cubicBezTo>
                  <a:pt x="401038" y="40699"/>
                  <a:pt x="400049" y="40163"/>
                  <a:pt x="398835" y="39592"/>
                </a:cubicBezTo>
                <a:cubicBezTo>
                  <a:pt x="397621" y="39022"/>
                  <a:pt x="396193" y="38486"/>
                  <a:pt x="394552" y="37984"/>
                </a:cubicBezTo>
                <a:cubicBezTo>
                  <a:pt x="392911" y="37482"/>
                  <a:pt x="391033" y="37231"/>
                  <a:pt x="388920" y="37231"/>
                </a:cubicBezTo>
                <a:cubicBezTo>
                  <a:pt x="387032" y="37231"/>
                  <a:pt x="385368" y="37446"/>
                  <a:pt x="383929" y="37874"/>
                </a:cubicBezTo>
                <a:cubicBezTo>
                  <a:pt x="382490" y="38301"/>
                  <a:pt x="381310" y="38909"/>
                  <a:pt x="380388" y="39697"/>
                </a:cubicBezTo>
                <a:cubicBezTo>
                  <a:pt x="379466" y="40486"/>
                  <a:pt x="378769" y="41421"/>
                  <a:pt x="378297" y="42503"/>
                </a:cubicBezTo>
                <a:cubicBezTo>
                  <a:pt x="377825" y="43583"/>
                  <a:pt x="377589" y="44755"/>
                  <a:pt x="377589" y="46017"/>
                </a:cubicBezTo>
                <a:cubicBezTo>
                  <a:pt x="377589" y="47772"/>
                  <a:pt x="378038" y="49246"/>
                  <a:pt x="378938" y="50439"/>
                </a:cubicBezTo>
                <a:cubicBezTo>
                  <a:pt x="379837" y="51632"/>
                  <a:pt x="381006" y="52678"/>
                  <a:pt x="382445" y="53579"/>
                </a:cubicBezTo>
                <a:cubicBezTo>
                  <a:pt x="383884" y="54478"/>
                  <a:pt x="385525" y="55289"/>
                  <a:pt x="387369" y="56009"/>
                </a:cubicBezTo>
                <a:cubicBezTo>
                  <a:pt x="389212" y="56729"/>
                  <a:pt x="391090" y="57471"/>
                  <a:pt x="393001" y="58237"/>
                </a:cubicBezTo>
                <a:cubicBezTo>
                  <a:pt x="394912" y="59002"/>
                  <a:pt x="396800" y="59857"/>
                  <a:pt x="398666" y="60802"/>
                </a:cubicBezTo>
                <a:cubicBezTo>
                  <a:pt x="400532" y="61748"/>
                  <a:pt x="402185" y="62896"/>
                  <a:pt x="403624" y="64246"/>
                </a:cubicBezTo>
                <a:cubicBezTo>
                  <a:pt x="405063" y="65597"/>
                  <a:pt x="406221" y="67218"/>
                  <a:pt x="407097" y="69109"/>
                </a:cubicBezTo>
                <a:cubicBezTo>
                  <a:pt x="407974" y="70999"/>
                  <a:pt x="408413" y="73249"/>
                  <a:pt x="408413" y="758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button">
            <a:extLst xmlns:a="http://schemas.openxmlformats.org/drawingml/2006/main">
              <a:ext uri="{FF2B5EF4-FFF2-40B4-BE49-F238E27FC236}">
                <a16:creationId xmlns:a16="http://schemas.microsoft.com/office/drawing/2014/main" id="{1D141E8A-27F1-449B-B6A6-FDF34EAC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95" y="2670931"/>
            <a:ext cx="359206" cy="95372"/>
          </a:xfrm>
          <a:custGeom xmlns:a="http://schemas.openxmlformats.org/drawingml/2006/main">
            <a:pathLst>
              <a:path w="359206" h="95372">
                <a:moveTo>
                  <a:pt x="55847" y="61209"/>
                </a:moveTo>
                <a:cubicBezTo>
                  <a:pt x="55847" y="66474"/>
                  <a:pt x="55274" y="71211"/>
                  <a:pt x="54127" y="75420"/>
                </a:cubicBezTo>
                <a:cubicBezTo>
                  <a:pt x="52981" y="79628"/>
                  <a:pt x="51294" y="83218"/>
                  <a:pt x="49069" y="86190"/>
                </a:cubicBezTo>
                <a:cubicBezTo>
                  <a:pt x="46843" y="89161"/>
                  <a:pt x="44111" y="91434"/>
                  <a:pt x="40874" y="93009"/>
                </a:cubicBezTo>
                <a:cubicBezTo>
                  <a:pt x="37636" y="94584"/>
                  <a:pt x="33926" y="95372"/>
                  <a:pt x="29745" y="95372"/>
                </a:cubicBezTo>
                <a:cubicBezTo>
                  <a:pt x="27811" y="95372"/>
                  <a:pt x="26024" y="95180"/>
                  <a:pt x="24383" y="94796"/>
                </a:cubicBezTo>
                <a:cubicBezTo>
                  <a:pt x="22741" y="94414"/>
                  <a:pt x="21134" y="93796"/>
                  <a:pt x="19560" y="92941"/>
                </a:cubicBezTo>
                <a:cubicBezTo>
                  <a:pt x="17986" y="92086"/>
                  <a:pt x="16412" y="91005"/>
                  <a:pt x="14839" y="89700"/>
                </a:cubicBezTo>
                <a:cubicBezTo>
                  <a:pt x="13265" y="88394"/>
                  <a:pt x="11601" y="86819"/>
                  <a:pt x="9847" y="84974"/>
                </a:cubicBezTo>
                <a:lnTo>
                  <a:pt x="9847" y="92349"/>
                </a:lnTo>
                <a:cubicBezTo>
                  <a:pt x="9847" y="92706"/>
                  <a:pt x="9758" y="93019"/>
                  <a:pt x="9578" y="93287"/>
                </a:cubicBezTo>
                <a:cubicBezTo>
                  <a:pt x="9398" y="93556"/>
                  <a:pt x="9106" y="93768"/>
                  <a:pt x="8701" y="93926"/>
                </a:cubicBezTo>
                <a:cubicBezTo>
                  <a:pt x="8296" y="94082"/>
                  <a:pt x="7790" y="94204"/>
                  <a:pt x="7183" y="94293"/>
                </a:cubicBezTo>
                <a:cubicBezTo>
                  <a:pt x="6576" y="94382"/>
                  <a:pt x="5801" y="94427"/>
                  <a:pt x="4856" y="94427"/>
                </a:cubicBezTo>
                <a:cubicBezTo>
                  <a:pt x="3957" y="94427"/>
                  <a:pt x="3193" y="94382"/>
                  <a:pt x="2563" y="94293"/>
                </a:cubicBezTo>
                <a:cubicBezTo>
                  <a:pt x="1934" y="94203"/>
                  <a:pt x="1416" y="94079"/>
                  <a:pt x="1012" y="93922"/>
                </a:cubicBezTo>
                <a:cubicBezTo>
                  <a:pt x="607" y="93764"/>
                  <a:pt x="337" y="93551"/>
                  <a:pt x="202" y="93281"/>
                </a:cubicBezTo>
                <a:cubicBezTo>
                  <a:pt x="67" y="93010"/>
                  <a:pt x="0" y="92694"/>
                  <a:pt x="0" y="92334"/>
                </a:cubicBezTo>
                <a:lnTo>
                  <a:pt x="0" y="2160"/>
                </a:lnTo>
                <a:cubicBezTo>
                  <a:pt x="0" y="1801"/>
                  <a:pt x="79" y="1486"/>
                  <a:pt x="236" y="1216"/>
                </a:cubicBezTo>
                <a:cubicBezTo>
                  <a:pt x="393" y="945"/>
                  <a:pt x="686" y="719"/>
                  <a:pt x="1113" y="540"/>
                </a:cubicBezTo>
                <a:cubicBezTo>
                  <a:pt x="1540" y="360"/>
                  <a:pt x="2113" y="225"/>
                  <a:pt x="2833" y="135"/>
                </a:cubicBezTo>
                <a:cubicBezTo>
                  <a:pt x="3552" y="45"/>
                  <a:pt x="4452" y="0"/>
                  <a:pt x="5531" y="0"/>
                </a:cubicBezTo>
                <a:cubicBezTo>
                  <a:pt x="6655" y="0"/>
                  <a:pt x="7577" y="45"/>
                  <a:pt x="8296" y="135"/>
                </a:cubicBezTo>
                <a:cubicBezTo>
                  <a:pt x="9016" y="225"/>
                  <a:pt x="9578" y="360"/>
                  <a:pt x="9982" y="542"/>
                </a:cubicBezTo>
                <a:cubicBezTo>
                  <a:pt x="10387" y="722"/>
                  <a:pt x="10679" y="947"/>
                  <a:pt x="10859" y="1218"/>
                </a:cubicBezTo>
                <a:cubicBezTo>
                  <a:pt x="11039" y="1488"/>
                  <a:pt x="11129" y="1803"/>
                  <a:pt x="11129" y="2163"/>
                </a:cubicBezTo>
                <a:lnTo>
                  <a:pt x="11129" y="38591"/>
                </a:lnTo>
                <a:cubicBezTo>
                  <a:pt x="12928" y="36746"/>
                  <a:pt x="14670" y="35193"/>
                  <a:pt x="16356" y="33933"/>
                </a:cubicBezTo>
                <a:cubicBezTo>
                  <a:pt x="18042" y="32672"/>
                  <a:pt x="19695" y="31649"/>
                  <a:pt x="21314" y="30862"/>
                </a:cubicBezTo>
                <a:cubicBezTo>
                  <a:pt x="22932" y="30073"/>
                  <a:pt x="24551" y="29499"/>
                  <a:pt x="26170" y="29140"/>
                </a:cubicBezTo>
                <a:cubicBezTo>
                  <a:pt x="27789" y="28779"/>
                  <a:pt x="29497" y="28598"/>
                  <a:pt x="31296" y="28598"/>
                </a:cubicBezTo>
                <a:cubicBezTo>
                  <a:pt x="35703" y="28598"/>
                  <a:pt x="39468" y="29476"/>
                  <a:pt x="42594" y="31233"/>
                </a:cubicBezTo>
                <a:cubicBezTo>
                  <a:pt x="45719" y="32988"/>
                  <a:pt x="48259" y="35339"/>
                  <a:pt x="50215" y="38287"/>
                </a:cubicBezTo>
                <a:cubicBezTo>
                  <a:pt x="52171" y="41235"/>
                  <a:pt x="53599" y="44690"/>
                  <a:pt x="54498" y="48651"/>
                </a:cubicBezTo>
                <a:cubicBezTo>
                  <a:pt x="55397" y="52611"/>
                  <a:pt x="55847" y="56797"/>
                  <a:pt x="55847" y="61209"/>
                </a:cubicBezTo>
                <a:moveTo>
                  <a:pt x="44111" y="62491"/>
                </a:moveTo>
                <a:cubicBezTo>
                  <a:pt x="44111" y="59384"/>
                  <a:pt x="43875" y="56367"/>
                  <a:pt x="43403" y="53440"/>
                </a:cubicBezTo>
                <a:cubicBezTo>
                  <a:pt x="42931" y="50513"/>
                  <a:pt x="42110" y="47924"/>
                  <a:pt x="40941" y="45673"/>
                </a:cubicBezTo>
                <a:cubicBezTo>
                  <a:pt x="39772" y="43422"/>
                  <a:pt x="38221" y="41610"/>
                  <a:pt x="36287" y="40237"/>
                </a:cubicBezTo>
                <a:cubicBezTo>
                  <a:pt x="34354" y="38863"/>
                  <a:pt x="31948" y="38176"/>
                  <a:pt x="29070" y="38176"/>
                </a:cubicBezTo>
                <a:cubicBezTo>
                  <a:pt x="27631" y="38176"/>
                  <a:pt x="26215" y="38379"/>
                  <a:pt x="24821" y="38785"/>
                </a:cubicBezTo>
                <a:cubicBezTo>
                  <a:pt x="23427" y="39189"/>
                  <a:pt x="22011" y="39865"/>
                  <a:pt x="20572" y="40810"/>
                </a:cubicBezTo>
                <a:cubicBezTo>
                  <a:pt x="19133" y="41756"/>
                  <a:pt x="17638" y="42972"/>
                  <a:pt x="16086" y="44459"/>
                </a:cubicBezTo>
                <a:cubicBezTo>
                  <a:pt x="14535" y="45946"/>
                  <a:pt x="12883" y="47815"/>
                  <a:pt x="11129" y="50068"/>
                </a:cubicBezTo>
                <a:lnTo>
                  <a:pt x="11129" y="74307"/>
                </a:lnTo>
                <a:cubicBezTo>
                  <a:pt x="14187" y="78046"/>
                  <a:pt x="17109" y="80896"/>
                  <a:pt x="19897" y="82856"/>
                </a:cubicBezTo>
                <a:cubicBezTo>
                  <a:pt x="22685" y="84815"/>
                  <a:pt x="25585" y="85794"/>
                  <a:pt x="28598" y="85794"/>
                </a:cubicBezTo>
                <a:cubicBezTo>
                  <a:pt x="31386" y="85794"/>
                  <a:pt x="33769" y="85119"/>
                  <a:pt x="35748" y="83769"/>
                </a:cubicBezTo>
                <a:cubicBezTo>
                  <a:pt x="37726" y="82417"/>
                  <a:pt x="39334" y="80627"/>
                  <a:pt x="40570" y="78398"/>
                </a:cubicBezTo>
                <a:cubicBezTo>
                  <a:pt x="41807" y="76169"/>
                  <a:pt x="42706" y="73670"/>
                  <a:pt x="43268" y="70901"/>
                </a:cubicBezTo>
                <a:cubicBezTo>
                  <a:pt x="43830" y="68131"/>
                  <a:pt x="44111" y="65328"/>
                  <a:pt x="44111" y="62491"/>
                </a:cubicBezTo>
                <a:close/>
                <a:moveTo>
                  <a:pt x="124523" y="92337"/>
                </a:moveTo>
                <a:cubicBezTo>
                  <a:pt x="124523" y="92696"/>
                  <a:pt x="124444" y="93000"/>
                  <a:pt x="124287" y="93247"/>
                </a:cubicBezTo>
                <a:cubicBezTo>
                  <a:pt x="124130" y="93494"/>
                  <a:pt x="123849" y="93708"/>
                  <a:pt x="123444" y="93888"/>
                </a:cubicBezTo>
                <a:cubicBezTo>
                  <a:pt x="123039" y="94068"/>
                  <a:pt x="122511" y="94203"/>
                  <a:pt x="121859" y="94293"/>
                </a:cubicBezTo>
                <a:cubicBezTo>
                  <a:pt x="121207" y="94382"/>
                  <a:pt x="120409" y="94427"/>
                  <a:pt x="119464" y="94427"/>
                </a:cubicBezTo>
                <a:cubicBezTo>
                  <a:pt x="118430" y="94427"/>
                  <a:pt x="117587" y="94382"/>
                  <a:pt x="116935" y="94293"/>
                </a:cubicBezTo>
                <a:cubicBezTo>
                  <a:pt x="116283" y="94203"/>
                  <a:pt x="115766" y="94068"/>
                  <a:pt x="115384" y="93888"/>
                </a:cubicBezTo>
                <a:cubicBezTo>
                  <a:pt x="115002" y="93708"/>
                  <a:pt x="114743" y="93494"/>
                  <a:pt x="114608" y="93247"/>
                </a:cubicBezTo>
                <a:cubicBezTo>
                  <a:pt x="114473" y="93000"/>
                  <a:pt x="114406" y="92696"/>
                  <a:pt x="114406" y="92337"/>
                </a:cubicBezTo>
                <a:lnTo>
                  <a:pt x="114406" y="84310"/>
                </a:lnTo>
                <a:cubicBezTo>
                  <a:pt x="110943" y="88156"/>
                  <a:pt x="107526" y="90962"/>
                  <a:pt x="104154" y="92726"/>
                </a:cubicBezTo>
                <a:cubicBezTo>
                  <a:pt x="100781" y="94490"/>
                  <a:pt x="97364" y="95372"/>
                  <a:pt x="93902" y="95372"/>
                </a:cubicBezTo>
                <a:cubicBezTo>
                  <a:pt x="89855" y="95372"/>
                  <a:pt x="86449" y="94697"/>
                  <a:pt x="83683" y="93346"/>
                </a:cubicBezTo>
                <a:cubicBezTo>
                  <a:pt x="80918" y="91996"/>
                  <a:pt x="78681" y="90162"/>
                  <a:pt x="76972" y="87845"/>
                </a:cubicBezTo>
                <a:cubicBezTo>
                  <a:pt x="75263" y="85526"/>
                  <a:pt x="74038" y="82826"/>
                  <a:pt x="73296" y="79743"/>
                </a:cubicBezTo>
                <a:cubicBezTo>
                  <a:pt x="72554" y="76658"/>
                  <a:pt x="72183" y="72911"/>
                  <a:pt x="72183" y="68500"/>
                </a:cubicBezTo>
                <a:lnTo>
                  <a:pt x="72183" y="31635"/>
                </a:lnTo>
                <a:cubicBezTo>
                  <a:pt x="72183" y="31276"/>
                  <a:pt x="72262" y="30972"/>
                  <a:pt x="72419" y="30725"/>
                </a:cubicBezTo>
                <a:cubicBezTo>
                  <a:pt x="72577" y="30476"/>
                  <a:pt x="72880" y="30251"/>
                  <a:pt x="73330" y="30048"/>
                </a:cubicBezTo>
                <a:cubicBezTo>
                  <a:pt x="73780" y="29846"/>
                  <a:pt x="74364" y="29711"/>
                  <a:pt x="75084" y="29643"/>
                </a:cubicBezTo>
                <a:cubicBezTo>
                  <a:pt x="75803" y="29576"/>
                  <a:pt x="76702" y="29542"/>
                  <a:pt x="77781" y="29542"/>
                </a:cubicBezTo>
                <a:cubicBezTo>
                  <a:pt x="78861" y="29542"/>
                  <a:pt x="79760" y="29576"/>
                  <a:pt x="80479" y="29643"/>
                </a:cubicBezTo>
                <a:cubicBezTo>
                  <a:pt x="81199" y="29711"/>
                  <a:pt x="81772" y="29846"/>
                  <a:pt x="82199" y="30048"/>
                </a:cubicBezTo>
                <a:cubicBezTo>
                  <a:pt x="82626" y="30251"/>
                  <a:pt x="82930" y="30476"/>
                  <a:pt x="83110" y="30725"/>
                </a:cubicBezTo>
                <a:cubicBezTo>
                  <a:pt x="83290" y="30972"/>
                  <a:pt x="83380" y="31276"/>
                  <a:pt x="83380" y="31635"/>
                </a:cubicBezTo>
                <a:lnTo>
                  <a:pt x="83380" y="67020"/>
                </a:lnTo>
                <a:cubicBezTo>
                  <a:pt x="83380" y="70577"/>
                  <a:pt x="83638" y="73424"/>
                  <a:pt x="84155" y="75563"/>
                </a:cubicBezTo>
                <a:cubicBezTo>
                  <a:pt x="84672" y="77702"/>
                  <a:pt x="85459" y="79526"/>
                  <a:pt x="86516" y="81035"/>
                </a:cubicBezTo>
                <a:cubicBezTo>
                  <a:pt x="87573" y="82543"/>
                  <a:pt x="88910" y="83713"/>
                  <a:pt x="90529" y="84546"/>
                </a:cubicBezTo>
                <a:cubicBezTo>
                  <a:pt x="92148" y="85378"/>
                  <a:pt x="94036" y="85794"/>
                  <a:pt x="96195" y="85794"/>
                </a:cubicBezTo>
                <a:cubicBezTo>
                  <a:pt x="98983" y="85794"/>
                  <a:pt x="101759" y="84799"/>
                  <a:pt x="104525" y="82809"/>
                </a:cubicBezTo>
                <a:cubicBezTo>
                  <a:pt x="107290" y="80820"/>
                  <a:pt x="110224" y="77903"/>
                  <a:pt x="113327" y="74058"/>
                </a:cubicBezTo>
                <a:lnTo>
                  <a:pt x="113327" y="31633"/>
                </a:lnTo>
                <a:cubicBezTo>
                  <a:pt x="113327" y="31273"/>
                  <a:pt x="113405" y="30970"/>
                  <a:pt x="113563" y="30723"/>
                </a:cubicBezTo>
                <a:cubicBezTo>
                  <a:pt x="113720" y="30475"/>
                  <a:pt x="114024" y="30251"/>
                  <a:pt x="114473" y="30048"/>
                </a:cubicBezTo>
                <a:cubicBezTo>
                  <a:pt x="114923" y="29846"/>
                  <a:pt x="115496" y="29711"/>
                  <a:pt x="116193" y="29643"/>
                </a:cubicBezTo>
                <a:cubicBezTo>
                  <a:pt x="116890" y="29576"/>
                  <a:pt x="117801" y="29542"/>
                  <a:pt x="118925" y="29542"/>
                </a:cubicBezTo>
                <a:cubicBezTo>
                  <a:pt x="120004" y="29542"/>
                  <a:pt x="120903" y="29576"/>
                  <a:pt x="121623" y="29643"/>
                </a:cubicBezTo>
                <a:cubicBezTo>
                  <a:pt x="122342" y="29711"/>
                  <a:pt x="122904" y="29846"/>
                  <a:pt x="123309" y="30048"/>
                </a:cubicBezTo>
                <a:cubicBezTo>
                  <a:pt x="123714" y="30251"/>
                  <a:pt x="124017" y="30475"/>
                  <a:pt x="124220" y="30723"/>
                </a:cubicBezTo>
                <a:cubicBezTo>
                  <a:pt x="124422" y="30970"/>
                  <a:pt x="124523" y="31273"/>
                  <a:pt x="124523" y="31633"/>
                </a:cubicBezTo>
                <a:lnTo>
                  <a:pt x="124523" y="92337"/>
                </a:lnTo>
                <a:close/>
                <a:moveTo>
                  <a:pt x="176883" y="87952"/>
                </a:moveTo>
                <a:cubicBezTo>
                  <a:pt x="176883" y="89256"/>
                  <a:pt x="176793" y="90291"/>
                  <a:pt x="176613" y="91055"/>
                </a:cubicBezTo>
                <a:cubicBezTo>
                  <a:pt x="176433" y="91819"/>
                  <a:pt x="176164" y="92382"/>
                  <a:pt x="175804" y="92741"/>
                </a:cubicBezTo>
                <a:cubicBezTo>
                  <a:pt x="175444" y="93101"/>
                  <a:pt x="174905" y="93438"/>
                  <a:pt x="174185" y="93753"/>
                </a:cubicBezTo>
                <a:cubicBezTo>
                  <a:pt x="173466" y="94068"/>
                  <a:pt x="172645" y="94326"/>
                  <a:pt x="171723" y="94529"/>
                </a:cubicBezTo>
                <a:cubicBezTo>
                  <a:pt x="170801" y="94731"/>
                  <a:pt x="169823" y="94900"/>
                  <a:pt x="168789" y="95034"/>
                </a:cubicBezTo>
                <a:cubicBezTo>
                  <a:pt x="167755" y="95169"/>
                  <a:pt x="166721" y="95237"/>
                  <a:pt x="165687" y="95237"/>
                </a:cubicBezTo>
                <a:cubicBezTo>
                  <a:pt x="162539" y="95237"/>
                  <a:pt x="159841" y="94820"/>
                  <a:pt x="157593" y="93987"/>
                </a:cubicBezTo>
                <a:cubicBezTo>
                  <a:pt x="155345" y="93152"/>
                  <a:pt x="153501" y="91890"/>
                  <a:pt x="152062" y="90199"/>
                </a:cubicBezTo>
                <a:cubicBezTo>
                  <a:pt x="150623" y="88509"/>
                  <a:pt x="149578" y="86368"/>
                  <a:pt x="148926" y="83777"/>
                </a:cubicBezTo>
                <a:cubicBezTo>
                  <a:pt x="148274" y="81186"/>
                  <a:pt x="147948" y="78132"/>
                  <a:pt x="147948" y="74617"/>
                </a:cubicBezTo>
                <a:lnTo>
                  <a:pt x="147948" y="39052"/>
                </a:lnTo>
                <a:lnTo>
                  <a:pt x="139449" y="39052"/>
                </a:lnTo>
                <a:cubicBezTo>
                  <a:pt x="138775" y="39052"/>
                  <a:pt x="138235" y="38693"/>
                  <a:pt x="137831" y="37973"/>
                </a:cubicBezTo>
                <a:cubicBezTo>
                  <a:pt x="137426" y="37254"/>
                  <a:pt x="137224" y="36085"/>
                  <a:pt x="137224" y="34466"/>
                </a:cubicBezTo>
                <a:cubicBezTo>
                  <a:pt x="137224" y="33612"/>
                  <a:pt x="137280" y="32892"/>
                  <a:pt x="137392" y="32308"/>
                </a:cubicBezTo>
                <a:cubicBezTo>
                  <a:pt x="137505" y="31723"/>
                  <a:pt x="137651" y="31240"/>
                  <a:pt x="137831" y="30858"/>
                </a:cubicBezTo>
                <a:cubicBezTo>
                  <a:pt x="138010" y="30475"/>
                  <a:pt x="138246" y="30206"/>
                  <a:pt x="138539" y="30048"/>
                </a:cubicBezTo>
                <a:cubicBezTo>
                  <a:pt x="138831" y="29891"/>
                  <a:pt x="139157" y="29812"/>
                  <a:pt x="139517" y="29812"/>
                </a:cubicBezTo>
                <a:lnTo>
                  <a:pt x="147948" y="29812"/>
                </a:lnTo>
                <a:lnTo>
                  <a:pt x="147948" y="15378"/>
                </a:lnTo>
                <a:cubicBezTo>
                  <a:pt x="147948" y="15063"/>
                  <a:pt x="148026" y="14771"/>
                  <a:pt x="148184" y="14501"/>
                </a:cubicBezTo>
                <a:cubicBezTo>
                  <a:pt x="148341" y="14232"/>
                  <a:pt x="148634" y="13995"/>
                  <a:pt x="149061" y="13793"/>
                </a:cubicBezTo>
                <a:cubicBezTo>
                  <a:pt x="149488" y="13591"/>
                  <a:pt x="150061" y="13445"/>
                  <a:pt x="150781" y="13355"/>
                </a:cubicBezTo>
                <a:cubicBezTo>
                  <a:pt x="151500" y="13265"/>
                  <a:pt x="152399" y="13220"/>
                  <a:pt x="153479" y="13220"/>
                </a:cubicBezTo>
                <a:cubicBezTo>
                  <a:pt x="154603" y="13220"/>
                  <a:pt x="155524" y="13265"/>
                  <a:pt x="156244" y="13355"/>
                </a:cubicBezTo>
                <a:cubicBezTo>
                  <a:pt x="156963" y="13445"/>
                  <a:pt x="157525" y="13591"/>
                  <a:pt x="157930" y="13793"/>
                </a:cubicBezTo>
                <a:cubicBezTo>
                  <a:pt x="158335" y="13995"/>
                  <a:pt x="158627" y="14232"/>
                  <a:pt x="158807" y="14501"/>
                </a:cubicBezTo>
                <a:cubicBezTo>
                  <a:pt x="158987" y="14771"/>
                  <a:pt x="159077" y="15063"/>
                  <a:pt x="159077" y="15378"/>
                </a:cubicBezTo>
                <a:lnTo>
                  <a:pt x="159077" y="29812"/>
                </a:lnTo>
                <a:lnTo>
                  <a:pt x="174657" y="29812"/>
                </a:lnTo>
                <a:cubicBezTo>
                  <a:pt x="175017" y="29812"/>
                  <a:pt x="175332" y="29891"/>
                  <a:pt x="175602" y="30048"/>
                </a:cubicBezTo>
                <a:cubicBezTo>
                  <a:pt x="175871" y="30206"/>
                  <a:pt x="176107" y="30475"/>
                  <a:pt x="176310" y="30858"/>
                </a:cubicBezTo>
                <a:cubicBezTo>
                  <a:pt x="176512" y="31240"/>
                  <a:pt x="176658" y="31723"/>
                  <a:pt x="176748" y="32308"/>
                </a:cubicBezTo>
                <a:cubicBezTo>
                  <a:pt x="176838" y="32892"/>
                  <a:pt x="176883" y="33612"/>
                  <a:pt x="176883" y="34466"/>
                </a:cubicBezTo>
                <a:cubicBezTo>
                  <a:pt x="176883" y="36085"/>
                  <a:pt x="176681" y="37254"/>
                  <a:pt x="176276" y="37973"/>
                </a:cubicBezTo>
                <a:cubicBezTo>
                  <a:pt x="175871" y="38693"/>
                  <a:pt x="175332" y="39052"/>
                  <a:pt x="174657" y="39052"/>
                </a:cubicBezTo>
                <a:lnTo>
                  <a:pt x="159077" y="39052"/>
                </a:lnTo>
                <a:lnTo>
                  <a:pt x="159077" y="73011"/>
                </a:lnTo>
                <a:cubicBezTo>
                  <a:pt x="159077" y="77204"/>
                  <a:pt x="159695" y="80372"/>
                  <a:pt x="160932" y="82514"/>
                </a:cubicBezTo>
                <a:cubicBezTo>
                  <a:pt x="162168" y="84656"/>
                  <a:pt x="164383" y="85727"/>
                  <a:pt x="167575" y="85727"/>
                </a:cubicBezTo>
                <a:cubicBezTo>
                  <a:pt x="168609" y="85727"/>
                  <a:pt x="169531" y="85625"/>
                  <a:pt x="170341" y="85423"/>
                </a:cubicBezTo>
                <a:cubicBezTo>
                  <a:pt x="171150" y="85221"/>
                  <a:pt x="171869" y="85007"/>
                  <a:pt x="172499" y="84782"/>
                </a:cubicBezTo>
                <a:cubicBezTo>
                  <a:pt x="173128" y="84558"/>
                  <a:pt x="173668" y="84344"/>
                  <a:pt x="174118" y="84142"/>
                </a:cubicBezTo>
                <a:cubicBezTo>
                  <a:pt x="174567" y="83939"/>
                  <a:pt x="174972" y="83838"/>
                  <a:pt x="175332" y="83838"/>
                </a:cubicBezTo>
                <a:cubicBezTo>
                  <a:pt x="175557" y="83838"/>
                  <a:pt x="175770" y="83894"/>
                  <a:pt x="175972" y="84007"/>
                </a:cubicBezTo>
                <a:cubicBezTo>
                  <a:pt x="176175" y="84119"/>
                  <a:pt x="176332" y="84333"/>
                  <a:pt x="176445" y="84647"/>
                </a:cubicBezTo>
                <a:cubicBezTo>
                  <a:pt x="176557" y="84962"/>
                  <a:pt x="176658" y="85389"/>
                  <a:pt x="176748" y="85929"/>
                </a:cubicBezTo>
                <a:cubicBezTo>
                  <a:pt x="176838" y="86469"/>
                  <a:pt x="176883" y="87143"/>
                  <a:pt x="176883" y="87952"/>
                </a:cubicBezTo>
                <a:close/>
                <a:moveTo>
                  <a:pt x="221086" y="87952"/>
                </a:moveTo>
                <a:cubicBezTo>
                  <a:pt x="221086" y="89256"/>
                  <a:pt x="220996" y="90291"/>
                  <a:pt x="220816" y="91055"/>
                </a:cubicBezTo>
                <a:cubicBezTo>
                  <a:pt x="220636" y="91819"/>
                  <a:pt x="220366" y="92382"/>
                  <a:pt x="220007" y="92741"/>
                </a:cubicBezTo>
                <a:cubicBezTo>
                  <a:pt x="219647" y="93101"/>
                  <a:pt x="219107" y="93438"/>
                  <a:pt x="218388" y="93753"/>
                </a:cubicBezTo>
                <a:cubicBezTo>
                  <a:pt x="217668" y="94068"/>
                  <a:pt x="216848" y="94326"/>
                  <a:pt x="215926" y="94529"/>
                </a:cubicBezTo>
                <a:cubicBezTo>
                  <a:pt x="215004" y="94731"/>
                  <a:pt x="214026" y="94900"/>
                  <a:pt x="212992" y="95034"/>
                </a:cubicBezTo>
                <a:cubicBezTo>
                  <a:pt x="211958" y="95169"/>
                  <a:pt x="210924" y="95237"/>
                  <a:pt x="209889" y="95237"/>
                </a:cubicBezTo>
                <a:cubicBezTo>
                  <a:pt x="206742" y="95237"/>
                  <a:pt x="204044" y="94820"/>
                  <a:pt x="201796" y="93987"/>
                </a:cubicBezTo>
                <a:cubicBezTo>
                  <a:pt x="199547" y="93152"/>
                  <a:pt x="197704" y="91890"/>
                  <a:pt x="196265" y="90199"/>
                </a:cubicBezTo>
                <a:cubicBezTo>
                  <a:pt x="194826" y="88509"/>
                  <a:pt x="193780" y="86368"/>
                  <a:pt x="193128" y="83777"/>
                </a:cubicBezTo>
                <a:cubicBezTo>
                  <a:pt x="192476" y="81186"/>
                  <a:pt x="192150" y="78132"/>
                  <a:pt x="192150" y="74617"/>
                </a:cubicBezTo>
                <a:lnTo>
                  <a:pt x="192150" y="39052"/>
                </a:lnTo>
                <a:lnTo>
                  <a:pt x="183652" y="39052"/>
                </a:lnTo>
                <a:cubicBezTo>
                  <a:pt x="182978" y="39052"/>
                  <a:pt x="182438" y="38693"/>
                  <a:pt x="182033" y="37973"/>
                </a:cubicBezTo>
                <a:cubicBezTo>
                  <a:pt x="181629" y="37254"/>
                  <a:pt x="181426" y="36085"/>
                  <a:pt x="181426" y="34466"/>
                </a:cubicBezTo>
                <a:cubicBezTo>
                  <a:pt x="181426" y="33612"/>
                  <a:pt x="181482" y="32892"/>
                  <a:pt x="181595" y="32308"/>
                </a:cubicBezTo>
                <a:cubicBezTo>
                  <a:pt x="181707" y="31723"/>
                  <a:pt x="181853" y="31240"/>
                  <a:pt x="182033" y="30858"/>
                </a:cubicBezTo>
                <a:cubicBezTo>
                  <a:pt x="182213" y="30475"/>
                  <a:pt x="182449" y="30206"/>
                  <a:pt x="182741" y="30048"/>
                </a:cubicBezTo>
                <a:cubicBezTo>
                  <a:pt x="183034" y="29891"/>
                  <a:pt x="183360" y="29812"/>
                  <a:pt x="183719" y="29812"/>
                </a:cubicBezTo>
                <a:lnTo>
                  <a:pt x="192150" y="29812"/>
                </a:lnTo>
                <a:lnTo>
                  <a:pt x="192150" y="15378"/>
                </a:lnTo>
                <a:cubicBezTo>
                  <a:pt x="192150" y="15063"/>
                  <a:pt x="192229" y="14771"/>
                  <a:pt x="192387" y="14501"/>
                </a:cubicBezTo>
                <a:cubicBezTo>
                  <a:pt x="192544" y="14232"/>
                  <a:pt x="192836" y="13995"/>
                  <a:pt x="193263" y="13793"/>
                </a:cubicBezTo>
                <a:cubicBezTo>
                  <a:pt x="193691" y="13591"/>
                  <a:pt x="194264" y="13445"/>
                  <a:pt x="194983" y="13355"/>
                </a:cubicBezTo>
                <a:cubicBezTo>
                  <a:pt x="195703" y="13265"/>
                  <a:pt x="196602" y="13220"/>
                  <a:pt x="197681" y="13220"/>
                </a:cubicBezTo>
                <a:cubicBezTo>
                  <a:pt x="198805" y="13220"/>
                  <a:pt x="199727" y="13265"/>
                  <a:pt x="200447" y="13355"/>
                </a:cubicBezTo>
                <a:cubicBezTo>
                  <a:pt x="201166" y="13445"/>
                  <a:pt x="201728" y="13591"/>
                  <a:pt x="202133" y="13793"/>
                </a:cubicBezTo>
                <a:cubicBezTo>
                  <a:pt x="202537" y="13995"/>
                  <a:pt x="202830" y="14232"/>
                  <a:pt x="203010" y="14501"/>
                </a:cubicBezTo>
                <a:cubicBezTo>
                  <a:pt x="203189" y="14771"/>
                  <a:pt x="203279" y="15063"/>
                  <a:pt x="203279" y="15378"/>
                </a:cubicBezTo>
                <a:lnTo>
                  <a:pt x="203279" y="29812"/>
                </a:lnTo>
                <a:lnTo>
                  <a:pt x="218860" y="29812"/>
                </a:lnTo>
                <a:cubicBezTo>
                  <a:pt x="219220" y="29812"/>
                  <a:pt x="219534" y="29891"/>
                  <a:pt x="219804" y="30048"/>
                </a:cubicBezTo>
                <a:cubicBezTo>
                  <a:pt x="220074" y="30206"/>
                  <a:pt x="220310" y="30475"/>
                  <a:pt x="220512" y="30858"/>
                </a:cubicBezTo>
                <a:cubicBezTo>
                  <a:pt x="220715" y="31240"/>
                  <a:pt x="220861" y="31723"/>
                  <a:pt x="220951" y="32308"/>
                </a:cubicBezTo>
                <a:cubicBezTo>
                  <a:pt x="221041" y="32892"/>
                  <a:pt x="221086" y="33612"/>
                  <a:pt x="221086" y="34466"/>
                </a:cubicBezTo>
                <a:cubicBezTo>
                  <a:pt x="221086" y="36085"/>
                  <a:pt x="220883" y="37254"/>
                  <a:pt x="220479" y="37973"/>
                </a:cubicBezTo>
                <a:cubicBezTo>
                  <a:pt x="220074" y="38693"/>
                  <a:pt x="219534" y="39052"/>
                  <a:pt x="218860" y="39052"/>
                </a:cubicBezTo>
                <a:lnTo>
                  <a:pt x="203279" y="39052"/>
                </a:lnTo>
                <a:lnTo>
                  <a:pt x="203279" y="73011"/>
                </a:lnTo>
                <a:cubicBezTo>
                  <a:pt x="203279" y="77204"/>
                  <a:pt x="203898" y="80372"/>
                  <a:pt x="205134" y="82514"/>
                </a:cubicBezTo>
                <a:cubicBezTo>
                  <a:pt x="206371" y="84656"/>
                  <a:pt x="208585" y="85727"/>
                  <a:pt x="211778" y="85727"/>
                </a:cubicBezTo>
                <a:cubicBezTo>
                  <a:pt x="212812" y="85727"/>
                  <a:pt x="213734" y="85625"/>
                  <a:pt x="214543" y="85423"/>
                </a:cubicBezTo>
                <a:cubicBezTo>
                  <a:pt x="215353" y="85221"/>
                  <a:pt x="216072" y="85007"/>
                  <a:pt x="216702" y="84782"/>
                </a:cubicBezTo>
                <a:cubicBezTo>
                  <a:pt x="217331" y="84558"/>
                  <a:pt x="217871" y="84344"/>
                  <a:pt x="218320" y="84142"/>
                </a:cubicBezTo>
                <a:cubicBezTo>
                  <a:pt x="218770" y="83939"/>
                  <a:pt x="219175" y="83838"/>
                  <a:pt x="219534" y="83838"/>
                </a:cubicBezTo>
                <a:cubicBezTo>
                  <a:pt x="219759" y="83838"/>
                  <a:pt x="219973" y="83894"/>
                  <a:pt x="220175" y="84007"/>
                </a:cubicBezTo>
                <a:cubicBezTo>
                  <a:pt x="220378" y="84119"/>
                  <a:pt x="220535" y="84333"/>
                  <a:pt x="220647" y="84647"/>
                </a:cubicBezTo>
                <a:cubicBezTo>
                  <a:pt x="220760" y="84962"/>
                  <a:pt x="220861" y="85389"/>
                  <a:pt x="220951" y="85929"/>
                </a:cubicBezTo>
                <a:cubicBezTo>
                  <a:pt x="221041" y="86469"/>
                  <a:pt x="221086" y="87143"/>
                  <a:pt x="221086" y="87952"/>
                </a:cubicBezTo>
                <a:close/>
                <a:moveTo>
                  <a:pt x="290591" y="61344"/>
                </a:moveTo>
                <a:cubicBezTo>
                  <a:pt x="290591" y="66295"/>
                  <a:pt x="289939" y="70851"/>
                  <a:pt x="288635" y="75015"/>
                </a:cubicBezTo>
                <a:cubicBezTo>
                  <a:pt x="287331" y="79179"/>
                  <a:pt x="285387" y="82769"/>
                  <a:pt x="282801" y="85786"/>
                </a:cubicBezTo>
                <a:cubicBezTo>
                  <a:pt x="280216" y="88801"/>
                  <a:pt x="276978" y="91153"/>
                  <a:pt x="273089" y="92840"/>
                </a:cubicBezTo>
                <a:cubicBezTo>
                  <a:pt x="269199" y="94528"/>
                  <a:pt x="264691" y="95372"/>
                  <a:pt x="259565" y="95372"/>
                </a:cubicBezTo>
                <a:cubicBezTo>
                  <a:pt x="254574" y="95372"/>
                  <a:pt x="250224" y="94629"/>
                  <a:pt x="246514" y="93144"/>
                </a:cubicBezTo>
                <a:cubicBezTo>
                  <a:pt x="242804" y="91659"/>
                  <a:pt x="239713" y="89498"/>
                  <a:pt x="237240" y="86662"/>
                </a:cubicBezTo>
                <a:cubicBezTo>
                  <a:pt x="234767" y="83827"/>
                  <a:pt x="232923" y="80383"/>
                  <a:pt x="231709" y="76332"/>
                </a:cubicBezTo>
                <a:cubicBezTo>
                  <a:pt x="230495" y="72281"/>
                  <a:pt x="229888" y="67690"/>
                  <a:pt x="229888" y="62558"/>
                </a:cubicBezTo>
                <a:cubicBezTo>
                  <a:pt x="229888" y="57608"/>
                  <a:pt x="230529" y="53051"/>
                  <a:pt x="231810" y="48887"/>
                </a:cubicBezTo>
                <a:cubicBezTo>
                  <a:pt x="233092" y="44724"/>
                  <a:pt x="235025" y="41134"/>
                  <a:pt x="237611" y="38119"/>
                </a:cubicBezTo>
                <a:cubicBezTo>
                  <a:pt x="240196" y="35102"/>
                  <a:pt x="243423" y="32761"/>
                  <a:pt x="247290" y="31096"/>
                </a:cubicBezTo>
                <a:cubicBezTo>
                  <a:pt x="251157" y="29431"/>
                  <a:pt x="255676" y="28598"/>
                  <a:pt x="260847" y="28598"/>
                </a:cubicBezTo>
                <a:cubicBezTo>
                  <a:pt x="265838" y="28598"/>
                  <a:pt x="270188" y="29341"/>
                  <a:pt x="273898" y="30826"/>
                </a:cubicBezTo>
                <a:cubicBezTo>
                  <a:pt x="277608" y="32311"/>
                  <a:pt x="280699" y="34472"/>
                  <a:pt x="283172" y="37307"/>
                </a:cubicBezTo>
                <a:cubicBezTo>
                  <a:pt x="285645" y="40143"/>
                  <a:pt x="287500" y="43586"/>
                  <a:pt x="288737" y="47637"/>
                </a:cubicBezTo>
                <a:cubicBezTo>
                  <a:pt x="289973" y="51688"/>
                  <a:pt x="290591" y="56257"/>
                  <a:pt x="290591" y="61344"/>
                </a:cubicBezTo>
                <a:moveTo>
                  <a:pt x="278855" y="62086"/>
                </a:moveTo>
                <a:cubicBezTo>
                  <a:pt x="278855" y="58799"/>
                  <a:pt x="278552" y="55693"/>
                  <a:pt x="277945" y="52766"/>
                </a:cubicBezTo>
                <a:cubicBezTo>
                  <a:pt x="277338" y="49839"/>
                  <a:pt x="276337" y="47272"/>
                  <a:pt x="274943" y="45066"/>
                </a:cubicBezTo>
                <a:cubicBezTo>
                  <a:pt x="273549" y="42860"/>
                  <a:pt x="271661" y="41115"/>
                  <a:pt x="269278" y="39832"/>
                </a:cubicBezTo>
                <a:cubicBezTo>
                  <a:pt x="266895" y="38548"/>
                  <a:pt x="263927" y="37906"/>
                  <a:pt x="260375" y="37906"/>
                </a:cubicBezTo>
                <a:cubicBezTo>
                  <a:pt x="257092" y="37906"/>
                  <a:pt x="254271" y="38491"/>
                  <a:pt x="251910" y="39662"/>
                </a:cubicBezTo>
                <a:cubicBezTo>
                  <a:pt x="249549" y="40832"/>
                  <a:pt x="247604" y="42487"/>
                  <a:pt x="246076" y="44627"/>
                </a:cubicBezTo>
                <a:cubicBezTo>
                  <a:pt x="244547" y="46766"/>
                  <a:pt x="243411" y="49299"/>
                  <a:pt x="242669" y="52226"/>
                </a:cubicBezTo>
                <a:cubicBezTo>
                  <a:pt x="241928" y="55152"/>
                  <a:pt x="241557" y="58348"/>
                  <a:pt x="241557" y="61816"/>
                </a:cubicBezTo>
                <a:cubicBezTo>
                  <a:pt x="241557" y="65148"/>
                  <a:pt x="241860" y="68277"/>
                  <a:pt x="242467" y="71204"/>
                </a:cubicBezTo>
                <a:cubicBezTo>
                  <a:pt x="243074" y="74131"/>
                  <a:pt x="244086" y="76686"/>
                  <a:pt x="245502" y="78870"/>
                </a:cubicBezTo>
                <a:cubicBezTo>
                  <a:pt x="246919" y="81054"/>
                  <a:pt x="248818" y="82788"/>
                  <a:pt x="251202" y="84072"/>
                </a:cubicBezTo>
                <a:cubicBezTo>
                  <a:pt x="253585" y="85355"/>
                  <a:pt x="256553" y="85996"/>
                  <a:pt x="260105" y="85996"/>
                </a:cubicBezTo>
                <a:cubicBezTo>
                  <a:pt x="263342" y="85996"/>
                  <a:pt x="266153" y="85411"/>
                  <a:pt x="268536" y="84241"/>
                </a:cubicBezTo>
                <a:cubicBezTo>
                  <a:pt x="270919" y="83070"/>
                  <a:pt x="272875" y="81427"/>
                  <a:pt x="274404" y="79311"/>
                </a:cubicBezTo>
                <a:cubicBezTo>
                  <a:pt x="275933" y="77193"/>
                  <a:pt x="277057" y="74671"/>
                  <a:pt x="277776" y="71746"/>
                </a:cubicBezTo>
                <a:cubicBezTo>
                  <a:pt x="278496" y="68819"/>
                  <a:pt x="278855" y="65599"/>
                  <a:pt x="278855" y="62086"/>
                </a:cubicBezTo>
                <a:close/>
                <a:moveTo>
                  <a:pt x="359206" y="92337"/>
                </a:moveTo>
                <a:cubicBezTo>
                  <a:pt x="359206" y="92696"/>
                  <a:pt x="359116" y="93000"/>
                  <a:pt x="358937" y="93247"/>
                </a:cubicBezTo>
                <a:cubicBezTo>
                  <a:pt x="358757" y="93494"/>
                  <a:pt x="358464" y="93708"/>
                  <a:pt x="358060" y="93888"/>
                </a:cubicBezTo>
                <a:cubicBezTo>
                  <a:pt x="357655" y="94068"/>
                  <a:pt x="357093" y="94203"/>
                  <a:pt x="356374" y="94293"/>
                </a:cubicBezTo>
                <a:cubicBezTo>
                  <a:pt x="355654" y="94382"/>
                  <a:pt x="354755" y="94427"/>
                  <a:pt x="353676" y="94427"/>
                </a:cubicBezTo>
                <a:cubicBezTo>
                  <a:pt x="352552" y="94427"/>
                  <a:pt x="351630" y="94382"/>
                  <a:pt x="350910" y="94293"/>
                </a:cubicBezTo>
                <a:cubicBezTo>
                  <a:pt x="350191" y="94203"/>
                  <a:pt x="349629" y="94068"/>
                  <a:pt x="349224" y="93888"/>
                </a:cubicBezTo>
                <a:cubicBezTo>
                  <a:pt x="348819" y="93708"/>
                  <a:pt x="348527" y="93494"/>
                  <a:pt x="348347" y="93247"/>
                </a:cubicBezTo>
                <a:cubicBezTo>
                  <a:pt x="348167" y="93000"/>
                  <a:pt x="348077" y="92696"/>
                  <a:pt x="348077" y="92337"/>
                </a:cubicBezTo>
                <a:lnTo>
                  <a:pt x="348077" y="56791"/>
                </a:lnTo>
                <a:cubicBezTo>
                  <a:pt x="348077" y="53329"/>
                  <a:pt x="347808" y="50541"/>
                  <a:pt x="347268" y="48428"/>
                </a:cubicBezTo>
                <a:cubicBezTo>
                  <a:pt x="346728" y="46314"/>
                  <a:pt x="345942" y="44493"/>
                  <a:pt x="344907" y="42964"/>
                </a:cubicBezTo>
                <a:cubicBezTo>
                  <a:pt x="343873" y="41436"/>
                  <a:pt x="342535" y="40267"/>
                  <a:pt x="340894" y="39457"/>
                </a:cubicBezTo>
                <a:cubicBezTo>
                  <a:pt x="339253" y="38648"/>
                  <a:pt x="337353" y="38243"/>
                  <a:pt x="335195" y="38243"/>
                </a:cubicBezTo>
                <a:cubicBezTo>
                  <a:pt x="332407" y="38243"/>
                  <a:pt x="329619" y="39232"/>
                  <a:pt x="326831" y="41211"/>
                </a:cubicBezTo>
                <a:cubicBezTo>
                  <a:pt x="324043" y="43189"/>
                  <a:pt x="321121" y="46090"/>
                  <a:pt x="318063" y="49912"/>
                </a:cubicBezTo>
                <a:lnTo>
                  <a:pt x="318063" y="92337"/>
                </a:lnTo>
                <a:cubicBezTo>
                  <a:pt x="318063" y="92696"/>
                  <a:pt x="317973" y="93000"/>
                  <a:pt x="317793" y="93247"/>
                </a:cubicBezTo>
                <a:cubicBezTo>
                  <a:pt x="317613" y="93494"/>
                  <a:pt x="317321" y="93708"/>
                  <a:pt x="316916" y="93888"/>
                </a:cubicBezTo>
                <a:cubicBezTo>
                  <a:pt x="316512" y="94068"/>
                  <a:pt x="315950" y="94203"/>
                  <a:pt x="315230" y="94293"/>
                </a:cubicBezTo>
                <a:cubicBezTo>
                  <a:pt x="314511" y="94382"/>
                  <a:pt x="313589" y="94427"/>
                  <a:pt x="312465" y="94427"/>
                </a:cubicBezTo>
                <a:cubicBezTo>
                  <a:pt x="311386" y="94427"/>
                  <a:pt x="310486" y="94382"/>
                  <a:pt x="309767" y="94293"/>
                </a:cubicBezTo>
                <a:cubicBezTo>
                  <a:pt x="309047" y="94203"/>
                  <a:pt x="308474" y="94068"/>
                  <a:pt x="308047" y="93888"/>
                </a:cubicBezTo>
                <a:cubicBezTo>
                  <a:pt x="307620" y="93708"/>
                  <a:pt x="307328" y="93494"/>
                  <a:pt x="307170" y="93247"/>
                </a:cubicBezTo>
                <a:cubicBezTo>
                  <a:pt x="307013" y="93000"/>
                  <a:pt x="306934" y="92696"/>
                  <a:pt x="306934" y="92337"/>
                </a:cubicBezTo>
                <a:lnTo>
                  <a:pt x="306934" y="31633"/>
                </a:lnTo>
                <a:cubicBezTo>
                  <a:pt x="306934" y="31273"/>
                  <a:pt x="307002" y="30970"/>
                  <a:pt x="307136" y="30723"/>
                </a:cubicBezTo>
                <a:cubicBezTo>
                  <a:pt x="307271" y="30475"/>
                  <a:pt x="307541" y="30251"/>
                  <a:pt x="307946" y="30048"/>
                </a:cubicBezTo>
                <a:cubicBezTo>
                  <a:pt x="308350" y="29846"/>
                  <a:pt x="308868" y="29711"/>
                  <a:pt x="309497" y="29643"/>
                </a:cubicBezTo>
                <a:cubicBezTo>
                  <a:pt x="310127" y="29576"/>
                  <a:pt x="310958" y="29542"/>
                  <a:pt x="311993" y="29542"/>
                </a:cubicBezTo>
                <a:cubicBezTo>
                  <a:pt x="312982" y="29542"/>
                  <a:pt x="313803" y="29576"/>
                  <a:pt x="314455" y="29643"/>
                </a:cubicBezTo>
                <a:cubicBezTo>
                  <a:pt x="315107" y="29711"/>
                  <a:pt x="315612" y="29846"/>
                  <a:pt x="315972" y="30048"/>
                </a:cubicBezTo>
                <a:cubicBezTo>
                  <a:pt x="316332" y="30251"/>
                  <a:pt x="316590" y="30475"/>
                  <a:pt x="316748" y="30723"/>
                </a:cubicBezTo>
                <a:cubicBezTo>
                  <a:pt x="316905" y="30970"/>
                  <a:pt x="316984" y="31273"/>
                  <a:pt x="316984" y="31633"/>
                </a:cubicBezTo>
                <a:lnTo>
                  <a:pt x="316984" y="39660"/>
                </a:lnTo>
                <a:cubicBezTo>
                  <a:pt x="320401" y="35837"/>
                  <a:pt x="323807" y="33038"/>
                  <a:pt x="327202" y="31262"/>
                </a:cubicBezTo>
                <a:cubicBezTo>
                  <a:pt x="330597" y="29486"/>
                  <a:pt x="334026" y="28598"/>
                  <a:pt x="337488" y="28598"/>
                </a:cubicBezTo>
                <a:cubicBezTo>
                  <a:pt x="341535" y="28598"/>
                  <a:pt x="344941" y="29284"/>
                  <a:pt x="347706" y="30655"/>
                </a:cubicBezTo>
                <a:cubicBezTo>
                  <a:pt x="350472" y="32027"/>
                  <a:pt x="352709" y="33859"/>
                  <a:pt x="354418" y="36152"/>
                </a:cubicBezTo>
                <a:cubicBezTo>
                  <a:pt x="356126" y="38445"/>
                  <a:pt x="357352" y="41132"/>
                  <a:pt x="358094" y="44212"/>
                </a:cubicBezTo>
                <a:cubicBezTo>
                  <a:pt x="358835" y="47292"/>
                  <a:pt x="359206" y="50991"/>
                  <a:pt x="359206" y="55307"/>
                </a:cubicBezTo>
                <a:lnTo>
                  <a:pt x="359206" y="923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(772,35)">
            <a:extLst xmlns:a="http://schemas.openxmlformats.org/drawingml/2006/main">
              <a:ext uri="{FF2B5EF4-FFF2-40B4-BE49-F238E27FC236}">
                <a16:creationId xmlns:a16="http://schemas.microsoft.com/office/drawing/2014/main" id="{806DF6A2-8C69-4E5A-A237-732B96FB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3814" y="2669177"/>
            <a:ext cx="481651" cy="119113"/>
          </a:xfrm>
          <a:custGeom xmlns:a="http://schemas.openxmlformats.org/drawingml/2006/main">
            <a:pathLst>
              <a:path w="481651" h="119113">
                <a:moveTo>
                  <a:pt x="24416" y="2767"/>
                </a:moveTo>
                <a:cubicBezTo>
                  <a:pt x="20145" y="11817"/>
                  <a:pt x="16963" y="21102"/>
                  <a:pt x="14872" y="30624"/>
                </a:cubicBezTo>
                <a:cubicBezTo>
                  <a:pt x="12781" y="40144"/>
                  <a:pt x="11736" y="49721"/>
                  <a:pt x="11736" y="59354"/>
                </a:cubicBezTo>
                <a:cubicBezTo>
                  <a:pt x="11736" y="69033"/>
                  <a:pt x="12804" y="78622"/>
                  <a:pt x="14940" y="88121"/>
                </a:cubicBezTo>
                <a:cubicBezTo>
                  <a:pt x="17076" y="97619"/>
                  <a:pt x="20189" y="106936"/>
                  <a:pt x="24281" y="116074"/>
                </a:cubicBezTo>
                <a:cubicBezTo>
                  <a:pt x="24506" y="116615"/>
                  <a:pt x="24630" y="117077"/>
                  <a:pt x="24652" y="117459"/>
                </a:cubicBezTo>
                <a:cubicBezTo>
                  <a:pt x="24675" y="117841"/>
                  <a:pt x="24529" y="118156"/>
                  <a:pt x="24214" y="118403"/>
                </a:cubicBezTo>
                <a:cubicBezTo>
                  <a:pt x="23899" y="118652"/>
                  <a:pt x="23416" y="118832"/>
                  <a:pt x="22764" y="118945"/>
                </a:cubicBezTo>
                <a:cubicBezTo>
                  <a:pt x="22112" y="119057"/>
                  <a:pt x="21224" y="119113"/>
                  <a:pt x="20100" y="119113"/>
                </a:cubicBezTo>
                <a:cubicBezTo>
                  <a:pt x="19290" y="119113"/>
                  <a:pt x="18593" y="119091"/>
                  <a:pt x="18009" y="119046"/>
                </a:cubicBezTo>
                <a:cubicBezTo>
                  <a:pt x="17424" y="119001"/>
                  <a:pt x="16918" y="118911"/>
                  <a:pt x="16491" y="118776"/>
                </a:cubicBezTo>
                <a:cubicBezTo>
                  <a:pt x="16064" y="118641"/>
                  <a:pt x="15715" y="118483"/>
                  <a:pt x="15446" y="118302"/>
                </a:cubicBezTo>
                <a:cubicBezTo>
                  <a:pt x="15176" y="118122"/>
                  <a:pt x="14973" y="117920"/>
                  <a:pt x="14839" y="117695"/>
                </a:cubicBezTo>
                <a:cubicBezTo>
                  <a:pt x="12410" y="113104"/>
                  <a:pt x="10275" y="108457"/>
                  <a:pt x="8431" y="103752"/>
                </a:cubicBezTo>
                <a:cubicBezTo>
                  <a:pt x="6587" y="99048"/>
                  <a:pt x="5036" y="94264"/>
                  <a:pt x="3777" y="89403"/>
                </a:cubicBezTo>
                <a:cubicBezTo>
                  <a:pt x="2518" y="84541"/>
                  <a:pt x="1574" y="79623"/>
                  <a:pt x="944" y="74648"/>
                </a:cubicBezTo>
                <a:cubicBezTo>
                  <a:pt x="315" y="69674"/>
                  <a:pt x="0" y="64643"/>
                  <a:pt x="0" y="59557"/>
                </a:cubicBezTo>
                <a:cubicBezTo>
                  <a:pt x="0" y="54470"/>
                  <a:pt x="348" y="49451"/>
                  <a:pt x="1045" y="44499"/>
                </a:cubicBezTo>
                <a:cubicBezTo>
                  <a:pt x="1742" y="39547"/>
                  <a:pt x="2732" y="34629"/>
                  <a:pt x="4013" y="29745"/>
                </a:cubicBezTo>
                <a:cubicBezTo>
                  <a:pt x="5295" y="24860"/>
                  <a:pt x="6857" y="20055"/>
                  <a:pt x="8701" y="15328"/>
                </a:cubicBezTo>
                <a:cubicBezTo>
                  <a:pt x="10544" y="10601"/>
                  <a:pt x="12613" y="5919"/>
                  <a:pt x="14906" y="1284"/>
                </a:cubicBezTo>
                <a:cubicBezTo>
                  <a:pt x="14951" y="1104"/>
                  <a:pt x="15075" y="946"/>
                  <a:pt x="15277" y="811"/>
                </a:cubicBezTo>
                <a:cubicBezTo>
                  <a:pt x="15479" y="675"/>
                  <a:pt x="15760" y="540"/>
                  <a:pt x="16120" y="405"/>
                </a:cubicBezTo>
                <a:cubicBezTo>
                  <a:pt x="16480" y="270"/>
                  <a:pt x="16974" y="169"/>
                  <a:pt x="17604" y="101"/>
                </a:cubicBezTo>
                <a:cubicBezTo>
                  <a:pt x="18233" y="34"/>
                  <a:pt x="19043" y="0"/>
                  <a:pt x="20032" y="0"/>
                </a:cubicBezTo>
                <a:cubicBezTo>
                  <a:pt x="21066" y="0"/>
                  <a:pt x="21898" y="67"/>
                  <a:pt x="22528" y="202"/>
                </a:cubicBezTo>
                <a:cubicBezTo>
                  <a:pt x="23157" y="337"/>
                  <a:pt x="23652" y="518"/>
                  <a:pt x="24012" y="744"/>
                </a:cubicBezTo>
                <a:cubicBezTo>
                  <a:pt x="24371" y="969"/>
                  <a:pt x="24574" y="1261"/>
                  <a:pt x="24619" y="1621"/>
                </a:cubicBezTo>
                <a:cubicBezTo>
                  <a:pt x="24664" y="1981"/>
                  <a:pt x="24596" y="2363"/>
                  <a:pt x="24416" y="2767"/>
                </a:cubicBezTo>
                <a:close/>
                <a:moveTo>
                  <a:pt x="96487" y="13490"/>
                </a:moveTo>
                <a:cubicBezTo>
                  <a:pt x="96487" y="14299"/>
                  <a:pt x="96454" y="15030"/>
                  <a:pt x="96386" y="15682"/>
                </a:cubicBezTo>
                <a:cubicBezTo>
                  <a:pt x="96319" y="16334"/>
                  <a:pt x="96229" y="16963"/>
                  <a:pt x="96116" y="17570"/>
                </a:cubicBezTo>
                <a:cubicBezTo>
                  <a:pt x="96004" y="18177"/>
                  <a:pt x="95847" y="18762"/>
                  <a:pt x="95644" y="19324"/>
                </a:cubicBezTo>
                <a:cubicBezTo>
                  <a:pt x="95442" y="19886"/>
                  <a:pt x="95206" y="20482"/>
                  <a:pt x="94936" y="21111"/>
                </a:cubicBezTo>
                <a:lnTo>
                  <a:pt x="63505" y="93551"/>
                </a:lnTo>
                <a:cubicBezTo>
                  <a:pt x="63280" y="94090"/>
                  <a:pt x="62999" y="94529"/>
                  <a:pt x="62662" y="94866"/>
                </a:cubicBezTo>
                <a:cubicBezTo>
                  <a:pt x="62325" y="95203"/>
                  <a:pt x="61898" y="95473"/>
                  <a:pt x="61381" y="95675"/>
                </a:cubicBezTo>
                <a:cubicBezTo>
                  <a:pt x="60864" y="95878"/>
                  <a:pt x="60200" y="96012"/>
                  <a:pt x="59391" y="96080"/>
                </a:cubicBezTo>
                <a:cubicBezTo>
                  <a:pt x="58582" y="96147"/>
                  <a:pt x="57592" y="96181"/>
                  <a:pt x="56423" y="96181"/>
                </a:cubicBezTo>
                <a:cubicBezTo>
                  <a:pt x="54894" y="96181"/>
                  <a:pt x="53703" y="96114"/>
                  <a:pt x="52848" y="95979"/>
                </a:cubicBezTo>
                <a:cubicBezTo>
                  <a:pt x="51994" y="95844"/>
                  <a:pt x="51376" y="95630"/>
                  <a:pt x="50994" y="95338"/>
                </a:cubicBezTo>
                <a:cubicBezTo>
                  <a:pt x="50611" y="95046"/>
                  <a:pt x="50443" y="94686"/>
                  <a:pt x="50488" y="94259"/>
                </a:cubicBezTo>
                <a:cubicBezTo>
                  <a:pt x="50533" y="93832"/>
                  <a:pt x="50690" y="93326"/>
                  <a:pt x="50960" y="92741"/>
                </a:cubicBezTo>
                <a:lnTo>
                  <a:pt x="84009" y="18683"/>
                </a:lnTo>
                <a:lnTo>
                  <a:pt x="42124" y="18683"/>
                </a:lnTo>
                <a:cubicBezTo>
                  <a:pt x="41270" y="18683"/>
                  <a:pt x="40629" y="18233"/>
                  <a:pt x="40202" y="17334"/>
                </a:cubicBezTo>
                <a:cubicBezTo>
                  <a:pt x="39775" y="16435"/>
                  <a:pt x="39561" y="15176"/>
                  <a:pt x="39561" y="13557"/>
                </a:cubicBezTo>
                <a:cubicBezTo>
                  <a:pt x="39561" y="12703"/>
                  <a:pt x="39617" y="11961"/>
                  <a:pt x="39730" y="11331"/>
                </a:cubicBezTo>
                <a:cubicBezTo>
                  <a:pt x="39842" y="10702"/>
                  <a:pt x="40011" y="10173"/>
                  <a:pt x="40236" y="9746"/>
                </a:cubicBezTo>
                <a:cubicBezTo>
                  <a:pt x="40460" y="9319"/>
                  <a:pt x="40730" y="9004"/>
                  <a:pt x="41045" y="8802"/>
                </a:cubicBezTo>
                <a:cubicBezTo>
                  <a:pt x="41360" y="8600"/>
                  <a:pt x="41719" y="8498"/>
                  <a:pt x="42124" y="8498"/>
                </a:cubicBezTo>
                <a:lnTo>
                  <a:pt x="92980" y="8498"/>
                </a:lnTo>
                <a:cubicBezTo>
                  <a:pt x="93610" y="8498"/>
                  <a:pt x="94160" y="8566"/>
                  <a:pt x="94633" y="8701"/>
                </a:cubicBezTo>
                <a:cubicBezTo>
                  <a:pt x="95105" y="8836"/>
                  <a:pt x="95464" y="9106"/>
                  <a:pt x="95712" y="9510"/>
                </a:cubicBezTo>
                <a:cubicBezTo>
                  <a:pt x="95959" y="9915"/>
                  <a:pt x="96150" y="10432"/>
                  <a:pt x="96285" y="11061"/>
                </a:cubicBezTo>
                <a:cubicBezTo>
                  <a:pt x="96420" y="11691"/>
                  <a:pt x="96487" y="12500"/>
                  <a:pt x="96487" y="13490"/>
                </a:cubicBezTo>
                <a:close/>
                <a:moveTo>
                  <a:pt x="166521" y="13490"/>
                </a:moveTo>
                <a:cubicBezTo>
                  <a:pt x="166521" y="14299"/>
                  <a:pt x="166487" y="15030"/>
                  <a:pt x="166420" y="15682"/>
                </a:cubicBezTo>
                <a:cubicBezTo>
                  <a:pt x="166352" y="16334"/>
                  <a:pt x="166262" y="16963"/>
                  <a:pt x="166150" y="17570"/>
                </a:cubicBezTo>
                <a:cubicBezTo>
                  <a:pt x="166037" y="18177"/>
                  <a:pt x="165880" y="18762"/>
                  <a:pt x="165678" y="19324"/>
                </a:cubicBezTo>
                <a:cubicBezTo>
                  <a:pt x="165475" y="19886"/>
                  <a:pt x="165239" y="20482"/>
                  <a:pt x="164969" y="21111"/>
                </a:cubicBezTo>
                <a:lnTo>
                  <a:pt x="133539" y="93551"/>
                </a:lnTo>
                <a:cubicBezTo>
                  <a:pt x="133314" y="94090"/>
                  <a:pt x="133033" y="94529"/>
                  <a:pt x="132695" y="94866"/>
                </a:cubicBezTo>
                <a:cubicBezTo>
                  <a:pt x="132358" y="95203"/>
                  <a:pt x="131931" y="95473"/>
                  <a:pt x="131414" y="95675"/>
                </a:cubicBezTo>
                <a:cubicBezTo>
                  <a:pt x="130897" y="95878"/>
                  <a:pt x="130234" y="96012"/>
                  <a:pt x="129424" y="96080"/>
                </a:cubicBezTo>
                <a:cubicBezTo>
                  <a:pt x="128615" y="96147"/>
                  <a:pt x="127626" y="96181"/>
                  <a:pt x="126457" y="96181"/>
                </a:cubicBezTo>
                <a:cubicBezTo>
                  <a:pt x="124928" y="96181"/>
                  <a:pt x="123736" y="96114"/>
                  <a:pt x="122882" y="95979"/>
                </a:cubicBezTo>
                <a:cubicBezTo>
                  <a:pt x="122027" y="95844"/>
                  <a:pt x="121409" y="95630"/>
                  <a:pt x="121027" y="95338"/>
                </a:cubicBezTo>
                <a:cubicBezTo>
                  <a:pt x="120645" y="95046"/>
                  <a:pt x="120476" y="94686"/>
                  <a:pt x="120521" y="94259"/>
                </a:cubicBezTo>
                <a:cubicBezTo>
                  <a:pt x="120566" y="93832"/>
                  <a:pt x="120723" y="93326"/>
                  <a:pt x="120993" y="92741"/>
                </a:cubicBezTo>
                <a:lnTo>
                  <a:pt x="154043" y="18683"/>
                </a:lnTo>
                <a:lnTo>
                  <a:pt x="112157" y="18683"/>
                </a:lnTo>
                <a:cubicBezTo>
                  <a:pt x="111303" y="18683"/>
                  <a:pt x="110662" y="18233"/>
                  <a:pt x="110235" y="17334"/>
                </a:cubicBezTo>
                <a:cubicBezTo>
                  <a:pt x="109808" y="16435"/>
                  <a:pt x="109594" y="15176"/>
                  <a:pt x="109594" y="13557"/>
                </a:cubicBezTo>
                <a:cubicBezTo>
                  <a:pt x="109594" y="12703"/>
                  <a:pt x="109651" y="11961"/>
                  <a:pt x="109763" y="11331"/>
                </a:cubicBezTo>
                <a:cubicBezTo>
                  <a:pt x="109875" y="10702"/>
                  <a:pt x="110044" y="10173"/>
                  <a:pt x="110269" y="9746"/>
                </a:cubicBezTo>
                <a:cubicBezTo>
                  <a:pt x="110494" y="9319"/>
                  <a:pt x="110764" y="9004"/>
                  <a:pt x="111078" y="8802"/>
                </a:cubicBezTo>
                <a:cubicBezTo>
                  <a:pt x="111393" y="8600"/>
                  <a:pt x="111753" y="8498"/>
                  <a:pt x="112157" y="8498"/>
                </a:cubicBezTo>
                <a:lnTo>
                  <a:pt x="163013" y="8498"/>
                </a:lnTo>
                <a:cubicBezTo>
                  <a:pt x="163643" y="8498"/>
                  <a:pt x="164194" y="8566"/>
                  <a:pt x="164666" y="8701"/>
                </a:cubicBezTo>
                <a:cubicBezTo>
                  <a:pt x="165138" y="8836"/>
                  <a:pt x="165498" y="9106"/>
                  <a:pt x="165745" y="9510"/>
                </a:cubicBezTo>
                <a:cubicBezTo>
                  <a:pt x="165992" y="9915"/>
                  <a:pt x="166183" y="10432"/>
                  <a:pt x="166318" y="11061"/>
                </a:cubicBezTo>
                <a:cubicBezTo>
                  <a:pt x="166453" y="11691"/>
                  <a:pt x="166521" y="12500"/>
                  <a:pt x="166521" y="13490"/>
                </a:cubicBezTo>
                <a:close/>
                <a:moveTo>
                  <a:pt x="235273" y="90785"/>
                </a:moveTo>
                <a:cubicBezTo>
                  <a:pt x="235273" y="91595"/>
                  <a:pt x="235217" y="92314"/>
                  <a:pt x="235104" y="92944"/>
                </a:cubicBezTo>
                <a:cubicBezTo>
                  <a:pt x="234992" y="93573"/>
                  <a:pt x="234834" y="94101"/>
                  <a:pt x="234632" y="94529"/>
                </a:cubicBezTo>
                <a:cubicBezTo>
                  <a:pt x="234430" y="94956"/>
                  <a:pt x="234160" y="95271"/>
                  <a:pt x="233823" y="95473"/>
                </a:cubicBezTo>
                <a:cubicBezTo>
                  <a:pt x="233485" y="95675"/>
                  <a:pt x="233114" y="95776"/>
                  <a:pt x="232710" y="95776"/>
                </a:cubicBezTo>
                <a:lnTo>
                  <a:pt x="184484" y="95776"/>
                </a:lnTo>
                <a:cubicBezTo>
                  <a:pt x="183855" y="95776"/>
                  <a:pt x="183304" y="95698"/>
                  <a:pt x="182832" y="95540"/>
                </a:cubicBezTo>
                <a:cubicBezTo>
                  <a:pt x="182360" y="95383"/>
                  <a:pt x="181955" y="95124"/>
                  <a:pt x="181618" y="94765"/>
                </a:cubicBezTo>
                <a:cubicBezTo>
                  <a:pt x="181281" y="94405"/>
                  <a:pt x="181033" y="93888"/>
                  <a:pt x="180876" y="93213"/>
                </a:cubicBezTo>
                <a:cubicBezTo>
                  <a:pt x="180718" y="92539"/>
                  <a:pt x="180640" y="91707"/>
                  <a:pt x="180640" y="90718"/>
                </a:cubicBezTo>
                <a:cubicBezTo>
                  <a:pt x="180640" y="89818"/>
                  <a:pt x="180674" y="89032"/>
                  <a:pt x="180741" y="88357"/>
                </a:cubicBezTo>
                <a:cubicBezTo>
                  <a:pt x="180808" y="87683"/>
                  <a:pt x="180955" y="87087"/>
                  <a:pt x="181179" y="86570"/>
                </a:cubicBezTo>
                <a:cubicBezTo>
                  <a:pt x="181404" y="86053"/>
                  <a:pt x="181685" y="85536"/>
                  <a:pt x="182022" y="85018"/>
                </a:cubicBezTo>
                <a:cubicBezTo>
                  <a:pt x="182360" y="84501"/>
                  <a:pt x="182798" y="83950"/>
                  <a:pt x="183338" y="83366"/>
                </a:cubicBezTo>
                <a:lnTo>
                  <a:pt x="200267" y="65402"/>
                </a:lnTo>
                <a:cubicBezTo>
                  <a:pt x="204179" y="61262"/>
                  <a:pt x="207316" y="57549"/>
                  <a:pt x="209676" y="54264"/>
                </a:cubicBezTo>
                <a:cubicBezTo>
                  <a:pt x="212037" y="50979"/>
                  <a:pt x="213858" y="47987"/>
                  <a:pt x="215140" y="45287"/>
                </a:cubicBezTo>
                <a:cubicBezTo>
                  <a:pt x="216421" y="42586"/>
                  <a:pt x="217264" y="40134"/>
                  <a:pt x="217669" y="37929"/>
                </a:cubicBezTo>
                <a:cubicBezTo>
                  <a:pt x="218074" y="35724"/>
                  <a:pt x="218276" y="33655"/>
                  <a:pt x="218276" y="31720"/>
                </a:cubicBezTo>
                <a:cubicBezTo>
                  <a:pt x="218276" y="29783"/>
                  <a:pt x="217961" y="27949"/>
                  <a:pt x="217332" y="26216"/>
                </a:cubicBezTo>
                <a:cubicBezTo>
                  <a:pt x="216702" y="24482"/>
                  <a:pt x="215792" y="22963"/>
                  <a:pt x="214600" y="21657"/>
                </a:cubicBezTo>
                <a:cubicBezTo>
                  <a:pt x="213408" y="20350"/>
                  <a:pt x="211913" y="19315"/>
                  <a:pt x="210115" y="18550"/>
                </a:cubicBezTo>
                <a:cubicBezTo>
                  <a:pt x="208316" y="17785"/>
                  <a:pt x="206248" y="17402"/>
                  <a:pt x="203909" y="17402"/>
                </a:cubicBezTo>
                <a:cubicBezTo>
                  <a:pt x="201167" y="17402"/>
                  <a:pt x="198705" y="17784"/>
                  <a:pt x="196524" y="18548"/>
                </a:cubicBezTo>
                <a:cubicBezTo>
                  <a:pt x="194343" y="19313"/>
                  <a:pt x="192432" y="20145"/>
                  <a:pt x="190791" y="21044"/>
                </a:cubicBezTo>
                <a:cubicBezTo>
                  <a:pt x="189150" y="21943"/>
                  <a:pt x="187778" y="22775"/>
                  <a:pt x="186676" y="23539"/>
                </a:cubicBezTo>
                <a:cubicBezTo>
                  <a:pt x="185575" y="24304"/>
                  <a:pt x="184754" y="24686"/>
                  <a:pt x="184215" y="24686"/>
                </a:cubicBezTo>
                <a:cubicBezTo>
                  <a:pt x="183900" y="24686"/>
                  <a:pt x="183619" y="24596"/>
                  <a:pt x="183371" y="24416"/>
                </a:cubicBezTo>
                <a:cubicBezTo>
                  <a:pt x="183124" y="24236"/>
                  <a:pt x="182922" y="23944"/>
                  <a:pt x="182764" y="23539"/>
                </a:cubicBezTo>
                <a:cubicBezTo>
                  <a:pt x="182607" y="23135"/>
                  <a:pt x="182483" y="22595"/>
                  <a:pt x="182393" y="21921"/>
                </a:cubicBezTo>
                <a:cubicBezTo>
                  <a:pt x="182304" y="21246"/>
                  <a:pt x="182259" y="20437"/>
                  <a:pt x="182259" y="19493"/>
                </a:cubicBezTo>
                <a:cubicBezTo>
                  <a:pt x="182259" y="18818"/>
                  <a:pt x="182281" y="18233"/>
                  <a:pt x="182326" y="17739"/>
                </a:cubicBezTo>
                <a:cubicBezTo>
                  <a:pt x="182371" y="17244"/>
                  <a:pt x="182450" y="16817"/>
                  <a:pt x="182562" y="16457"/>
                </a:cubicBezTo>
                <a:cubicBezTo>
                  <a:pt x="182674" y="16098"/>
                  <a:pt x="182821" y="15760"/>
                  <a:pt x="183000" y="15446"/>
                </a:cubicBezTo>
                <a:cubicBezTo>
                  <a:pt x="183180" y="15131"/>
                  <a:pt x="183540" y="14737"/>
                  <a:pt x="184080" y="14265"/>
                </a:cubicBezTo>
                <a:cubicBezTo>
                  <a:pt x="184619" y="13793"/>
                  <a:pt x="185552" y="13152"/>
                  <a:pt x="186879" y="12343"/>
                </a:cubicBezTo>
                <a:cubicBezTo>
                  <a:pt x="188205" y="11534"/>
                  <a:pt x="189869" y="10735"/>
                  <a:pt x="191870" y="9949"/>
                </a:cubicBezTo>
                <a:cubicBezTo>
                  <a:pt x="193871" y="9162"/>
                  <a:pt x="196074" y="8498"/>
                  <a:pt x="198480" y="7959"/>
                </a:cubicBezTo>
                <a:cubicBezTo>
                  <a:pt x="200885" y="7419"/>
                  <a:pt x="203415" y="7150"/>
                  <a:pt x="206068" y="7150"/>
                </a:cubicBezTo>
                <a:cubicBezTo>
                  <a:pt x="210295" y="7150"/>
                  <a:pt x="213993" y="7746"/>
                  <a:pt x="217163" y="8939"/>
                </a:cubicBezTo>
                <a:cubicBezTo>
                  <a:pt x="220333" y="10131"/>
                  <a:pt x="222964" y="11761"/>
                  <a:pt x="225054" y="13831"/>
                </a:cubicBezTo>
                <a:cubicBezTo>
                  <a:pt x="227145" y="15901"/>
                  <a:pt x="228708" y="18309"/>
                  <a:pt x="229742" y="21054"/>
                </a:cubicBezTo>
                <a:cubicBezTo>
                  <a:pt x="230776" y="23799"/>
                  <a:pt x="231293" y="26724"/>
                  <a:pt x="231293" y="29829"/>
                </a:cubicBezTo>
                <a:cubicBezTo>
                  <a:pt x="231293" y="32620"/>
                  <a:pt x="231046" y="35399"/>
                  <a:pt x="230551" y="38167"/>
                </a:cubicBezTo>
                <a:cubicBezTo>
                  <a:pt x="230057" y="40934"/>
                  <a:pt x="229011" y="43926"/>
                  <a:pt x="227415" y="47144"/>
                </a:cubicBezTo>
                <a:cubicBezTo>
                  <a:pt x="225819" y="50362"/>
                  <a:pt x="223514" y="53940"/>
                  <a:pt x="220502" y="57877"/>
                </a:cubicBezTo>
                <a:cubicBezTo>
                  <a:pt x="217489" y="61814"/>
                  <a:pt x="213487" y="66348"/>
                  <a:pt x="208496" y="71478"/>
                </a:cubicBezTo>
                <a:lnTo>
                  <a:pt x="194669" y="85929"/>
                </a:lnTo>
                <a:lnTo>
                  <a:pt x="232642" y="85929"/>
                </a:lnTo>
                <a:cubicBezTo>
                  <a:pt x="233002" y="85929"/>
                  <a:pt x="233351" y="86030"/>
                  <a:pt x="233688" y="86232"/>
                </a:cubicBezTo>
                <a:cubicBezTo>
                  <a:pt x="234025" y="86435"/>
                  <a:pt x="234317" y="86738"/>
                  <a:pt x="234565" y="87143"/>
                </a:cubicBezTo>
                <a:cubicBezTo>
                  <a:pt x="234812" y="87548"/>
                  <a:pt x="234992" y="88054"/>
                  <a:pt x="235104" y="88661"/>
                </a:cubicBezTo>
                <a:cubicBezTo>
                  <a:pt x="235217" y="89268"/>
                  <a:pt x="235273" y="89976"/>
                  <a:pt x="235273" y="90785"/>
                </a:cubicBezTo>
                <a:close/>
                <a:moveTo>
                  <a:pt x="268008" y="86131"/>
                </a:moveTo>
                <a:cubicBezTo>
                  <a:pt x="268008" y="87525"/>
                  <a:pt x="267941" y="88807"/>
                  <a:pt x="267806" y="89976"/>
                </a:cubicBezTo>
                <a:cubicBezTo>
                  <a:pt x="267671" y="91145"/>
                  <a:pt x="267446" y="92247"/>
                  <a:pt x="267131" y="93281"/>
                </a:cubicBezTo>
                <a:cubicBezTo>
                  <a:pt x="266817" y="94315"/>
                  <a:pt x="266401" y="95338"/>
                  <a:pt x="265884" y="96350"/>
                </a:cubicBezTo>
                <a:cubicBezTo>
                  <a:pt x="265366" y="97361"/>
                  <a:pt x="264726" y="98429"/>
                  <a:pt x="263961" y="99553"/>
                </a:cubicBezTo>
                <a:lnTo>
                  <a:pt x="254721" y="113448"/>
                </a:lnTo>
                <a:cubicBezTo>
                  <a:pt x="254496" y="113763"/>
                  <a:pt x="254237" y="114032"/>
                  <a:pt x="253945" y="114257"/>
                </a:cubicBezTo>
                <a:cubicBezTo>
                  <a:pt x="253653" y="114482"/>
                  <a:pt x="253293" y="114684"/>
                  <a:pt x="252866" y="114864"/>
                </a:cubicBezTo>
                <a:cubicBezTo>
                  <a:pt x="252439" y="115044"/>
                  <a:pt x="251944" y="115168"/>
                  <a:pt x="251382" y="115235"/>
                </a:cubicBezTo>
                <a:cubicBezTo>
                  <a:pt x="250820" y="115303"/>
                  <a:pt x="250112" y="115336"/>
                  <a:pt x="249258" y="115336"/>
                </a:cubicBezTo>
                <a:cubicBezTo>
                  <a:pt x="248493" y="115336"/>
                  <a:pt x="247852" y="115303"/>
                  <a:pt x="247335" y="115235"/>
                </a:cubicBezTo>
                <a:cubicBezTo>
                  <a:pt x="246818" y="115168"/>
                  <a:pt x="246447" y="115055"/>
                  <a:pt x="246222" y="114898"/>
                </a:cubicBezTo>
                <a:cubicBezTo>
                  <a:pt x="245998" y="114741"/>
                  <a:pt x="245874" y="114527"/>
                  <a:pt x="245851" y="114257"/>
                </a:cubicBezTo>
                <a:cubicBezTo>
                  <a:pt x="245829" y="113987"/>
                  <a:pt x="245908" y="113673"/>
                  <a:pt x="246088" y="113313"/>
                </a:cubicBezTo>
                <a:lnTo>
                  <a:pt x="255058" y="94765"/>
                </a:lnTo>
                <a:lnTo>
                  <a:pt x="255058" y="86131"/>
                </a:lnTo>
                <a:cubicBezTo>
                  <a:pt x="255058" y="84917"/>
                  <a:pt x="255182" y="83950"/>
                  <a:pt x="255429" y="83231"/>
                </a:cubicBezTo>
                <a:cubicBezTo>
                  <a:pt x="255676" y="82512"/>
                  <a:pt x="256070" y="81972"/>
                  <a:pt x="256609" y="81612"/>
                </a:cubicBezTo>
                <a:cubicBezTo>
                  <a:pt x="257149" y="81253"/>
                  <a:pt x="257823" y="81005"/>
                  <a:pt x="258633" y="80870"/>
                </a:cubicBezTo>
                <a:cubicBezTo>
                  <a:pt x="259442" y="80735"/>
                  <a:pt x="260431" y="80668"/>
                  <a:pt x="261601" y="80668"/>
                </a:cubicBezTo>
                <a:cubicBezTo>
                  <a:pt x="262725" y="80668"/>
                  <a:pt x="263691" y="80735"/>
                  <a:pt x="264501" y="80870"/>
                </a:cubicBezTo>
                <a:cubicBezTo>
                  <a:pt x="265310" y="81005"/>
                  <a:pt x="265973" y="81253"/>
                  <a:pt x="266491" y="81612"/>
                </a:cubicBezTo>
                <a:cubicBezTo>
                  <a:pt x="267008" y="81972"/>
                  <a:pt x="267390" y="82512"/>
                  <a:pt x="267637" y="83231"/>
                </a:cubicBezTo>
                <a:cubicBezTo>
                  <a:pt x="267884" y="83950"/>
                  <a:pt x="268008" y="84917"/>
                  <a:pt x="268008" y="86131"/>
                </a:cubicBezTo>
                <a:close/>
                <a:moveTo>
                  <a:pt x="370384" y="70888"/>
                </a:moveTo>
                <a:cubicBezTo>
                  <a:pt x="370384" y="74890"/>
                  <a:pt x="369687" y="78498"/>
                  <a:pt x="368293" y="81713"/>
                </a:cubicBezTo>
                <a:cubicBezTo>
                  <a:pt x="366899" y="84928"/>
                  <a:pt x="364898" y="87683"/>
                  <a:pt x="362290" y="89976"/>
                </a:cubicBezTo>
                <a:cubicBezTo>
                  <a:pt x="359682" y="92269"/>
                  <a:pt x="356467" y="94034"/>
                  <a:pt x="352645" y="95271"/>
                </a:cubicBezTo>
                <a:cubicBezTo>
                  <a:pt x="348823" y="96507"/>
                  <a:pt x="344506" y="97125"/>
                  <a:pt x="339695" y="97125"/>
                </a:cubicBezTo>
                <a:cubicBezTo>
                  <a:pt x="336772" y="97125"/>
                  <a:pt x="334041" y="96888"/>
                  <a:pt x="331500" y="96413"/>
                </a:cubicBezTo>
                <a:cubicBezTo>
                  <a:pt x="328959" y="95939"/>
                  <a:pt x="326700" y="95375"/>
                  <a:pt x="324721" y="94720"/>
                </a:cubicBezTo>
                <a:cubicBezTo>
                  <a:pt x="322743" y="94066"/>
                  <a:pt x="321102" y="93388"/>
                  <a:pt x="319798" y="92689"/>
                </a:cubicBezTo>
                <a:cubicBezTo>
                  <a:pt x="318494" y="91989"/>
                  <a:pt x="317673" y="91481"/>
                  <a:pt x="317336" y="91165"/>
                </a:cubicBezTo>
                <a:cubicBezTo>
                  <a:pt x="316999" y="90848"/>
                  <a:pt x="316740" y="90533"/>
                  <a:pt x="316560" y="90218"/>
                </a:cubicBezTo>
                <a:cubicBezTo>
                  <a:pt x="316380" y="89902"/>
                  <a:pt x="316223" y="89518"/>
                  <a:pt x="316088" y="89067"/>
                </a:cubicBezTo>
                <a:cubicBezTo>
                  <a:pt x="315953" y="88615"/>
                  <a:pt x="315852" y="88061"/>
                  <a:pt x="315785" y="87406"/>
                </a:cubicBezTo>
                <a:cubicBezTo>
                  <a:pt x="315717" y="86752"/>
                  <a:pt x="315683" y="85950"/>
                  <a:pt x="315683" y="85002"/>
                </a:cubicBezTo>
                <a:cubicBezTo>
                  <a:pt x="315683" y="83377"/>
                  <a:pt x="315841" y="82249"/>
                  <a:pt x="316156" y="81616"/>
                </a:cubicBezTo>
                <a:cubicBezTo>
                  <a:pt x="316470" y="80984"/>
                  <a:pt x="316920" y="80668"/>
                  <a:pt x="317505" y="80668"/>
                </a:cubicBezTo>
                <a:cubicBezTo>
                  <a:pt x="317909" y="80668"/>
                  <a:pt x="318707" y="81031"/>
                  <a:pt x="319899" y="81758"/>
                </a:cubicBezTo>
                <a:cubicBezTo>
                  <a:pt x="321091" y="82484"/>
                  <a:pt x="322619" y="83268"/>
                  <a:pt x="324485" y="84108"/>
                </a:cubicBezTo>
                <a:cubicBezTo>
                  <a:pt x="326351" y="84948"/>
                  <a:pt x="328532" y="85732"/>
                  <a:pt x="331028" y="86458"/>
                </a:cubicBezTo>
                <a:cubicBezTo>
                  <a:pt x="333523" y="87184"/>
                  <a:pt x="336300" y="87548"/>
                  <a:pt x="339358" y="87548"/>
                </a:cubicBezTo>
                <a:cubicBezTo>
                  <a:pt x="342325" y="87548"/>
                  <a:pt x="344933" y="87166"/>
                  <a:pt x="347182" y="86401"/>
                </a:cubicBezTo>
                <a:cubicBezTo>
                  <a:pt x="349430" y="85637"/>
                  <a:pt x="351319" y="84558"/>
                  <a:pt x="352847" y="83164"/>
                </a:cubicBezTo>
                <a:cubicBezTo>
                  <a:pt x="354376" y="81770"/>
                  <a:pt x="355523" y="80117"/>
                  <a:pt x="356287" y="78206"/>
                </a:cubicBezTo>
                <a:cubicBezTo>
                  <a:pt x="357052" y="76295"/>
                  <a:pt x="357434" y="74215"/>
                  <a:pt x="357434" y="71967"/>
                </a:cubicBezTo>
                <a:cubicBezTo>
                  <a:pt x="357434" y="69494"/>
                  <a:pt x="356950" y="67268"/>
                  <a:pt x="355984" y="65290"/>
                </a:cubicBezTo>
                <a:cubicBezTo>
                  <a:pt x="355017" y="63311"/>
                  <a:pt x="353601" y="61603"/>
                  <a:pt x="351734" y="60164"/>
                </a:cubicBezTo>
                <a:cubicBezTo>
                  <a:pt x="349868" y="58725"/>
                  <a:pt x="347575" y="57623"/>
                  <a:pt x="344855" y="56859"/>
                </a:cubicBezTo>
                <a:cubicBezTo>
                  <a:pt x="342134" y="56094"/>
                  <a:pt x="339043" y="55712"/>
                  <a:pt x="335581" y="55712"/>
                </a:cubicBezTo>
                <a:lnTo>
                  <a:pt x="327284" y="55712"/>
                </a:lnTo>
                <a:cubicBezTo>
                  <a:pt x="326925" y="55712"/>
                  <a:pt x="326576" y="55633"/>
                  <a:pt x="326239" y="55476"/>
                </a:cubicBezTo>
                <a:cubicBezTo>
                  <a:pt x="325902" y="55319"/>
                  <a:pt x="325610" y="55060"/>
                  <a:pt x="325362" y="54700"/>
                </a:cubicBezTo>
                <a:cubicBezTo>
                  <a:pt x="325115" y="54341"/>
                  <a:pt x="324913" y="53869"/>
                  <a:pt x="324755" y="53284"/>
                </a:cubicBezTo>
                <a:cubicBezTo>
                  <a:pt x="324598" y="52699"/>
                  <a:pt x="324519" y="51935"/>
                  <a:pt x="324519" y="50991"/>
                </a:cubicBezTo>
                <a:cubicBezTo>
                  <a:pt x="324519" y="50136"/>
                  <a:pt x="324587" y="49428"/>
                  <a:pt x="324721" y="48866"/>
                </a:cubicBezTo>
                <a:cubicBezTo>
                  <a:pt x="324856" y="48304"/>
                  <a:pt x="325047" y="47854"/>
                  <a:pt x="325295" y="47517"/>
                </a:cubicBezTo>
                <a:cubicBezTo>
                  <a:pt x="325542" y="47180"/>
                  <a:pt x="325823" y="46933"/>
                  <a:pt x="326138" y="46775"/>
                </a:cubicBezTo>
                <a:cubicBezTo>
                  <a:pt x="326453" y="46618"/>
                  <a:pt x="326812" y="46539"/>
                  <a:pt x="327217" y="46539"/>
                </a:cubicBezTo>
                <a:lnTo>
                  <a:pt x="334839" y="46539"/>
                </a:lnTo>
                <a:cubicBezTo>
                  <a:pt x="337806" y="46539"/>
                  <a:pt x="340471" y="46156"/>
                  <a:pt x="342831" y="45388"/>
                </a:cubicBezTo>
                <a:cubicBezTo>
                  <a:pt x="345192" y="44620"/>
                  <a:pt x="347193" y="43513"/>
                  <a:pt x="348834" y="42069"/>
                </a:cubicBezTo>
                <a:cubicBezTo>
                  <a:pt x="350475" y="40623"/>
                  <a:pt x="351734" y="38895"/>
                  <a:pt x="352611" y="36886"/>
                </a:cubicBezTo>
                <a:cubicBezTo>
                  <a:pt x="353488" y="34875"/>
                  <a:pt x="353927" y="32627"/>
                  <a:pt x="353927" y="30143"/>
                </a:cubicBezTo>
                <a:cubicBezTo>
                  <a:pt x="353927" y="28336"/>
                  <a:pt x="353634" y="26608"/>
                  <a:pt x="353050" y="24960"/>
                </a:cubicBezTo>
                <a:cubicBezTo>
                  <a:pt x="352465" y="23310"/>
                  <a:pt x="351588" y="21876"/>
                  <a:pt x="350419" y="20658"/>
                </a:cubicBezTo>
                <a:cubicBezTo>
                  <a:pt x="349250" y="19438"/>
                  <a:pt x="347755" y="18479"/>
                  <a:pt x="345934" y="17779"/>
                </a:cubicBezTo>
                <a:cubicBezTo>
                  <a:pt x="344113" y="17078"/>
                  <a:pt x="342011" y="16727"/>
                  <a:pt x="339628" y="16727"/>
                </a:cubicBezTo>
                <a:cubicBezTo>
                  <a:pt x="337020" y="16727"/>
                  <a:pt x="334625" y="17121"/>
                  <a:pt x="332444" y="17907"/>
                </a:cubicBezTo>
                <a:cubicBezTo>
                  <a:pt x="330263" y="18694"/>
                  <a:pt x="328319" y="19537"/>
                  <a:pt x="326610" y="20437"/>
                </a:cubicBezTo>
                <a:cubicBezTo>
                  <a:pt x="324901" y="21336"/>
                  <a:pt x="323485" y="22179"/>
                  <a:pt x="322361" y="22966"/>
                </a:cubicBezTo>
                <a:cubicBezTo>
                  <a:pt x="321237" y="23753"/>
                  <a:pt x="320450" y="24146"/>
                  <a:pt x="320000" y="24146"/>
                </a:cubicBezTo>
                <a:cubicBezTo>
                  <a:pt x="319685" y="24146"/>
                  <a:pt x="319404" y="24090"/>
                  <a:pt x="319157" y="23978"/>
                </a:cubicBezTo>
                <a:cubicBezTo>
                  <a:pt x="318910" y="23865"/>
                  <a:pt x="318707" y="23641"/>
                  <a:pt x="318550" y="23303"/>
                </a:cubicBezTo>
                <a:cubicBezTo>
                  <a:pt x="318393" y="22966"/>
                  <a:pt x="318280" y="22494"/>
                  <a:pt x="318213" y="21887"/>
                </a:cubicBezTo>
                <a:cubicBezTo>
                  <a:pt x="318145" y="21280"/>
                  <a:pt x="318112" y="20482"/>
                  <a:pt x="318112" y="19493"/>
                </a:cubicBezTo>
                <a:cubicBezTo>
                  <a:pt x="318112" y="18818"/>
                  <a:pt x="318134" y="18222"/>
                  <a:pt x="318179" y="17705"/>
                </a:cubicBezTo>
                <a:cubicBezTo>
                  <a:pt x="318224" y="17188"/>
                  <a:pt x="318314" y="16738"/>
                  <a:pt x="318449" y="16356"/>
                </a:cubicBezTo>
                <a:cubicBezTo>
                  <a:pt x="318584" y="15974"/>
                  <a:pt x="318741" y="15625"/>
                  <a:pt x="318921" y="15311"/>
                </a:cubicBezTo>
                <a:cubicBezTo>
                  <a:pt x="319101" y="14996"/>
                  <a:pt x="319404" y="14625"/>
                  <a:pt x="319831" y="14198"/>
                </a:cubicBezTo>
                <a:cubicBezTo>
                  <a:pt x="320259" y="13771"/>
                  <a:pt x="321124" y="13152"/>
                  <a:pt x="322428" y="12343"/>
                </a:cubicBezTo>
                <a:cubicBezTo>
                  <a:pt x="323732" y="11534"/>
                  <a:pt x="325340" y="10735"/>
                  <a:pt x="327251" y="9949"/>
                </a:cubicBezTo>
                <a:cubicBezTo>
                  <a:pt x="329162" y="9162"/>
                  <a:pt x="331365" y="8498"/>
                  <a:pt x="333861" y="7959"/>
                </a:cubicBezTo>
                <a:cubicBezTo>
                  <a:pt x="336356" y="7419"/>
                  <a:pt x="339043" y="7150"/>
                  <a:pt x="341921" y="7150"/>
                </a:cubicBezTo>
                <a:cubicBezTo>
                  <a:pt x="345968" y="7150"/>
                  <a:pt x="349520" y="7669"/>
                  <a:pt x="352578" y="8707"/>
                </a:cubicBezTo>
                <a:cubicBezTo>
                  <a:pt x="355635" y="9744"/>
                  <a:pt x="358187" y="11210"/>
                  <a:pt x="360233" y="13104"/>
                </a:cubicBezTo>
                <a:cubicBezTo>
                  <a:pt x="362279" y="14998"/>
                  <a:pt x="363808" y="17265"/>
                  <a:pt x="364819" y="19904"/>
                </a:cubicBezTo>
                <a:cubicBezTo>
                  <a:pt x="365831" y="22542"/>
                  <a:pt x="366337" y="25463"/>
                  <a:pt x="366337" y="28665"/>
                </a:cubicBezTo>
                <a:cubicBezTo>
                  <a:pt x="366337" y="31417"/>
                  <a:pt x="365977" y="33977"/>
                  <a:pt x="365258" y="36346"/>
                </a:cubicBezTo>
                <a:cubicBezTo>
                  <a:pt x="364538" y="38714"/>
                  <a:pt x="363482" y="40811"/>
                  <a:pt x="362088" y="42638"/>
                </a:cubicBezTo>
                <a:cubicBezTo>
                  <a:pt x="360694" y="44464"/>
                  <a:pt x="358985" y="46021"/>
                  <a:pt x="356962" y="47306"/>
                </a:cubicBezTo>
                <a:cubicBezTo>
                  <a:pt x="354938" y="48592"/>
                  <a:pt x="352600" y="49483"/>
                  <a:pt x="349947" y="49979"/>
                </a:cubicBezTo>
                <a:lnTo>
                  <a:pt x="349947" y="50114"/>
                </a:lnTo>
                <a:cubicBezTo>
                  <a:pt x="352960" y="50429"/>
                  <a:pt x="355714" y="51182"/>
                  <a:pt x="358209" y="52373"/>
                </a:cubicBezTo>
                <a:cubicBezTo>
                  <a:pt x="360705" y="53565"/>
                  <a:pt x="362852" y="55060"/>
                  <a:pt x="364651" y="56859"/>
                </a:cubicBezTo>
                <a:cubicBezTo>
                  <a:pt x="366449" y="58657"/>
                  <a:pt x="367855" y="60760"/>
                  <a:pt x="368866" y="63165"/>
                </a:cubicBezTo>
                <a:cubicBezTo>
                  <a:pt x="369878" y="65571"/>
                  <a:pt x="370384" y="68145"/>
                  <a:pt x="370384" y="70888"/>
                </a:cubicBezTo>
                <a:close/>
                <a:moveTo>
                  <a:pt x="440688" y="67785"/>
                </a:moveTo>
                <a:cubicBezTo>
                  <a:pt x="440688" y="72462"/>
                  <a:pt x="439901" y="76621"/>
                  <a:pt x="438327" y="80263"/>
                </a:cubicBezTo>
                <a:cubicBezTo>
                  <a:pt x="436753" y="83906"/>
                  <a:pt x="434527" y="86974"/>
                  <a:pt x="431649" y="89470"/>
                </a:cubicBezTo>
                <a:cubicBezTo>
                  <a:pt x="428772" y="91966"/>
                  <a:pt x="425343" y="93865"/>
                  <a:pt x="421364" y="95169"/>
                </a:cubicBezTo>
                <a:cubicBezTo>
                  <a:pt x="417384" y="96473"/>
                  <a:pt x="412966" y="97125"/>
                  <a:pt x="408110" y="97125"/>
                </a:cubicBezTo>
                <a:cubicBezTo>
                  <a:pt x="405412" y="97125"/>
                  <a:pt x="402849" y="96934"/>
                  <a:pt x="400421" y="96552"/>
                </a:cubicBezTo>
                <a:cubicBezTo>
                  <a:pt x="397993" y="96170"/>
                  <a:pt x="395835" y="95698"/>
                  <a:pt x="393946" y="95136"/>
                </a:cubicBezTo>
                <a:cubicBezTo>
                  <a:pt x="392057" y="94574"/>
                  <a:pt x="390506" y="94023"/>
                  <a:pt x="389292" y="93483"/>
                </a:cubicBezTo>
                <a:cubicBezTo>
                  <a:pt x="388078" y="92944"/>
                  <a:pt x="387302" y="92516"/>
                  <a:pt x="386965" y="92202"/>
                </a:cubicBezTo>
                <a:cubicBezTo>
                  <a:pt x="386628" y="91887"/>
                  <a:pt x="386392" y="91595"/>
                  <a:pt x="386257" y="91325"/>
                </a:cubicBezTo>
                <a:cubicBezTo>
                  <a:pt x="386122" y="91055"/>
                  <a:pt x="385998" y="90729"/>
                  <a:pt x="385886" y="90347"/>
                </a:cubicBezTo>
                <a:cubicBezTo>
                  <a:pt x="385774" y="89965"/>
                  <a:pt x="385695" y="89481"/>
                  <a:pt x="385650" y="88897"/>
                </a:cubicBezTo>
                <a:cubicBezTo>
                  <a:pt x="385605" y="88312"/>
                  <a:pt x="385582" y="87615"/>
                  <a:pt x="385582" y="86806"/>
                </a:cubicBezTo>
                <a:cubicBezTo>
                  <a:pt x="385582" y="86041"/>
                  <a:pt x="385616" y="85356"/>
                  <a:pt x="385684" y="84749"/>
                </a:cubicBezTo>
                <a:cubicBezTo>
                  <a:pt x="385751" y="84142"/>
                  <a:pt x="385875" y="83647"/>
                  <a:pt x="386055" y="83265"/>
                </a:cubicBezTo>
                <a:cubicBezTo>
                  <a:pt x="386234" y="82883"/>
                  <a:pt x="386448" y="82602"/>
                  <a:pt x="386695" y="82422"/>
                </a:cubicBezTo>
                <a:cubicBezTo>
                  <a:pt x="386943" y="82242"/>
                  <a:pt x="387224" y="82152"/>
                  <a:pt x="387538" y="82152"/>
                </a:cubicBezTo>
                <a:cubicBezTo>
                  <a:pt x="387988" y="82152"/>
                  <a:pt x="388685" y="82433"/>
                  <a:pt x="389629" y="82995"/>
                </a:cubicBezTo>
                <a:cubicBezTo>
                  <a:pt x="390574" y="83557"/>
                  <a:pt x="391844" y="84164"/>
                  <a:pt x="393440" y="84816"/>
                </a:cubicBezTo>
                <a:cubicBezTo>
                  <a:pt x="395036" y="85468"/>
                  <a:pt x="397015" y="86086"/>
                  <a:pt x="399376" y="86671"/>
                </a:cubicBezTo>
                <a:cubicBezTo>
                  <a:pt x="401736" y="87255"/>
                  <a:pt x="404535" y="87548"/>
                  <a:pt x="407773" y="87548"/>
                </a:cubicBezTo>
                <a:cubicBezTo>
                  <a:pt x="410786" y="87548"/>
                  <a:pt x="413551" y="87188"/>
                  <a:pt x="416069" y="86469"/>
                </a:cubicBezTo>
                <a:cubicBezTo>
                  <a:pt x="418587" y="85749"/>
                  <a:pt x="420757" y="84625"/>
                  <a:pt x="422578" y="83096"/>
                </a:cubicBezTo>
                <a:cubicBezTo>
                  <a:pt x="424399" y="81567"/>
                  <a:pt x="425826" y="79645"/>
                  <a:pt x="426861" y="77329"/>
                </a:cubicBezTo>
                <a:cubicBezTo>
                  <a:pt x="427895" y="75014"/>
                  <a:pt x="428412" y="72192"/>
                  <a:pt x="428412" y="68865"/>
                </a:cubicBezTo>
                <a:cubicBezTo>
                  <a:pt x="428412" y="66077"/>
                  <a:pt x="427974" y="63615"/>
                  <a:pt x="427097" y="61479"/>
                </a:cubicBezTo>
                <a:cubicBezTo>
                  <a:pt x="426220" y="59343"/>
                  <a:pt x="424871" y="57567"/>
                  <a:pt x="423050" y="56151"/>
                </a:cubicBezTo>
                <a:cubicBezTo>
                  <a:pt x="421229" y="54734"/>
                  <a:pt x="418924" y="53677"/>
                  <a:pt x="416136" y="52981"/>
                </a:cubicBezTo>
                <a:cubicBezTo>
                  <a:pt x="413349" y="52284"/>
                  <a:pt x="410021" y="51935"/>
                  <a:pt x="406154" y="51935"/>
                </a:cubicBezTo>
                <a:cubicBezTo>
                  <a:pt x="403411" y="51935"/>
                  <a:pt x="401051" y="52070"/>
                  <a:pt x="399072" y="52340"/>
                </a:cubicBezTo>
                <a:cubicBezTo>
                  <a:pt x="397094" y="52610"/>
                  <a:pt x="395250" y="52744"/>
                  <a:pt x="393541" y="52744"/>
                </a:cubicBezTo>
                <a:cubicBezTo>
                  <a:pt x="392282" y="52744"/>
                  <a:pt x="391383" y="52452"/>
                  <a:pt x="390843" y="51868"/>
                </a:cubicBezTo>
                <a:cubicBezTo>
                  <a:pt x="390304" y="51282"/>
                  <a:pt x="390034" y="50155"/>
                  <a:pt x="390034" y="48489"/>
                </a:cubicBezTo>
                <a:lnTo>
                  <a:pt x="390034" y="12889"/>
                </a:lnTo>
                <a:cubicBezTo>
                  <a:pt x="390034" y="11404"/>
                  <a:pt x="390382" y="10301"/>
                  <a:pt x="391079" y="9580"/>
                </a:cubicBezTo>
                <a:cubicBezTo>
                  <a:pt x="391776" y="8859"/>
                  <a:pt x="392777" y="8498"/>
                  <a:pt x="394081" y="8498"/>
                </a:cubicBezTo>
                <a:lnTo>
                  <a:pt x="432729" y="8498"/>
                </a:lnTo>
                <a:cubicBezTo>
                  <a:pt x="433088" y="8498"/>
                  <a:pt x="433437" y="8600"/>
                  <a:pt x="433774" y="8802"/>
                </a:cubicBezTo>
                <a:cubicBezTo>
                  <a:pt x="434111" y="9004"/>
                  <a:pt x="434392" y="9308"/>
                  <a:pt x="434617" y="9713"/>
                </a:cubicBezTo>
                <a:cubicBezTo>
                  <a:pt x="434842" y="10117"/>
                  <a:pt x="435011" y="10634"/>
                  <a:pt x="435123" y="11264"/>
                </a:cubicBezTo>
                <a:cubicBezTo>
                  <a:pt x="435235" y="11893"/>
                  <a:pt x="435292" y="12635"/>
                  <a:pt x="435292" y="13490"/>
                </a:cubicBezTo>
                <a:cubicBezTo>
                  <a:pt x="435292" y="15108"/>
                  <a:pt x="435067" y="16367"/>
                  <a:pt x="434617" y="17267"/>
                </a:cubicBezTo>
                <a:cubicBezTo>
                  <a:pt x="434168" y="18166"/>
                  <a:pt x="433538" y="18616"/>
                  <a:pt x="432729" y="18616"/>
                </a:cubicBezTo>
                <a:lnTo>
                  <a:pt x="400151" y="18616"/>
                </a:lnTo>
                <a:lnTo>
                  <a:pt x="400151" y="43167"/>
                </a:lnTo>
                <a:cubicBezTo>
                  <a:pt x="401725" y="42942"/>
                  <a:pt x="403333" y="42807"/>
                  <a:pt x="404974" y="42762"/>
                </a:cubicBezTo>
                <a:cubicBezTo>
                  <a:pt x="406615" y="42717"/>
                  <a:pt x="408515" y="42695"/>
                  <a:pt x="410673" y="42695"/>
                </a:cubicBezTo>
                <a:cubicBezTo>
                  <a:pt x="415664" y="42695"/>
                  <a:pt x="420026" y="43290"/>
                  <a:pt x="423758" y="44482"/>
                </a:cubicBezTo>
                <a:cubicBezTo>
                  <a:pt x="427490" y="45674"/>
                  <a:pt x="430604" y="47360"/>
                  <a:pt x="433100" y="49541"/>
                </a:cubicBezTo>
                <a:cubicBezTo>
                  <a:pt x="435595" y="51721"/>
                  <a:pt x="437484" y="54363"/>
                  <a:pt x="438765" y="57466"/>
                </a:cubicBezTo>
                <a:cubicBezTo>
                  <a:pt x="440047" y="60568"/>
                  <a:pt x="440688" y="64008"/>
                  <a:pt x="440688" y="67785"/>
                </a:cubicBezTo>
                <a:close/>
                <a:moveTo>
                  <a:pt x="481651" y="59557"/>
                </a:moveTo>
                <a:cubicBezTo>
                  <a:pt x="481651" y="64643"/>
                  <a:pt x="481336" y="69674"/>
                  <a:pt x="480706" y="74648"/>
                </a:cubicBezTo>
                <a:cubicBezTo>
                  <a:pt x="480077" y="79623"/>
                  <a:pt x="479133" y="84541"/>
                  <a:pt x="477874" y="89403"/>
                </a:cubicBezTo>
                <a:cubicBezTo>
                  <a:pt x="476615" y="94264"/>
                  <a:pt x="475075" y="99048"/>
                  <a:pt x="473253" y="103752"/>
                </a:cubicBezTo>
                <a:cubicBezTo>
                  <a:pt x="471432" y="108457"/>
                  <a:pt x="469308" y="113104"/>
                  <a:pt x="466880" y="117695"/>
                </a:cubicBezTo>
                <a:cubicBezTo>
                  <a:pt x="466745" y="117920"/>
                  <a:pt x="466542" y="118122"/>
                  <a:pt x="466273" y="118302"/>
                </a:cubicBezTo>
                <a:cubicBezTo>
                  <a:pt x="466003" y="118483"/>
                  <a:pt x="465654" y="118641"/>
                  <a:pt x="465227" y="118776"/>
                </a:cubicBezTo>
                <a:cubicBezTo>
                  <a:pt x="464800" y="118911"/>
                  <a:pt x="464294" y="119001"/>
                  <a:pt x="463710" y="119046"/>
                </a:cubicBezTo>
                <a:cubicBezTo>
                  <a:pt x="463125" y="119091"/>
                  <a:pt x="462428" y="119113"/>
                  <a:pt x="461619" y="119113"/>
                </a:cubicBezTo>
                <a:cubicBezTo>
                  <a:pt x="460450" y="119113"/>
                  <a:pt x="459539" y="119057"/>
                  <a:pt x="458887" y="118945"/>
                </a:cubicBezTo>
                <a:cubicBezTo>
                  <a:pt x="458235" y="118832"/>
                  <a:pt x="457763" y="118652"/>
                  <a:pt x="457471" y="118403"/>
                </a:cubicBezTo>
                <a:cubicBezTo>
                  <a:pt x="457178" y="118156"/>
                  <a:pt x="457043" y="117841"/>
                  <a:pt x="457066" y="117459"/>
                </a:cubicBezTo>
                <a:cubicBezTo>
                  <a:pt x="457088" y="117077"/>
                  <a:pt x="457212" y="116615"/>
                  <a:pt x="457437" y="116074"/>
                </a:cubicBezTo>
                <a:cubicBezTo>
                  <a:pt x="461574" y="106981"/>
                  <a:pt x="464699" y="97675"/>
                  <a:pt x="466812" y="88155"/>
                </a:cubicBezTo>
                <a:cubicBezTo>
                  <a:pt x="468926" y="78633"/>
                  <a:pt x="469982" y="69033"/>
                  <a:pt x="469982" y="59354"/>
                </a:cubicBezTo>
                <a:cubicBezTo>
                  <a:pt x="469982" y="49721"/>
                  <a:pt x="468926" y="40144"/>
                  <a:pt x="466812" y="30624"/>
                </a:cubicBezTo>
                <a:cubicBezTo>
                  <a:pt x="464699" y="21102"/>
                  <a:pt x="461529" y="11817"/>
                  <a:pt x="457302" y="2767"/>
                </a:cubicBezTo>
                <a:cubicBezTo>
                  <a:pt x="457122" y="2363"/>
                  <a:pt x="457055" y="1981"/>
                  <a:pt x="457100" y="1621"/>
                </a:cubicBezTo>
                <a:cubicBezTo>
                  <a:pt x="457145" y="1261"/>
                  <a:pt x="457347" y="969"/>
                  <a:pt x="457707" y="744"/>
                </a:cubicBezTo>
                <a:cubicBezTo>
                  <a:pt x="458066" y="518"/>
                  <a:pt x="458561" y="337"/>
                  <a:pt x="459190" y="202"/>
                </a:cubicBezTo>
                <a:cubicBezTo>
                  <a:pt x="459820" y="67"/>
                  <a:pt x="460652" y="0"/>
                  <a:pt x="461686" y="0"/>
                </a:cubicBezTo>
                <a:cubicBezTo>
                  <a:pt x="462630" y="0"/>
                  <a:pt x="463417" y="34"/>
                  <a:pt x="464047" y="101"/>
                </a:cubicBezTo>
                <a:cubicBezTo>
                  <a:pt x="464676" y="169"/>
                  <a:pt x="465182" y="270"/>
                  <a:pt x="465564" y="405"/>
                </a:cubicBezTo>
                <a:cubicBezTo>
                  <a:pt x="465947" y="540"/>
                  <a:pt x="466228" y="675"/>
                  <a:pt x="466407" y="811"/>
                </a:cubicBezTo>
                <a:cubicBezTo>
                  <a:pt x="466587" y="946"/>
                  <a:pt x="466722" y="1104"/>
                  <a:pt x="466812" y="1284"/>
                </a:cubicBezTo>
                <a:cubicBezTo>
                  <a:pt x="471444" y="10511"/>
                  <a:pt x="475075" y="19998"/>
                  <a:pt x="477705" y="29745"/>
                </a:cubicBezTo>
                <a:cubicBezTo>
                  <a:pt x="480335" y="39491"/>
                  <a:pt x="481651" y="49428"/>
                  <a:pt x="481651" y="595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[…]">
            <a:extLst xmlns:a="http://schemas.openxmlformats.org/drawingml/2006/main">
              <a:ext uri="{FF2B5EF4-FFF2-40B4-BE49-F238E27FC236}">
                <a16:creationId xmlns:a16="http://schemas.microsoft.com/office/drawing/2014/main" id="{B4C79FB4-F6B3-4C36-B9F9-4972DBC9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812" y="2670526"/>
            <a:ext cx="154380" cy="116011"/>
          </a:xfrm>
          <a:custGeom xmlns:a="http://schemas.openxmlformats.org/drawingml/2006/main">
            <a:pathLst>
              <a:path w="154380" h="116011">
                <a:moveTo>
                  <a:pt x="23472" y="111964"/>
                </a:moveTo>
                <a:cubicBezTo>
                  <a:pt x="23472" y="113448"/>
                  <a:pt x="23303" y="114493"/>
                  <a:pt x="22966" y="115100"/>
                </a:cubicBezTo>
                <a:cubicBezTo>
                  <a:pt x="22629" y="115707"/>
                  <a:pt x="22145" y="116011"/>
                  <a:pt x="21516" y="116011"/>
                </a:cubicBezTo>
                <a:lnTo>
                  <a:pt x="4249" y="116011"/>
                </a:lnTo>
                <a:cubicBezTo>
                  <a:pt x="3710" y="116011"/>
                  <a:pt x="3193" y="115932"/>
                  <a:pt x="2698" y="115775"/>
                </a:cubicBezTo>
                <a:cubicBezTo>
                  <a:pt x="2203" y="115617"/>
                  <a:pt x="1754" y="115359"/>
                  <a:pt x="1349" y="114999"/>
                </a:cubicBezTo>
                <a:cubicBezTo>
                  <a:pt x="944" y="114639"/>
                  <a:pt x="618" y="114155"/>
                  <a:pt x="371" y="113547"/>
                </a:cubicBezTo>
                <a:cubicBezTo>
                  <a:pt x="124" y="112940"/>
                  <a:pt x="0" y="112187"/>
                  <a:pt x="0" y="111287"/>
                </a:cubicBezTo>
                <a:lnTo>
                  <a:pt x="0" y="4723"/>
                </a:lnTo>
                <a:cubicBezTo>
                  <a:pt x="0" y="3869"/>
                  <a:pt x="124" y="3138"/>
                  <a:pt x="371" y="2531"/>
                </a:cubicBezTo>
                <a:cubicBezTo>
                  <a:pt x="618" y="1923"/>
                  <a:pt x="944" y="1428"/>
                  <a:pt x="1349" y="1045"/>
                </a:cubicBezTo>
                <a:cubicBezTo>
                  <a:pt x="1754" y="663"/>
                  <a:pt x="2203" y="393"/>
                  <a:pt x="2698" y="236"/>
                </a:cubicBezTo>
                <a:cubicBezTo>
                  <a:pt x="3193" y="79"/>
                  <a:pt x="3710" y="0"/>
                  <a:pt x="4249" y="0"/>
                </a:cubicBezTo>
                <a:lnTo>
                  <a:pt x="21516" y="0"/>
                </a:lnTo>
                <a:cubicBezTo>
                  <a:pt x="21786" y="0"/>
                  <a:pt x="22044" y="67"/>
                  <a:pt x="22292" y="202"/>
                </a:cubicBezTo>
                <a:cubicBezTo>
                  <a:pt x="22539" y="337"/>
                  <a:pt x="22753" y="585"/>
                  <a:pt x="22932" y="944"/>
                </a:cubicBezTo>
                <a:cubicBezTo>
                  <a:pt x="23112" y="1304"/>
                  <a:pt x="23247" y="1742"/>
                  <a:pt x="23337" y="2260"/>
                </a:cubicBezTo>
                <a:cubicBezTo>
                  <a:pt x="23427" y="2777"/>
                  <a:pt x="23472" y="3417"/>
                  <a:pt x="23472" y="4182"/>
                </a:cubicBezTo>
                <a:cubicBezTo>
                  <a:pt x="23472" y="5621"/>
                  <a:pt x="23303" y="6655"/>
                  <a:pt x="22966" y="7284"/>
                </a:cubicBezTo>
                <a:cubicBezTo>
                  <a:pt x="22629" y="7914"/>
                  <a:pt x="22145" y="8229"/>
                  <a:pt x="21516" y="8229"/>
                </a:cubicBezTo>
                <a:lnTo>
                  <a:pt x="10522" y="8229"/>
                </a:lnTo>
                <a:lnTo>
                  <a:pt x="10522" y="107850"/>
                </a:lnTo>
                <a:lnTo>
                  <a:pt x="21516" y="107850"/>
                </a:lnTo>
                <a:cubicBezTo>
                  <a:pt x="21786" y="107850"/>
                  <a:pt x="22044" y="107917"/>
                  <a:pt x="22292" y="108052"/>
                </a:cubicBezTo>
                <a:cubicBezTo>
                  <a:pt x="22539" y="108187"/>
                  <a:pt x="22753" y="108423"/>
                  <a:pt x="22932" y="108760"/>
                </a:cubicBezTo>
                <a:cubicBezTo>
                  <a:pt x="23112" y="109097"/>
                  <a:pt x="23247" y="109525"/>
                  <a:pt x="23337" y="110042"/>
                </a:cubicBezTo>
                <a:cubicBezTo>
                  <a:pt x="23427" y="110559"/>
                  <a:pt x="23472" y="111200"/>
                  <a:pt x="23472" y="111964"/>
                </a:cubicBezTo>
                <a:close/>
                <a:moveTo>
                  <a:pt x="53874" y="87177"/>
                </a:moveTo>
                <a:cubicBezTo>
                  <a:pt x="53874" y="90337"/>
                  <a:pt x="53346" y="92448"/>
                  <a:pt x="52289" y="93511"/>
                </a:cubicBezTo>
                <a:cubicBezTo>
                  <a:pt x="51232" y="94571"/>
                  <a:pt x="49355" y="95102"/>
                  <a:pt x="46657" y="95102"/>
                </a:cubicBezTo>
                <a:cubicBezTo>
                  <a:pt x="44049" y="95102"/>
                  <a:pt x="42228" y="94583"/>
                  <a:pt x="41194" y="93544"/>
                </a:cubicBezTo>
                <a:cubicBezTo>
                  <a:pt x="40160" y="92506"/>
                  <a:pt x="39642" y="90451"/>
                  <a:pt x="39642" y="87379"/>
                </a:cubicBezTo>
                <a:cubicBezTo>
                  <a:pt x="39642" y="84219"/>
                  <a:pt x="40171" y="82108"/>
                  <a:pt x="41228" y="81047"/>
                </a:cubicBezTo>
                <a:cubicBezTo>
                  <a:pt x="42284" y="79985"/>
                  <a:pt x="44162" y="79454"/>
                  <a:pt x="46859" y="79454"/>
                </a:cubicBezTo>
                <a:cubicBezTo>
                  <a:pt x="49467" y="79454"/>
                  <a:pt x="51289" y="79973"/>
                  <a:pt x="52323" y="81012"/>
                </a:cubicBezTo>
                <a:cubicBezTo>
                  <a:pt x="53357" y="82050"/>
                  <a:pt x="53874" y="84105"/>
                  <a:pt x="53874" y="87177"/>
                </a:cubicBezTo>
                <a:moveTo>
                  <a:pt x="84293" y="87177"/>
                </a:moveTo>
                <a:cubicBezTo>
                  <a:pt x="84293" y="90337"/>
                  <a:pt x="83776" y="92448"/>
                  <a:pt x="82742" y="93511"/>
                </a:cubicBezTo>
                <a:cubicBezTo>
                  <a:pt x="81708" y="94571"/>
                  <a:pt x="79842" y="95102"/>
                  <a:pt x="77144" y="95102"/>
                </a:cubicBezTo>
                <a:cubicBezTo>
                  <a:pt x="74536" y="95102"/>
                  <a:pt x="72715" y="94583"/>
                  <a:pt x="71680" y="93544"/>
                </a:cubicBezTo>
                <a:cubicBezTo>
                  <a:pt x="70646" y="92506"/>
                  <a:pt x="70129" y="90451"/>
                  <a:pt x="70129" y="87379"/>
                </a:cubicBezTo>
                <a:cubicBezTo>
                  <a:pt x="70129" y="84219"/>
                  <a:pt x="70657" y="82108"/>
                  <a:pt x="71714" y="81047"/>
                </a:cubicBezTo>
                <a:cubicBezTo>
                  <a:pt x="72771" y="79985"/>
                  <a:pt x="74626" y="79454"/>
                  <a:pt x="77279" y="79454"/>
                </a:cubicBezTo>
                <a:cubicBezTo>
                  <a:pt x="79932" y="79454"/>
                  <a:pt x="81764" y="79973"/>
                  <a:pt x="82776" y="81012"/>
                </a:cubicBezTo>
                <a:cubicBezTo>
                  <a:pt x="83787" y="82050"/>
                  <a:pt x="84293" y="84105"/>
                  <a:pt x="84293" y="87177"/>
                </a:cubicBezTo>
                <a:moveTo>
                  <a:pt x="114780" y="87177"/>
                </a:moveTo>
                <a:cubicBezTo>
                  <a:pt x="114780" y="90337"/>
                  <a:pt x="114251" y="92448"/>
                  <a:pt x="113195" y="93511"/>
                </a:cubicBezTo>
                <a:cubicBezTo>
                  <a:pt x="112138" y="94571"/>
                  <a:pt x="110261" y="95102"/>
                  <a:pt x="107563" y="95102"/>
                </a:cubicBezTo>
                <a:cubicBezTo>
                  <a:pt x="104955" y="95102"/>
                  <a:pt x="103134" y="94583"/>
                  <a:pt x="102099" y="93544"/>
                </a:cubicBezTo>
                <a:cubicBezTo>
                  <a:pt x="101065" y="92506"/>
                  <a:pt x="100548" y="90451"/>
                  <a:pt x="100548" y="87379"/>
                </a:cubicBezTo>
                <a:cubicBezTo>
                  <a:pt x="100548" y="84219"/>
                  <a:pt x="101077" y="82108"/>
                  <a:pt x="102133" y="81047"/>
                </a:cubicBezTo>
                <a:cubicBezTo>
                  <a:pt x="103190" y="79985"/>
                  <a:pt x="105067" y="79454"/>
                  <a:pt x="107765" y="79454"/>
                </a:cubicBezTo>
                <a:cubicBezTo>
                  <a:pt x="110373" y="79454"/>
                  <a:pt x="112194" y="79973"/>
                  <a:pt x="113228" y="81012"/>
                </a:cubicBezTo>
                <a:cubicBezTo>
                  <a:pt x="114263" y="82050"/>
                  <a:pt x="114780" y="84105"/>
                  <a:pt x="114780" y="87177"/>
                </a:cubicBezTo>
                <a:close/>
                <a:moveTo>
                  <a:pt x="154380" y="111287"/>
                </a:moveTo>
                <a:cubicBezTo>
                  <a:pt x="154380" y="112187"/>
                  <a:pt x="154256" y="112940"/>
                  <a:pt x="154009" y="113547"/>
                </a:cubicBezTo>
                <a:cubicBezTo>
                  <a:pt x="153761" y="114155"/>
                  <a:pt x="153435" y="114639"/>
                  <a:pt x="153031" y="114999"/>
                </a:cubicBezTo>
                <a:cubicBezTo>
                  <a:pt x="152626" y="115359"/>
                  <a:pt x="152165" y="115617"/>
                  <a:pt x="151648" y="115775"/>
                </a:cubicBezTo>
                <a:cubicBezTo>
                  <a:pt x="151131" y="115932"/>
                  <a:pt x="150603" y="116011"/>
                  <a:pt x="150063" y="116011"/>
                </a:cubicBezTo>
                <a:lnTo>
                  <a:pt x="132864" y="116011"/>
                </a:lnTo>
                <a:cubicBezTo>
                  <a:pt x="132234" y="116011"/>
                  <a:pt x="131751" y="115707"/>
                  <a:pt x="131414" y="115100"/>
                </a:cubicBezTo>
                <a:cubicBezTo>
                  <a:pt x="131076" y="114493"/>
                  <a:pt x="130908" y="113448"/>
                  <a:pt x="130908" y="111964"/>
                </a:cubicBezTo>
                <a:cubicBezTo>
                  <a:pt x="130908" y="111200"/>
                  <a:pt x="130942" y="110559"/>
                  <a:pt x="131009" y="110042"/>
                </a:cubicBezTo>
                <a:cubicBezTo>
                  <a:pt x="131076" y="109525"/>
                  <a:pt x="131200" y="109097"/>
                  <a:pt x="131380" y="108760"/>
                </a:cubicBezTo>
                <a:cubicBezTo>
                  <a:pt x="131560" y="108423"/>
                  <a:pt x="131773" y="108187"/>
                  <a:pt x="132021" y="108052"/>
                </a:cubicBezTo>
                <a:cubicBezTo>
                  <a:pt x="132268" y="107917"/>
                  <a:pt x="132549" y="107850"/>
                  <a:pt x="132864" y="107850"/>
                </a:cubicBezTo>
                <a:lnTo>
                  <a:pt x="143858" y="107850"/>
                </a:lnTo>
                <a:lnTo>
                  <a:pt x="143858" y="8229"/>
                </a:lnTo>
                <a:lnTo>
                  <a:pt x="132864" y="8229"/>
                </a:lnTo>
                <a:cubicBezTo>
                  <a:pt x="132234" y="8229"/>
                  <a:pt x="131751" y="7914"/>
                  <a:pt x="131414" y="7284"/>
                </a:cubicBezTo>
                <a:cubicBezTo>
                  <a:pt x="131076" y="6655"/>
                  <a:pt x="130908" y="5621"/>
                  <a:pt x="130908" y="4182"/>
                </a:cubicBezTo>
                <a:cubicBezTo>
                  <a:pt x="130908" y="3417"/>
                  <a:pt x="130942" y="2777"/>
                  <a:pt x="131009" y="2260"/>
                </a:cubicBezTo>
                <a:cubicBezTo>
                  <a:pt x="131076" y="1742"/>
                  <a:pt x="131200" y="1304"/>
                  <a:pt x="131380" y="944"/>
                </a:cubicBezTo>
                <a:cubicBezTo>
                  <a:pt x="131560" y="585"/>
                  <a:pt x="131773" y="337"/>
                  <a:pt x="132021" y="202"/>
                </a:cubicBezTo>
                <a:cubicBezTo>
                  <a:pt x="132268" y="67"/>
                  <a:pt x="132549" y="0"/>
                  <a:pt x="132864" y="0"/>
                </a:cubicBezTo>
                <a:lnTo>
                  <a:pt x="150063" y="0"/>
                </a:lnTo>
                <a:cubicBezTo>
                  <a:pt x="150603" y="0"/>
                  <a:pt x="151131" y="79"/>
                  <a:pt x="151648" y="236"/>
                </a:cubicBezTo>
                <a:cubicBezTo>
                  <a:pt x="152165" y="393"/>
                  <a:pt x="152626" y="663"/>
                  <a:pt x="153031" y="1045"/>
                </a:cubicBezTo>
                <a:cubicBezTo>
                  <a:pt x="153435" y="1428"/>
                  <a:pt x="153761" y="1923"/>
                  <a:pt x="154009" y="2531"/>
                </a:cubicBezTo>
                <a:cubicBezTo>
                  <a:pt x="154256" y="3138"/>
                  <a:pt x="154380" y="3869"/>
                  <a:pt x="154380" y="4723"/>
                </a:cubicBezTo>
                <a:lnTo>
                  <a:pt x="154380" y="1112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09D649-7AAA-4EC7-9A36-7916C50A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6264" y="2213224"/>
            <a:ext cx="758278" cy="126623"/>
          </a:xfrm>
          <a:custGeom xmlns:a="http://schemas.openxmlformats.org/drawingml/2006/main">
            <a:pathLst>
              <a:path w="758278" h="126623">
                <a:moveTo>
                  <a:pt x="38" y="41555"/>
                </a:moveTo>
                <a:lnTo>
                  <a:pt x="0" y="83763"/>
                </a:lnTo>
                <a:lnTo>
                  <a:pt x="631655" y="84394"/>
                </a:lnTo>
                <a:lnTo>
                  <a:pt x="631617" y="126623"/>
                </a:lnTo>
                <a:lnTo>
                  <a:pt x="758278" y="63426"/>
                </a:lnTo>
                <a:lnTo>
                  <a:pt x="631732" y="0"/>
                </a:lnTo>
                <a:lnTo>
                  <a:pt x="631694" y="42186"/>
                </a:lnTo>
                <a:lnTo>
                  <a:pt x="38" y="415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09850-BC8B-4B21-8164-0A7F5A87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8116" y="1534181"/>
            <a:ext cx="436426" cy="805781"/>
          </a:xfrm>
          <a:custGeom xmlns:a="http://schemas.openxmlformats.org/drawingml/2006/main">
            <a:pathLst>
              <a:path w="436426" h="805781">
                <a:moveTo>
                  <a:pt x="309803" y="763573"/>
                </a:moveTo>
                <a:lnTo>
                  <a:pt x="309803" y="805781"/>
                </a:lnTo>
                <a:lnTo>
                  <a:pt x="436426" y="742469"/>
                </a:lnTo>
                <a:lnTo>
                  <a:pt x="309803" y="679158"/>
                </a:lnTo>
                <a:lnTo>
                  <a:pt x="309803" y="721366"/>
                </a:lnTo>
                <a:lnTo>
                  <a:pt x="42208" y="721366"/>
                </a:lnTo>
                <a:lnTo>
                  <a:pt x="42208" y="0"/>
                </a:lnTo>
                <a:lnTo>
                  <a:pt x="0" y="0"/>
                </a:lnTo>
                <a:lnTo>
                  <a:pt x="0" y="763573"/>
                </a:lnTo>
                <a:lnTo>
                  <a:pt x="309803" y="7635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415e70c594784"/>
          <a:stretch xmlns:a="http://schemas.openxmlformats.org/drawingml/2006/main"/>
        </p:blipFill>
        <p:spPr>
          <a:xfrm xmlns:a="http://schemas.openxmlformats.org/drawingml/2006/main">
            <a:off x="4703084" y="2089759"/>
            <a:ext cx="372259" cy="372259"/>
          </a:xfrm>
          <a:prstGeom xmlns:a="http://schemas.openxmlformats.org/drawingml/2006/main" prst="rect">
            <a:avLst/>
          </a:prstGeom>
        </p:spPr>
      </p:pic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CD006-66F7-4A3B-A2E9-C8EF506B5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4107" y="2810998"/>
            <a:ext cx="980750" cy="234828"/>
          </a:xfrm>
          <a:custGeom xmlns:a="http://schemas.openxmlformats.org/drawingml/2006/main">
            <a:pathLst>
              <a:path w="980750" h="234828">
                <a:moveTo>
                  <a:pt x="0" y="39138"/>
                </a:moveTo>
                <a:cubicBezTo>
                  <a:pt x="0" y="17497"/>
                  <a:pt x="17535" y="0"/>
                  <a:pt x="39138" y="0"/>
                </a:cubicBezTo>
                <a:lnTo>
                  <a:pt x="941612" y="0"/>
                </a:lnTo>
                <a:cubicBezTo>
                  <a:pt x="963253" y="0"/>
                  <a:pt x="980750" y="17497"/>
                  <a:pt x="980750" y="39138"/>
                </a:cubicBezTo>
                <a:lnTo>
                  <a:pt x="980750" y="195651"/>
                </a:lnTo>
                <a:cubicBezTo>
                  <a:pt x="980750" y="217292"/>
                  <a:pt x="963253" y="234828"/>
                  <a:pt x="941612" y="234828"/>
                </a:cubicBezTo>
                <a:lnTo>
                  <a:pt x="39138" y="234828"/>
                </a:lnTo>
                <a:cubicBezTo>
                  <a:pt x="17535" y="234828"/>
                  <a:pt x="0" y="217292"/>
                  <a:pt x="0" y="195651"/>
                </a:cubicBezTo>
                <a:lnTo>
                  <a:pt x="0" y="39138"/>
                </a:lnTo>
                <a:close/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UIDetector">
            <a:extLst xmlns:a="http://schemas.openxmlformats.org/drawingml/2006/main">
              <a:ext uri="{FF2B5EF4-FFF2-40B4-BE49-F238E27FC236}">
                <a16:creationId xmlns:a16="http://schemas.microsoft.com/office/drawing/2014/main" id="{01BE359C-4FE7-40BF-9329-5E511518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8292" y="2882923"/>
            <a:ext cx="701713" cy="98825"/>
          </a:xfrm>
          <a:custGeom xmlns:a="http://schemas.openxmlformats.org/drawingml/2006/main">
            <a:pathLst>
              <a:path w="701713" h="98825">
                <a:moveTo>
                  <a:pt x="72996" y="61588"/>
                </a:moveTo>
                <a:cubicBezTo>
                  <a:pt x="72996" y="67482"/>
                  <a:pt x="72135" y="72739"/>
                  <a:pt x="70413" y="77359"/>
                </a:cubicBezTo>
                <a:cubicBezTo>
                  <a:pt x="68691" y="81979"/>
                  <a:pt x="66233" y="85888"/>
                  <a:pt x="63038" y="89085"/>
                </a:cubicBezTo>
                <a:cubicBezTo>
                  <a:pt x="59844" y="92281"/>
                  <a:pt x="55951" y="94703"/>
                  <a:pt x="51359" y="96352"/>
                </a:cubicBezTo>
                <a:cubicBezTo>
                  <a:pt x="46767" y="98001"/>
                  <a:pt x="41551" y="98825"/>
                  <a:pt x="35712" y="98825"/>
                </a:cubicBezTo>
                <a:cubicBezTo>
                  <a:pt x="30371" y="98825"/>
                  <a:pt x="25505" y="98051"/>
                  <a:pt x="21113" y="96502"/>
                </a:cubicBezTo>
                <a:cubicBezTo>
                  <a:pt x="16720" y="94953"/>
                  <a:pt x="12952" y="92668"/>
                  <a:pt x="9808" y="89647"/>
                </a:cubicBezTo>
                <a:cubicBezTo>
                  <a:pt x="6663" y="86626"/>
                  <a:pt x="4242" y="82842"/>
                  <a:pt x="2545" y="78297"/>
                </a:cubicBezTo>
                <a:cubicBezTo>
                  <a:pt x="848" y="73751"/>
                  <a:pt x="0" y="68505"/>
                  <a:pt x="0" y="62561"/>
                </a:cubicBezTo>
                <a:lnTo>
                  <a:pt x="0" y="2398"/>
                </a:lnTo>
                <a:cubicBezTo>
                  <a:pt x="0" y="1999"/>
                  <a:pt x="100" y="1649"/>
                  <a:pt x="299" y="1350"/>
                </a:cubicBezTo>
                <a:cubicBezTo>
                  <a:pt x="499" y="1049"/>
                  <a:pt x="848" y="811"/>
                  <a:pt x="1348" y="636"/>
                </a:cubicBezTo>
                <a:cubicBezTo>
                  <a:pt x="1847" y="462"/>
                  <a:pt x="2496" y="312"/>
                  <a:pt x="3294" y="187"/>
                </a:cubicBezTo>
                <a:cubicBezTo>
                  <a:pt x="4093" y="62"/>
                  <a:pt x="5141" y="0"/>
                  <a:pt x="6439" y="0"/>
                </a:cubicBezTo>
                <a:cubicBezTo>
                  <a:pt x="7636" y="0"/>
                  <a:pt x="8660" y="62"/>
                  <a:pt x="9508" y="187"/>
                </a:cubicBezTo>
                <a:cubicBezTo>
                  <a:pt x="10357" y="312"/>
                  <a:pt x="11018" y="462"/>
                  <a:pt x="11492" y="636"/>
                </a:cubicBezTo>
                <a:cubicBezTo>
                  <a:pt x="11966" y="811"/>
                  <a:pt x="12303" y="1049"/>
                  <a:pt x="12503" y="1350"/>
                </a:cubicBezTo>
                <a:cubicBezTo>
                  <a:pt x="12703" y="1649"/>
                  <a:pt x="12802" y="1999"/>
                  <a:pt x="12802" y="2398"/>
                </a:cubicBezTo>
                <a:lnTo>
                  <a:pt x="12802" y="60994"/>
                </a:lnTo>
                <a:cubicBezTo>
                  <a:pt x="12802" y="65490"/>
                  <a:pt x="13351" y="69412"/>
                  <a:pt x="14449" y="72759"/>
                </a:cubicBezTo>
                <a:cubicBezTo>
                  <a:pt x="15547" y="76105"/>
                  <a:pt x="17132" y="78890"/>
                  <a:pt x="19204" y="81114"/>
                </a:cubicBezTo>
                <a:cubicBezTo>
                  <a:pt x="21275" y="83337"/>
                  <a:pt x="23770" y="85010"/>
                  <a:pt x="26690" y="86135"/>
                </a:cubicBezTo>
                <a:cubicBezTo>
                  <a:pt x="29610" y="87258"/>
                  <a:pt x="32892" y="87820"/>
                  <a:pt x="36535" y="87820"/>
                </a:cubicBezTo>
                <a:cubicBezTo>
                  <a:pt x="40279" y="87820"/>
                  <a:pt x="43610" y="87270"/>
                  <a:pt x="46530" y="86172"/>
                </a:cubicBezTo>
                <a:cubicBezTo>
                  <a:pt x="49450" y="85073"/>
                  <a:pt x="51921" y="83424"/>
                  <a:pt x="53942" y="81227"/>
                </a:cubicBezTo>
                <a:cubicBezTo>
                  <a:pt x="55963" y="79027"/>
                  <a:pt x="57511" y="76305"/>
                  <a:pt x="58584" y="73059"/>
                </a:cubicBezTo>
                <a:cubicBezTo>
                  <a:pt x="59657" y="69812"/>
                  <a:pt x="60193" y="66014"/>
                  <a:pt x="60193" y="61667"/>
                </a:cubicBezTo>
                <a:lnTo>
                  <a:pt x="60193" y="2398"/>
                </a:lnTo>
                <a:cubicBezTo>
                  <a:pt x="60193" y="1999"/>
                  <a:pt x="60293" y="1649"/>
                  <a:pt x="60493" y="1350"/>
                </a:cubicBezTo>
                <a:cubicBezTo>
                  <a:pt x="60693" y="1049"/>
                  <a:pt x="61042" y="811"/>
                  <a:pt x="61541" y="636"/>
                </a:cubicBezTo>
                <a:cubicBezTo>
                  <a:pt x="62040" y="462"/>
                  <a:pt x="62701" y="312"/>
                  <a:pt x="63525" y="187"/>
                </a:cubicBezTo>
                <a:cubicBezTo>
                  <a:pt x="64349" y="62"/>
                  <a:pt x="65384" y="0"/>
                  <a:pt x="66632" y="0"/>
                </a:cubicBezTo>
                <a:cubicBezTo>
                  <a:pt x="67830" y="0"/>
                  <a:pt x="68841" y="62"/>
                  <a:pt x="69664" y="187"/>
                </a:cubicBezTo>
                <a:cubicBezTo>
                  <a:pt x="70488" y="312"/>
                  <a:pt x="71137" y="462"/>
                  <a:pt x="71611" y="636"/>
                </a:cubicBezTo>
                <a:cubicBezTo>
                  <a:pt x="72085" y="811"/>
                  <a:pt x="72434" y="1049"/>
                  <a:pt x="72659" y="1350"/>
                </a:cubicBezTo>
                <a:cubicBezTo>
                  <a:pt x="72883" y="1649"/>
                  <a:pt x="72996" y="1999"/>
                  <a:pt x="72996" y="2398"/>
                </a:cubicBezTo>
                <a:lnTo>
                  <a:pt x="72996" y="61588"/>
                </a:lnTo>
                <a:close/>
                <a:moveTo>
                  <a:pt x="111464" y="95381"/>
                </a:moveTo>
                <a:cubicBezTo>
                  <a:pt x="111464" y="95780"/>
                  <a:pt x="111364" y="96130"/>
                  <a:pt x="111164" y="96429"/>
                </a:cubicBezTo>
                <a:cubicBezTo>
                  <a:pt x="110965" y="96729"/>
                  <a:pt x="110615" y="96966"/>
                  <a:pt x="110116" y="97141"/>
                </a:cubicBezTo>
                <a:cubicBezTo>
                  <a:pt x="109617" y="97315"/>
                  <a:pt x="108956" y="97465"/>
                  <a:pt x="108132" y="97590"/>
                </a:cubicBezTo>
                <a:cubicBezTo>
                  <a:pt x="107309" y="97715"/>
                  <a:pt x="106273" y="97777"/>
                  <a:pt x="105025" y="97777"/>
                </a:cubicBezTo>
                <a:cubicBezTo>
                  <a:pt x="103827" y="97777"/>
                  <a:pt x="102804" y="97715"/>
                  <a:pt x="101956" y="97590"/>
                </a:cubicBezTo>
                <a:cubicBezTo>
                  <a:pt x="101107" y="97465"/>
                  <a:pt x="100433" y="97315"/>
                  <a:pt x="99934" y="97141"/>
                </a:cubicBezTo>
                <a:cubicBezTo>
                  <a:pt x="99435" y="96966"/>
                  <a:pt x="99086" y="96729"/>
                  <a:pt x="98886" y="96429"/>
                </a:cubicBezTo>
                <a:cubicBezTo>
                  <a:pt x="98686" y="96130"/>
                  <a:pt x="98587" y="95780"/>
                  <a:pt x="98587" y="95381"/>
                </a:cubicBezTo>
                <a:lnTo>
                  <a:pt x="98587" y="2396"/>
                </a:lnTo>
                <a:cubicBezTo>
                  <a:pt x="98587" y="1996"/>
                  <a:pt x="98699" y="1647"/>
                  <a:pt x="98924" y="1348"/>
                </a:cubicBezTo>
                <a:cubicBezTo>
                  <a:pt x="99148" y="1048"/>
                  <a:pt x="99522" y="811"/>
                  <a:pt x="100047" y="636"/>
                </a:cubicBezTo>
                <a:cubicBezTo>
                  <a:pt x="100571" y="462"/>
                  <a:pt x="101244" y="312"/>
                  <a:pt x="102068" y="187"/>
                </a:cubicBezTo>
                <a:cubicBezTo>
                  <a:pt x="102892" y="62"/>
                  <a:pt x="103877" y="0"/>
                  <a:pt x="105025" y="0"/>
                </a:cubicBezTo>
                <a:cubicBezTo>
                  <a:pt x="106273" y="0"/>
                  <a:pt x="107309" y="62"/>
                  <a:pt x="108132" y="187"/>
                </a:cubicBezTo>
                <a:cubicBezTo>
                  <a:pt x="108956" y="312"/>
                  <a:pt x="109617" y="462"/>
                  <a:pt x="110116" y="636"/>
                </a:cubicBezTo>
                <a:cubicBezTo>
                  <a:pt x="110615" y="811"/>
                  <a:pt x="110965" y="1048"/>
                  <a:pt x="111164" y="1348"/>
                </a:cubicBezTo>
                <a:cubicBezTo>
                  <a:pt x="111364" y="1647"/>
                  <a:pt x="111464" y="1996"/>
                  <a:pt x="111464" y="2396"/>
                </a:cubicBezTo>
                <a:lnTo>
                  <a:pt x="111464" y="95381"/>
                </a:lnTo>
                <a:close/>
                <a:moveTo>
                  <a:pt x="246371" y="47466"/>
                </a:moveTo>
                <a:cubicBezTo>
                  <a:pt x="246371" y="55851"/>
                  <a:pt x="245298" y="63176"/>
                  <a:pt x="243151" y="69440"/>
                </a:cubicBezTo>
                <a:cubicBezTo>
                  <a:pt x="241005" y="75703"/>
                  <a:pt x="237873" y="80894"/>
                  <a:pt x="233756" y="85012"/>
                </a:cubicBezTo>
                <a:cubicBezTo>
                  <a:pt x="229638" y="89130"/>
                  <a:pt x="224584" y="92212"/>
                  <a:pt x="218595" y="94258"/>
                </a:cubicBezTo>
                <a:cubicBezTo>
                  <a:pt x="212605" y="96305"/>
                  <a:pt x="205468" y="97328"/>
                  <a:pt x="197183" y="97328"/>
                </a:cubicBezTo>
                <a:lnTo>
                  <a:pt x="176669" y="97328"/>
                </a:lnTo>
                <a:cubicBezTo>
                  <a:pt x="175521" y="97328"/>
                  <a:pt x="174436" y="96941"/>
                  <a:pt x="173412" y="96167"/>
                </a:cubicBezTo>
                <a:cubicBezTo>
                  <a:pt x="172389" y="95394"/>
                  <a:pt x="171878" y="94034"/>
                  <a:pt x="171878" y="92087"/>
                </a:cubicBezTo>
                <a:lnTo>
                  <a:pt x="171878" y="5690"/>
                </a:lnTo>
                <a:cubicBezTo>
                  <a:pt x="171878" y="3743"/>
                  <a:pt x="172389" y="2383"/>
                  <a:pt x="173412" y="1610"/>
                </a:cubicBezTo>
                <a:cubicBezTo>
                  <a:pt x="174436" y="836"/>
                  <a:pt x="175521" y="449"/>
                  <a:pt x="176669" y="449"/>
                </a:cubicBezTo>
                <a:lnTo>
                  <a:pt x="198605" y="449"/>
                </a:lnTo>
                <a:cubicBezTo>
                  <a:pt x="206990" y="449"/>
                  <a:pt x="214078" y="1535"/>
                  <a:pt x="219868" y="3706"/>
                </a:cubicBezTo>
                <a:cubicBezTo>
                  <a:pt x="225657" y="5877"/>
                  <a:pt x="230511" y="8997"/>
                  <a:pt x="234429" y="13064"/>
                </a:cubicBezTo>
                <a:cubicBezTo>
                  <a:pt x="238347" y="17132"/>
                  <a:pt x="241317" y="22061"/>
                  <a:pt x="243339" y="27851"/>
                </a:cubicBezTo>
                <a:cubicBezTo>
                  <a:pt x="245360" y="33640"/>
                  <a:pt x="246371" y="40179"/>
                  <a:pt x="246371" y="47466"/>
                </a:cubicBezTo>
                <a:moveTo>
                  <a:pt x="232820" y="47990"/>
                </a:moveTo>
                <a:cubicBezTo>
                  <a:pt x="232820" y="42749"/>
                  <a:pt x="232171" y="37870"/>
                  <a:pt x="230873" y="33353"/>
                </a:cubicBezTo>
                <a:cubicBezTo>
                  <a:pt x="229575" y="28836"/>
                  <a:pt x="227542" y="24931"/>
                  <a:pt x="224771" y="21637"/>
                </a:cubicBezTo>
                <a:cubicBezTo>
                  <a:pt x="222001" y="18343"/>
                  <a:pt x="218495" y="15772"/>
                  <a:pt x="214253" y="13925"/>
                </a:cubicBezTo>
                <a:cubicBezTo>
                  <a:pt x="210010" y="12079"/>
                  <a:pt x="204545" y="11155"/>
                  <a:pt x="197857" y="11155"/>
                </a:cubicBezTo>
                <a:lnTo>
                  <a:pt x="184755" y="11155"/>
                </a:lnTo>
                <a:lnTo>
                  <a:pt x="184755" y="86547"/>
                </a:lnTo>
                <a:lnTo>
                  <a:pt x="198006" y="86547"/>
                </a:lnTo>
                <a:cubicBezTo>
                  <a:pt x="204195" y="86547"/>
                  <a:pt x="209411" y="85773"/>
                  <a:pt x="213654" y="84226"/>
                </a:cubicBezTo>
                <a:cubicBezTo>
                  <a:pt x="217896" y="82679"/>
                  <a:pt x="221440" y="80308"/>
                  <a:pt x="224285" y="77113"/>
                </a:cubicBezTo>
                <a:cubicBezTo>
                  <a:pt x="227130" y="73919"/>
                  <a:pt x="229263" y="69914"/>
                  <a:pt x="230686" y="65097"/>
                </a:cubicBezTo>
                <a:cubicBezTo>
                  <a:pt x="232108" y="60281"/>
                  <a:pt x="232820" y="54578"/>
                  <a:pt x="232820" y="47990"/>
                </a:cubicBezTo>
                <a:close/>
                <a:moveTo>
                  <a:pt x="322250" y="58846"/>
                </a:moveTo>
                <a:cubicBezTo>
                  <a:pt x="322250" y="60792"/>
                  <a:pt x="321764" y="62177"/>
                  <a:pt x="320790" y="63001"/>
                </a:cubicBezTo>
                <a:cubicBezTo>
                  <a:pt x="319817" y="63825"/>
                  <a:pt x="318707" y="64236"/>
                  <a:pt x="317459" y="64236"/>
                </a:cubicBezTo>
                <a:lnTo>
                  <a:pt x="273287" y="64236"/>
                </a:lnTo>
                <a:cubicBezTo>
                  <a:pt x="273287" y="67991"/>
                  <a:pt x="273661" y="71370"/>
                  <a:pt x="274410" y="74374"/>
                </a:cubicBezTo>
                <a:cubicBezTo>
                  <a:pt x="275159" y="77378"/>
                  <a:pt x="276406" y="79956"/>
                  <a:pt x="278153" y="82109"/>
                </a:cubicBezTo>
                <a:cubicBezTo>
                  <a:pt x="279900" y="84261"/>
                  <a:pt x="282171" y="85914"/>
                  <a:pt x="284966" y="87066"/>
                </a:cubicBezTo>
                <a:cubicBezTo>
                  <a:pt x="287761" y="88217"/>
                  <a:pt x="291180" y="88793"/>
                  <a:pt x="295223" y="88793"/>
                </a:cubicBezTo>
                <a:cubicBezTo>
                  <a:pt x="298417" y="88793"/>
                  <a:pt x="301262" y="88531"/>
                  <a:pt x="303758" y="88007"/>
                </a:cubicBezTo>
                <a:cubicBezTo>
                  <a:pt x="306254" y="87483"/>
                  <a:pt x="308412" y="86896"/>
                  <a:pt x="310234" y="86247"/>
                </a:cubicBezTo>
                <a:cubicBezTo>
                  <a:pt x="312056" y="85598"/>
                  <a:pt x="313553" y="85012"/>
                  <a:pt x="314726" y="84488"/>
                </a:cubicBezTo>
                <a:cubicBezTo>
                  <a:pt x="315899" y="83964"/>
                  <a:pt x="316785" y="83702"/>
                  <a:pt x="317384" y="83702"/>
                </a:cubicBezTo>
                <a:cubicBezTo>
                  <a:pt x="317733" y="83702"/>
                  <a:pt x="318045" y="83789"/>
                  <a:pt x="318320" y="83964"/>
                </a:cubicBezTo>
                <a:cubicBezTo>
                  <a:pt x="318594" y="84139"/>
                  <a:pt x="318806" y="84401"/>
                  <a:pt x="318956" y="84750"/>
                </a:cubicBezTo>
                <a:cubicBezTo>
                  <a:pt x="319106" y="85099"/>
                  <a:pt x="319218" y="85586"/>
                  <a:pt x="319293" y="86210"/>
                </a:cubicBezTo>
                <a:cubicBezTo>
                  <a:pt x="319368" y="86834"/>
                  <a:pt x="319405" y="87595"/>
                  <a:pt x="319405" y="88493"/>
                </a:cubicBezTo>
                <a:cubicBezTo>
                  <a:pt x="319405" y="89142"/>
                  <a:pt x="319380" y="89704"/>
                  <a:pt x="319330" y="90178"/>
                </a:cubicBezTo>
                <a:cubicBezTo>
                  <a:pt x="319280" y="90652"/>
                  <a:pt x="319218" y="91076"/>
                  <a:pt x="319143" y="91451"/>
                </a:cubicBezTo>
                <a:cubicBezTo>
                  <a:pt x="319068" y="91825"/>
                  <a:pt x="318944" y="92162"/>
                  <a:pt x="318769" y="92461"/>
                </a:cubicBezTo>
                <a:cubicBezTo>
                  <a:pt x="318594" y="92761"/>
                  <a:pt x="318370" y="93048"/>
                  <a:pt x="318095" y="93322"/>
                </a:cubicBezTo>
                <a:cubicBezTo>
                  <a:pt x="317821" y="93597"/>
                  <a:pt x="317010" y="94046"/>
                  <a:pt x="315662" y="94670"/>
                </a:cubicBezTo>
                <a:cubicBezTo>
                  <a:pt x="314314" y="95294"/>
                  <a:pt x="312567" y="95905"/>
                  <a:pt x="310421" y="96504"/>
                </a:cubicBezTo>
                <a:cubicBezTo>
                  <a:pt x="308275" y="97103"/>
                  <a:pt x="305792" y="97640"/>
                  <a:pt x="302972" y="98114"/>
                </a:cubicBezTo>
                <a:cubicBezTo>
                  <a:pt x="300152" y="98588"/>
                  <a:pt x="297145" y="98825"/>
                  <a:pt x="293950" y="98825"/>
                </a:cubicBezTo>
                <a:cubicBezTo>
                  <a:pt x="288410" y="98825"/>
                  <a:pt x="283556" y="98051"/>
                  <a:pt x="279389" y="96502"/>
                </a:cubicBezTo>
                <a:cubicBezTo>
                  <a:pt x="275221" y="94953"/>
                  <a:pt x="271715" y="92655"/>
                  <a:pt x="268870" y="89607"/>
                </a:cubicBezTo>
                <a:cubicBezTo>
                  <a:pt x="266025" y="86559"/>
                  <a:pt x="263879" y="82737"/>
                  <a:pt x="262431" y="78141"/>
                </a:cubicBezTo>
                <a:cubicBezTo>
                  <a:pt x="260984" y="73544"/>
                  <a:pt x="260260" y="68198"/>
                  <a:pt x="260260" y="62103"/>
                </a:cubicBezTo>
                <a:cubicBezTo>
                  <a:pt x="260260" y="56307"/>
                  <a:pt x="261009" y="51098"/>
                  <a:pt x="262506" y="46476"/>
                </a:cubicBezTo>
                <a:cubicBezTo>
                  <a:pt x="264003" y="41855"/>
                  <a:pt x="266162" y="37933"/>
                  <a:pt x="268982" y="34710"/>
                </a:cubicBezTo>
                <a:cubicBezTo>
                  <a:pt x="271802" y="31488"/>
                  <a:pt x="275209" y="29015"/>
                  <a:pt x="279201" y="27292"/>
                </a:cubicBezTo>
                <a:cubicBezTo>
                  <a:pt x="283194" y="25568"/>
                  <a:pt x="287661" y="24706"/>
                  <a:pt x="292603" y="24706"/>
                </a:cubicBezTo>
                <a:cubicBezTo>
                  <a:pt x="297893" y="24706"/>
                  <a:pt x="302398" y="25555"/>
                  <a:pt x="306116" y="27252"/>
                </a:cubicBezTo>
                <a:cubicBezTo>
                  <a:pt x="309835" y="28949"/>
                  <a:pt x="312892" y="31232"/>
                  <a:pt x="315288" y="34102"/>
                </a:cubicBezTo>
                <a:cubicBezTo>
                  <a:pt x="317683" y="36972"/>
                  <a:pt x="319443" y="40341"/>
                  <a:pt x="320566" y="44209"/>
                </a:cubicBezTo>
                <a:cubicBezTo>
                  <a:pt x="321689" y="48077"/>
                  <a:pt x="322250" y="52208"/>
                  <a:pt x="322250" y="56600"/>
                </a:cubicBezTo>
                <a:lnTo>
                  <a:pt x="322250" y="58846"/>
                </a:lnTo>
                <a:moveTo>
                  <a:pt x="309822" y="55177"/>
                </a:moveTo>
                <a:cubicBezTo>
                  <a:pt x="309972" y="48689"/>
                  <a:pt x="308537" y="43598"/>
                  <a:pt x="305517" y="39904"/>
                </a:cubicBezTo>
                <a:cubicBezTo>
                  <a:pt x="302498" y="36211"/>
                  <a:pt x="298018" y="34364"/>
                  <a:pt x="292079" y="34364"/>
                </a:cubicBezTo>
                <a:cubicBezTo>
                  <a:pt x="289034" y="34364"/>
                  <a:pt x="286364" y="34938"/>
                  <a:pt x="284068" y="36086"/>
                </a:cubicBezTo>
                <a:cubicBezTo>
                  <a:pt x="281772" y="37234"/>
                  <a:pt x="279850" y="38756"/>
                  <a:pt x="278303" y="40653"/>
                </a:cubicBezTo>
                <a:cubicBezTo>
                  <a:pt x="276756" y="42550"/>
                  <a:pt x="275558" y="44758"/>
                  <a:pt x="274709" y="47279"/>
                </a:cubicBezTo>
                <a:cubicBezTo>
                  <a:pt x="273861" y="49799"/>
                  <a:pt x="273387" y="52432"/>
                  <a:pt x="273287" y="55177"/>
                </a:cubicBezTo>
                <a:lnTo>
                  <a:pt x="309822" y="55177"/>
                </a:lnTo>
                <a:close/>
                <a:moveTo>
                  <a:pt x="375381" y="90590"/>
                </a:moveTo>
                <a:cubicBezTo>
                  <a:pt x="375381" y="92037"/>
                  <a:pt x="375281" y="93185"/>
                  <a:pt x="375081" y="94034"/>
                </a:cubicBezTo>
                <a:cubicBezTo>
                  <a:pt x="374882" y="94882"/>
                  <a:pt x="374582" y="95506"/>
                  <a:pt x="374183" y="95905"/>
                </a:cubicBezTo>
                <a:cubicBezTo>
                  <a:pt x="373784" y="96305"/>
                  <a:pt x="373185" y="96679"/>
                  <a:pt x="372386" y="97028"/>
                </a:cubicBezTo>
                <a:cubicBezTo>
                  <a:pt x="371588" y="97378"/>
                  <a:pt x="370677" y="97665"/>
                  <a:pt x="369654" y="97889"/>
                </a:cubicBezTo>
                <a:cubicBezTo>
                  <a:pt x="368630" y="98114"/>
                  <a:pt x="367545" y="98301"/>
                  <a:pt x="366397" y="98451"/>
                </a:cubicBezTo>
                <a:cubicBezTo>
                  <a:pt x="365249" y="98600"/>
                  <a:pt x="364101" y="98675"/>
                  <a:pt x="362953" y="98675"/>
                </a:cubicBezTo>
                <a:cubicBezTo>
                  <a:pt x="359459" y="98675"/>
                  <a:pt x="356464" y="98213"/>
                  <a:pt x="353969" y="97288"/>
                </a:cubicBezTo>
                <a:cubicBezTo>
                  <a:pt x="351473" y="96361"/>
                  <a:pt x="349427" y="94960"/>
                  <a:pt x="347830" y="93084"/>
                </a:cubicBezTo>
                <a:cubicBezTo>
                  <a:pt x="346232" y="91207"/>
                  <a:pt x="345072" y="88831"/>
                  <a:pt x="344348" y="85955"/>
                </a:cubicBezTo>
                <a:cubicBezTo>
                  <a:pt x="343625" y="83079"/>
                  <a:pt x="343263" y="79689"/>
                  <a:pt x="343263" y="75787"/>
                </a:cubicBezTo>
                <a:lnTo>
                  <a:pt x="343263" y="36311"/>
                </a:lnTo>
                <a:lnTo>
                  <a:pt x="333829" y="36311"/>
                </a:lnTo>
                <a:cubicBezTo>
                  <a:pt x="333081" y="36311"/>
                  <a:pt x="332482" y="35911"/>
                  <a:pt x="332033" y="35113"/>
                </a:cubicBezTo>
                <a:cubicBezTo>
                  <a:pt x="331583" y="34314"/>
                  <a:pt x="331359" y="33017"/>
                  <a:pt x="331359" y="31220"/>
                </a:cubicBezTo>
                <a:cubicBezTo>
                  <a:pt x="331359" y="30271"/>
                  <a:pt x="331421" y="29473"/>
                  <a:pt x="331546" y="28824"/>
                </a:cubicBezTo>
                <a:cubicBezTo>
                  <a:pt x="331671" y="28175"/>
                  <a:pt x="331833" y="27639"/>
                  <a:pt x="332033" y="27214"/>
                </a:cubicBezTo>
                <a:cubicBezTo>
                  <a:pt x="332232" y="26790"/>
                  <a:pt x="332494" y="26491"/>
                  <a:pt x="332819" y="26316"/>
                </a:cubicBezTo>
                <a:cubicBezTo>
                  <a:pt x="333143" y="26141"/>
                  <a:pt x="333505" y="26054"/>
                  <a:pt x="333904" y="26054"/>
                </a:cubicBezTo>
                <a:lnTo>
                  <a:pt x="343263" y="26054"/>
                </a:lnTo>
                <a:lnTo>
                  <a:pt x="343263" y="10032"/>
                </a:lnTo>
                <a:cubicBezTo>
                  <a:pt x="343263" y="9683"/>
                  <a:pt x="343350" y="9358"/>
                  <a:pt x="343525" y="9059"/>
                </a:cubicBezTo>
                <a:cubicBezTo>
                  <a:pt x="343699" y="8759"/>
                  <a:pt x="344024" y="8497"/>
                  <a:pt x="344498" y="8273"/>
                </a:cubicBezTo>
                <a:cubicBezTo>
                  <a:pt x="344972" y="8048"/>
                  <a:pt x="345609" y="7886"/>
                  <a:pt x="346407" y="7786"/>
                </a:cubicBezTo>
                <a:cubicBezTo>
                  <a:pt x="347206" y="7686"/>
                  <a:pt x="348204" y="7636"/>
                  <a:pt x="349402" y="7636"/>
                </a:cubicBezTo>
                <a:cubicBezTo>
                  <a:pt x="350650" y="7636"/>
                  <a:pt x="351673" y="7686"/>
                  <a:pt x="352471" y="7786"/>
                </a:cubicBezTo>
                <a:cubicBezTo>
                  <a:pt x="353270" y="7886"/>
                  <a:pt x="353894" y="8048"/>
                  <a:pt x="354343" y="8273"/>
                </a:cubicBezTo>
                <a:cubicBezTo>
                  <a:pt x="354792" y="8497"/>
                  <a:pt x="355117" y="8759"/>
                  <a:pt x="355316" y="9059"/>
                </a:cubicBezTo>
                <a:cubicBezTo>
                  <a:pt x="355516" y="9358"/>
                  <a:pt x="355616" y="9683"/>
                  <a:pt x="355616" y="10032"/>
                </a:cubicBezTo>
                <a:lnTo>
                  <a:pt x="355616" y="26054"/>
                </a:lnTo>
                <a:lnTo>
                  <a:pt x="372910" y="26054"/>
                </a:lnTo>
                <a:cubicBezTo>
                  <a:pt x="373310" y="26054"/>
                  <a:pt x="373659" y="26141"/>
                  <a:pt x="373958" y="26316"/>
                </a:cubicBezTo>
                <a:cubicBezTo>
                  <a:pt x="374258" y="26491"/>
                  <a:pt x="374520" y="26790"/>
                  <a:pt x="374744" y="27214"/>
                </a:cubicBezTo>
                <a:cubicBezTo>
                  <a:pt x="374969" y="27639"/>
                  <a:pt x="375131" y="28175"/>
                  <a:pt x="375231" y="28824"/>
                </a:cubicBezTo>
                <a:cubicBezTo>
                  <a:pt x="375331" y="29473"/>
                  <a:pt x="375381" y="30271"/>
                  <a:pt x="375381" y="31220"/>
                </a:cubicBezTo>
                <a:cubicBezTo>
                  <a:pt x="375381" y="33017"/>
                  <a:pt x="375156" y="34314"/>
                  <a:pt x="374707" y="35113"/>
                </a:cubicBezTo>
                <a:cubicBezTo>
                  <a:pt x="374258" y="35911"/>
                  <a:pt x="373659" y="36311"/>
                  <a:pt x="372910" y="36311"/>
                </a:cubicBezTo>
                <a:lnTo>
                  <a:pt x="355616" y="36311"/>
                </a:lnTo>
                <a:lnTo>
                  <a:pt x="355616" y="74004"/>
                </a:lnTo>
                <a:cubicBezTo>
                  <a:pt x="355616" y="78658"/>
                  <a:pt x="356302" y="82175"/>
                  <a:pt x="357675" y="84553"/>
                </a:cubicBezTo>
                <a:cubicBezTo>
                  <a:pt x="359047" y="86930"/>
                  <a:pt x="361505" y="88119"/>
                  <a:pt x="365049" y="88119"/>
                </a:cubicBezTo>
                <a:cubicBezTo>
                  <a:pt x="366197" y="88119"/>
                  <a:pt x="367220" y="88007"/>
                  <a:pt x="368119" y="87782"/>
                </a:cubicBezTo>
                <a:cubicBezTo>
                  <a:pt x="369017" y="87557"/>
                  <a:pt x="369816" y="87320"/>
                  <a:pt x="370514" y="87071"/>
                </a:cubicBezTo>
                <a:cubicBezTo>
                  <a:pt x="371213" y="86821"/>
                  <a:pt x="371812" y="86584"/>
                  <a:pt x="372311" y="86360"/>
                </a:cubicBezTo>
                <a:cubicBezTo>
                  <a:pt x="372810" y="86135"/>
                  <a:pt x="373260" y="86023"/>
                  <a:pt x="373659" y="86023"/>
                </a:cubicBezTo>
                <a:cubicBezTo>
                  <a:pt x="373908" y="86023"/>
                  <a:pt x="374146" y="86085"/>
                  <a:pt x="374370" y="86210"/>
                </a:cubicBezTo>
                <a:cubicBezTo>
                  <a:pt x="374595" y="86335"/>
                  <a:pt x="374769" y="86572"/>
                  <a:pt x="374894" y="86921"/>
                </a:cubicBezTo>
                <a:cubicBezTo>
                  <a:pt x="375019" y="87270"/>
                  <a:pt x="375131" y="87745"/>
                  <a:pt x="375231" y="88344"/>
                </a:cubicBezTo>
                <a:cubicBezTo>
                  <a:pt x="375331" y="88943"/>
                  <a:pt x="375381" y="89691"/>
                  <a:pt x="375381" y="90590"/>
                </a:cubicBezTo>
                <a:close/>
                <a:moveTo>
                  <a:pt x="447519" y="58846"/>
                </a:moveTo>
                <a:cubicBezTo>
                  <a:pt x="447519" y="60792"/>
                  <a:pt x="447033" y="62177"/>
                  <a:pt x="446059" y="63001"/>
                </a:cubicBezTo>
                <a:cubicBezTo>
                  <a:pt x="445086" y="63825"/>
                  <a:pt x="443976" y="64236"/>
                  <a:pt x="442728" y="64236"/>
                </a:cubicBezTo>
                <a:lnTo>
                  <a:pt x="398556" y="64236"/>
                </a:lnTo>
                <a:cubicBezTo>
                  <a:pt x="398556" y="67991"/>
                  <a:pt x="398930" y="71370"/>
                  <a:pt x="399679" y="74374"/>
                </a:cubicBezTo>
                <a:cubicBezTo>
                  <a:pt x="400428" y="77378"/>
                  <a:pt x="401675" y="79956"/>
                  <a:pt x="403422" y="82109"/>
                </a:cubicBezTo>
                <a:cubicBezTo>
                  <a:pt x="405169" y="84261"/>
                  <a:pt x="407440" y="85914"/>
                  <a:pt x="410235" y="87066"/>
                </a:cubicBezTo>
                <a:cubicBezTo>
                  <a:pt x="413030" y="88217"/>
                  <a:pt x="416449" y="88793"/>
                  <a:pt x="420492" y="88793"/>
                </a:cubicBezTo>
                <a:cubicBezTo>
                  <a:pt x="423687" y="88793"/>
                  <a:pt x="426531" y="88531"/>
                  <a:pt x="429027" y="88007"/>
                </a:cubicBezTo>
                <a:cubicBezTo>
                  <a:pt x="431523" y="87483"/>
                  <a:pt x="433681" y="86896"/>
                  <a:pt x="435503" y="86247"/>
                </a:cubicBezTo>
                <a:cubicBezTo>
                  <a:pt x="437325" y="85598"/>
                  <a:pt x="438822" y="85012"/>
                  <a:pt x="439995" y="84488"/>
                </a:cubicBezTo>
                <a:cubicBezTo>
                  <a:pt x="441168" y="83964"/>
                  <a:pt x="442054" y="83702"/>
                  <a:pt x="442653" y="83702"/>
                </a:cubicBezTo>
                <a:cubicBezTo>
                  <a:pt x="443002" y="83702"/>
                  <a:pt x="443314" y="83789"/>
                  <a:pt x="443589" y="83964"/>
                </a:cubicBezTo>
                <a:cubicBezTo>
                  <a:pt x="443863" y="84139"/>
                  <a:pt x="444075" y="84401"/>
                  <a:pt x="444225" y="84750"/>
                </a:cubicBezTo>
                <a:cubicBezTo>
                  <a:pt x="444375" y="85099"/>
                  <a:pt x="444487" y="85586"/>
                  <a:pt x="444562" y="86210"/>
                </a:cubicBezTo>
                <a:cubicBezTo>
                  <a:pt x="444637" y="86834"/>
                  <a:pt x="444674" y="87595"/>
                  <a:pt x="444674" y="88493"/>
                </a:cubicBezTo>
                <a:cubicBezTo>
                  <a:pt x="444674" y="89142"/>
                  <a:pt x="444649" y="89704"/>
                  <a:pt x="444599" y="90178"/>
                </a:cubicBezTo>
                <a:cubicBezTo>
                  <a:pt x="444550" y="90652"/>
                  <a:pt x="444487" y="91076"/>
                  <a:pt x="444412" y="91451"/>
                </a:cubicBezTo>
                <a:cubicBezTo>
                  <a:pt x="444337" y="91825"/>
                  <a:pt x="444213" y="92162"/>
                  <a:pt x="444038" y="92461"/>
                </a:cubicBezTo>
                <a:cubicBezTo>
                  <a:pt x="443863" y="92761"/>
                  <a:pt x="443639" y="93048"/>
                  <a:pt x="443364" y="93322"/>
                </a:cubicBezTo>
                <a:cubicBezTo>
                  <a:pt x="443090" y="93597"/>
                  <a:pt x="442279" y="94046"/>
                  <a:pt x="440931" y="94670"/>
                </a:cubicBezTo>
                <a:cubicBezTo>
                  <a:pt x="439583" y="95294"/>
                  <a:pt x="437836" y="95905"/>
                  <a:pt x="435690" y="96504"/>
                </a:cubicBezTo>
                <a:cubicBezTo>
                  <a:pt x="433544" y="97103"/>
                  <a:pt x="431061" y="97640"/>
                  <a:pt x="428241" y="98114"/>
                </a:cubicBezTo>
                <a:cubicBezTo>
                  <a:pt x="425421" y="98588"/>
                  <a:pt x="422414" y="98825"/>
                  <a:pt x="419219" y="98825"/>
                </a:cubicBezTo>
                <a:cubicBezTo>
                  <a:pt x="413679" y="98825"/>
                  <a:pt x="408825" y="98051"/>
                  <a:pt x="404658" y="96502"/>
                </a:cubicBezTo>
                <a:cubicBezTo>
                  <a:pt x="400490" y="94953"/>
                  <a:pt x="396984" y="92655"/>
                  <a:pt x="394139" y="89607"/>
                </a:cubicBezTo>
                <a:cubicBezTo>
                  <a:pt x="391294" y="86559"/>
                  <a:pt x="389148" y="82737"/>
                  <a:pt x="387700" y="78141"/>
                </a:cubicBezTo>
                <a:cubicBezTo>
                  <a:pt x="386253" y="73544"/>
                  <a:pt x="385529" y="68198"/>
                  <a:pt x="385529" y="62103"/>
                </a:cubicBezTo>
                <a:cubicBezTo>
                  <a:pt x="385529" y="56307"/>
                  <a:pt x="386278" y="51098"/>
                  <a:pt x="387775" y="46476"/>
                </a:cubicBezTo>
                <a:cubicBezTo>
                  <a:pt x="389272" y="41855"/>
                  <a:pt x="391431" y="37933"/>
                  <a:pt x="394251" y="34710"/>
                </a:cubicBezTo>
                <a:cubicBezTo>
                  <a:pt x="397071" y="31488"/>
                  <a:pt x="400478" y="29015"/>
                  <a:pt x="404471" y="27292"/>
                </a:cubicBezTo>
                <a:cubicBezTo>
                  <a:pt x="408463" y="25568"/>
                  <a:pt x="412931" y="24706"/>
                  <a:pt x="417872" y="24706"/>
                </a:cubicBezTo>
                <a:cubicBezTo>
                  <a:pt x="423162" y="24706"/>
                  <a:pt x="427667" y="25555"/>
                  <a:pt x="431385" y="27252"/>
                </a:cubicBezTo>
                <a:cubicBezTo>
                  <a:pt x="435104" y="28949"/>
                  <a:pt x="438161" y="31232"/>
                  <a:pt x="440557" y="34102"/>
                </a:cubicBezTo>
                <a:cubicBezTo>
                  <a:pt x="442952" y="36972"/>
                  <a:pt x="444712" y="40341"/>
                  <a:pt x="445835" y="44209"/>
                </a:cubicBezTo>
                <a:cubicBezTo>
                  <a:pt x="446958" y="48077"/>
                  <a:pt x="447519" y="52208"/>
                  <a:pt x="447519" y="56600"/>
                </a:cubicBezTo>
                <a:lnTo>
                  <a:pt x="447519" y="58846"/>
                </a:lnTo>
                <a:moveTo>
                  <a:pt x="435091" y="55177"/>
                </a:moveTo>
                <a:cubicBezTo>
                  <a:pt x="435241" y="48689"/>
                  <a:pt x="433806" y="43598"/>
                  <a:pt x="430786" y="39904"/>
                </a:cubicBezTo>
                <a:cubicBezTo>
                  <a:pt x="427767" y="36211"/>
                  <a:pt x="423287" y="34364"/>
                  <a:pt x="417348" y="34364"/>
                </a:cubicBezTo>
                <a:cubicBezTo>
                  <a:pt x="414303" y="34364"/>
                  <a:pt x="411633" y="34938"/>
                  <a:pt x="409337" y="36086"/>
                </a:cubicBezTo>
                <a:cubicBezTo>
                  <a:pt x="407041" y="37234"/>
                  <a:pt x="405119" y="38756"/>
                  <a:pt x="403572" y="40653"/>
                </a:cubicBezTo>
                <a:cubicBezTo>
                  <a:pt x="402025" y="42550"/>
                  <a:pt x="400827" y="44758"/>
                  <a:pt x="399978" y="47279"/>
                </a:cubicBezTo>
                <a:cubicBezTo>
                  <a:pt x="399130" y="49799"/>
                  <a:pt x="398656" y="52432"/>
                  <a:pt x="398556" y="55177"/>
                </a:cubicBezTo>
                <a:lnTo>
                  <a:pt x="435091" y="55177"/>
                </a:lnTo>
                <a:close/>
                <a:moveTo>
                  <a:pt x="514818" y="85274"/>
                </a:moveTo>
                <a:cubicBezTo>
                  <a:pt x="514818" y="86123"/>
                  <a:pt x="514793" y="86859"/>
                  <a:pt x="514743" y="87483"/>
                </a:cubicBezTo>
                <a:cubicBezTo>
                  <a:pt x="514693" y="88107"/>
                  <a:pt x="514606" y="88631"/>
                  <a:pt x="514481" y="89055"/>
                </a:cubicBezTo>
                <a:cubicBezTo>
                  <a:pt x="514356" y="89479"/>
                  <a:pt x="514207" y="89853"/>
                  <a:pt x="514032" y="90178"/>
                </a:cubicBezTo>
                <a:cubicBezTo>
                  <a:pt x="513857" y="90502"/>
                  <a:pt x="513458" y="90976"/>
                  <a:pt x="512834" y="91600"/>
                </a:cubicBezTo>
                <a:cubicBezTo>
                  <a:pt x="512210" y="92224"/>
                  <a:pt x="511150" y="92998"/>
                  <a:pt x="509652" y="93921"/>
                </a:cubicBezTo>
                <a:cubicBezTo>
                  <a:pt x="508155" y="94845"/>
                  <a:pt x="506470" y="95668"/>
                  <a:pt x="504599" y="96392"/>
                </a:cubicBezTo>
                <a:cubicBezTo>
                  <a:pt x="502727" y="97116"/>
                  <a:pt x="500693" y="97702"/>
                  <a:pt x="498497" y="98151"/>
                </a:cubicBezTo>
                <a:cubicBezTo>
                  <a:pt x="496301" y="98600"/>
                  <a:pt x="494030" y="98825"/>
                  <a:pt x="491684" y="98825"/>
                </a:cubicBezTo>
                <a:cubicBezTo>
                  <a:pt x="486843" y="98825"/>
                  <a:pt x="482550" y="98025"/>
                  <a:pt x="478807" y="96425"/>
                </a:cubicBezTo>
                <a:cubicBezTo>
                  <a:pt x="475064" y="94824"/>
                  <a:pt x="471932" y="92486"/>
                  <a:pt x="469411" y="89410"/>
                </a:cubicBezTo>
                <a:cubicBezTo>
                  <a:pt x="466891" y="86335"/>
                  <a:pt x="464969" y="82559"/>
                  <a:pt x="463646" y="78082"/>
                </a:cubicBezTo>
                <a:cubicBezTo>
                  <a:pt x="462324" y="73606"/>
                  <a:pt x="461662" y="68442"/>
                  <a:pt x="461662" y="62592"/>
                </a:cubicBezTo>
                <a:cubicBezTo>
                  <a:pt x="461662" y="55939"/>
                  <a:pt x="462473" y="50225"/>
                  <a:pt x="464095" y="45449"/>
                </a:cubicBezTo>
                <a:cubicBezTo>
                  <a:pt x="465718" y="40673"/>
                  <a:pt x="467939" y="36760"/>
                  <a:pt x="470759" y="33709"/>
                </a:cubicBezTo>
                <a:cubicBezTo>
                  <a:pt x="473579" y="30658"/>
                  <a:pt x="476898" y="28395"/>
                  <a:pt x="480716" y="26920"/>
                </a:cubicBezTo>
                <a:cubicBezTo>
                  <a:pt x="484534" y="25444"/>
                  <a:pt x="488664" y="24706"/>
                  <a:pt x="493107" y="24706"/>
                </a:cubicBezTo>
                <a:cubicBezTo>
                  <a:pt x="495253" y="24706"/>
                  <a:pt x="497337" y="24906"/>
                  <a:pt x="499358" y="25305"/>
                </a:cubicBezTo>
                <a:cubicBezTo>
                  <a:pt x="501379" y="25704"/>
                  <a:pt x="503239" y="26229"/>
                  <a:pt x="504936" y="26877"/>
                </a:cubicBezTo>
                <a:cubicBezTo>
                  <a:pt x="506633" y="27526"/>
                  <a:pt x="508142" y="28275"/>
                  <a:pt x="509465" y="29123"/>
                </a:cubicBezTo>
                <a:cubicBezTo>
                  <a:pt x="510788" y="29972"/>
                  <a:pt x="511749" y="30696"/>
                  <a:pt x="512348" y="31295"/>
                </a:cubicBezTo>
                <a:cubicBezTo>
                  <a:pt x="512946" y="31894"/>
                  <a:pt x="513358" y="32368"/>
                  <a:pt x="513583" y="32717"/>
                </a:cubicBezTo>
                <a:cubicBezTo>
                  <a:pt x="513807" y="33066"/>
                  <a:pt x="513995" y="33478"/>
                  <a:pt x="514144" y="33952"/>
                </a:cubicBezTo>
                <a:cubicBezTo>
                  <a:pt x="514294" y="34427"/>
                  <a:pt x="514394" y="34963"/>
                  <a:pt x="514444" y="35562"/>
                </a:cubicBezTo>
                <a:cubicBezTo>
                  <a:pt x="514494" y="36161"/>
                  <a:pt x="514519" y="36910"/>
                  <a:pt x="514519" y="37808"/>
                </a:cubicBezTo>
                <a:cubicBezTo>
                  <a:pt x="514519" y="39755"/>
                  <a:pt x="514294" y="41115"/>
                  <a:pt x="513845" y="41888"/>
                </a:cubicBezTo>
                <a:cubicBezTo>
                  <a:pt x="513396" y="42662"/>
                  <a:pt x="512847" y="43049"/>
                  <a:pt x="512198" y="43049"/>
                </a:cubicBezTo>
                <a:cubicBezTo>
                  <a:pt x="511449" y="43049"/>
                  <a:pt x="510588" y="42637"/>
                  <a:pt x="509615" y="41813"/>
                </a:cubicBezTo>
                <a:cubicBezTo>
                  <a:pt x="508642" y="40990"/>
                  <a:pt x="507406" y="40079"/>
                  <a:pt x="505909" y="39081"/>
                </a:cubicBezTo>
                <a:cubicBezTo>
                  <a:pt x="504412" y="38083"/>
                  <a:pt x="502602" y="37172"/>
                  <a:pt x="500481" y="36348"/>
                </a:cubicBezTo>
                <a:cubicBezTo>
                  <a:pt x="498360" y="35525"/>
                  <a:pt x="495852" y="35113"/>
                  <a:pt x="492957" y="35113"/>
                </a:cubicBezTo>
                <a:cubicBezTo>
                  <a:pt x="487017" y="35113"/>
                  <a:pt x="482463" y="37403"/>
                  <a:pt x="479294" y="41984"/>
                </a:cubicBezTo>
                <a:cubicBezTo>
                  <a:pt x="476124" y="46564"/>
                  <a:pt x="474539" y="53207"/>
                  <a:pt x="474539" y="61915"/>
                </a:cubicBezTo>
                <a:cubicBezTo>
                  <a:pt x="474539" y="66270"/>
                  <a:pt x="474951" y="70087"/>
                  <a:pt x="475775" y="73365"/>
                </a:cubicBezTo>
                <a:cubicBezTo>
                  <a:pt x="476598" y="76644"/>
                  <a:pt x="477809" y="79384"/>
                  <a:pt x="479406" y="81587"/>
                </a:cubicBezTo>
                <a:cubicBezTo>
                  <a:pt x="481003" y="83789"/>
                  <a:pt x="482962" y="85428"/>
                  <a:pt x="485283" y="86505"/>
                </a:cubicBezTo>
                <a:cubicBezTo>
                  <a:pt x="487604" y="87581"/>
                  <a:pt x="490262" y="88119"/>
                  <a:pt x="493256" y="88119"/>
                </a:cubicBezTo>
                <a:cubicBezTo>
                  <a:pt x="496101" y="88119"/>
                  <a:pt x="498597" y="87670"/>
                  <a:pt x="500743" y="86771"/>
                </a:cubicBezTo>
                <a:cubicBezTo>
                  <a:pt x="502889" y="85873"/>
                  <a:pt x="504749" y="84887"/>
                  <a:pt x="506321" y="83814"/>
                </a:cubicBezTo>
                <a:cubicBezTo>
                  <a:pt x="507893" y="82741"/>
                  <a:pt x="509216" y="81768"/>
                  <a:pt x="510289" y="80894"/>
                </a:cubicBezTo>
                <a:cubicBezTo>
                  <a:pt x="511362" y="80021"/>
                  <a:pt x="512198" y="79584"/>
                  <a:pt x="512797" y="79584"/>
                </a:cubicBezTo>
                <a:cubicBezTo>
                  <a:pt x="513146" y="79584"/>
                  <a:pt x="513446" y="79684"/>
                  <a:pt x="513695" y="79884"/>
                </a:cubicBezTo>
                <a:cubicBezTo>
                  <a:pt x="513945" y="80083"/>
                  <a:pt x="514157" y="80420"/>
                  <a:pt x="514332" y="80894"/>
                </a:cubicBezTo>
                <a:cubicBezTo>
                  <a:pt x="514506" y="81368"/>
                  <a:pt x="514631" y="81967"/>
                  <a:pt x="514706" y="82691"/>
                </a:cubicBezTo>
                <a:cubicBezTo>
                  <a:pt x="514781" y="83415"/>
                  <a:pt x="514818" y="84276"/>
                  <a:pt x="514818" y="85274"/>
                </a:cubicBezTo>
                <a:close/>
                <a:moveTo>
                  <a:pt x="566275" y="90590"/>
                </a:moveTo>
                <a:cubicBezTo>
                  <a:pt x="566275" y="92037"/>
                  <a:pt x="566175" y="93185"/>
                  <a:pt x="565976" y="94034"/>
                </a:cubicBezTo>
                <a:cubicBezTo>
                  <a:pt x="565776" y="94882"/>
                  <a:pt x="565476" y="95506"/>
                  <a:pt x="565077" y="95905"/>
                </a:cubicBezTo>
                <a:cubicBezTo>
                  <a:pt x="564678" y="96305"/>
                  <a:pt x="564079" y="96679"/>
                  <a:pt x="563280" y="97028"/>
                </a:cubicBezTo>
                <a:cubicBezTo>
                  <a:pt x="562482" y="97378"/>
                  <a:pt x="561571" y="97665"/>
                  <a:pt x="560548" y="97889"/>
                </a:cubicBezTo>
                <a:cubicBezTo>
                  <a:pt x="559524" y="98114"/>
                  <a:pt x="558439" y="98301"/>
                  <a:pt x="557291" y="98451"/>
                </a:cubicBezTo>
                <a:cubicBezTo>
                  <a:pt x="556143" y="98600"/>
                  <a:pt x="554995" y="98675"/>
                  <a:pt x="553847" y="98675"/>
                </a:cubicBezTo>
                <a:cubicBezTo>
                  <a:pt x="550353" y="98675"/>
                  <a:pt x="547358" y="98213"/>
                  <a:pt x="544863" y="97288"/>
                </a:cubicBezTo>
                <a:cubicBezTo>
                  <a:pt x="542367" y="96361"/>
                  <a:pt x="540321" y="94960"/>
                  <a:pt x="538724" y="93084"/>
                </a:cubicBezTo>
                <a:cubicBezTo>
                  <a:pt x="537127" y="91207"/>
                  <a:pt x="535966" y="88831"/>
                  <a:pt x="535242" y="85955"/>
                </a:cubicBezTo>
                <a:cubicBezTo>
                  <a:pt x="534519" y="83079"/>
                  <a:pt x="534157" y="79689"/>
                  <a:pt x="534157" y="75787"/>
                </a:cubicBezTo>
                <a:lnTo>
                  <a:pt x="534157" y="36311"/>
                </a:lnTo>
                <a:lnTo>
                  <a:pt x="524724" y="36311"/>
                </a:lnTo>
                <a:cubicBezTo>
                  <a:pt x="523975" y="36311"/>
                  <a:pt x="523376" y="35911"/>
                  <a:pt x="522927" y="35113"/>
                </a:cubicBezTo>
                <a:cubicBezTo>
                  <a:pt x="522478" y="34314"/>
                  <a:pt x="522253" y="33017"/>
                  <a:pt x="522253" y="31220"/>
                </a:cubicBezTo>
                <a:cubicBezTo>
                  <a:pt x="522253" y="30271"/>
                  <a:pt x="522315" y="29473"/>
                  <a:pt x="522440" y="28824"/>
                </a:cubicBezTo>
                <a:cubicBezTo>
                  <a:pt x="522565" y="28175"/>
                  <a:pt x="522727" y="27639"/>
                  <a:pt x="522927" y="27214"/>
                </a:cubicBezTo>
                <a:cubicBezTo>
                  <a:pt x="523126" y="26790"/>
                  <a:pt x="523388" y="26491"/>
                  <a:pt x="523713" y="26316"/>
                </a:cubicBezTo>
                <a:cubicBezTo>
                  <a:pt x="524037" y="26141"/>
                  <a:pt x="524399" y="26054"/>
                  <a:pt x="524798" y="26054"/>
                </a:cubicBezTo>
                <a:lnTo>
                  <a:pt x="534157" y="26054"/>
                </a:lnTo>
                <a:lnTo>
                  <a:pt x="534157" y="10032"/>
                </a:lnTo>
                <a:cubicBezTo>
                  <a:pt x="534157" y="9683"/>
                  <a:pt x="534244" y="9358"/>
                  <a:pt x="534419" y="9059"/>
                </a:cubicBezTo>
                <a:cubicBezTo>
                  <a:pt x="534594" y="8759"/>
                  <a:pt x="534918" y="8497"/>
                  <a:pt x="535392" y="8273"/>
                </a:cubicBezTo>
                <a:cubicBezTo>
                  <a:pt x="535866" y="8048"/>
                  <a:pt x="536503" y="7886"/>
                  <a:pt x="537301" y="7786"/>
                </a:cubicBezTo>
                <a:cubicBezTo>
                  <a:pt x="538100" y="7686"/>
                  <a:pt x="539098" y="7636"/>
                  <a:pt x="540296" y="7636"/>
                </a:cubicBezTo>
                <a:cubicBezTo>
                  <a:pt x="541544" y="7636"/>
                  <a:pt x="542567" y="7686"/>
                  <a:pt x="543366" y="7786"/>
                </a:cubicBezTo>
                <a:cubicBezTo>
                  <a:pt x="544164" y="7886"/>
                  <a:pt x="544788" y="8048"/>
                  <a:pt x="545237" y="8273"/>
                </a:cubicBezTo>
                <a:cubicBezTo>
                  <a:pt x="545686" y="8497"/>
                  <a:pt x="546011" y="8759"/>
                  <a:pt x="546211" y="9059"/>
                </a:cubicBezTo>
                <a:cubicBezTo>
                  <a:pt x="546410" y="9358"/>
                  <a:pt x="546510" y="9683"/>
                  <a:pt x="546510" y="10032"/>
                </a:cubicBezTo>
                <a:lnTo>
                  <a:pt x="546510" y="26054"/>
                </a:lnTo>
                <a:lnTo>
                  <a:pt x="563804" y="26054"/>
                </a:lnTo>
                <a:cubicBezTo>
                  <a:pt x="564204" y="26054"/>
                  <a:pt x="564553" y="26141"/>
                  <a:pt x="564852" y="26316"/>
                </a:cubicBezTo>
                <a:cubicBezTo>
                  <a:pt x="565152" y="26491"/>
                  <a:pt x="565414" y="26790"/>
                  <a:pt x="565639" y="27214"/>
                </a:cubicBezTo>
                <a:cubicBezTo>
                  <a:pt x="565863" y="27639"/>
                  <a:pt x="566025" y="28175"/>
                  <a:pt x="566125" y="28824"/>
                </a:cubicBezTo>
                <a:cubicBezTo>
                  <a:pt x="566225" y="29473"/>
                  <a:pt x="566275" y="30271"/>
                  <a:pt x="566275" y="31220"/>
                </a:cubicBezTo>
                <a:cubicBezTo>
                  <a:pt x="566275" y="33017"/>
                  <a:pt x="566050" y="34314"/>
                  <a:pt x="565601" y="35113"/>
                </a:cubicBezTo>
                <a:cubicBezTo>
                  <a:pt x="565152" y="35911"/>
                  <a:pt x="564553" y="36311"/>
                  <a:pt x="563804" y="36311"/>
                </a:cubicBezTo>
                <a:lnTo>
                  <a:pt x="546510" y="36311"/>
                </a:lnTo>
                <a:lnTo>
                  <a:pt x="546510" y="74004"/>
                </a:lnTo>
                <a:cubicBezTo>
                  <a:pt x="546510" y="78658"/>
                  <a:pt x="547196" y="82175"/>
                  <a:pt x="548569" y="84553"/>
                </a:cubicBezTo>
                <a:cubicBezTo>
                  <a:pt x="549941" y="86930"/>
                  <a:pt x="552400" y="88119"/>
                  <a:pt x="555943" y="88119"/>
                </a:cubicBezTo>
                <a:cubicBezTo>
                  <a:pt x="557091" y="88119"/>
                  <a:pt x="558114" y="88007"/>
                  <a:pt x="559013" y="87782"/>
                </a:cubicBezTo>
                <a:cubicBezTo>
                  <a:pt x="559911" y="87557"/>
                  <a:pt x="560710" y="87320"/>
                  <a:pt x="561409" y="87071"/>
                </a:cubicBezTo>
                <a:cubicBezTo>
                  <a:pt x="562107" y="86821"/>
                  <a:pt x="562706" y="86584"/>
                  <a:pt x="563205" y="86360"/>
                </a:cubicBezTo>
                <a:cubicBezTo>
                  <a:pt x="563705" y="86135"/>
                  <a:pt x="564154" y="86023"/>
                  <a:pt x="564553" y="86023"/>
                </a:cubicBezTo>
                <a:cubicBezTo>
                  <a:pt x="564803" y="86023"/>
                  <a:pt x="565040" y="86085"/>
                  <a:pt x="565264" y="86210"/>
                </a:cubicBezTo>
                <a:cubicBezTo>
                  <a:pt x="565489" y="86335"/>
                  <a:pt x="565664" y="86572"/>
                  <a:pt x="565788" y="86921"/>
                </a:cubicBezTo>
                <a:cubicBezTo>
                  <a:pt x="565913" y="87270"/>
                  <a:pt x="566025" y="87745"/>
                  <a:pt x="566125" y="88344"/>
                </a:cubicBezTo>
                <a:cubicBezTo>
                  <a:pt x="566225" y="88943"/>
                  <a:pt x="566275" y="89691"/>
                  <a:pt x="566275" y="90590"/>
                </a:cubicBezTo>
                <a:close/>
                <a:moveTo>
                  <a:pt x="644193" y="61054"/>
                </a:moveTo>
                <a:cubicBezTo>
                  <a:pt x="644193" y="66549"/>
                  <a:pt x="643469" y="71608"/>
                  <a:pt x="642021" y="76229"/>
                </a:cubicBezTo>
                <a:cubicBezTo>
                  <a:pt x="640574" y="80851"/>
                  <a:pt x="638415" y="84836"/>
                  <a:pt x="635545" y="88185"/>
                </a:cubicBezTo>
                <a:cubicBezTo>
                  <a:pt x="632675" y="91532"/>
                  <a:pt x="629082" y="94142"/>
                  <a:pt x="624764" y="96015"/>
                </a:cubicBezTo>
                <a:cubicBezTo>
                  <a:pt x="620447" y="97888"/>
                  <a:pt x="615443" y="98825"/>
                  <a:pt x="609753" y="98825"/>
                </a:cubicBezTo>
                <a:cubicBezTo>
                  <a:pt x="604213" y="98825"/>
                  <a:pt x="599384" y="98001"/>
                  <a:pt x="595267" y="96352"/>
                </a:cubicBezTo>
                <a:cubicBezTo>
                  <a:pt x="591149" y="94703"/>
                  <a:pt x="587718" y="92305"/>
                  <a:pt x="584972" y="89158"/>
                </a:cubicBezTo>
                <a:cubicBezTo>
                  <a:pt x="582227" y="86010"/>
                  <a:pt x="580181" y="82188"/>
                  <a:pt x="578833" y="77691"/>
                </a:cubicBezTo>
                <a:cubicBezTo>
                  <a:pt x="577486" y="73195"/>
                  <a:pt x="576812" y="68098"/>
                  <a:pt x="576812" y="62402"/>
                </a:cubicBezTo>
                <a:cubicBezTo>
                  <a:pt x="576812" y="56907"/>
                  <a:pt x="577523" y="51849"/>
                  <a:pt x="578946" y="47227"/>
                </a:cubicBezTo>
                <a:cubicBezTo>
                  <a:pt x="580368" y="42606"/>
                  <a:pt x="582514" y="38621"/>
                  <a:pt x="585384" y="35274"/>
                </a:cubicBezTo>
                <a:cubicBezTo>
                  <a:pt x="588254" y="31926"/>
                  <a:pt x="591835" y="29327"/>
                  <a:pt x="596128" y="27479"/>
                </a:cubicBezTo>
                <a:cubicBezTo>
                  <a:pt x="600420" y="25630"/>
                  <a:pt x="605436" y="24706"/>
                  <a:pt x="611176" y="24706"/>
                </a:cubicBezTo>
                <a:cubicBezTo>
                  <a:pt x="616716" y="24706"/>
                  <a:pt x="621545" y="25531"/>
                  <a:pt x="625663" y="27179"/>
                </a:cubicBezTo>
                <a:cubicBezTo>
                  <a:pt x="629781" y="28828"/>
                  <a:pt x="633212" y="31226"/>
                  <a:pt x="635957" y="34374"/>
                </a:cubicBezTo>
                <a:cubicBezTo>
                  <a:pt x="638702" y="37521"/>
                  <a:pt x="640761" y="41343"/>
                  <a:pt x="642134" y="45840"/>
                </a:cubicBezTo>
                <a:cubicBezTo>
                  <a:pt x="643506" y="50337"/>
                  <a:pt x="644193" y="55408"/>
                  <a:pt x="644193" y="61054"/>
                </a:cubicBezTo>
                <a:moveTo>
                  <a:pt x="631166" y="61878"/>
                </a:moveTo>
                <a:cubicBezTo>
                  <a:pt x="631166" y="58230"/>
                  <a:pt x="630829" y="54781"/>
                  <a:pt x="630155" y="51532"/>
                </a:cubicBezTo>
                <a:cubicBezTo>
                  <a:pt x="629481" y="48283"/>
                  <a:pt x="628371" y="45434"/>
                  <a:pt x="626823" y="42986"/>
                </a:cubicBezTo>
                <a:cubicBezTo>
                  <a:pt x="625276" y="40537"/>
                  <a:pt x="623180" y="38600"/>
                  <a:pt x="620534" y="37176"/>
                </a:cubicBezTo>
                <a:cubicBezTo>
                  <a:pt x="617889" y="35751"/>
                  <a:pt x="614595" y="35038"/>
                  <a:pt x="610652" y="35038"/>
                </a:cubicBezTo>
                <a:cubicBezTo>
                  <a:pt x="607008" y="35038"/>
                  <a:pt x="603876" y="35688"/>
                  <a:pt x="601256" y="36987"/>
                </a:cubicBezTo>
                <a:cubicBezTo>
                  <a:pt x="598636" y="38286"/>
                  <a:pt x="596477" y="40123"/>
                  <a:pt x="594780" y="42499"/>
                </a:cubicBezTo>
                <a:cubicBezTo>
                  <a:pt x="593083" y="44873"/>
                  <a:pt x="591823" y="47684"/>
                  <a:pt x="590999" y="50933"/>
                </a:cubicBezTo>
                <a:cubicBezTo>
                  <a:pt x="590176" y="54181"/>
                  <a:pt x="589764" y="57729"/>
                  <a:pt x="589764" y="61578"/>
                </a:cubicBezTo>
                <a:cubicBezTo>
                  <a:pt x="589764" y="65277"/>
                  <a:pt x="590101" y="68750"/>
                  <a:pt x="590775" y="71999"/>
                </a:cubicBezTo>
                <a:cubicBezTo>
                  <a:pt x="591448" y="75248"/>
                  <a:pt x="592571" y="78084"/>
                  <a:pt x="594144" y="80508"/>
                </a:cubicBezTo>
                <a:cubicBezTo>
                  <a:pt x="595716" y="82932"/>
                  <a:pt x="597825" y="84857"/>
                  <a:pt x="600470" y="86282"/>
                </a:cubicBezTo>
                <a:cubicBezTo>
                  <a:pt x="603115" y="87706"/>
                  <a:pt x="606409" y="88418"/>
                  <a:pt x="610352" y="88418"/>
                </a:cubicBezTo>
                <a:cubicBezTo>
                  <a:pt x="613946" y="88418"/>
                  <a:pt x="617066" y="87769"/>
                  <a:pt x="619711" y="86470"/>
                </a:cubicBezTo>
                <a:cubicBezTo>
                  <a:pt x="622356" y="85170"/>
                  <a:pt x="624527" y="83346"/>
                  <a:pt x="626224" y="80997"/>
                </a:cubicBezTo>
                <a:cubicBezTo>
                  <a:pt x="627921" y="78647"/>
                  <a:pt x="629169" y="75848"/>
                  <a:pt x="629968" y="72600"/>
                </a:cubicBezTo>
                <a:cubicBezTo>
                  <a:pt x="630766" y="69351"/>
                  <a:pt x="631166" y="65777"/>
                  <a:pt x="631166" y="61878"/>
                </a:cubicBezTo>
                <a:close/>
                <a:moveTo>
                  <a:pt x="701713" y="32492"/>
                </a:moveTo>
                <a:cubicBezTo>
                  <a:pt x="701713" y="33591"/>
                  <a:pt x="701688" y="34514"/>
                  <a:pt x="701638" y="35263"/>
                </a:cubicBezTo>
                <a:cubicBezTo>
                  <a:pt x="701588" y="36011"/>
                  <a:pt x="701488" y="36598"/>
                  <a:pt x="701339" y="37022"/>
                </a:cubicBezTo>
                <a:cubicBezTo>
                  <a:pt x="701189" y="37446"/>
                  <a:pt x="701002" y="37771"/>
                  <a:pt x="700777" y="37995"/>
                </a:cubicBezTo>
                <a:cubicBezTo>
                  <a:pt x="700552" y="38220"/>
                  <a:pt x="700240" y="38332"/>
                  <a:pt x="699841" y="38332"/>
                </a:cubicBezTo>
                <a:cubicBezTo>
                  <a:pt x="699442" y="38332"/>
                  <a:pt x="698955" y="38220"/>
                  <a:pt x="698381" y="37995"/>
                </a:cubicBezTo>
                <a:cubicBezTo>
                  <a:pt x="697807" y="37771"/>
                  <a:pt x="697158" y="37546"/>
                  <a:pt x="696435" y="37321"/>
                </a:cubicBezTo>
                <a:cubicBezTo>
                  <a:pt x="695711" y="37097"/>
                  <a:pt x="694900" y="36885"/>
                  <a:pt x="694002" y="36685"/>
                </a:cubicBezTo>
                <a:cubicBezTo>
                  <a:pt x="693103" y="36485"/>
                  <a:pt x="692130" y="36386"/>
                  <a:pt x="691082" y="36386"/>
                </a:cubicBezTo>
                <a:cubicBezTo>
                  <a:pt x="689834" y="36386"/>
                  <a:pt x="688611" y="36635"/>
                  <a:pt x="687413" y="37134"/>
                </a:cubicBezTo>
                <a:cubicBezTo>
                  <a:pt x="686215" y="37633"/>
                  <a:pt x="684955" y="38457"/>
                  <a:pt x="683632" y="39605"/>
                </a:cubicBezTo>
                <a:cubicBezTo>
                  <a:pt x="682310" y="40753"/>
                  <a:pt x="680925" y="42275"/>
                  <a:pt x="679477" y="44172"/>
                </a:cubicBezTo>
                <a:cubicBezTo>
                  <a:pt x="678030" y="46068"/>
                  <a:pt x="676433" y="48389"/>
                  <a:pt x="674686" y="51134"/>
                </a:cubicBezTo>
                <a:lnTo>
                  <a:pt x="674686" y="95456"/>
                </a:lnTo>
                <a:cubicBezTo>
                  <a:pt x="674686" y="95855"/>
                  <a:pt x="674586" y="96192"/>
                  <a:pt x="674386" y="96467"/>
                </a:cubicBezTo>
                <a:cubicBezTo>
                  <a:pt x="674187" y="96741"/>
                  <a:pt x="673862" y="96978"/>
                  <a:pt x="673413" y="97178"/>
                </a:cubicBezTo>
                <a:cubicBezTo>
                  <a:pt x="672964" y="97378"/>
                  <a:pt x="672340" y="97527"/>
                  <a:pt x="671541" y="97627"/>
                </a:cubicBezTo>
                <a:cubicBezTo>
                  <a:pt x="670743" y="97727"/>
                  <a:pt x="669719" y="97777"/>
                  <a:pt x="668472" y="97777"/>
                </a:cubicBezTo>
                <a:cubicBezTo>
                  <a:pt x="667274" y="97777"/>
                  <a:pt x="666276" y="97727"/>
                  <a:pt x="665477" y="97627"/>
                </a:cubicBezTo>
                <a:cubicBezTo>
                  <a:pt x="664678" y="97527"/>
                  <a:pt x="664042" y="97378"/>
                  <a:pt x="663568" y="97178"/>
                </a:cubicBezTo>
                <a:cubicBezTo>
                  <a:pt x="663094" y="96978"/>
                  <a:pt x="662769" y="96741"/>
                  <a:pt x="662595" y="96467"/>
                </a:cubicBezTo>
                <a:cubicBezTo>
                  <a:pt x="662420" y="96192"/>
                  <a:pt x="662333" y="95855"/>
                  <a:pt x="662333" y="95456"/>
                </a:cubicBezTo>
                <a:lnTo>
                  <a:pt x="662333" y="28075"/>
                </a:lnTo>
                <a:cubicBezTo>
                  <a:pt x="662333" y="27676"/>
                  <a:pt x="662407" y="27339"/>
                  <a:pt x="662557" y="27065"/>
                </a:cubicBezTo>
                <a:cubicBezTo>
                  <a:pt x="662707" y="26790"/>
                  <a:pt x="663006" y="26541"/>
                  <a:pt x="663456" y="26316"/>
                </a:cubicBezTo>
                <a:cubicBezTo>
                  <a:pt x="663905" y="26091"/>
                  <a:pt x="664479" y="25942"/>
                  <a:pt x="665178" y="25867"/>
                </a:cubicBezTo>
                <a:cubicBezTo>
                  <a:pt x="665876" y="25792"/>
                  <a:pt x="666800" y="25754"/>
                  <a:pt x="667948" y="25754"/>
                </a:cubicBezTo>
                <a:cubicBezTo>
                  <a:pt x="669046" y="25754"/>
                  <a:pt x="669957" y="25792"/>
                  <a:pt x="670680" y="25867"/>
                </a:cubicBezTo>
                <a:cubicBezTo>
                  <a:pt x="671404" y="25942"/>
                  <a:pt x="671966" y="26091"/>
                  <a:pt x="672365" y="26316"/>
                </a:cubicBezTo>
                <a:cubicBezTo>
                  <a:pt x="672764" y="26541"/>
                  <a:pt x="673051" y="26790"/>
                  <a:pt x="673226" y="27065"/>
                </a:cubicBezTo>
                <a:cubicBezTo>
                  <a:pt x="673400" y="27339"/>
                  <a:pt x="673488" y="27676"/>
                  <a:pt x="673488" y="28075"/>
                </a:cubicBezTo>
                <a:lnTo>
                  <a:pt x="673488" y="37883"/>
                </a:lnTo>
                <a:cubicBezTo>
                  <a:pt x="675335" y="35188"/>
                  <a:pt x="677069" y="32992"/>
                  <a:pt x="678691" y="31295"/>
                </a:cubicBezTo>
                <a:cubicBezTo>
                  <a:pt x="680313" y="29598"/>
                  <a:pt x="681848" y="28262"/>
                  <a:pt x="683295" y="27289"/>
                </a:cubicBezTo>
                <a:cubicBezTo>
                  <a:pt x="684743" y="26316"/>
                  <a:pt x="686178" y="25642"/>
                  <a:pt x="687600" y="25268"/>
                </a:cubicBezTo>
                <a:cubicBezTo>
                  <a:pt x="689023" y="24893"/>
                  <a:pt x="690458" y="24706"/>
                  <a:pt x="691905" y="24706"/>
                </a:cubicBezTo>
                <a:cubicBezTo>
                  <a:pt x="692554" y="24706"/>
                  <a:pt x="693290" y="24744"/>
                  <a:pt x="694114" y="24819"/>
                </a:cubicBezTo>
                <a:cubicBezTo>
                  <a:pt x="694937" y="24893"/>
                  <a:pt x="695798" y="25031"/>
                  <a:pt x="696697" y="25230"/>
                </a:cubicBezTo>
                <a:cubicBezTo>
                  <a:pt x="697595" y="25430"/>
                  <a:pt x="698406" y="25655"/>
                  <a:pt x="699130" y="25904"/>
                </a:cubicBezTo>
                <a:cubicBezTo>
                  <a:pt x="699854" y="26154"/>
                  <a:pt x="700365" y="26403"/>
                  <a:pt x="700665" y="26653"/>
                </a:cubicBezTo>
                <a:cubicBezTo>
                  <a:pt x="700964" y="26902"/>
                  <a:pt x="701164" y="27139"/>
                  <a:pt x="701264" y="27364"/>
                </a:cubicBezTo>
                <a:cubicBezTo>
                  <a:pt x="701363" y="27589"/>
                  <a:pt x="701451" y="27876"/>
                  <a:pt x="701526" y="28225"/>
                </a:cubicBezTo>
                <a:cubicBezTo>
                  <a:pt x="701601" y="28574"/>
                  <a:pt x="701650" y="29086"/>
                  <a:pt x="701675" y="29760"/>
                </a:cubicBezTo>
                <a:cubicBezTo>
                  <a:pt x="701700" y="30434"/>
                  <a:pt x="701713" y="31345"/>
                  <a:pt x="701713" y="3249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9D1B55-046C-435C-B6F5-7892E8F0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2189" y="226322"/>
            <a:ext cx="980443" cy="235633"/>
          </a:xfrm>
          <a:custGeom xmlns:a="http://schemas.openxmlformats.org/drawingml/2006/main">
            <a:pathLst>
              <a:path w="980443" h="235633">
                <a:moveTo>
                  <a:pt x="0" y="39291"/>
                </a:moveTo>
                <a:cubicBezTo>
                  <a:pt x="0" y="17574"/>
                  <a:pt x="17612" y="0"/>
                  <a:pt x="39291" y="0"/>
                </a:cubicBezTo>
                <a:lnTo>
                  <a:pt x="941190" y="0"/>
                </a:lnTo>
                <a:cubicBezTo>
                  <a:pt x="962870" y="0"/>
                  <a:pt x="980443" y="17574"/>
                  <a:pt x="980443" y="39291"/>
                </a:cubicBezTo>
                <a:lnTo>
                  <a:pt x="980443" y="196380"/>
                </a:lnTo>
                <a:cubicBezTo>
                  <a:pt x="980443" y="218060"/>
                  <a:pt x="962870" y="235633"/>
                  <a:pt x="941190" y="235633"/>
                </a:cubicBezTo>
                <a:lnTo>
                  <a:pt x="39291" y="235633"/>
                </a:lnTo>
                <a:cubicBezTo>
                  <a:pt x="17612" y="235633"/>
                  <a:pt x="0" y="218060"/>
                  <a:pt x="0" y="196380"/>
                </a:cubicBezTo>
                <a:lnTo>
                  <a:pt x="0" y="39291"/>
                </a:lnTo>
                <a:close/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TextExtractor">
            <a:extLst xmlns:a="http://schemas.openxmlformats.org/drawingml/2006/main">
              <a:ext uri="{FF2B5EF4-FFF2-40B4-BE49-F238E27FC236}">
                <a16:creationId xmlns:a16="http://schemas.microsoft.com/office/drawing/2014/main" id="{511537F7-0D7A-4405-9FE9-899C42D0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8950" y="303500"/>
            <a:ext cx="765016" cy="88627"/>
          </a:xfrm>
          <a:custGeom xmlns:a="http://schemas.openxmlformats.org/drawingml/2006/main">
            <a:pathLst>
              <a:path w="765016" h="88627">
                <a:moveTo>
                  <a:pt x="65290" y="4991"/>
                </a:moveTo>
                <a:cubicBezTo>
                  <a:pt x="65290" y="5846"/>
                  <a:pt x="65245" y="6587"/>
                  <a:pt x="65155" y="7217"/>
                </a:cubicBezTo>
                <a:cubicBezTo>
                  <a:pt x="65065" y="7846"/>
                  <a:pt x="64919" y="8352"/>
                  <a:pt x="64717" y="8735"/>
                </a:cubicBezTo>
                <a:cubicBezTo>
                  <a:pt x="64514" y="9117"/>
                  <a:pt x="64267" y="9398"/>
                  <a:pt x="63975" y="9578"/>
                </a:cubicBezTo>
                <a:cubicBezTo>
                  <a:pt x="63682" y="9757"/>
                  <a:pt x="63356" y="9847"/>
                  <a:pt x="62997" y="9847"/>
                </a:cubicBezTo>
                <a:lnTo>
                  <a:pt x="38445" y="9847"/>
                </a:lnTo>
                <a:lnTo>
                  <a:pt x="38445" y="85524"/>
                </a:lnTo>
                <a:cubicBezTo>
                  <a:pt x="38445" y="85884"/>
                  <a:pt x="38356" y="86199"/>
                  <a:pt x="38176" y="86469"/>
                </a:cubicBezTo>
                <a:cubicBezTo>
                  <a:pt x="37996" y="86738"/>
                  <a:pt x="37681" y="86952"/>
                  <a:pt x="37231" y="87109"/>
                </a:cubicBezTo>
                <a:cubicBezTo>
                  <a:pt x="36782" y="87267"/>
                  <a:pt x="36186" y="87402"/>
                  <a:pt x="35444" y="87514"/>
                </a:cubicBezTo>
                <a:cubicBezTo>
                  <a:pt x="34702" y="87626"/>
                  <a:pt x="33769" y="87683"/>
                  <a:pt x="32645" y="87683"/>
                </a:cubicBezTo>
                <a:cubicBezTo>
                  <a:pt x="31566" y="87683"/>
                  <a:pt x="30644" y="87626"/>
                  <a:pt x="29880" y="87514"/>
                </a:cubicBezTo>
                <a:cubicBezTo>
                  <a:pt x="29115" y="87402"/>
                  <a:pt x="28508" y="87267"/>
                  <a:pt x="28058" y="87109"/>
                </a:cubicBezTo>
                <a:cubicBezTo>
                  <a:pt x="27609" y="86952"/>
                  <a:pt x="27294" y="86738"/>
                  <a:pt x="27114" y="86469"/>
                </a:cubicBezTo>
                <a:cubicBezTo>
                  <a:pt x="26934" y="86199"/>
                  <a:pt x="26844" y="85884"/>
                  <a:pt x="26844" y="85524"/>
                </a:cubicBezTo>
                <a:lnTo>
                  <a:pt x="26844" y="9847"/>
                </a:lnTo>
                <a:lnTo>
                  <a:pt x="2293" y="9847"/>
                </a:lnTo>
                <a:cubicBezTo>
                  <a:pt x="1934" y="9847"/>
                  <a:pt x="1608" y="9757"/>
                  <a:pt x="1315" y="9578"/>
                </a:cubicBezTo>
                <a:cubicBezTo>
                  <a:pt x="1023" y="9398"/>
                  <a:pt x="787" y="9117"/>
                  <a:pt x="607" y="8735"/>
                </a:cubicBezTo>
                <a:cubicBezTo>
                  <a:pt x="427" y="8352"/>
                  <a:pt x="281" y="7846"/>
                  <a:pt x="169" y="7217"/>
                </a:cubicBezTo>
                <a:cubicBezTo>
                  <a:pt x="56" y="6587"/>
                  <a:pt x="0" y="5846"/>
                  <a:pt x="0" y="4991"/>
                </a:cubicBezTo>
                <a:cubicBezTo>
                  <a:pt x="0" y="4137"/>
                  <a:pt x="56" y="3384"/>
                  <a:pt x="169" y="2732"/>
                </a:cubicBezTo>
                <a:cubicBezTo>
                  <a:pt x="281" y="2080"/>
                  <a:pt x="427" y="1551"/>
                  <a:pt x="607" y="1147"/>
                </a:cubicBezTo>
                <a:cubicBezTo>
                  <a:pt x="787" y="742"/>
                  <a:pt x="1023" y="450"/>
                  <a:pt x="1315" y="270"/>
                </a:cubicBezTo>
                <a:cubicBezTo>
                  <a:pt x="1608" y="90"/>
                  <a:pt x="1934" y="0"/>
                  <a:pt x="2293" y="0"/>
                </a:cubicBezTo>
                <a:lnTo>
                  <a:pt x="62997" y="0"/>
                </a:lnTo>
                <a:cubicBezTo>
                  <a:pt x="63356" y="0"/>
                  <a:pt x="63682" y="90"/>
                  <a:pt x="63975" y="270"/>
                </a:cubicBezTo>
                <a:cubicBezTo>
                  <a:pt x="64267" y="450"/>
                  <a:pt x="64514" y="742"/>
                  <a:pt x="64717" y="1147"/>
                </a:cubicBezTo>
                <a:cubicBezTo>
                  <a:pt x="64919" y="1551"/>
                  <a:pt x="65065" y="2080"/>
                  <a:pt x="65155" y="2732"/>
                </a:cubicBezTo>
                <a:cubicBezTo>
                  <a:pt x="65245" y="3384"/>
                  <a:pt x="65290" y="4137"/>
                  <a:pt x="65290" y="4991"/>
                </a:cubicBezTo>
                <a:close/>
                <a:moveTo>
                  <a:pt x="115947" y="52610"/>
                </a:moveTo>
                <a:cubicBezTo>
                  <a:pt x="115947" y="54363"/>
                  <a:pt x="115509" y="55611"/>
                  <a:pt x="114632" y="56353"/>
                </a:cubicBezTo>
                <a:cubicBezTo>
                  <a:pt x="113755" y="57095"/>
                  <a:pt x="112755" y="57466"/>
                  <a:pt x="111631" y="57466"/>
                </a:cubicBezTo>
                <a:lnTo>
                  <a:pt x="71836" y="57466"/>
                </a:lnTo>
                <a:cubicBezTo>
                  <a:pt x="71836" y="60848"/>
                  <a:pt x="72173" y="63892"/>
                  <a:pt x="72848" y="66599"/>
                </a:cubicBezTo>
                <a:cubicBezTo>
                  <a:pt x="73522" y="69305"/>
                  <a:pt x="74646" y="71628"/>
                  <a:pt x="76220" y="73567"/>
                </a:cubicBezTo>
                <a:cubicBezTo>
                  <a:pt x="77794" y="75506"/>
                  <a:pt x="79840" y="76995"/>
                  <a:pt x="82358" y="78033"/>
                </a:cubicBezTo>
                <a:cubicBezTo>
                  <a:pt x="84876" y="79070"/>
                  <a:pt x="87956" y="79589"/>
                  <a:pt x="91598" y="79589"/>
                </a:cubicBezTo>
                <a:cubicBezTo>
                  <a:pt x="94476" y="79589"/>
                  <a:pt x="97039" y="79353"/>
                  <a:pt x="99288" y="78881"/>
                </a:cubicBezTo>
                <a:cubicBezTo>
                  <a:pt x="101536" y="78408"/>
                  <a:pt x="103481" y="77880"/>
                  <a:pt x="105122" y="77296"/>
                </a:cubicBezTo>
                <a:cubicBezTo>
                  <a:pt x="106763" y="76711"/>
                  <a:pt x="108112" y="76183"/>
                  <a:pt x="109169" y="75711"/>
                </a:cubicBezTo>
                <a:cubicBezTo>
                  <a:pt x="110225" y="75238"/>
                  <a:pt x="111024" y="75002"/>
                  <a:pt x="111563" y="75002"/>
                </a:cubicBezTo>
                <a:cubicBezTo>
                  <a:pt x="111878" y="75002"/>
                  <a:pt x="112159" y="75081"/>
                  <a:pt x="112406" y="75238"/>
                </a:cubicBezTo>
                <a:cubicBezTo>
                  <a:pt x="112654" y="75396"/>
                  <a:pt x="112845" y="75632"/>
                  <a:pt x="112980" y="75947"/>
                </a:cubicBezTo>
                <a:cubicBezTo>
                  <a:pt x="113114" y="76261"/>
                  <a:pt x="113216" y="76700"/>
                  <a:pt x="113283" y="77262"/>
                </a:cubicBezTo>
                <a:cubicBezTo>
                  <a:pt x="113350" y="77824"/>
                  <a:pt x="113384" y="78510"/>
                  <a:pt x="113384" y="79319"/>
                </a:cubicBezTo>
                <a:cubicBezTo>
                  <a:pt x="113384" y="79904"/>
                  <a:pt x="113362" y="80409"/>
                  <a:pt x="113317" y="80837"/>
                </a:cubicBezTo>
                <a:cubicBezTo>
                  <a:pt x="113272" y="81264"/>
                  <a:pt x="113216" y="81646"/>
                  <a:pt x="113148" y="81983"/>
                </a:cubicBezTo>
                <a:cubicBezTo>
                  <a:pt x="113081" y="82320"/>
                  <a:pt x="112968" y="82624"/>
                  <a:pt x="112811" y="82894"/>
                </a:cubicBezTo>
                <a:cubicBezTo>
                  <a:pt x="112654" y="83164"/>
                  <a:pt x="112451" y="83422"/>
                  <a:pt x="112204" y="83669"/>
                </a:cubicBezTo>
                <a:cubicBezTo>
                  <a:pt x="111957" y="83917"/>
                  <a:pt x="111226" y="84321"/>
                  <a:pt x="110012" y="84884"/>
                </a:cubicBezTo>
                <a:cubicBezTo>
                  <a:pt x="108798" y="85446"/>
                  <a:pt x="107224" y="85996"/>
                  <a:pt x="105290" y="86536"/>
                </a:cubicBezTo>
                <a:cubicBezTo>
                  <a:pt x="103357" y="87076"/>
                  <a:pt x="101120" y="87559"/>
                  <a:pt x="98579" y="87986"/>
                </a:cubicBezTo>
                <a:cubicBezTo>
                  <a:pt x="96039" y="88413"/>
                  <a:pt x="93330" y="88627"/>
                  <a:pt x="90452" y="88627"/>
                </a:cubicBezTo>
                <a:cubicBezTo>
                  <a:pt x="85461" y="88627"/>
                  <a:pt x="81088" y="87929"/>
                  <a:pt x="77333" y="86534"/>
                </a:cubicBezTo>
                <a:cubicBezTo>
                  <a:pt x="73579" y="85139"/>
                  <a:pt x="70420" y="83068"/>
                  <a:pt x="67857" y="80322"/>
                </a:cubicBezTo>
                <a:cubicBezTo>
                  <a:pt x="65294" y="77577"/>
                  <a:pt x="63360" y="74133"/>
                  <a:pt x="62056" y="69992"/>
                </a:cubicBezTo>
                <a:cubicBezTo>
                  <a:pt x="60752" y="65851"/>
                  <a:pt x="60100" y="61035"/>
                  <a:pt x="60100" y="55544"/>
                </a:cubicBezTo>
                <a:cubicBezTo>
                  <a:pt x="60100" y="50322"/>
                  <a:pt x="60775" y="45629"/>
                  <a:pt x="62124" y="41466"/>
                </a:cubicBezTo>
                <a:cubicBezTo>
                  <a:pt x="63473" y="37302"/>
                  <a:pt x="65417" y="33769"/>
                  <a:pt x="67958" y="30866"/>
                </a:cubicBezTo>
                <a:cubicBezTo>
                  <a:pt x="70498" y="27963"/>
                  <a:pt x="73567" y="25735"/>
                  <a:pt x="77165" y="24182"/>
                </a:cubicBezTo>
                <a:cubicBezTo>
                  <a:pt x="80762" y="22630"/>
                  <a:pt x="84786" y="21853"/>
                  <a:pt x="89238" y="21853"/>
                </a:cubicBezTo>
                <a:cubicBezTo>
                  <a:pt x="94004" y="21853"/>
                  <a:pt x="98062" y="22618"/>
                  <a:pt x="101412" y="24146"/>
                </a:cubicBezTo>
                <a:cubicBezTo>
                  <a:pt x="104762" y="25675"/>
                  <a:pt x="107516" y="27732"/>
                  <a:pt x="109675" y="30318"/>
                </a:cubicBezTo>
                <a:cubicBezTo>
                  <a:pt x="111833" y="32903"/>
                  <a:pt x="113418" y="35939"/>
                  <a:pt x="114430" y="39423"/>
                </a:cubicBezTo>
                <a:cubicBezTo>
                  <a:pt x="115441" y="42908"/>
                  <a:pt x="115947" y="46629"/>
                  <a:pt x="115947" y="50586"/>
                </a:cubicBezTo>
                <a:lnTo>
                  <a:pt x="115947" y="52610"/>
                </a:lnTo>
                <a:moveTo>
                  <a:pt x="104751" y="49305"/>
                </a:moveTo>
                <a:cubicBezTo>
                  <a:pt x="104886" y="43459"/>
                  <a:pt x="103593" y="38873"/>
                  <a:pt x="100873" y="35545"/>
                </a:cubicBezTo>
                <a:cubicBezTo>
                  <a:pt x="98152" y="32218"/>
                  <a:pt x="94117" y="30554"/>
                  <a:pt x="88766" y="30554"/>
                </a:cubicBezTo>
                <a:cubicBezTo>
                  <a:pt x="86023" y="30554"/>
                  <a:pt x="83617" y="31071"/>
                  <a:pt x="81549" y="32105"/>
                </a:cubicBezTo>
                <a:cubicBezTo>
                  <a:pt x="79480" y="33140"/>
                  <a:pt x="77749" y="34511"/>
                  <a:pt x="76355" y="36220"/>
                </a:cubicBezTo>
                <a:cubicBezTo>
                  <a:pt x="74961" y="37928"/>
                  <a:pt x="73882" y="39918"/>
                  <a:pt x="73118" y="42189"/>
                </a:cubicBezTo>
                <a:cubicBezTo>
                  <a:pt x="72353" y="44460"/>
                  <a:pt x="71926" y="46832"/>
                  <a:pt x="71836" y="49305"/>
                </a:cubicBezTo>
                <a:lnTo>
                  <a:pt x="104751" y="49305"/>
                </a:lnTo>
                <a:close/>
                <a:moveTo>
                  <a:pt x="176451" y="84310"/>
                </a:moveTo>
                <a:cubicBezTo>
                  <a:pt x="176811" y="84940"/>
                  <a:pt x="176991" y="85468"/>
                  <a:pt x="176991" y="85895"/>
                </a:cubicBezTo>
                <a:cubicBezTo>
                  <a:pt x="176991" y="86322"/>
                  <a:pt x="176777" y="86671"/>
                  <a:pt x="176350" y="86941"/>
                </a:cubicBezTo>
                <a:cubicBezTo>
                  <a:pt x="175923" y="87210"/>
                  <a:pt x="175271" y="87402"/>
                  <a:pt x="174394" y="87514"/>
                </a:cubicBezTo>
                <a:cubicBezTo>
                  <a:pt x="173517" y="87626"/>
                  <a:pt x="172382" y="87683"/>
                  <a:pt x="170988" y="87683"/>
                </a:cubicBezTo>
                <a:cubicBezTo>
                  <a:pt x="169639" y="87683"/>
                  <a:pt x="168571" y="87649"/>
                  <a:pt x="167784" y="87581"/>
                </a:cubicBezTo>
                <a:cubicBezTo>
                  <a:pt x="166997" y="87514"/>
                  <a:pt x="166367" y="87402"/>
                  <a:pt x="165895" y="87244"/>
                </a:cubicBezTo>
                <a:cubicBezTo>
                  <a:pt x="165423" y="87087"/>
                  <a:pt x="165063" y="86884"/>
                  <a:pt x="164816" y="86637"/>
                </a:cubicBezTo>
                <a:cubicBezTo>
                  <a:pt x="164569" y="86390"/>
                  <a:pt x="164355" y="86109"/>
                  <a:pt x="164175" y="85794"/>
                </a:cubicBezTo>
                <a:lnTo>
                  <a:pt x="149607" y="61715"/>
                </a:lnTo>
                <a:lnTo>
                  <a:pt x="135105" y="85794"/>
                </a:lnTo>
                <a:cubicBezTo>
                  <a:pt x="134925" y="86109"/>
                  <a:pt x="134712" y="86390"/>
                  <a:pt x="134464" y="86637"/>
                </a:cubicBezTo>
                <a:cubicBezTo>
                  <a:pt x="134217" y="86884"/>
                  <a:pt x="133857" y="87087"/>
                  <a:pt x="133385" y="87244"/>
                </a:cubicBezTo>
                <a:cubicBezTo>
                  <a:pt x="132913" y="87402"/>
                  <a:pt x="132295" y="87514"/>
                  <a:pt x="131531" y="87581"/>
                </a:cubicBezTo>
                <a:cubicBezTo>
                  <a:pt x="130766" y="87649"/>
                  <a:pt x="129754" y="87683"/>
                  <a:pt x="128495" y="87683"/>
                </a:cubicBezTo>
                <a:cubicBezTo>
                  <a:pt x="127191" y="87683"/>
                  <a:pt x="126123" y="87626"/>
                  <a:pt x="125292" y="87514"/>
                </a:cubicBezTo>
                <a:cubicBezTo>
                  <a:pt x="124460" y="87402"/>
                  <a:pt x="123853" y="87210"/>
                  <a:pt x="123470" y="86941"/>
                </a:cubicBezTo>
                <a:cubicBezTo>
                  <a:pt x="123088" y="86671"/>
                  <a:pt x="122908" y="86322"/>
                  <a:pt x="122931" y="85895"/>
                </a:cubicBezTo>
                <a:cubicBezTo>
                  <a:pt x="122953" y="85468"/>
                  <a:pt x="123167" y="84940"/>
                  <a:pt x="123572" y="84310"/>
                </a:cubicBezTo>
                <a:lnTo>
                  <a:pt x="142457" y="54700"/>
                </a:lnTo>
                <a:lnTo>
                  <a:pt x="124583" y="26170"/>
                </a:lnTo>
                <a:cubicBezTo>
                  <a:pt x="124224" y="25540"/>
                  <a:pt x="124033" y="25012"/>
                  <a:pt x="124010" y="24585"/>
                </a:cubicBezTo>
                <a:cubicBezTo>
                  <a:pt x="123988" y="24158"/>
                  <a:pt x="124190" y="23798"/>
                  <a:pt x="124617" y="23506"/>
                </a:cubicBezTo>
                <a:cubicBezTo>
                  <a:pt x="125044" y="23213"/>
                  <a:pt x="125696" y="23022"/>
                  <a:pt x="126573" y="22932"/>
                </a:cubicBezTo>
                <a:cubicBezTo>
                  <a:pt x="127450" y="22842"/>
                  <a:pt x="128608" y="22797"/>
                  <a:pt x="130047" y="22797"/>
                </a:cubicBezTo>
                <a:cubicBezTo>
                  <a:pt x="131351" y="22797"/>
                  <a:pt x="132396" y="22831"/>
                  <a:pt x="133183" y="22899"/>
                </a:cubicBezTo>
                <a:cubicBezTo>
                  <a:pt x="133970" y="22966"/>
                  <a:pt x="134588" y="23067"/>
                  <a:pt x="135038" y="23202"/>
                </a:cubicBezTo>
                <a:cubicBezTo>
                  <a:pt x="135487" y="23337"/>
                  <a:pt x="135825" y="23517"/>
                  <a:pt x="136050" y="23742"/>
                </a:cubicBezTo>
                <a:cubicBezTo>
                  <a:pt x="136274" y="23967"/>
                  <a:pt x="136477" y="24236"/>
                  <a:pt x="136657" y="24551"/>
                </a:cubicBezTo>
                <a:lnTo>
                  <a:pt x="150483" y="47146"/>
                </a:lnTo>
                <a:lnTo>
                  <a:pt x="164513" y="24551"/>
                </a:lnTo>
                <a:cubicBezTo>
                  <a:pt x="164693" y="24281"/>
                  <a:pt x="164895" y="24034"/>
                  <a:pt x="165120" y="23809"/>
                </a:cubicBezTo>
                <a:cubicBezTo>
                  <a:pt x="165345" y="23584"/>
                  <a:pt x="165648" y="23393"/>
                  <a:pt x="166030" y="23236"/>
                </a:cubicBezTo>
                <a:cubicBezTo>
                  <a:pt x="166412" y="23079"/>
                  <a:pt x="166952" y="22966"/>
                  <a:pt x="167649" y="22899"/>
                </a:cubicBezTo>
                <a:cubicBezTo>
                  <a:pt x="168346" y="22831"/>
                  <a:pt x="169301" y="22797"/>
                  <a:pt x="170516" y="22797"/>
                </a:cubicBezTo>
                <a:cubicBezTo>
                  <a:pt x="171820" y="22797"/>
                  <a:pt x="172887" y="22842"/>
                  <a:pt x="173719" y="22932"/>
                </a:cubicBezTo>
                <a:cubicBezTo>
                  <a:pt x="174551" y="23022"/>
                  <a:pt x="175169" y="23191"/>
                  <a:pt x="175574" y="23438"/>
                </a:cubicBezTo>
                <a:cubicBezTo>
                  <a:pt x="175979" y="23686"/>
                  <a:pt x="176159" y="24034"/>
                  <a:pt x="176114" y="24484"/>
                </a:cubicBezTo>
                <a:cubicBezTo>
                  <a:pt x="176069" y="24933"/>
                  <a:pt x="175844" y="25495"/>
                  <a:pt x="175439" y="26170"/>
                </a:cubicBezTo>
                <a:lnTo>
                  <a:pt x="157700" y="54363"/>
                </a:lnTo>
                <a:lnTo>
                  <a:pt x="176451" y="84310"/>
                </a:lnTo>
                <a:close/>
                <a:moveTo>
                  <a:pt x="222243" y="81208"/>
                </a:moveTo>
                <a:cubicBezTo>
                  <a:pt x="222243" y="82512"/>
                  <a:pt x="222153" y="83546"/>
                  <a:pt x="221974" y="84310"/>
                </a:cubicBezTo>
                <a:cubicBezTo>
                  <a:pt x="221794" y="85075"/>
                  <a:pt x="221524" y="85637"/>
                  <a:pt x="221164" y="85996"/>
                </a:cubicBezTo>
                <a:cubicBezTo>
                  <a:pt x="220805" y="86356"/>
                  <a:pt x="220265" y="86693"/>
                  <a:pt x="219545" y="87008"/>
                </a:cubicBezTo>
                <a:cubicBezTo>
                  <a:pt x="218826" y="87323"/>
                  <a:pt x="218005" y="87581"/>
                  <a:pt x="217084" y="87784"/>
                </a:cubicBezTo>
                <a:cubicBezTo>
                  <a:pt x="216162" y="87986"/>
                  <a:pt x="215184" y="88155"/>
                  <a:pt x="214150" y="88290"/>
                </a:cubicBezTo>
                <a:cubicBezTo>
                  <a:pt x="213115" y="88425"/>
                  <a:pt x="212081" y="88492"/>
                  <a:pt x="211047" y="88492"/>
                </a:cubicBezTo>
                <a:cubicBezTo>
                  <a:pt x="207899" y="88492"/>
                  <a:pt x="205201" y="88075"/>
                  <a:pt x="202953" y="87242"/>
                </a:cubicBezTo>
                <a:cubicBezTo>
                  <a:pt x="200705" y="86407"/>
                  <a:pt x="198861" y="85145"/>
                  <a:pt x="197422" y="83454"/>
                </a:cubicBezTo>
                <a:cubicBezTo>
                  <a:pt x="195984" y="81764"/>
                  <a:pt x="194938" y="79623"/>
                  <a:pt x="194286" y="77032"/>
                </a:cubicBezTo>
                <a:cubicBezTo>
                  <a:pt x="193634" y="74441"/>
                  <a:pt x="193308" y="71388"/>
                  <a:pt x="193308" y="67872"/>
                </a:cubicBezTo>
                <a:lnTo>
                  <a:pt x="193308" y="32308"/>
                </a:lnTo>
                <a:lnTo>
                  <a:pt x="184810" y="32308"/>
                </a:lnTo>
                <a:cubicBezTo>
                  <a:pt x="184135" y="32308"/>
                  <a:pt x="183596" y="31948"/>
                  <a:pt x="183191" y="31228"/>
                </a:cubicBezTo>
                <a:cubicBezTo>
                  <a:pt x="182786" y="30509"/>
                  <a:pt x="182584" y="29340"/>
                  <a:pt x="182584" y="27721"/>
                </a:cubicBezTo>
                <a:cubicBezTo>
                  <a:pt x="182584" y="26867"/>
                  <a:pt x="182640" y="26147"/>
                  <a:pt x="182752" y="25563"/>
                </a:cubicBezTo>
                <a:cubicBezTo>
                  <a:pt x="182865" y="24978"/>
                  <a:pt x="183011" y="24495"/>
                  <a:pt x="183191" y="24113"/>
                </a:cubicBezTo>
                <a:cubicBezTo>
                  <a:pt x="183371" y="23731"/>
                  <a:pt x="183607" y="23461"/>
                  <a:pt x="183899" y="23303"/>
                </a:cubicBezTo>
                <a:cubicBezTo>
                  <a:pt x="184191" y="23146"/>
                  <a:pt x="184517" y="23067"/>
                  <a:pt x="184877" y="23067"/>
                </a:cubicBezTo>
                <a:lnTo>
                  <a:pt x="193308" y="23067"/>
                </a:lnTo>
                <a:lnTo>
                  <a:pt x="193308" y="8633"/>
                </a:lnTo>
                <a:cubicBezTo>
                  <a:pt x="193308" y="8319"/>
                  <a:pt x="193387" y="8026"/>
                  <a:pt x="193544" y="7757"/>
                </a:cubicBezTo>
                <a:cubicBezTo>
                  <a:pt x="193702" y="7487"/>
                  <a:pt x="193994" y="7251"/>
                  <a:pt x="194421" y="7048"/>
                </a:cubicBezTo>
                <a:cubicBezTo>
                  <a:pt x="194848" y="6846"/>
                  <a:pt x="195422" y="6700"/>
                  <a:pt x="196141" y="6610"/>
                </a:cubicBezTo>
                <a:cubicBezTo>
                  <a:pt x="196860" y="6520"/>
                  <a:pt x="197760" y="6475"/>
                  <a:pt x="198839" y="6475"/>
                </a:cubicBezTo>
                <a:cubicBezTo>
                  <a:pt x="199963" y="6475"/>
                  <a:pt x="200885" y="6520"/>
                  <a:pt x="201604" y="6610"/>
                </a:cubicBezTo>
                <a:cubicBezTo>
                  <a:pt x="202324" y="6700"/>
                  <a:pt x="202886" y="6846"/>
                  <a:pt x="203290" y="7048"/>
                </a:cubicBezTo>
                <a:cubicBezTo>
                  <a:pt x="203695" y="7251"/>
                  <a:pt x="203987" y="7487"/>
                  <a:pt x="204167" y="7757"/>
                </a:cubicBezTo>
                <a:cubicBezTo>
                  <a:pt x="204347" y="8026"/>
                  <a:pt x="204437" y="8319"/>
                  <a:pt x="204437" y="8633"/>
                </a:cubicBezTo>
                <a:lnTo>
                  <a:pt x="204437" y="23067"/>
                </a:lnTo>
                <a:lnTo>
                  <a:pt x="220018" y="23067"/>
                </a:lnTo>
                <a:cubicBezTo>
                  <a:pt x="220377" y="23067"/>
                  <a:pt x="220692" y="23146"/>
                  <a:pt x="220962" y="23303"/>
                </a:cubicBezTo>
                <a:cubicBezTo>
                  <a:pt x="221232" y="23461"/>
                  <a:pt x="221468" y="23731"/>
                  <a:pt x="221670" y="24113"/>
                </a:cubicBezTo>
                <a:cubicBezTo>
                  <a:pt x="221872" y="24495"/>
                  <a:pt x="222019" y="24978"/>
                  <a:pt x="222109" y="25563"/>
                </a:cubicBezTo>
                <a:cubicBezTo>
                  <a:pt x="222198" y="26147"/>
                  <a:pt x="222243" y="26867"/>
                  <a:pt x="222243" y="27721"/>
                </a:cubicBezTo>
                <a:cubicBezTo>
                  <a:pt x="222243" y="29340"/>
                  <a:pt x="222041" y="30509"/>
                  <a:pt x="221636" y="31228"/>
                </a:cubicBezTo>
                <a:cubicBezTo>
                  <a:pt x="221232" y="31948"/>
                  <a:pt x="220692" y="32308"/>
                  <a:pt x="220018" y="32308"/>
                </a:cubicBezTo>
                <a:lnTo>
                  <a:pt x="204437" y="32308"/>
                </a:lnTo>
                <a:lnTo>
                  <a:pt x="204437" y="66266"/>
                </a:lnTo>
                <a:cubicBezTo>
                  <a:pt x="204437" y="70459"/>
                  <a:pt x="205055" y="73627"/>
                  <a:pt x="206292" y="75770"/>
                </a:cubicBezTo>
                <a:cubicBezTo>
                  <a:pt x="207528" y="77911"/>
                  <a:pt x="209743" y="78982"/>
                  <a:pt x="212936" y="78982"/>
                </a:cubicBezTo>
                <a:cubicBezTo>
                  <a:pt x="213970" y="78982"/>
                  <a:pt x="214892" y="78881"/>
                  <a:pt x="215701" y="78678"/>
                </a:cubicBezTo>
                <a:cubicBezTo>
                  <a:pt x="216510" y="78476"/>
                  <a:pt x="217230" y="78262"/>
                  <a:pt x="217859" y="78038"/>
                </a:cubicBezTo>
                <a:cubicBezTo>
                  <a:pt x="218489" y="77813"/>
                  <a:pt x="219028" y="77599"/>
                  <a:pt x="219478" y="77397"/>
                </a:cubicBezTo>
                <a:cubicBezTo>
                  <a:pt x="219928" y="77194"/>
                  <a:pt x="220332" y="77093"/>
                  <a:pt x="220692" y="77093"/>
                </a:cubicBezTo>
                <a:cubicBezTo>
                  <a:pt x="220917" y="77093"/>
                  <a:pt x="221131" y="77149"/>
                  <a:pt x="221333" y="77262"/>
                </a:cubicBezTo>
                <a:cubicBezTo>
                  <a:pt x="221535" y="77374"/>
                  <a:pt x="221693" y="77588"/>
                  <a:pt x="221805" y="77903"/>
                </a:cubicBezTo>
                <a:cubicBezTo>
                  <a:pt x="221917" y="78217"/>
                  <a:pt x="222019" y="78645"/>
                  <a:pt x="222109" y="79184"/>
                </a:cubicBezTo>
                <a:cubicBezTo>
                  <a:pt x="222198" y="79724"/>
                  <a:pt x="222243" y="80398"/>
                  <a:pt x="222243" y="81208"/>
                </a:cubicBezTo>
                <a:close/>
                <a:moveTo>
                  <a:pt x="318015" y="82489"/>
                </a:moveTo>
                <a:cubicBezTo>
                  <a:pt x="318015" y="83298"/>
                  <a:pt x="317970" y="84007"/>
                  <a:pt x="317880" y="84614"/>
                </a:cubicBezTo>
                <a:cubicBezTo>
                  <a:pt x="317790" y="85221"/>
                  <a:pt x="317633" y="85727"/>
                  <a:pt x="317408" y="86131"/>
                </a:cubicBezTo>
                <a:cubicBezTo>
                  <a:pt x="317183" y="86536"/>
                  <a:pt x="316925" y="86828"/>
                  <a:pt x="316632" y="87008"/>
                </a:cubicBezTo>
                <a:cubicBezTo>
                  <a:pt x="316340" y="87188"/>
                  <a:pt x="316014" y="87278"/>
                  <a:pt x="315654" y="87278"/>
                </a:cubicBezTo>
                <a:lnTo>
                  <a:pt x="273769" y="87278"/>
                </a:lnTo>
                <a:cubicBezTo>
                  <a:pt x="272735" y="87278"/>
                  <a:pt x="271757" y="86929"/>
                  <a:pt x="270835" y="86232"/>
                </a:cubicBezTo>
                <a:cubicBezTo>
                  <a:pt x="269913" y="85536"/>
                  <a:pt x="269452" y="84310"/>
                  <a:pt x="269452" y="82557"/>
                </a:cubicBezTo>
                <a:lnTo>
                  <a:pt x="269452" y="4721"/>
                </a:lnTo>
                <a:cubicBezTo>
                  <a:pt x="269452" y="2968"/>
                  <a:pt x="269913" y="1742"/>
                  <a:pt x="270835" y="1045"/>
                </a:cubicBezTo>
                <a:cubicBezTo>
                  <a:pt x="271757" y="348"/>
                  <a:pt x="272735" y="0"/>
                  <a:pt x="273769" y="0"/>
                </a:cubicBezTo>
                <a:lnTo>
                  <a:pt x="315182" y="0"/>
                </a:lnTo>
                <a:cubicBezTo>
                  <a:pt x="315542" y="0"/>
                  <a:pt x="315868" y="90"/>
                  <a:pt x="316160" y="270"/>
                </a:cubicBezTo>
                <a:cubicBezTo>
                  <a:pt x="316452" y="450"/>
                  <a:pt x="316689" y="742"/>
                  <a:pt x="316868" y="1147"/>
                </a:cubicBezTo>
                <a:cubicBezTo>
                  <a:pt x="317048" y="1551"/>
                  <a:pt x="317194" y="2057"/>
                  <a:pt x="317307" y="2664"/>
                </a:cubicBezTo>
                <a:cubicBezTo>
                  <a:pt x="317419" y="3271"/>
                  <a:pt x="317475" y="4024"/>
                  <a:pt x="317475" y="4924"/>
                </a:cubicBezTo>
                <a:cubicBezTo>
                  <a:pt x="317475" y="5733"/>
                  <a:pt x="317419" y="6441"/>
                  <a:pt x="317307" y="7048"/>
                </a:cubicBezTo>
                <a:cubicBezTo>
                  <a:pt x="317194" y="7655"/>
                  <a:pt x="317048" y="8150"/>
                  <a:pt x="316868" y="8532"/>
                </a:cubicBezTo>
                <a:cubicBezTo>
                  <a:pt x="316689" y="8914"/>
                  <a:pt x="316452" y="9195"/>
                  <a:pt x="316160" y="9375"/>
                </a:cubicBezTo>
                <a:cubicBezTo>
                  <a:pt x="315868" y="9555"/>
                  <a:pt x="315542" y="9645"/>
                  <a:pt x="315182" y="9645"/>
                </a:cubicBezTo>
                <a:lnTo>
                  <a:pt x="281053" y="9645"/>
                </a:lnTo>
                <a:lnTo>
                  <a:pt x="281053" y="37029"/>
                </a:lnTo>
                <a:lnTo>
                  <a:pt x="310326" y="37029"/>
                </a:lnTo>
                <a:cubicBezTo>
                  <a:pt x="310686" y="37029"/>
                  <a:pt x="311012" y="37130"/>
                  <a:pt x="311304" y="37333"/>
                </a:cubicBezTo>
                <a:cubicBezTo>
                  <a:pt x="311596" y="37535"/>
                  <a:pt x="311844" y="37816"/>
                  <a:pt x="312046" y="38176"/>
                </a:cubicBezTo>
                <a:cubicBezTo>
                  <a:pt x="312248" y="38535"/>
                  <a:pt x="312394" y="39030"/>
                  <a:pt x="312484" y="39660"/>
                </a:cubicBezTo>
                <a:cubicBezTo>
                  <a:pt x="312574" y="40289"/>
                  <a:pt x="312619" y="41031"/>
                  <a:pt x="312619" y="41885"/>
                </a:cubicBezTo>
                <a:cubicBezTo>
                  <a:pt x="312619" y="42695"/>
                  <a:pt x="312574" y="43392"/>
                  <a:pt x="312484" y="43976"/>
                </a:cubicBezTo>
                <a:cubicBezTo>
                  <a:pt x="312394" y="44561"/>
                  <a:pt x="312248" y="45033"/>
                  <a:pt x="312046" y="45393"/>
                </a:cubicBezTo>
                <a:cubicBezTo>
                  <a:pt x="311844" y="45752"/>
                  <a:pt x="311596" y="46011"/>
                  <a:pt x="311304" y="46168"/>
                </a:cubicBezTo>
                <a:cubicBezTo>
                  <a:pt x="311012" y="46326"/>
                  <a:pt x="310686" y="46404"/>
                  <a:pt x="310326" y="46404"/>
                </a:cubicBezTo>
                <a:lnTo>
                  <a:pt x="281053" y="46404"/>
                </a:lnTo>
                <a:lnTo>
                  <a:pt x="281053" y="77633"/>
                </a:lnTo>
                <a:lnTo>
                  <a:pt x="315654" y="77633"/>
                </a:lnTo>
                <a:cubicBezTo>
                  <a:pt x="316014" y="77633"/>
                  <a:pt x="316340" y="77723"/>
                  <a:pt x="316632" y="77903"/>
                </a:cubicBezTo>
                <a:cubicBezTo>
                  <a:pt x="316925" y="78082"/>
                  <a:pt x="317183" y="78364"/>
                  <a:pt x="317408" y="78746"/>
                </a:cubicBezTo>
                <a:cubicBezTo>
                  <a:pt x="317633" y="79128"/>
                  <a:pt x="317790" y="79623"/>
                  <a:pt x="317880" y="80230"/>
                </a:cubicBezTo>
                <a:cubicBezTo>
                  <a:pt x="317970" y="80837"/>
                  <a:pt x="318015" y="81590"/>
                  <a:pt x="318015" y="82489"/>
                </a:cubicBezTo>
                <a:close/>
                <a:moveTo>
                  <a:pt x="381580" y="84310"/>
                </a:moveTo>
                <a:cubicBezTo>
                  <a:pt x="381939" y="84940"/>
                  <a:pt x="382119" y="85468"/>
                  <a:pt x="382119" y="85895"/>
                </a:cubicBezTo>
                <a:cubicBezTo>
                  <a:pt x="382119" y="86322"/>
                  <a:pt x="381906" y="86671"/>
                  <a:pt x="381479" y="86941"/>
                </a:cubicBezTo>
                <a:cubicBezTo>
                  <a:pt x="381051" y="87210"/>
                  <a:pt x="380399" y="87402"/>
                  <a:pt x="379523" y="87514"/>
                </a:cubicBezTo>
                <a:cubicBezTo>
                  <a:pt x="378646" y="87626"/>
                  <a:pt x="377510" y="87683"/>
                  <a:pt x="376116" y="87683"/>
                </a:cubicBezTo>
                <a:cubicBezTo>
                  <a:pt x="374767" y="87683"/>
                  <a:pt x="373700" y="87649"/>
                  <a:pt x="372913" y="87581"/>
                </a:cubicBezTo>
                <a:cubicBezTo>
                  <a:pt x="372126" y="87514"/>
                  <a:pt x="371496" y="87402"/>
                  <a:pt x="371024" y="87244"/>
                </a:cubicBezTo>
                <a:cubicBezTo>
                  <a:pt x="370552" y="87087"/>
                  <a:pt x="370192" y="86884"/>
                  <a:pt x="369945" y="86637"/>
                </a:cubicBezTo>
                <a:cubicBezTo>
                  <a:pt x="369698" y="86390"/>
                  <a:pt x="369484" y="86109"/>
                  <a:pt x="369304" y="85794"/>
                </a:cubicBezTo>
                <a:lnTo>
                  <a:pt x="354735" y="61715"/>
                </a:lnTo>
                <a:lnTo>
                  <a:pt x="340234" y="85794"/>
                </a:lnTo>
                <a:cubicBezTo>
                  <a:pt x="340054" y="86109"/>
                  <a:pt x="339841" y="86390"/>
                  <a:pt x="339593" y="86637"/>
                </a:cubicBezTo>
                <a:cubicBezTo>
                  <a:pt x="339346" y="86884"/>
                  <a:pt x="338986" y="87087"/>
                  <a:pt x="338514" y="87244"/>
                </a:cubicBezTo>
                <a:cubicBezTo>
                  <a:pt x="338042" y="87402"/>
                  <a:pt x="337424" y="87514"/>
                  <a:pt x="336659" y="87581"/>
                </a:cubicBezTo>
                <a:cubicBezTo>
                  <a:pt x="335895" y="87649"/>
                  <a:pt x="334883" y="87683"/>
                  <a:pt x="333624" y="87683"/>
                </a:cubicBezTo>
                <a:cubicBezTo>
                  <a:pt x="332320" y="87683"/>
                  <a:pt x="331252" y="87626"/>
                  <a:pt x="330420" y="87514"/>
                </a:cubicBezTo>
                <a:cubicBezTo>
                  <a:pt x="329588" y="87402"/>
                  <a:pt x="328981" y="87210"/>
                  <a:pt x="328599" y="86941"/>
                </a:cubicBezTo>
                <a:cubicBezTo>
                  <a:pt x="328217" y="86671"/>
                  <a:pt x="328037" y="86322"/>
                  <a:pt x="328060" y="85895"/>
                </a:cubicBezTo>
                <a:cubicBezTo>
                  <a:pt x="328082" y="85468"/>
                  <a:pt x="328296" y="84940"/>
                  <a:pt x="328700" y="84310"/>
                </a:cubicBezTo>
                <a:lnTo>
                  <a:pt x="347586" y="54700"/>
                </a:lnTo>
                <a:lnTo>
                  <a:pt x="329712" y="26170"/>
                </a:lnTo>
                <a:cubicBezTo>
                  <a:pt x="329352" y="25540"/>
                  <a:pt x="329161" y="25012"/>
                  <a:pt x="329139" y="24585"/>
                </a:cubicBezTo>
                <a:cubicBezTo>
                  <a:pt x="329116" y="24158"/>
                  <a:pt x="329319" y="23798"/>
                  <a:pt x="329746" y="23506"/>
                </a:cubicBezTo>
                <a:cubicBezTo>
                  <a:pt x="330173" y="23213"/>
                  <a:pt x="330825" y="23022"/>
                  <a:pt x="331702" y="22932"/>
                </a:cubicBezTo>
                <a:cubicBezTo>
                  <a:pt x="332579" y="22842"/>
                  <a:pt x="333737" y="22797"/>
                  <a:pt x="335175" y="22797"/>
                </a:cubicBezTo>
                <a:cubicBezTo>
                  <a:pt x="336479" y="22797"/>
                  <a:pt x="337525" y="22831"/>
                  <a:pt x="338312" y="22899"/>
                </a:cubicBezTo>
                <a:cubicBezTo>
                  <a:pt x="339099" y="22966"/>
                  <a:pt x="339717" y="23067"/>
                  <a:pt x="340167" y="23202"/>
                </a:cubicBezTo>
                <a:cubicBezTo>
                  <a:pt x="340616" y="23337"/>
                  <a:pt x="340953" y="23517"/>
                  <a:pt x="341178" y="23742"/>
                </a:cubicBezTo>
                <a:cubicBezTo>
                  <a:pt x="341403" y="23967"/>
                  <a:pt x="341605" y="24236"/>
                  <a:pt x="341785" y="24551"/>
                </a:cubicBezTo>
                <a:lnTo>
                  <a:pt x="355612" y="47146"/>
                </a:lnTo>
                <a:lnTo>
                  <a:pt x="369641" y="24551"/>
                </a:lnTo>
                <a:cubicBezTo>
                  <a:pt x="369821" y="24281"/>
                  <a:pt x="370024" y="24034"/>
                  <a:pt x="370248" y="23809"/>
                </a:cubicBezTo>
                <a:cubicBezTo>
                  <a:pt x="370473" y="23584"/>
                  <a:pt x="370777" y="23393"/>
                  <a:pt x="371159" y="23236"/>
                </a:cubicBezTo>
                <a:cubicBezTo>
                  <a:pt x="371541" y="23079"/>
                  <a:pt x="372081" y="22966"/>
                  <a:pt x="372778" y="22899"/>
                </a:cubicBezTo>
                <a:cubicBezTo>
                  <a:pt x="373475" y="22831"/>
                  <a:pt x="374430" y="22797"/>
                  <a:pt x="375644" y="22797"/>
                </a:cubicBezTo>
                <a:cubicBezTo>
                  <a:pt x="376948" y="22797"/>
                  <a:pt x="378016" y="22842"/>
                  <a:pt x="378848" y="22932"/>
                </a:cubicBezTo>
                <a:cubicBezTo>
                  <a:pt x="379680" y="23022"/>
                  <a:pt x="380298" y="23191"/>
                  <a:pt x="380703" y="23438"/>
                </a:cubicBezTo>
                <a:cubicBezTo>
                  <a:pt x="381108" y="23686"/>
                  <a:pt x="381287" y="24034"/>
                  <a:pt x="381243" y="24484"/>
                </a:cubicBezTo>
                <a:cubicBezTo>
                  <a:pt x="381198" y="24933"/>
                  <a:pt x="380973" y="25495"/>
                  <a:pt x="380568" y="26170"/>
                </a:cubicBezTo>
                <a:lnTo>
                  <a:pt x="362829" y="54363"/>
                </a:lnTo>
                <a:lnTo>
                  <a:pt x="381580" y="84310"/>
                </a:lnTo>
                <a:close/>
                <a:moveTo>
                  <a:pt x="426958" y="81208"/>
                </a:moveTo>
                <a:cubicBezTo>
                  <a:pt x="426958" y="82512"/>
                  <a:pt x="426868" y="83546"/>
                  <a:pt x="426688" y="84310"/>
                </a:cubicBezTo>
                <a:cubicBezTo>
                  <a:pt x="426508" y="85075"/>
                  <a:pt x="426238" y="85637"/>
                  <a:pt x="425878" y="85996"/>
                </a:cubicBezTo>
                <a:cubicBezTo>
                  <a:pt x="425519" y="86356"/>
                  <a:pt x="424979" y="86693"/>
                  <a:pt x="424260" y="87008"/>
                </a:cubicBezTo>
                <a:cubicBezTo>
                  <a:pt x="423540" y="87323"/>
                  <a:pt x="422720" y="87581"/>
                  <a:pt x="421798" y="87784"/>
                </a:cubicBezTo>
                <a:cubicBezTo>
                  <a:pt x="420876" y="87986"/>
                  <a:pt x="419898" y="88155"/>
                  <a:pt x="418864" y="88290"/>
                </a:cubicBezTo>
                <a:cubicBezTo>
                  <a:pt x="417830" y="88425"/>
                  <a:pt x="416795" y="88492"/>
                  <a:pt x="415761" y="88492"/>
                </a:cubicBezTo>
                <a:cubicBezTo>
                  <a:pt x="412614" y="88492"/>
                  <a:pt x="409916" y="88075"/>
                  <a:pt x="407667" y="87242"/>
                </a:cubicBezTo>
                <a:cubicBezTo>
                  <a:pt x="405419" y="86407"/>
                  <a:pt x="403576" y="85145"/>
                  <a:pt x="402137" y="83454"/>
                </a:cubicBezTo>
                <a:cubicBezTo>
                  <a:pt x="400698" y="81764"/>
                  <a:pt x="399652" y="79623"/>
                  <a:pt x="399000" y="77032"/>
                </a:cubicBezTo>
                <a:cubicBezTo>
                  <a:pt x="398348" y="74441"/>
                  <a:pt x="398022" y="71388"/>
                  <a:pt x="398022" y="67872"/>
                </a:cubicBezTo>
                <a:lnTo>
                  <a:pt x="398022" y="32308"/>
                </a:lnTo>
                <a:lnTo>
                  <a:pt x="389524" y="32308"/>
                </a:lnTo>
                <a:cubicBezTo>
                  <a:pt x="388849" y="32308"/>
                  <a:pt x="388310" y="31948"/>
                  <a:pt x="387905" y="31228"/>
                </a:cubicBezTo>
                <a:cubicBezTo>
                  <a:pt x="387500" y="30509"/>
                  <a:pt x="387298" y="29340"/>
                  <a:pt x="387298" y="27721"/>
                </a:cubicBezTo>
                <a:cubicBezTo>
                  <a:pt x="387298" y="26867"/>
                  <a:pt x="387354" y="26147"/>
                  <a:pt x="387467" y="25563"/>
                </a:cubicBezTo>
                <a:cubicBezTo>
                  <a:pt x="387579" y="24978"/>
                  <a:pt x="387725" y="24495"/>
                  <a:pt x="387905" y="24113"/>
                </a:cubicBezTo>
                <a:cubicBezTo>
                  <a:pt x="388085" y="23731"/>
                  <a:pt x="388321" y="23461"/>
                  <a:pt x="388613" y="23303"/>
                </a:cubicBezTo>
                <a:cubicBezTo>
                  <a:pt x="388906" y="23146"/>
                  <a:pt x="389232" y="23067"/>
                  <a:pt x="389591" y="23067"/>
                </a:cubicBezTo>
                <a:lnTo>
                  <a:pt x="398022" y="23067"/>
                </a:lnTo>
                <a:lnTo>
                  <a:pt x="398022" y="8633"/>
                </a:lnTo>
                <a:cubicBezTo>
                  <a:pt x="398022" y="8319"/>
                  <a:pt x="398101" y="8026"/>
                  <a:pt x="398258" y="7757"/>
                </a:cubicBezTo>
                <a:cubicBezTo>
                  <a:pt x="398416" y="7487"/>
                  <a:pt x="398708" y="7251"/>
                  <a:pt x="399135" y="7048"/>
                </a:cubicBezTo>
                <a:cubicBezTo>
                  <a:pt x="399562" y="6846"/>
                  <a:pt x="400136" y="6700"/>
                  <a:pt x="400855" y="6610"/>
                </a:cubicBezTo>
                <a:cubicBezTo>
                  <a:pt x="401575" y="6520"/>
                  <a:pt x="402474" y="6475"/>
                  <a:pt x="403553" y="6475"/>
                </a:cubicBezTo>
                <a:cubicBezTo>
                  <a:pt x="404677" y="6475"/>
                  <a:pt x="405599" y="6520"/>
                  <a:pt x="406318" y="6610"/>
                </a:cubicBezTo>
                <a:cubicBezTo>
                  <a:pt x="407038" y="6700"/>
                  <a:pt x="407600" y="6846"/>
                  <a:pt x="408005" y="7048"/>
                </a:cubicBezTo>
                <a:cubicBezTo>
                  <a:pt x="408409" y="7251"/>
                  <a:pt x="408702" y="7487"/>
                  <a:pt x="408882" y="7757"/>
                </a:cubicBezTo>
                <a:cubicBezTo>
                  <a:pt x="409061" y="8026"/>
                  <a:pt x="409151" y="8319"/>
                  <a:pt x="409151" y="8633"/>
                </a:cubicBezTo>
                <a:lnTo>
                  <a:pt x="409151" y="23067"/>
                </a:lnTo>
                <a:lnTo>
                  <a:pt x="424732" y="23067"/>
                </a:lnTo>
                <a:cubicBezTo>
                  <a:pt x="425092" y="23067"/>
                  <a:pt x="425406" y="23146"/>
                  <a:pt x="425676" y="23303"/>
                </a:cubicBezTo>
                <a:cubicBezTo>
                  <a:pt x="425946" y="23461"/>
                  <a:pt x="426182" y="23731"/>
                  <a:pt x="426384" y="24113"/>
                </a:cubicBezTo>
                <a:cubicBezTo>
                  <a:pt x="426587" y="24495"/>
                  <a:pt x="426733" y="24978"/>
                  <a:pt x="426823" y="25563"/>
                </a:cubicBezTo>
                <a:cubicBezTo>
                  <a:pt x="426913" y="26147"/>
                  <a:pt x="426958" y="26867"/>
                  <a:pt x="426958" y="27721"/>
                </a:cubicBezTo>
                <a:cubicBezTo>
                  <a:pt x="426958" y="29340"/>
                  <a:pt x="426755" y="30509"/>
                  <a:pt x="426351" y="31228"/>
                </a:cubicBezTo>
                <a:cubicBezTo>
                  <a:pt x="425946" y="31948"/>
                  <a:pt x="425406" y="32308"/>
                  <a:pt x="424732" y="32308"/>
                </a:cubicBezTo>
                <a:lnTo>
                  <a:pt x="409151" y="32308"/>
                </a:lnTo>
                <a:lnTo>
                  <a:pt x="409151" y="66266"/>
                </a:lnTo>
                <a:cubicBezTo>
                  <a:pt x="409151" y="70459"/>
                  <a:pt x="409770" y="73627"/>
                  <a:pt x="411006" y="75770"/>
                </a:cubicBezTo>
                <a:cubicBezTo>
                  <a:pt x="412243" y="77911"/>
                  <a:pt x="414457" y="78982"/>
                  <a:pt x="417650" y="78982"/>
                </a:cubicBezTo>
                <a:cubicBezTo>
                  <a:pt x="418684" y="78982"/>
                  <a:pt x="419606" y="78881"/>
                  <a:pt x="420415" y="78678"/>
                </a:cubicBezTo>
                <a:cubicBezTo>
                  <a:pt x="421225" y="78476"/>
                  <a:pt x="421944" y="78262"/>
                  <a:pt x="422573" y="78038"/>
                </a:cubicBezTo>
                <a:cubicBezTo>
                  <a:pt x="423203" y="77813"/>
                  <a:pt x="423743" y="77599"/>
                  <a:pt x="424192" y="77397"/>
                </a:cubicBezTo>
                <a:cubicBezTo>
                  <a:pt x="424642" y="77194"/>
                  <a:pt x="425047" y="77093"/>
                  <a:pt x="425406" y="77093"/>
                </a:cubicBezTo>
                <a:cubicBezTo>
                  <a:pt x="425631" y="77093"/>
                  <a:pt x="425845" y="77149"/>
                  <a:pt x="426047" y="77262"/>
                </a:cubicBezTo>
                <a:cubicBezTo>
                  <a:pt x="426249" y="77374"/>
                  <a:pt x="426407" y="77588"/>
                  <a:pt x="426519" y="77903"/>
                </a:cubicBezTo>
                <a:cubicBezTo>
                  <a:pt x="426632" y="78217"/>
                  <a:pt x="426733" y="78645"/>
                  <a:pt x="426823" y="79184"/>
                </a:cubicBezTo>
                <a:cubicBezTo>
                  <a:pt x="426913" y="79724"/>
                  <a:pt x="426958" y="80398"/>
                  <a:pt x="426958" y="81208"/>
                </a:cubicBezTo>
                <a:close/>
                <a:moveTo>
                  <a:pt x="477145" y="28868"/>
                </a:moveTo>
                <a:cubicBezTo>
                  <a:pt x="477145" y="29857"/>
                  <a:pt x="477122" y="30689"/>
                  <a:pt x="477077" y="31363"/>
                </a:cubicBezTo>
                <a:cubicBezTo>
                  <a:pt x="477032" y="32038"/>
                  <a:pt x="476942" y="32566"/>
                  <a:pt x="476807" y="32948"/>
                </a:cubicBezTo>
                <a:cubicBezTo>
                  <a:pt x="476672" y="33331"/>
                  <a:pt x="476504" y="33623"/>
                  <a:pt x="476301" y="33825"/>
                </a:cubicBezTo>
                <a:cubicBezTo>
                  <a:pt x="476099" y="34028"/>
                  <a:pt x="475818" y="34129"/>
                  <a:pt x="475458" y="34129"/>
                </a:cubicBezTo>
                <a:cubicBezTo>
                  <a:pt x="475099" y="34129"/>
                  <a:pt x="474660" y="34028"/>
                  <a:pt x="474143" y="33825"/>
                </a:cubicBezTo>
                <a:cubicBezTo>
                  <a:pt x="473626" y="33623"/>
                  <a:pt x="473041" y="33421"/>
                  <a:pt x="472389" y="33218"/>
                </a:cubicBezTo>
                <a:cubicBezTo>
                  <a:pt x="471737" y="33016"/>
                  <a:pt x="471007" y="32825"/>
                  <a:pt x="470197" y="32645"/>
                </a:cubicBezTo>
                <a:cubicBezTo>
                  <a:pt x="469388" y="32465"/>
                  <a:pt x="468511" y="32375"/>
                  <a:pt x="467567" y="32375"/>
                </a:cubicBezTo>
                <a:cubicBezTo>
                  <a:pt x="466443" y="32375"/>
                  <a:pt x="465341" y="32600"/>
                  <a:pt x="464262" y="33050"/>
                </a:cubicBezTo>
                <a:cubicBezTo>
                  <a:pt x="463183" y="33499"/>
                  <a:pt x="462047" y="34241"/>
                  <a:pt x="460856" y="35275"/>
                </a:cubicBezTo>
                <a:cubicBezTo>
                  <a:pt x="459664" y="36310"/>
                  <a:pt x="458416" y="37681"/>
                  <a:pt x="457112" y="39390"/>
                </a:cubicBezTo>
                <a:cubicBezTo>
                  <a:pt x="455808" y="41098"/>
                  <a:pt x="454370" y="43189"/>
                  <a:pt x="452796" y="45662"/>
                </a:cubicBezTo>
                <a:lnTo>
                  <a:pt x="452796" y="85592"/>
                </a:lnTo>
                <a:cubicBezTo>
                  <a:pt x="452796" y="85951"/>
                  <a:pt x="452706" y="86255"/>
                  <a:pt x="452526" y="86502"/>
                </a:cubicBezTo>
                <a:cubicBezTo>
                  <a:pt x="452346" y="86750"/>
                  <a:pt x="452054" y="86963"/>
                  <a:pt x="451649" y="87143"/>
                </a:cubicBezTo>
                <a:cubicBezTo>
                  <a:pt x="451244" y="87323"/>
                  <a:pt x="450682" y="87458"/>
                  <a:pt x="449963" y="87548"/>
                </a:cubicBezTo>
                <a:cubicBezTo>
                  <a:pt x="449243" y="87638"/>
                  <a:pt x="448322" y="87683"/>
                  <a:pt x="447198" y="87683"/>
                </a:cubicBezTo>
                <a:cubicBezTo>
                  <a:pt x="446118" y="87683"/>
                  <a:pt x="445219" y="87638"/>
                  <a:pt x="444500" y="87548"/>
                </a:cubicBezTo>
                <a:cubicBezTo>
                  <a:pt x="443780" y="87458"/>
                  <a:pt x="443207" y="87323"/>
                  <a:pt x="442780" y="87143"/>
                </a:cubicBezTo>
                <a:cubicBezTo>
                  <a:pt x="442353" y="86963"/>
                  <a:pt x="442060" y="86750"/>
                  <a:pt x="441903" y="86502"/>
                </a:cubicBezTo>
                <a:cubicBezTo>
                  <a:pt x="441745" y="86255"/>
                  <a:pt x="441667" y="85951"/>
                  <a:pt x="441667" y="85592"/>
                </a:cubicBezTo>
                <a:lnTo>
                  <a:pt x="441667" y="24888"/>
                </a:lnTo>
                <a:cubicBezTo>
                  <a:pt x="441667" y="24529"/>
                  <a:pt x="441734" y="24225"/>
                  <a:pt x="441869" y="23978"/>
                </a:cubicBezTo>
                <a:cubicBezTo>
                  <a:pt x="442004" y="23731"/>
                  <a:pt x="442274" y="23506"/>
                  <a:pt x="442679" y="23303"/>
                </a:cubicBezTo>
                <a:cubicBezTo>
                  <a:pt x="443083" y="23101"/>
                  <a:pt x="443600" y="22966"/>
                  <a:pt x="444230" y="22899"/>
                </a:cubicBezTo>
                <a:cubicBezTo>
                  <a:pt x="444859" y="22831"/>
                  <a:pt x="445691" y="22797"/>
                  <a:pt x="446725" y="22797"/>
                </a:cubicBezTo>
                <a:cubicBezTo>
                  <a:pt x="447715" y="22797"/>
                  <a:pt x="448535" y="22831"/>
                  <a:pt x="449187" y="22899"/>
                </a:cubicBezTo>
                <a:cubicBezTo>
                  <a:pt x="449839" y="22966"/>
                  <a:pt x="450345" y="23101"/>
                  <a:pt x="450705" y="23303"/>
                </a:cubicBezTo>
                <a:cubicBezTo>
                  <a:pt x="451065" y="23506"/>
                  <a:pt x="451323" y="23731"/>
                  <a:pt x="451481" y="23978"/>
                </a:cubicBezTo>
                <a:cubicBezTo>
                  <a:pt x="451638" y="24225"/>
                  <a:pt x="451717" y="24529"/>
                  <a:pt x="451717" y="24888"/>
                </a:cubicBezTo>
                <a:lnTo>
                  <a:pt x="451717" y="33724"/>
                </a:lnTo>
                <a:cubicBezTo>
                  <a:pt x="453380" y="31296"/>
                  <a:pt x="454943" y="29317"/>
                  <a:pt x="456404" y="27789"/>
                </a:cubicBezTo>
                <a:cubicBezTo>
                  <a:pt x="457866" y="26260"/>
                  <a:pt x="459248" y="25057"/>
                  <a:pt x="460552" y="24180"/>
                </a:cubicBezTo>
                <a:cubicBezTo>
                  <a:pt x="461856" y="23303"/>
                  <a:pt x="463149" y="22696"/>
                  <a:pt x="464431" y="22359"/>
                </a:cubicBezTo>
                <a:cubicBezTo>
                  <a:pt x="465712" y="22022"/>
                  <a:pt x="467005" y="21853"/>
                  <a:pt x="468309" y="21853"/>
                </a:cubicBezTo>
                <a:cubicBezTo>
                  <a:pt x="468893" y="21853"/>
                  <a:pt x="469557" y="21887"/>
                  <a:pt x="470299" y="21954"/>
                </a:cubicBezTo>
                <a:cubicBezTo>
                  <a:pt x="471040" y="22022"/>
                  <a:pt x="471816" y="22145"/>
                  <a:pt x="472626" y="22325"/>
                </a:cubicBezTo>
                <a:cubicBezTo>
                  <a:pt x="473435" y="22505"/>
                  <a:pt x="474166" y="22708"/>
                  <a:pt x="474818" y="22932"/>
                </a:cubicBezTo>
                <a:cubicBezTo>
                  <a:pt x="475470" y="23157"/>
                  <a:pt x="475930" y="23382"/>
                  <a:pt x="476200" y="23607"/>
                </a:cubicBezTo>
                <a:cubicBezTo>
                  <a:pt x="476470" y="23832"/>
                  <a:pt x="476650" y="24045"/>
                  <a:pt x="476740" y="24248"/>
                </a:cubicBezTo>
                <a:cubicBezTo>
                  <a:pt x="476830" y="24450"/>
                  <a:pt x="476908" y="24709"/>
                  <a:pt x="476976" y="25023"/>
                </a:cubicBezTo>
                <a:cubicBezTo>
                  <a:pt x="477043" y="25338"/>
                  <a:pt x="477088" y="25799"/>
                  <a:pt x="477111" y="26406"/>
                </a:cubicBezTo>
                <a:cubicBezTo>
                  <a:pt x="477133" y="27013"/>
                  <a:pt x="477145" y="27834"/>
                  <a:pt x="477145" y="28868"/>
                </a:cubicBezTo>
                <a:close/>
                <a:moveTo>
                  <a:pt x="532981" y="85659"/>
                </a:moveTo>
                <a:cubicBezTo>
                  <a:pt x="532981" y="86199"/>
                  <a:pt x="532801" y="86603"/>
                  <a:pt x="532441" y="86873"/>
                </a:cubicBezTo>
                <a:cubicBezTo>
                  <a:pt x="532082" y="87143"/>
                  <a:pt x="531587" y="87345"/>
                  <a:pt x="530957" y="87480"/>
                </a:cubicBezTo>
                <a:cubicBezTo>
                  <a:pt x="530328" y="87615"/>
                  <a:pt x="529406" y="87683"/>
                  <a:pt x="528192" y="87683"/>
                </a:cubicBezTo>
                <a:cubicBezTo>
                  <a:pt x="527023" y="87683"/>
                  <a:pt x="526090" y="87615"/>
                  <a:pt x="525393" y="87480"/>
                </a:cubicBezTo>
                <a:cubicBezTo>
                  <a:pt x="524696" y="87345"/>
                  <a:pt x="524190" y="87143"/>
                  <a:pt x="523875" y="86873"/>
                </a:cubicBezTo>
                <a:cubicBezTo>
                  <a:pt x="523561" y="86603"/>
                  <a:pt x="523403" y="86199"/>
                  <a:pt x="523403" y="85659"/>
                </a:cubicBezTo>
                <a:lnTo>
                  <a:pt x="523403" y="79589"/>
                </a:lnTo>
                <a:cubicBezTo>
                  <a:pt x="520750" y="82422"/>
                  <a:pt x="517794" y="84636"/>
                  <a:pt x="514534" y="86232"/>
                </a:cubicBezTo>
                <a:cubicBezTo>
                  <a:pt x="511274" y="87829"/>
                  <a:pt x="507823" y="88627"/>
                  <a:pt x="504180" y="88627"/>
                </a:cubicBezTo>
                <a:cubicBezTo>
                  <a:pt x="500988" y="88627"/>
                  <a:pt x="498099" y="88210"/>
                  <a:pt x="495513" y="87375"/>
                </a:cubicBezTo>
                <a:cubicBezTo>
                  <a:pt x="492928" y="86540"/>
                  <a:pt x="490725" y="85333"/>
                  <a:pt x="488903" y="83754"/>
                </a:cubicBezTo>
                <a:cubicBezTo>
                  <a:pt x="487082" y="82174"/>
                  <a:pt x="485666" y="80235"/>
                  <a:pt x="484654" y="77934"/>
                </a:cubicBezTo>
                <a:cubicBezTo>
                  <a:pt x="483643" y="75633"/>
                  <a:pt x="483137" y="73015"/>
                  <a:pt x="483137" y="70081"/>
                </a:cubicBezTo>
                <a:cubicBezTo>
                  <a:pt x="483137" y="66652"/>
                  <a:pt x="483834" y="63675"/>
                  <a:pt x="485228" y="61148"/>
                </a:cubicBezTo>
                <a:cubicBezTo>
                  <a:pt x="486621" y="58620"/>
                  <a:pt x="488622" y="56522"/>
                  <a:pt x="491230" y="54852"/>
                </a:cubicBezTo>
                <a:cubicBezTo>
                  <a:pt x="493838" y="53183"/>
                  <a:pt x="497031" y="51931"/>
                  <a:pt x="500808" y="51096"/>
                </a:cubicBezTo>
                <a:cubicBezTo>
                  <a:pt x="504585" y="50262"/>
                  <a:pt x="508834" y="49844"/>
                  <a:pt x="513556" y="49844"/>
                </a:cubicBezTo>
                <a:lnTo>
                  <a:pt x="521919" y="49844"/>
                </a:lnTo>
                <a:lnTo>
                  <a:pt x="521919" y="45140"/>
                </a:lnTo>
                <a:cubicBezTo>
                  <a:pt x="521919" y="42810"/>
                  <a:pt x="521672" y="40749"/>
                  <a:pt x="521177" y="38958"/>
                </a:cubicBezTo>
                <a:cubicBezTo>
                  <a:pt x="520683" y="37165"/>
                  <a:pt x="519885" y="35674"/>
                  <a:pt x="518783" y="34487"/>
                </a:cubicBezTo>
                <a:cubicBezTo>
                  <a:pt x="517681" y="33300"/>
                  <a:pt x="516254" y="32404"/>
                  <a:pt x="514500" y="31800"/>
                </a:cubicBezTo>
                <a:cubicBezTo>
                  <a:pt x="512746" y="31194"/>
                  <a:pt x="510588" y="30891"/>
                  <a:pt x="508025" y="30891"/>
                </a:cubicBezTo>
                <a:cubicBezTo>
                  <a:pt x="505282" y="30891"/>
                  <a:pt x="502820" y="31214"/>
                  <a:pt x="500639" y="31859"/>
                </a:cubicBezTo>
                <a:cubicBezTo>
                  <a:pt x="498459" y="32504"/>
                  <a:pt x="496548" y="33215"/>
                  <a:pt x="494906" y="33994"/>
                </a:cubicBezTo>
                <a:cubicBezTo>
                  <a:pt x="493265" y="34772"/>
                  <a:pt x="491894" y="35484"/>
                  <a:pt x="490792" y="36129"/>
                </a:cubicBezTo>
                <a:cubicBezTo>
                  <a:pt x="489690" y="36774"/>
                  <a:pt x="488870" y="37096"/>
                  <a:pt x="488330" y="37096"/>
                </a:cubicBezTo>
                <a:cubicBezTo>
                  <a:pt x="487970" y="37096"/>
                  <a:pt x="487656" y="37007"/>
                  <a:pt x="487386" y="36827"/>
                </a:cubicBezTo>
                <a:cubicBezTo>
                  <a:pt x="487116" y="36647"/>
                  <a:pt x="486880" y="36377"/>
                  <a:pt x="486678" y="36017"/>
                </a:cubicBezTo>
                <a:cubicBezTo>
                  <a:pt x="486475" y="35658"/>
                  <a:pt x="486329" y="35197"/>
                  <a:pt x="486239" y="34635"/>
                </a:cubicBezTo>
                <a:cubicBezTo>
                  <a:pt x="486149" y="34073"/>
                  <a:pt x="486104" y="33454"/>
                  <a:pt x="486104" y="32780"/>
                </a:cubicBezTo>
                <a:cubicBezTo>
                  <a:pt x="486104" y="31656"/>
                  <a:pt x="486183" y="30768"/>
                  <a:pt x="486340" y="30116"/>
                </a:cubicBezTo>
                <a:cubicBezTo>
                  <a:pt x="486498" y="29464"/>
                  <a:pt x="486880" y="28845"/>
                  <a:pt x="487487" y="28261"/>
                </a:cubicBezTo>
                <a:cubicBezTo>
                  <a:pt x="488094" y="27676"/>
                  <a:pt x="489140" y="26995"/>
                  <a:pt x="490623" y="26218"/>
                </a:cubicBezTo>
                <a:cubicBezTo>
                  <a:pt x="492107" y="25440"/>
                  <a:pt x="493816" y="24729"/>
                  <a:pt x="495749" y="24085"/>
                </a:cubicBezTo>
                <a:cubicBezTo>
                  <a:pt x="497683" y="23442"/>
                  <a:pt x="499796" y="22909"/>
                  <a:pt x="502090" y="22488"/>
                </a:cubicBezTo>
                <a:cubicBezTo>
                  <a:pt x="504383" y="22065"/>
                  <a:pt x="506699" y="21853"/>
                  <a:pt x="509037" y="21853"/>
                </a:cubicBezTo>
                <a:cubicBezTo>
                  <a:pt x="513398" y="21853"/>
                  <a:pt x="517108" y="22348"/>
                  <a:pt x="520166" y="23337"/>
                </a:cubicBezTo>
                <a:cubicBezTo>
                  <a:pt x="523223" y="24326"/>
                  <a:pt x="525696" y="25776"/>
                  <a:pt x="527585" y="27687"/>
                </a:cubicBezTo>
                <a:cubicBezTo>
                  <a:pt x="529474" y="29599"/>
                  <a:pt x="530845" y="31970"/>
                  <a:pt x="531699" y="34803"/>
                </a:cubicBezTo>
                <a:cubicBezTo>
                  <a:pt x="532554" y="37636"/>
                  <a:pt x="532981" y="40941"/>
                  <a:pt x="532981" y="44718"/>
                </a:cubicBezTo>
                <a:lnTo>
                  <a:pt x="532981" y="85659"/>
                </a:lnTo>
                <a:moveTo>
                  <a:pt x="521919" y="57871"/>
                </a:moveTo>
                <a:lnTo>
                  <a:pt x="512409" y="57871"/>
                </a:lnTo>
                <a:cubicBezTo>
                  <a:pt x="509351" y="57871"/>
                  <a:pt x="506699" y="58131"/>
                  <a:pt x="504450" y="58653"/>
                </a:cubicBezTo>
                <a:cubicBezTo>
                  <a:pt x="502202" y="59172"/>
                  <a:pt x="500336" y="59941"/>
                  <a:pt x="498852" y="60958"/>
                </a:cubicBezTo>
                <a:cubicBezTo>
                  <a:pt x="497368" y="61976"/>
                  <a:pt x="496278" y="63198"/>
                  <a:pt x="495581" y="64624"/>
                </a:cubicBezTo>
                <a:cubicBezTo>
                  <a:pt x="494884" y="66049"/>
                  <a:pt x="494535" y="67688"/>
                  <a:pt x="494535" y="69543"/>
                </a:cubicBezTo>
                <a:cubicBezTo>
                  <a:pt x="494535" y="72711"/>
                  <a:pt x="495536" y="75233"/>
                  <a:pt x="497537" y="77110"/>
                </a:cubicBezTo>
                <a:cubicBezTo>
                  <a:pt x="499538" y="78987"/>
                  <a:pt x="502337" y="79926"/>
                  <a:pt x="505934" y="79926"/>
                </a:cubicBezTo>
                <a:cubicBezTo>
                  <a:pt x="508857" y="79926"/>
                  <a:pt x="511566" y="79180"/>
                  <a:pt x="514062" y="77688"/>
                </a:cubicBezTo>
                <a:cubicBezTo>
                  <a:pt x="516557" y="76194"/>
                  <a:pt x="519176" y="73909"/>
                  <a:pt x="521919" y="70833"/>
                </a:cubicBezTo>
                <a:lnTo>
                  <a:pt x="521919" y="57871"/>
                </a:lnTo>
                <a:close/>
                <a:moveTo>
                  <a:pt x="597056" y="76419"/>
                </a:moveTo>
                <a:cubicBezTo>
                  <a:pt x="597056" y="77183"/>
                  <a:pt x="597034" y="77846"/>
                  <a:pt x="596989" y="78408"/>
                </a:cubicBezTo>
                <a:cubicBezTo>
                  <a:pt x="596944" y="78971"/>
                  <a:pt x="596865" y="79443"/>
                  <a:pt x="596752" y="79825"/>
                </a:cubicBezTo>
                <a:cubicBezTo>
                  <a:pt x="596640" y="80207"/>
                  <a:pt x="596505" y="80544"/>
                  <a:pt x="596348" y="80837"/>
                </a:cubicBezTo>
                <a:cubicBezTo>
                  <a:pt x="596190" y="81129"/>
                  <a:pt x="595831" y="81556"/>
                  <a:pt x="595269" y="82118"/>
                </a:cubicBezTo>
                <a:cubicBezTo>
                  <a:pt x="594707" y="82680"/>
                  <a:pt x="593751" y="83377"/>
                  <a:pt x="592402" y="84209"/>
                </a:cubicBezTo>
                <a:cubicBezTo>
                  <a:pt x="591053" y="85041"/>
                  <a:pt x="589536" y="85783"/>
                  <a:pt x="587849" y="86435"/>
                </a:cubicBezTo>
                <a:cubicBezTo>
                  <a:pt x="586163" y="87087"/>
                  <a:pt x="584331" y="87615"/>
                  <a:pt x="582352" y="88020"/>
                </a:cubicBezTo>
                <a:cubicBezTo>
                  <a:pt x="580374" y="88425"/>
                  <a:pt x="578328" y="88627"/>
                  <a:pt x="576215" y="88627"/>
                </a:cubicBezTo>
                <a:cubicBezTo>
                  <a:pt x="571853" y="88627"/>
                  <a:pt x="567986" y="87906"/>
                  <a:pt x="564613" y="86464"/>
                </a:cubicBezTo>
                <a:cubicBezTo>
                  <a:pt x="561241" y="85023"/>
                  <a:pt x="558419" y="82916"/>
                  <a:pt x="556149" y="80145"/>
                </a:cubicBezTo>
                <a:cubicBezTo>
                  <a:pt x="553878" y="77374"/>
                  <a:pt x="552147" y="73972"/>
                  <a:pt x="550955" y="69940"/>
                </a:cubicBezTo>
                <a:cubicBezTo>
                  <a:pt x="549764" y="65907"/>
                  <a:pt x="549168" y="61255"/>
                  <a:pt x="549168" y="55984"/>
                </a:cubicBezTo>
                <a:cubicBezTo>
                  <a:pt x="549168" y="49991"/>
                  <a:pt x="549899" y="44843"/>
                  <a:pt x="551360" y="40541"/>
                </a:cubicBezTo>
                <a:cubicBezTo>
                  <a:pt x="552821" y="36238"/>
                  <a:pt x="554822" y="32712"/>
                  <a:pt x="557363" y="29964"/>
                </a:cubicBezTo>
                <a:cubicBezTo>
                  <a:pt x="559903" y="27215"/>
                  <a:pt x="562894" y="25176"/>
                  <a:pt x="566333" y="23847"/>
                </a:cubicBezTo>
                <a:cubicBezTo>
                  <a:pt x="569773" y="22518"/>
                  <a:pt x="573494" y="21853"/>
                  <a:pt x="577496" y="21853"/>
                </a:cubicBezTo>
                <a:cubicBezTo>
                  <a:pt x="579430" y="21853"/>
                  <a:pt x="581307" y="22033"/>
                  <a:pt x="583128" y="22393"/>
                </a:cubicBezTo>
                <a:cubicBezTo>
                  <a:pt x="584949" y="22753"/>
                  <a:pt x="586624" y="23225"/>
                  <a:pt x="588153" y="23809"/>
                </a:cubicBezTo>
                <a:cubicBezTo>
                  <a:pt x="589682" y="24394"/>
                  <a:pt x="591042" y="25068"/>
                  <a:pt x="592233" y="25833"/>
                </a:cubicBezTo>
                <a:cubicBezTo>
                  <a:pt x="593425" y="26597"/>
                  <a:pt x="594291" y="27249"/>
                  <a:pt x="594830" y="27789"/>
                </a:cubicBezTo>
                <a:cubicBezTo>
                  <a:pt x="595370" y="28328"/>
                  <a:pt x="595741" y="28755"/>
                  <a:pt x="595943" y="29070"/>
                </a:cubicBezTo>
                <a:cubicBezTo>
                  <a:pt x="596145" y="29385"/>
                  <a:pt x="596314" y="29756"/>
                  <a:pt x="596449" y="30183"/>
                </a:cubicBezTo>
                <a:cubicBezTo>
                  <a:pt x="596584" y="30610"/>
                  <a:pt x="596674" y="31094"/>
                  <a:pt x="596719" y="31633"/>
                </a:cubicBezTo>
                <a:cubicBezTo>
                  <a:pt x="596764" y="32173"/>
                  <a:pt x="596786" y="32847"/>
                  <a:pt x="596786" y="33657"/>
                </a:cubicBezTo>
                <a:cubicBezTo>
                  <a:pt x="596786" y="35410"/>
                  <a:pt x="596584" y="36636"/>
                  <a:pt x="596179" y="37333"/>
                </a:cubicBezTo>
                <a:cubicBezTo>
                  <a:pt x="595774" y="38030"/>
                  <a:pt x="595280" y="38378"/>
                  <a:pt x="594695" y="38378"/>
                </a:cubicBezTo>
                <a:cubicBezTo>
                  <a:pt x="594021" y="38378"/>
                  <a:pt x="593245" y="38007"/>
                  <a:pt x="592368" y="37265"/>
                </a:cubicBezTo>
                <a:cubicBezTo>
                  <a:pt x="591492" y="36523"/>
                  <a:pt x="590379" y="35703"/>
                  <a:pt x="589030" y="34803"/>
                </a:cubicBezTo>
                <a:cubicBezTo>
                  <a:pt x="587681" y="33904"/>
                  <a:pt x="586051" y="33083"/>
                  <a:pt x="584140" y="32341"/>
                </a:cubicBezTo>
                <a:cubicBezTo>
                  <a:pt x="582229" y="31599"/>
                  <a:pt x="579969" y="31228"/>
                  <a:pt x="577361" y="31228"/>
                </a:cubicBezTo>
                <a:cubicBezTo>
                  <a:pt x="572010" y="31228"/>
                  <a:pt x="567907" y="33292"/>
                  <a:pt x="565052" y="37419"/>
                </a:cubicBezTo>
                <a:cubicBezTo>
                  <a:pt x="562197" y="41545"/>
                  <a:pt x="560769" y="47530"/>
                  <a:pt x="560769" y="55375"/>
                </a:cubicBezTo>
                <a:cubicBezTo>
                  <a:pt x="560769" y="59298"/>
                  <a:pt x="561140" y="62737"/>
                  <a:pt x="561882" y="65690"/>
                </a:cubicBezTo>
                <a:cubicBezTo>
                  <a:pt x="562624" y="68644"/>
                  <a:pt x="563714" y="71113"/>
                  <a:pt x="565153" y="73097"/>
                </a:cubicBezTo>
                <a:cubicBezTo>
                  <a:pt x="566592" y="75081"/>
                  <a:pt x="568357" y="76558"/>
                  <a:pt x="570448" y="77527"/>
                </a:cubicBezTo>
                <a:cubicBezTo>
                  <a:pt x="572539" y="78497"/>
                  <a:pt x="574933" y="78982"/>
                  <a:pt x="577631" y="78982"/>
                </a:cubicBezTo>
                <a:cubicBezTo>
                  <a:pt x="580194" y="78982"/>
                  <a:pt x="582442" y="78577"/>
                  <a:pt x="584376" y="77768"/>
                </a:cubicBezTo>
                <a:cubicBezTo>
                  <a:pt x="586309" y="76958"/>
                  <a:pt x="587984" y="76070"/>
                  <a:pt x="589401" y="75104"/>
                </a:cubicBezTo>
                <a:cubicBezTo>
                  <a:pt x="590817" y="74137"/>
                  <a:pt x="592009" y="73260"/>
                  <a:pt x="592975" y="72473"/>
                </a:cubicBezTo>
                <a:cubicBezTo>
                  <a:pt x="593942" y="71686"/>
                  <a:pt x="594695" y="71293"/>
                  <a:pt x="595235" y="71293"/>
                </a:cubicBezTo>
                <a:cubicBezTo>
                  <a:pt x="595550" y="71293"/>
                  <a:pt x="595819" y="71383"/>
                  <a:pt x="596044" y="71563"/>
                </a:cubicBezTo>
                <a:cubicBezTo>
                  <a:pt x="596269" y="71742"/>
                  <a:pt x="596460" y="72046"/>
                  <a:pt x="596618" y="72473"/>
                </a:cubicBezTo>
                <a:cubicBezTo>
                  <a:pt x="596775" y="72900"/>
                  <a:pt x="596887" y="73440"/>
                  <a:pt x="596955" y="74092"/>
                </a:cubicBezTo>
                <a:cubicBezTo>
                  <a:pt x="597022" y="74744"/>
                  <a:pt x="597056" y="75519"/>
                  <a:pt x="597056" y="76419"/>
                </a:cubicBezTo>
                <a:close/>
                <a:moveTo>
                  <a:pt x="643414" y="81208"/>
                </a:moveTo>
                <a:cubicBezTo>
                  <a:pt x="643414" y="82512"/>
                  <a:pt x="643324" y="83546"/>
                  <a:pt x="643144" y="84310"/>
                </a:cubicBezTo>
                <a:cubicBezTo>
                  <a:pt x="642964" y="85075"/>
                  <a:pt x="642694" y="85637"/>
                  <a:pt x="642335" y="85996"/>
                </a:cubicBezTo>
                <a:cubicBezTo>
                  <a:pt x="641975" y="86356"/>
                  <a:pt x="641435" y="86693"/>
                  <a:pt x="640716" y="87008"/>
                </a:cubicBezTo>
                <a:cubicBezTo>
                  <a:pt x="639996" y="87323"/>
                  <a:pt x="639176" y="87581"/>
                  <a:pt x="638254" y="87784"/>
                </a:cubicBezTo>
                <a:cubicBezTo>
                  <a:pt x="637332" y="87986"/>
                  <a:pt x="636354" y="88155"/>
                  <a:pt x="635320" y="88290"/>
                </a:cubicBezTo>
                <a:cubicBezTo>
                  <a:pt x="634286" y="88425"/>
                  <a:pt x="633252" y="88492"/>
                  <a:pt x="632217" y="88492"/>
                </a:cubicBezTo>
                <a:cubicBezTo>
                  <a:pt x="629070" y="88492"/>
                  <a:pt x="626372" y="88075"/>
                  <a:pt x="624124" y="87242"/>
                </a:cubicBezTo>
                <a:cubicBezTo>
                  <a:pt x="621875" y="86407"/>
                  <a:pt x="620032" y="85145"/>
                  <a:pt x="618593" y="83454"/>
                </a:cubicBezTo>
                <a:cubicBezTo>
                  <a:pt x="617154" y="81764"/>
                  <a:pt x="616109" y="79623"/>
                  <a:pt x="615457" y="77032"/>
                </a:cubicBezTo>
                <a:cubicBezTo>
                  <a:pt x="614805" y="74441"/>
                  <a:pt x="614479" y="71388"/>
                  <a:pt x="614479" y="67872"/>
                </a:cubicBezTo>
                <a:lnTo>
                  <a:pt x="614479" y="32308"/>
                </a:lnTo>
                <a:lnTo>
                  <a:pt x="605980" y="32308"/>
                </a:lnTo>
                <a:cubicBezTo>
                  <a:pt x="605306" y="32308"/>
                  <a:pt x="604766" y="31948"/>
                  <a:pt x="604361" y="31228"/>
                </a:cubicBezTo>
                <a:cubicBezTo>
                  <a:pt x="603957" y="30509"/>
                  <a:pt x="603754" y="29340"/>
                  <a:pt x="603754" y="27721"/>
                </a:cubicBezTo>
                <a:cubicBezTo>
                  <a:pt x="603754" y="26867"/>
                  <a:pt x="603810" y="26147"/>
                  <a:pt x="603923" y="25563"/>
                </a:cubicBezTo>
                <a:cubicBezTo>
                  <a:pt x="604035" y="24978"/>
                  <a:pt x="604181" y="24495"/>
                  <a:pt x="604361" y="24113"/>
                </a:cubicBezTo>
                <a:cubicBezTo>
                  <a:pt x="604541" y="23731"/>
                  <a:pt x="604777" y="23461"/>
                  <a:pt x="605069" y="23303"/>
                </a:cubicBezTo>
                <a:cubicBezTo>
                  <a:pt x="605362" y="23146"/>
                  <a:pt x="605688" y="23067"/>
                  <a:pt x="606047" y="23067"/>
                </a:cubicBezTo>
                <a:lnTo>
                  <a:pt x="614479" y="23067"/>
                </a:lnTo>
                <a:lnTo>
                  <a:pt x="614479" y="8633"/>
                </a:lnTo>
                <a:cubicBezTo>
                  <a:pt x="614479" y="8319"/>
                  <a:pt x="614557" y="8026"/>
                  <a:pt x="614715" y="7757"/>
                </a:cubicBezTo>
                <a:cubicBezTo>
                  <a:pt x="614872" y="7487"/>
                  <a:pt x="615164" y="7251"/>
                  <a:pt x="615591" y="7048"/>
                </a:cubicBezTo>
                <a:cubicBezTo>
                  <a:pt x="616019" y="6846"/>
                  <a:pt x="616592" y="6700"/>
                  <a:pt x="617311" y="6610"/>
                </a:cubicBezTo>
                <a:cubicBezTo>
                  <a:pt x="618031" y="6520"/>
                  <a:pt x="618930" y="6475"/>
                  <a:pt x="620009" y="6475"/>
                </a:cubicBezTo>
                <a:cubicBezTo>
                  <a:pt x="621133" y="6475"/>
                  <a:pt x="622055" y="6520"/>
                  <a:pt x="622775" y="6610"/>
                </a:cubicBezTo>
                <a:cubicBezTo>
                  <a:pt x="623494" y="6700"/>
                  <a:pt x="624056" y="6846"/>
                  <a:pt x="624461" y="7048"/>
                </a:cubicBezTo>
                <a:cubicBezTo>
                  <a:pt x="624866" y="7251"/>
                  <a:pt x="625158" y="7487"/>
                  <a:pt x="625338" y="7757"/>
                </a:cubicBezTo>
                <a:cubicBezTo>
                  <a:pt x="625518" y="8026"/>
                  <a:pt x="625607" y="8319"/>
                  <a:pt x="625607" y="8633"/>
                </a:cubicBezTo>
                <a:lnTo>
                  <a:pt x="625607" y="23067"/>
                </a:lnTo>
                <a:lnTo>
                  <a:pt x="641188" y="23067"/>
                </a:lnTo>
                <a:cubicBezTo>
                  <a:pt x="641548" y="23067"/>
                  <a:pt x="641862" y="23146"/>
                  <a:pt x="642132" y="23303"/>
                </a:cubicBezTo>
                <a:cubicBezTo>
                  <a:pt x="642402" y="23461"/>
                  <a:pt x="642638" y="23731"/>
                  <a:pt x="642840" y="24113"/>
                </a:cubicBezTo>
                <a:cubicBezTo>
                  <a:pt x="643043" y="24495"/>
                  <a:pt x="643189" y="24978"/>
                  <a:pt x="643279" y="25563"/>
                </a:cubicBezTo>
                <a:cubicBezTo>
                  <a:pt x="643369" y="26147"/>
                  <a:pt x="643414" y="26867"/>
                  <a:pt x="643414" y="27721"/>
                </a:cubicBezTo>
                <a:cubicBezTo>
                  <a:pt x="643414" y="29340"/>
                  <a:pt x="643211" y="30509"/>
                  <a:pt x="642807" y="31228"/>
                </a:cubicBezTo>
                <a:cubicBezTo>
                  <a:pt x="642402" y="31948"/>
                  <a:pt x="641862" y="32308"/>
                  <a:pt x="641188" y="32308"/>
                </a:cubicBezTo>
                <a:lnTo>
                  <a:pt x="625607" y="32308"/>
                </a:lnTo>
                <a:lnTo>
                  <a:pt x="625607" y="66266"/>
                </a:lnTo>
                <a:cubicBezTo>
                  <a:pt x="625607" y="70459"/>
                  <a:pt x="626226" y="73627"/>
                  <a:pt x="627462" y="75770"/>
                </a:cubicBezTo>
                <a:cubicBezTo>
                  <a:pt x="628699" y="77911"/>
                  <a:pt x="630913" y="78982"/>
                  <a:pt x="634106" y="78982"/>
                </a:cubicBezTo>
                <a:cubicBezTo>
                  <a:pt x="635140" y="78982"/>
                  <a:pt x="636062" y="78881"/>
                  <a:pt x="636871" y="78678"/>
                </a:cubicBezTo>
                <a:cubicBezTo>
                  <a:pt x="637681" y="78476"/>
                  <a:pt x="638400" y="78262"/>
                  <a:pt x="639030" y="78038"/>
                </a:cubicBezTo>
                <a:cubicBezTo>
                  <a:pt x="639659" y="77813"/>
                  <a:pt x="640199" y="77599"/>
                  <a:pt x="640648" y="77397"/>
                </a:cubicBezTo>
                <a:cubicBezTo>
                  <a:pt x="641098" y="77194"/>
                  <a:pt x="641503" y="77093"/>
                  <a:pt x="641862" y="77093"/>
                </a:cubicBezTo>
                <a:cubicBezTo>
                  <a:pt x="642087" y="77093"/>
                  <a:pt x="642301" y="77149"/>
                  <a:pt x="642503" y="77262"/>
                </a:cubicBezTo>
                <a:cubicBezTo>
                  <a:pt x="642706" y="77374"/>
                  <a:pt x="642863" y="77588"/>
                  <a:pt x="642975" y="77903"/>
                </a:cubicBezTo>
                <a:cubicBezTo>
                  <a:pt x="643088" y="78217"/>
                  <a:pt x="643189" y="78645"/>
                  <a:pt x="643279" y="79184"/>
                </a:cubicBezTo>
                <a:cubicBezTo>
                  <a:pt x="643369" y="79724"/>
                  <a:pt x="643414" y="80398"/>
                  <a:pt x="643414" y="81208"/>
                </a:cubicBezTo>
                <a:close/>
                <a:moveTo>
                  <a:pt x="713196" y="54599"/>
                </a:moveTo>
                <a:cubicBezTo>
                  <a:pt x="713196" y="59550"/>
                  <a:pt x="712544" y="64107"/>
                  <a:pt x="711240" y="68270"/>
                </a:cubicBezTo>
                <a:cubicBezTo>
                  <a:pt x="709936" y="72434"/>
                  <a:pt x="707991" y="76024"/>
                  <a:pt x="705405" y="79041"/>
                </a:cubicBezTo>
                <a:cubicBezTo>
                  <a:pt x="702820" y="82056"/>
                  <a:pt x="699582" y="84408"/>
                  <a:pt x="695693" y="86095"/>
                </a:cubicBezTo>
                <a:cubicBezTo>
                  <a:pt x="691803" y="87783"/>
                  <a:pt x="687295" y="88627"/>
                  <a:pt x="682169" y="88627"/>
                </a:cubicBezTo>
                <a:cubicBezTo>
                  <a:pt x="677178" y="88627"/>
                  <a:pt x="672828" y="87884"/>
                  <a:pt x="669118" y="86399"/>
                </a:cubicBezTo>
                <a:cubicBezTo>
                  <a:pt x="665408" y="84914"/>
                  <a:pt x="662317" y="82753"/>
                  <a:pt x="659844" y="79918"/>
                </a:cubicBezTo>
                <a:cubicBezTo>
                  <a:pt x="657371" y="77082"/>
                  <a:pt x="655527" y="73639"/>
                  <a:pt x="654313" y="69588"/>
                </a:cubicBezTo>
                <a:cubicBezTo>
                  <a:pt x="653099" y="65536"/>
                  <a:pt x="652492" y="60945"/>
                  <a:pt x="652492" y="55813"/>
                </a:cubicBezTo>
                <a:cubicBezTo>
                  <a:pt x="652492" y="50863"/>
                  <a:pt x="653133" y="46306"/>
                  <a:pt x="654414" y="42142"/>
                </a:cubicBezTo>
                <a:cubicBezTo>
                  <a:pt x="655696" y="37979"/>
                  <a:pt x="657629" y="34389"/>
                  <a:pt x="660215" y="31374"/>
                </a:cubicBezTo>
                <a:cubicBezTo>
                  <a:pt x="662800" y="28357"/>
                  <a:pt x="666027" y="26016"/>
                  <a:pt x="669894" y="24351"/>
                </a:cubicBezTo>
                <a:cubicBezTo>
                  <a:pt x="673761" y="22686"/>
                  <a:pt x="678280" y="21853"/>
                  <a:pt x="683451" y="21853"/>
                </a:cubicBezTo>
                <a:cubicBezTo>
                  <a:pt x="688442" y="21853"/>
                  <a:pt x="692792" y="22596"/>
                  <a:pt x="696502" y="24081"/>
                </a:cubicBezTo>
                <a:cubicBezTo>
                  <a:pt x="700212" y="25566"/>
                  <a:pt x="703303" y="27727"/>
                  <a:pt x="705776" y="30562"/>
                </a:cubicBezTo>
                <a:cubicBezTo>
                  <a:pt x="708249" y="33398"/>
                  <a:pt x="710104" y="36841"/>
                  <a:pt x="711341" y="40893"/>
                </a:cubicBezTo>
                <a:cubicBezTo>
                  <a:pt x="712577" y="44944"/>
                  <a:pt x="713196" y="49513"/>
                  <a:pt x="713196" y="54599"/>
                </a:cubicBezTo>
                <a:moveTo>
                  <a:pt x="701460" y="55341"/>
                </a:moveTo>
                <a:cubicBezTo>
                  <a:pt x="701460" y="52055"/>
                  <a:pt x="701156" y="48948"/>
                  <a:pt x="700549" y="46021"/>
                </a:cubicBezTo>
                <a:cubicBezTo>
                  <a:pt x="699942" y="43094"/>
                  <a:pt x="698941" y="40527"/>
                  <a:pt x="697548" y="38321"/>
                </a:cubicBezTo>
                <a:cubicBezTo>
                  <a:pt x="696154" y="36115"/>
                  <a:pt x="694265" y="34370"/>
                  <a:pt x="691882" y="33088"/>
                </a:cubicBezTo>
                <a:cubicBezTo>
                  <a:pt x="689499" y="31803"/>
                  <a:pt x="686531" y="31161"/>
                  <a:pt x="682979" y="31161"/>
                </a:cubicBezTo>
                <a:cubicBezTo>
                  <a:pt x="679696" y="31161"/>
                  <a:pt x="676875" y="31746"/>
                  <a:pt x="674514" y="32917"/>
                </a:cubicBezTo>
                <a:cubicBezTo>
                  <a:pt x="672153" y="34087"/>
                  <a:pt x="670209" y="35743"/>
                  <a:pt x="668680" y="37883"/>
                </a:cubicBezTo>
                <a:cubicBezTo>
                  <a:pt x="667151" y="40021"/>
                  <a:pt x="666016" y="42554"/>
                  <a:pt x="665274" y="45481"/>
                </a:cubicBezTo>
                <a:cubicBezTo>
                  <a:pt x="664532" y="48407"/>
                  <a:pt x="664161" y="51603"/>
                  <a:pt x="664161" y="55071"/>
                </a:cubicBezTo>
                <a:cubicBezTo>
                  <a:pt x="664161" y="58403"/>
                  <a:pt x="664464" y="61532"/>
                  <a:pt x="665071" y="64459"/>
                </a:cubicBezTo>
                <a:cubicBezTo>
                  <a:pt x="665678" y="67386"/>
                  <a:pt x="666690" y="69942"/>
                  <a:pt x="668106" y="72125"/>
                </a:cubicBezTo>
                <a:cubicBezTo>
                  <a:pt x="669523" y="74309"/>
                  <a:pt x="671423" y="76043"/>
                  <a:pt x="673806" y="77327"/>
                </a:cubicBezTo>
                <a:cubicBezTo>
                  <a:pt x="676189" y="78610"/>
                  <a:pt x="679157" y="79252"/>
                  <a:pt x="682709" y="79252"/>
                </a:cubicBezTo>
                <a:cubicBezTo>
                  <a:pt x="685946" y="79252"/>
                  <a:pt x="688757" y="78666"/>
                  <a:pt x="691140" y="77496"/>
                </a:cubicBezTo>
                <a:cubicBezTo>
                  <a:pt x="693523" y="76325"/>
                  <a:pt x="695479" y="74682"/>
                  <a:pt x="697008" y="72566"/>
                </a:cubicBezTo>
                <a:cubicBezTo>
                  <a:pt x="698537" y="70448"/>
                  <a:pt x="699661" y="67927"/>
                  <a:pt x="700380" y="65001"/>
                </a:cubicBezTo>
                <a:cubicBezTo>
                  <a:pt x="701100" y="62074"/>
                  <a:pt x="701460" y="58854"/>
                  <a:pt x="701460" y="55341"/>
                </a:cubicBezTo>
                <a:close/>
                <a:moveTo>
                  <a:pt x="765016" y="28868"/>
                </a:moveTo>
                <a:cubicBezTo>
                  <a:pt x="765016" y="29857"/>
                  <a:pt x="764993" y="30689"/>
                  <a:pt x="764948" y="31363"/>
                </a:cubicBezTo>
                <a:cubicBezTo>
                  <a:pt x="764903" y="32038"/>
                  <a:pt x="764813" y="32566"/>
                  <a:pt x="764678" y="32948"/>
                </a:cubicBezTo>
                <a:cubicBezTo>
                  <a:pt x="764544" y="33331"/>
                  <a:pt x="764375" y="33623"/>
                  <a:pt x="764173" y="33825"/>
                </a:cubicBezTo>
                <a:cubicBezTo>
                  <a:pt x="763970" y="34028"/>
                  <a:pt x="763689" y="34129"/>
                  <a:pt x="763329" y="34129"/>
                </a:cubicBezTo>
                <a:cubicBezTo>
                  <a:pt x="762970" y="34129"/>
                  <a:pt x="762531" y="34028"/>
                  <a:pt x="762014" y="33825"/>
                </a:cubicBezTo>
                <a:cubicBezTo>
                  <a:pt x="761497" y="33623"/>
                  <a:pt x="760913" y="33421"/>
                  <a:pt x="760261" y="33218"/>
                </a:cubicBezTo>
                <a:cubicBezTo>
                  <a:pt x="759609" y="33016"/>
                  <a:pt x="758878" y="32825"/>
                  <a:pt x="758068" y="32645"/>
                </a:cubicBezTo>
                <a:cubicBezTo>
                  <a:pt x="757259" y="32465"/>
                  <a:pt x="756382" y="32375"/>
                  <a:pt x="755438" y="32375"/>
                </a:cubicBezTo>
                <a:cubicBezTo>
                  <a:pt x="754314" y="32375"/>
                  <a:pt x="753212" y="32600"/>
                  <a:pt x="752133" y="33050"/>
                </a:cubicBezTo>
                <a:cubicBezTo>
                  <a:pt x="751054" y="33499"/>
                  <a:pt x="749919" y="34241"/>
                  <a:pt x="748727" y="35275"/>
                </a:cubicBezTo>
                <a:cubicBezTo>
                  <a:pt x="747535" y="36310"/>
                  <a:pt x="746288" y="37681"/>
                  <a:pt x="744984" y="39390"/>
                </a:cubicBezTo>
                <a:cubicBezTo>
                  <a:pt x="743680" y="41098"/>
                  <a:pt x="742241" y="43189"/>
                  <a:pt x="740667" y="45662"/>
                </a:cubicBezTo>
                <a:lnTo>
                  <a:pt x="740667" y="85592"/>
                </a:lnTo>
                <a:cubicBezTo>
                  <a:pt x="740667" y="85951"/>
                  <a:pt x="740577" y="86255"/>
                  <a:pt x="740397" y="86502"/>
                </a:cubicBezTo>
                <a:cubicBezTo>
                  <a:pt x="740217" y="86750"/>
                  <a:pt x="739925" y="86963"/>
                  <a:pt x="739520" y="87143"/>
                </a:cubicBezTo>
                <a:cubicBezTo>
                  <a:pt x="739116" y="87323"/>
                  <a:pt x="738553" y="87458"/>
                  <a:pt x="737834" y="87548"/>
                </a:cubicBezTo>
                <a:cubicBezTo>
                  <a:pt x="737115" y="87638"/>
                  <a:pt x="736193" y="87683"/>
                  <a:pt x="735069" y="87683"/>
                </a:cubicBezTo>
                <a:cubicBezTo>
                  <a:pt x="733989" y="87683"/>
                  <a:pt x="733090" y="87638"/>
                  <a:pt x="732371" y="87548"/>
                </a:cubicBezTo>
                <a:cubicBezTo>
                  <a:pt x="731651" y="87458"/>
                  <a:pt x="731078" y="87323"/>
                  <a:pt x="730651" y="87143"/>
                </a:cubicBezTo>
                <a:cubicBezTo>
                  <a:pt x="730224" y="86963"/>
                  <a:pt x="729931" y="86750"/>
                  <a:pt x="729774" y="86502"/>
                </a:cubicBezTo>
                <a:cubicBezTo>
                  <a:pt x="729617" y="86255"/>
                  <a:pt x="729538" y="85951"/>
                  <a:pt x="729538" y="85592"/>
                </a:cubicBezTo>
                <a:lnTo>
                  <a:pt x="729538" y="24888"/>
                </a:lnTo>
                <a:cubicBezTo>
                  <a:pt x="729538" y="24529"/>
                  <a:pt x="729605" y="24225"/>
                  <a:pt x="729740" y="23978"/>
                </a:cubicBezTo>
                <a:cubicBezTo>
                  <a:pt x="729875" y="23731"/>
                  <a:pt x="730145" y="23506"/>
                  <a:pt x="730550" y="23303"/>
                </a:cubicBezTo>
                <a:cubicBezTo>
                  <a:pt x="730954" y="23101"/>
                  <a:pt x="731471" y="22966"/>
                  <a:pt x="732101" y="22899"/>
                </a:cubicBezTo>
                <a:cubicBezTo>
                  <a:pt x="732730" y="22831"/>
                  <a:pt x="733562" y="22797"/>
                  <a:pt x="734597" y="22797"/>
                </a:cubicBezTo>
                <a:cubicBezTo>
                  <a:pt x="735586" y="22797"/>
                  <a:pt x="736406" y="22831"/>
                  <a:pt x="737058" y="22899"/>
                </a:cubicBezTo>
                <a:cubicBezTo>
                  <a:pt x="737710" y="22966"/>
                  <a:pt x="738216" y="23101"/>
                  <a:pt x="738576" y="23303"/>
                </a:cubicBezTo>
                <a:cubicBezTo>
                  <a:pt x="738936" y="23506"/>
                  <a:pt x="739194" y="23731"/>
                  <a:pt x="739352" y="23978"/>
                </a:cubicBezTo>
                <a:cubicBezTo>
                  <a:pt x="739509" y="24225"/>
                  <a:pt x="739588" y="24529"/>
                  <a:pt x="739588" y="24888"/>
                </a:cubicBezTo>
                <a:lnTo>
                  <a:pt x="739588" y="33724"/>
                </a:lnTo>
                <a:cubicBezTo>
                  <a:pt x="741251" y="31296"/>
                  <a:pt x="742814" y="29317"/>
                  <a:pt x="744275" y="27789"/>
                </a:cubicBezTo>
                <a:cubicBezTo>
                  <a:pt x="745737" y="26260"/>
                  <a:pt x="747119" y="25057"/>
                  <a:pt x="748423" y="24180"/>
                </a:cubicBezTo>
                <a:cubicBezTo>
                  <a:pt x="749727" y="23303"/>
                  <a:pt x="751020" y="22696"/>
                  <a:pt x="752302" y="22359"/>
                </a:cubicBezTo>
                <a:cubicBezTo>
                  <a:pt x="753583" y="22022"/>
                  <a:pt x="754876" y="21853"/>
                  <a:pt x="756180" y="21853"/>
                </a:cubicBezTo>
                <a:cubicBezTo>
                  <a:pt x="756764" y="21853"/>
                  <a:pt x="757428" y="21887"/>
                  <a:pt x="758170" y="21954"/>
                </a:cubicBezTo>
                <a:cubicBezTo>
                  <a:pt x="758912" y="22022"/>
                  <a:pt x="759687" y="22145"/>
                  <a:pt x="760497" y="22325"/>
                </a:cubicBezTo>
                <a:cubicBezTo>
                  <a:pt x="761306" y="22505"/>
                  <a:pt x="762037" y="22708"/>
                  <a:pt x="762689" y="22932"/>
                </a:cubicBezTo>
                <a:cubicBezTo>
                  <a:pt x="763341" y="23157"/>
                  <a:pt x="763802" y="23382"/>
                  <a:pt x="764071" y="23607"/>
                </a:cubicBezTo>
                <a:cubicBezTo>
                  <a:pt x="764341" y="23832"/>
                  <a:pt x="764521" y="24045"/>
                  <a:pt x="764611" y="24248"/>
                </a:cubicBezTo>
                <a:cubicBezTo>
                  <a:pt x="764701" y="24450"/>
                  <a:pt x="764780" y="24709"/>
                  <a:pt x="764847" y="25023"/>
                </a:cubicBezTo>
                <a:cubicBezTo>
                  <a:pt x="764914" y="25338"/>
                  <a:pt x="764959" y="25799"/>
                  <a:pt x="764982" y="26406"/>
                </a:cubicBezTo>
                <a:cubicBezTo>
                  <a:pt x="765004" y="27013"/>
                  <a:pt x="765016" y="27834"/>
                  <a:pt x="765016" y="2886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7BBD8-A1E1-47D0-B55A-3CECFE3A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768" y="457850"/>
            <a:ext cx="1776516" cy="1442770"/>
          </a:xfrm>
          <a:custGeom xmlns:a="http://schemas.openxmlformats.org/drawingml/2006/main">
            <a:pathLst>
              <a:path w="1776516" h="1442770">
                <a:moveTo>
                  <a:pt x="0" y="99226"/>
                </a:moveTo>
                <a:cubicBezTo>
                  <a:pt x="0" y="44433"/>
                  <a:pt x="44433" y="0"/>
                  <a:pt x="99226" y="0"/>
                </a:cubicBezTo>
                <a:lnTo>
                  <a:pt x="1677290" y="0"/>
                </a:lnTo>
                <a:cubicBezTo>
                  <a:pt x="1732122" y="0"/>
                  <a:pt x="1776516" y="44433"/>
                  <a:pt x="1776516" y="99226"/>
                </a:cubicBezTo>
                <a:lnTo>
                  <a:pt x="1776516" y="1343543"/>
                </a:lnTo>
                <a:cubicBezTo>
                  <a:pt x="1776516" y="1398336"/>
                  <a:pt x="1732122" y="1442770"/>
                  <a:pt x="1677290" y="1442770"/>
                </a:cubicBezTo>
                <a:lnTo>
                  <a:pt x="99226" y="1442770"/>
                </a:lnTo>
                <a:cubicBezTo>
                  <a:pt x="44433" y="1442770"/>
                  <a:pt x="0" y="1398336"/>
                  <a:pt x="0" y="1343543"/>
                </a:cubicBezTo>
                <a:lnTo>
                  <a:pt x="0" y="99226"/>
                </a:lnTo>
                <a:close/>
              </a:path>
            </a:pathLst>
          </a:custGeom>
          <a:solidFill xmlns:a="http://schemas.openxmlformats.org/drawingml/2006/main">
            <a:srgbClr val="E9713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3584E1-7FFE-4259-BF37-34F24B62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768" y="457850"/>
            <a:ext cx="1776516" cy="1442770"/>
          </a:xfrm>
          <a:custGeom xmlns:a="http://schemas.openxmlformats.org/drawingml/2006/main">
            <a:pathLst>
              <a:path w="1776516" h="1442770" fill="none">
                <a:moveTo>
                  <a:pt x="0" y="99226"/>
                </a:moveTo>
                <a:cubicBezTo>
                  <a:pt x="0" y="44433"/>
                  <a:pt x="44433" y="0"/>
                  <a:pt x="99226" y="0"/>
                </a:cubicBezTo>
                <a:lnTo>
                  <a:pt x="1677290" y="0"/>
                </a:lnTo>
                <a:cubicBezTo>
                  <a:pt x="1732122" y="0"/>
                  <a:pt x="1776516" y="44433"/>
                  <a:pt x="1776516" y="99226"/>
                </a:cubicBezTo>
                <a:lnTo>
                  <a:pt x="1776516" y="1343543"/>
                </a:lnTo>
                <a:cubicBezTo>
                  <a:pt x="1776516" y="1398336"/>
                  <a:pt x="1732122" y="1442770"/>
                  <a:pt x="1677290" y="1442770"/>
                </a:cubicBezTo>
                <a:lnTo>
                  <a:pt x="99226" y="1442770"/>
                </a:lnTo>
                <a:cubicBezTo>
                  <a:pt x="44433" y="1442770"/>
                  <a:pt x="0" y="1398336"/>
                  <a:pt x="0" y="1343543"/>
                </a:cubicBezTo>
                <a:lnTo>
                  <a:pt x="0" y="9922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56" cap="flat">
            <a:solidFill>
              <a:srgbClr val="000000"/>
            </a:solidFill>
            <a:miter/>
          </a:ln>
        </p:spPr>
      </p:sp>
      <p:sp>
        <p:nvSpPr>
          <p:cNvPr id="170" name="Text Y">
            <a:extLst xmlns:a="http://schemas.openxmlformats.org/drawingml/2006/main">
              <a:ext uri="{FF2B5EF4-FFF2-40B4-BE49-F238E27FC236}">
                <a16:creationId xmlns:a16="http://schemas.microsoft.com/office/drawing/2014/main" id="{FAEAB1B7-34F7-4654-AA1C-0F0BF9FF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8397" y="523132"/>
            <a:ext cx="66685" cy="93079"/>
          </a:xfrm>
          <a:custGeom xmlns:a="http://schemas.openxmlformats.org/drawingml/2006/main">
            <a:pathLst>
              <a:path w="66685" h="93079">
                <a:moveTo>
                  <a:pt x="28544" y="56802"/>
                </a:moveTo>
                <a:lnTo>
                  <a:pt x="21773" y="90870"/>
                </a:lnTo>
                <a:cubicBezTo>
                  <a:pt x="21678" y="91202"/>
                  <a:pt x="21500" y="91511"/>
                  <a:pt x="21239" y="91796"/>
                </a:cubicBezTo>
                <a:cubicBezTo>
                  <a:pt x="20977" y="92081"/>
                  <a:pt x="20585" y="92307"/>
                  <a:pt x="20063" y="92473"/>
                </a:cubicBezTo>
                <a:cubicBezTo>
                  <a:pt x="19540" y="92639"/>
                  <a:pt x="18875" y="92782"/>
                  <a:pt x="18067" y="92901"/>
                </a:cubicBezTo>
                <a:cubicBezTo>
                  <a:pt x="17259" y="93020"/>
                  <a:pt x="16285" y="93079"/>
                  <a:pt x="15145" y="93079"/>
                </a:cubicBezTo>
                <a:cubicBezTo>
                  <a:pt x="13957" y="93079"/>
                  <a:pt x="12983" y="93020"/>
                  <a:pt x="12223" y="92901"/>
                </a:cubicBezTo>
                <a:cubicBezTo>
                  <a:pt x="11463" y="92782"/>
                  <a:pt x="10869" y="92639"/>
                  <a:pt x="10441" y="92473"/>
                </a:cubicBezTo>
                <a:cubicBezTo>
                  <a:pt x="10013" y="92307"/>
                  <a:pt x="9728" y="92081"/>
                  <a:pt x="9586" y="91796"/>
                </a:cubicBezTo>
                <a:cubicBezTo>
                  <a:pt x="9443" y="91511"/>
                  <a:pt x="9396" y="91202"/>
                  <a:pt x="9443" y="90870"/>
                </a:cubicBezTo>
                <a:lnTo>
                  <a:pt x="16285" y="56802"/>
                </a:lnTo>
                <a:lnTo>
                  <a:pt x="606" y="4775"/>
                </a:lnTo>
                <a:cubicBezTo>
                  <a:pt x="321" y="3730"/>
                  <a:pt x="143" y="2898"/>
                  <a:pt x="71" y="2281"/>
                </a:cubicBezTo>
                <a:cubicBezTo>
                  <a:pt x="0" y="1663"/>
                  <a:pt x="154" y="1188"/>
                  <a:pt x="535" y="855"/>
                </a:cubicBezTo>
                <a:cubicBezTo>
                  <a:pt x="915" y="523"/>
                  <a:pt x="1544" y="297"/>
                  <a:pt x="2423" y="178"/>
                </a:cubicBezTo>
                <a:cubicBezTo>
                  <a:pt x="3302" y="59"/>
                  <a:pt x="4573" y="0"/>
                  <a:pt x="6236" y="0"/>
                </a:cubicBezTo>
                <a:cubicBezTo>
                  <a:pt x="7519" y="0"/>
                  <a:pt x="8564" y="36"/>
                  <a:pt x="9372" y="107"/>
                </a:cubicBezTo>
                <a:cubicBezTo>
                  <a:pt x="10180" y="178"/>
                  <a:pt x="10821" y="333"/>
                  <a:pt x="11296" y="570"/>
                </a:cubicBezTo>
                <a:cubicBezTo>
                  <a:pt x="11771" y="808"/>
                  <a:pt x="12116" y="1105"/>
                  <a:pt x="12330" y="1461"/>
                </a:cubicBezTo>
                <a:cubicBezTo>
                  <a:pt x="12544" y="1817"/>
                  <a:pt x="12745" y="2304"/>
                  <a:pt x="12936" y="2922"/>
                </a:cubicBezTo>
                <a:lnTo>
                  <a:pt x="20276" y="28223"/>
                </a:lnTo>
                <a:cubicBezTo>
                  <a:pt x="21132" y="31169"/>
                  <a:pt x="21892" y="34008"/>
                  <a:pt x="22557" y="36740"/>
                </a:cubicBezTo>
                <a:cubicBezTo>
                  <a:pt x="23222" y="39472"/>
                  <a:pt x="23864" y="42311"/>
                  <a:pt x="24481" y="45257"/>
                </a:cubicBezTo>
                <a:lnTo>
                  <a:pt x="24624" y="45257"/>
                </a:lnTo>
                <a:cubicBezTo>
                  <a:pt x="26334" y="42406"/>
                  <a:pt x="28069" y="39579"/>
                  <a:pt x="29827" y="36775"/>
                </a:cubicBezTo>
                <a:cubicBezTo>
                  <a:pt x="31585" y="33972"/>
                  <a:pt x="33438" y="31145"/>
                  <a:pt x="35386" y="28294"/>
                </a:cubicBezTo>
                <a:lnTo>
                  <a:pt x="52847" y="2566"/>
                </a:lnTo>
                <a:cubicBezTo>
                  <a:pt x="53132" y="2091"/>
                  <a:pt x="53453" y="1687"/>
                  <a:pt x="53809" y="1354"/>
                </a:cubicBezTo>
                <a:cubicBezTo>
                  <a:pt x="54165" y="1022"/>
                  <a:pt x="54629" y="748"/>
                  <a:pt x="55199" y="535"/>
                </a:cubicBezTo>
                <a:cubicBezTo>
                  <a:pt x="55769" y="321"/>
                  <a:pt x="56482" y="178"/>
                  <a:pt x="57337" y="107"/>
                </a:cubicBezTo>
                <a:cubicBezTo>
                  <a:pt x="58192" y="36"/>
                  <a:pt x="59332" y="0"/>
                  <a:pt x="60758" y="0"/>
                </a:cubicBezTo>
                <a:cubicBezTo>
                  <a:pt x="62468" y="0"/>
                  <a:pt x="63775" y="83"/>
                  <a:pt x="64678" y="249"/>
                </a:cubicBezTo>
                <a:cubicBezTo>
                  <a:pt x="65580" y="416"/>
                  <a:pt x="66163" y="689"/>
                  <a:pt x="66424" y="1069"/>
                </a:cubicBezTo>
                <a:cubicBezTo>
                  <a:pt x="66685" y="1449"/>
                  <a:pt x="66673" y="1948"/>
                  <a:pt x="66388" y="2566"/>
                </a:cubicBezTo>
                <a:cubicBezTo>
                  <a:pt x="66103" y="3183"/>
                  <a:pt x="65652" y="3920"/>
                  <a:pt x="65034" y="4775"/>
                </a:cubicBezTo>
                <a:lnTo>
                  <a:pt x="28544" y="568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ouareanhelp">
            <a:extLst xmlns:a="http://schemas.openxmlformats.org/drawingml/2006/main">
              <a:ext uri="{FF2B5EF4-FFF2-40B4-BE49-F238E27FC236}">
                <a16:creationId xmlns:a16="http://schemas.microsoft.com/office/drawing/2014/main" id="{8869F4DF-6DFB-4024-BBCA-E54F9CC1C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1027" y="516432"/>
            <a:ext cx="835479" cy="125293"/>
          </a:xfrm>
          <a:custGeom xmlns:a="http://schemas.openxmlformats.org/drawingml/2006/main">
            <a:pathLst>
              <a:path w="835479" h="125293">
                <a:moveTo>
                  <a:pt x="64072" y="54689"/>
                </a:moveTo>
                <a:cubicBezTo>
                  <a:pt x="64072" y="58208"/>
                  <a:pt x="63739" y="61799"/>
                  <a:pt x="63074" y="65462"/>
                </a:cubicBezTo>
                <a:cubicBezTo>
                  <a:pt x="62409" y="69123"/>
                  <a:pt x="61399" y="72655"/>
                  <a:pt x="60045" y="76056"/>
                </a:cubicBezTo>
                <a:cubicBezTo>
                  <a:pt x="58691" y="79457"/>
                  <a:pt x="56969" y="82655"/>
                  <a:pt x="54878" y="85651"/>
                </a:cubicBezTo>
                <a:cubicBezTo>
                  <a:pt x="52787" y="88648"/>
                  <a:pt x="50329" y="91264"/>
                  <a:pt x="47502" y="93500"/>
                </a:cubicBezTo>
                <a:cubicBezTo>
                  <a:pt x="44675" y="95734"/>
                  <a:pt x="41467" y="97506"/>
                  <a:pt x="37880" y="98814"/>
                </a:cubicBezTo>
                <a:cubicBezTo>
                  <a:pt x="34293" y="100122"/>
                  <a:pt x="30290" y="100776"/>
                  <a:pt x="25871" y="100776"/>
                </a:cubicBezTo>
                <a:cubicBezTo>
                  <a:pt x="21310" y="100776"/>
                  <a:pt x="17402" y="100230"/>
                  <a:pt x="14147" y="99137"/>
                </a:cubicBezTo>
                <a:cubicBezTo>
                  <a:pt x="10892" y="98043"/>
                  <a:pt x="8220" y="96449"/>
                  <a:pt x="6129" y="94357"/>
                </a:cubicBezTo>
                <a:cubicBezTo>
                  <a:pt x="4039" y="92264"/>
                  <a:pt x="2494" y="89695"/>
                  <a:pt x="1497" y="86651"/>
                </a:cubicBezTo>
                <a:cubicBezTo>
                  <a:pt x="499" y="83607"/>
                  <a:pt x="0" y="80159"/>
                  <a:pt x="0" y="76306"/>
                </a:cubicBezTo>
                <a:cubicBezTo>
                  <a:pt x="0" y="72787"/>
                  <a:pt x="321" y="69197"/>
                  <a:pt x="962" y="65535"/>
                </a:cubicBezTo>
                <a:cubicBezTo>
                  <a:pt x="1604" y="61872"/>
                  <a:pt x="2613" y="58353"/>
                  <a:pt x="3991" y="54976"/>
                </a:cubicBezTo>
                <a:cubicBezTo>
                  <a:pt x="5369" y="51598"/>
                  <a:pt x="7091" y="48399"/>
                  <a:pt x="9158" y="45379"/>
                </a:cubicBezTo>
                <a:cubicBezTo>
                  <a:pt x="11225" y="42359"/>
                  <a:pt x="13672" y="39732"/>
                  <a:pt x="16499" y="37497"/>
                </a:cubicBezTo>
                <a:cubicBezTo>
                  <a:pt x="19326" y="35261"/>
                  <a:pt x="22533" y="33489"/>
                  <a:pt x="26121" y="32181"/>
                </a:cubicBezTo>
                <a:cubicBezTo>
                  <a:pt x="29708" y="30873"/>
                  <a:pt x="33711" y="30219"/>
                  <a:pt x="38130" y="30219"/>
                </a:cubicBezTo>
                <a:cubicBezTo>
                  <a:pt x="42691" y="30219"/>
                  <a:pt x="46599" y="30778"/>
                  <a:pt x="49854" y="31896"/>
                </a:cubicBezTo>
                <a:cubicBezTo>
                  <a:pt x="53108" y="33014"/>
                  <a:pt x="55793" y="34619"/>
                  <a:pt x="57907" y="36711"/>
                </a:cubicBezTo>
                <a:cubicBezTo>
                  <a:pt x="60021" y="38803"/>
                  <a:pt x="61577" y="41372"/>
                  <a:pt x="62575" y="44417"/>
                </a:cubicBezTo>
                <a:cubicBezTo>
                  <a:pt x="63573" y="47461"/>
                  <a:pt x="64072" y="50885"/>
                  <a:pt x="64072" y="54689"/>
                </a:cubicBezTo>
                <a:moveTo>
                  <a:pt x="51671" y="55399"/>
                </a:moveTo>
                <a:cubicBezTo>
                  <a:pt x="51671" y="53019"/>
                  <a:pt x="51421" y="50878"/>
                  <a:pt x="50923" y="48976"/>
                </a:cubicBezTo>
                <a:cubicBezTo>
                  <a:pt x="50424" y="47073"/>
                  <a:pt x="49592" y="45467"/>
                  <a:pt x="48428" y="44159"/>
                </a:cubicBezTo>
                <a:cubicBezTo>
                  <a:pt x="47264" y="42849"/>
                  <a:pt x="45744" y="41838"/>
                  <a:pt x="43867" y="41125"/>
                </a:cubicBezTo>
                <a:cubicBezTo>
                  <a:pt x="41990" y="40411"/>
                  <a:pt x="39721" y="40054"/>
                  <a:pt x="37061" y="40054"/>
                </a:cubicBezTo>
                <a:cubicBezTo>
                  <a:pt x="34210" y="40054"/>
                  <a:pt x="31620" y="40565"/>
                  <a:pt x="29292" y="41588"/>
                </a:cubicBezTo>
                <a:cubicBezTo>
                  <a:pt x="26964" y="42611"/>
                  <a:pt x="24885" y="43992"/>
                  <a:pt x="23056" y="45729"/>
                </a:cubicBezTo>
                <a:cubicBezTo>
                  <a:pt x="21227" y="47464"/>
                  <a:pt x="19635" y="49499"/>
                  <a:pt x="18281" y="51831"/>
                </a:cubicBezTo>
                <a:cubicBezTo>
                  <a:pt x="16927" y="54162"/>
                  <a:pt x="15810" y="56649"/>
                  <a:pt x="14931" y="59290"/>
                </a:cubicBezTo>
                <a:cubicBezTo>
                  <a:pt x="14052" y="61930"/>
                  <a:pt x="13399" y="64642"/>
                  <a:pt x="12971" y="67426"/>
                </a:cubicBezTo>
                <a:cubicBezTo>
                  <a:pt x="12544" y="70209"/>
                  <a:pt x="12330" y="72932"/>
                  <a:pt x="12330" y="75595"/>
                </a:cubicBezTo>
                <a:cubicBezTo>
                  <a:pt x="12330" y="77976"/>
                  <a:pt x="12591" y="80117"/>
                  <a:pt x="13114" y="82021"/>
                </a:cubicBezTo>
                <a:cubicBezTo>
                  <a:pt x="13636" y="83923"/>
                  <a:pt x="14480" y="85541"/>
                  <a:pt x="15644" y="86874"/>
                </a:cubicBezTo>
                <a:cubicBezTo>
                  <a:pt x="16808" y="88206"/>
                  <a:pt x="18316" y="89229"/>
                  <a:pt x="20169" y="89943"/>
                </a:cubicBezTo>
                <a:cubicBezTo>
                  <a:pt x="22023" y="90656"/>
                  <a:pt x="24279" y="91012"/>
                  <a:pt x="26940" y="91012"/>
                </a:cubicBezTo>
                <a:cubicBezTo>
                  <a:pt x="29838" y="91012"/>
                  <a:pt x="32440" y="90501"/>
                  <a:pt x="34744" y="89478"/>
                </a:cubicBezTo>
                <a:cubicBezTo>
                  <a:pt x="37049" y="88455"/>
                  <a:pt x="39115" y="87063"/>
                  <a:pt x="40945" y="85304"/>
                </a:cubicBezTo>
                <a:cubicBezTo>
                  <a:pt x="42774" y="83543"/>
                  <a:pt x="44366" y="81497"/>
                  <a:pt x="45720" y="79166"/>
                </a:cubicBezTo>
                <a:cubicBezTo>
                  <a:pt x="47074" y="76833"/>
                  <a:pt x="48191" y="74335"/>
                  <a:pt x="49070" y="71671"/>
                </a:cubicBezTo>
                <a:cubicBezTo>
                  <a:pt x="49949" y="69006"/>
                  <a:pt x="50602" y="66294"/>
                  <a:pt x="51029" y="63535"/>
                </a:cubicBezTo>
                <a:cubicBezTo>
                  <a:pt x="51457" y="60775"/>
                  <a:pt x="51671" y="58063"/>
                  <a:pt x="51671" y="55399"/>
                </a:cubicBezTo>
                <a:close/>
                <a:moveTo>
                  <a:pt x="127190" y="97569"/>
                </a:moveTo>
                <a:cubicBezTo>
                  <a:pt x="127142" y="97949"/>
                  <a:pt x="127000" y="98282"/>
                  <a:pt x="126762" y="98567"/>
                </a:cubicBezTo>
                <a:cubicBezTo>
                  <a:pt x="126525" y="98852"/>
                  <a:pt x="126192" y="99077"/>
                  <a:pt x="125765" y="99244"/>
                </a:cubicBezTo>
                <a:cubicBezTo>
                  <a:pt x="125337" y="99410"/>
                  <a:pt x="124779" y="99541"/>
                  <a:pt x="124090" y="99636"/>
                </a:cubicBezTo>
                <a:cubicBezTo>
                  <a:pt x="123401" y="99731"/>
                  <a:pt x="122557" y="99778"/>
                  <a:pt x="121560" y="99778"/>
                </a:cubicBezTo>
                <a:cubicBezTo>
                  <a:pt x="120609" y="99778"/>
                  <a:pt x="119814" y="99731"/>
                  <a:pt x="119172" y="99636"/>
                </a:cubicBezTo>
                <a:cubicBezTo>
                  <a:pt x="118531" y="99541"/>
                  <a:pt x="118032" y="99410"/>
                  <a:pt x="117675" y="99244"/>
                </a:cubicBezTo>
                <a:cubicBezTo>
                  <a:pt x="117319" y="99077"/>
                  <a:pt x="117082" y="98852"/>
                  <a:pt x="116963" y="98567"/>
                </a:cubicBezTo>
                <a:cubicBezTo>
                  <a:pt x="116844" y="98282"/>
                  <a:pt x="116832" y="97949"/>
                  <a:pt x="116927" y="97569"/>
                </a:cubicBezTo>
                <a:lnTo>
                  <a:pt x="119279" y="85524"/>
                </a:lnTo>
                <a:cubicBezTo>
                  <a:pt x="118519" y="87147"/>
                  <a:pt x="117319" y="88854"/>
                  <a:pt x="115680" y="90645"/>
                </a:cubicBezTo>
                <a:cubicBezTo>
                  <a:pt x="114041" y="92434"/>
                  <a:pt x="112116" y="94092"/>
                  <a:pt x="109907" y="95620"/>
                </a:cubicBezTo>
                <a:cubicBezTo>
                  <a:pt x="107698" y="97148"/>
                  <a:pt x="105274" y="98389"/>
                  <a:pt x="102637" y="99344"/>
                </a:cubicBezTo>
                <a:cubicBezTo>
                  <a:pt x="100000" y="100299"/>
                  <a:pt x="97328" y="100776"/>
                  <a:pt x="94619" y="100776"/>
                </a:cubicBezTo>
                <a:cubicBezTo>
                  <a:pt x="91389" y="100776"/>
                  <a:pt x="88668" y="100335"/>
                  <a:pt x="86459" y="99453"/>
                </a:cubicBezTo>
                <a:cubicBezTo>
                  <a:pt x="84250" y="98573"/>
                  <a:pt x="82468" y="97358"/>
                  <a:pt x="81114" y="95809"/>
                </a:cubicBezTo>
                <a:cubicBezTo>
                  <a:pt x="79760" y="94261"/>
                  <a:pt x="78786" y="92427"/>
                  <a:pt x="78192" y="90308"/>
                </a:cubicBezTo>
                <a:cubicBezTo>
                  <a:pt x="77598" y="88188"/>
                  <a:pt x="77301" y="85866"/>
                  <a:pt x="77301" y="83342"/>
                </a:cubicBezTo>
                <a:cubicBezTo>
                  <a:pt x="77301" y="81769"/>
                  <a:pt x="77408" y="80161"/>
                  <a:pt x="77622" y="78518"/>
                </a:cubicBezTo>
                <a:cubicBezTo>
                  <a:pt x="77835" y="76874"/>
                  <a:pt x="78109" y="75218"/>
                  <a:pt x="78441" y="73551"/>
                </a:cubicBezTo>
                <a:lnTo>
                  <a:pt x="86352" y="33354"/>
                </a:lnTo>
                <a:cubicBezTo>
                  <a:pt x="86447" y="33022"/>
                  <a:pt x="86613" y="32713"/>
                  <a:pt x="86851" y="32428"/>
                </a:cubicBezTo>
                <a:cubicBezTo>
                  <a:pt x="87089" y="32143"/>
                  <a:pt x="87457" y="31905"/>
                  <a:pt x="87956" y="31715"/>
                </a:cubicBezTo>
                <a:cubicBezTo>
                  <a:pt x="88455" y="31525"/>
                  <a:pt x="89096" y="31395"/>
                  <a:pt x="89880" y="31323"/>
                </a:cubicBezTo>
                <a:cubicBezTo>
                  <a:pt x="90664" y="31252"/>
                  <a:pt x="91626" y="31216"/>
                  <a:pt x="92766" y="31216"/>
                </a:cubicBezTo>
                <a:cubicBezTo>
                  <a:pt x="93907" y="31216"/>
                  <a:pt x="94845" y="31252"/>
                  <a:pt x="95582" y="31323"/>
                </a:cubicBezTo>
                <a:cubicBezTo>
                  <a:pt x="96318" y="31395"/>
                  <a:pt x="96888" y="31525"/>
                  <a:pt x="97292" y="31715"/>
                </a:cubicBezTo>
                <a:cubicBezTo>
                  <a:pt x="97696" y="31905"/>
                  <a:pt x="97957" y="32143"/>
                  <a:pt x="98076" y="32428"/>
                </a:cubicBezTo>
                <a:cubicBezTo>
                  <a:pt x="98195" y="32713"/>
                  <a:pt x="98231" y="33022"/>
                  <a:pt x="98183" y="33354"/>
                </a:cubicBezTo>
                <a:lnTo>
                  <a:pt x="90343" y="73123"/>
                </a:lnTo>
                <a:cubicBezTo>
                  <a:pt x="90058" y="74363"/>
                  <a:pt x="89844" y="75651"/>
                  <a:pt x="89702" y="76987"/>
                </a:cubicBezTo>
                <a:cubicBezTo>
                  <a:pt x="89559" y="78324"/>
                  <a:pt x="89488" y="79683"/>
                  <a:pt x="89488" y="81065"/>
                </a:cubicBezTo>
                <a:cubicBezTo>
                  <a:pt x="89488" y="82497"/>
                  <a:pt x="89619" y="83797"/>
                  <a:pt x="89880" y="84967"/>
                </a:cubicBezTo>
                <a:cubicBezTo>
                  <a:pt x="90141" y="86136"/>
                  <a:pt x="90593" y="87149"/>
                  <a:pt x="91234" y="88008"/>
                </a:cubicBezTo>
                <a:cubicBezTo>
                  <a:pt x="91876" y="88866"/>
                  <a:pt x="92707" y="89534"/>
                  <a:pt x="93729" y="90012"/>
                </a:cubicBezTo>
                <a:cubicBezTo>
                  <a:pt x="94750" y="90489"/>
                  <a:pt x="95997" y="90727"/>
                  <a:pt x="97470" y="90727"/>
                </a:cubicBezTo>
                <a:cubicBezTo>
                  <a:pt x="99989" y="90727"/>
                  <a:pt x="102566" y="90001"/>
                  <a:pt x="105203" y="88549"/>
                </a:cubicBezTo>
                <a:cubicBezTo>
                  <a:pt x="107840" y="87095"/>
                  <a:pt x="110299" y="85083"/>
                  <a:pt x="112580" y="82511"/>
                </a:cubicBezTo>
                <a:cubicBezTo>
                  <a:pt x="114860" y="79939"/>
                  <a:pt x="116891" y="76879"/>
                  <a:pt x="118673" y="73330"/>
                </a:cubicBezTo>
                <a:cubicBezTo>
                  <a:pt x="120455" y="69782"/>
                  <a:pt x="121773" y="65912"/>
                  <a:pt x="122629" y="61720"/>
                </a:cubicBezTo>
                <a:lnTo>
                  <a:pt x="128259" y="33354"/>
                </a:lnTo>
                <a:cubicBezTo>
                  <a:pt x="128307" y="33022"/>
                  <a:pt x="128461" y="32713"/>
                  <a:pt x="128722" y="32428"/>
                </a:cubicBezTo>
                <a:cubicBezTo>
                  <a:pt x="128984" y="32143"/>
                  <a:pt x="129364" y="31905"/>
                  <a:pt x="129863" y="31715"/>
                </a:cubicBezTo>
                <a:cubicBezTo>
                  <a:pt x="130362" y="31525"/>
                  <a:pt x="131003" y="31395"/>
                  <a:pt x="131787" y="31323"/>
                </a:cubicBezTo>
                <a:cubicBezTo>
                  <a:pt x="132571" y="31252"/>
                  <a:pt x="133533" y="31216"/>
                  <a:pt x="134673" y="31216"/>
                </a:cubicBezTo>
                <a:cubicBezTo>
                  <a:pt x="135814" y="31216"/>
                  <a:pt x="136752" y="31252"/>
                  <a:pt x="137489" y="31323"/>
                </a:cubicBezTo>
                <a:cubicBezTo>
                  <a:pt x="138225" y="31395"/>
                  <a:pt x="138795" y="31525"/>
                  <a:pt x="139199" y="31715"/>
                </a:cubicBezTo>
                <a:cubicBezTo>
                  <a:pt x="139603" y="31905"/>
                  <a:pt x="139864" y="32143"/>
                  <a:pt x="139983" y="32428"/>
                </a:cubicBezTo>
                <a:cubicBezTo>
                  <a:pt x="140102" y="32713"/>
                  <a:pt x="140137" y="33022"/>
                  <a:pt x="140090" y="33354"/>
                </a:cubicBezTo>
                <a:lnTo>
                  <a:pt x="127190" y="97569"/>
                </a:lnTo>
                <a:close/>
                <a:moveTo>
                  <a:pt x="235201" y="97569"/>
                </a:moveTo>
                <a:cubicBezTo>
                  <a:pt x="235011" y="98377"/>
                  <a:pt x="234488" y="98947"/>
                  <a:pt x="233633" y="99279"/>
                </a:cubicBezTo>
                <a:cubicBezTo>
                  <a:pt x="232778" y="99612"/>
                  <a:pt x="231352" y="99778"/>
                  <a:pt x="229357" y="99778"/>
                </a:cubicBezTo>
                <a:cubicBezTo>
                  <a:pt x="228406" y="99778"/>
                  <a:pt x="227623" y="99731"/>
                  <a:pt x="227005" y="99636"/>
                </a:cubicBezTo>
                <a:cubicBezTo>
                  <a:pt x="226387" y="99541"/>
                  <a:pt x="225888" y="99410"/>
                  <a:pt x="225508" y="99244"/>
                </a:cubicBezTo>
                <a:cubicBezTo>
                  <a:pt x="225128" y="99077"/>
                  <a:pt x="224867" y="98864"/>
                  <a:pt x="224724" y="98602"/>
                </a:cubicBezTo>
                <a:cubicBezTo>
                  <a:pt x="224582" y="98341"/>
                  <a:pt x="224582" y="97997"/>
                  <a:pt x="224724" y="97569"/>
                </a:cubicBezTo>
                <a:lnTo>
                  <a:pt x="227076" y="85453"/>
                </a:lnTo>
                <a:cubicBezTo>
                  <a:pt x="226458" y="86981"/>
                  <a:pt x="225342" y="88652"/>
                  <a:pt x="223726" y="90466"/>
                </a:cubicBezTo>
                <a:cubicBezTo>
                  <a:pt x="222111" y="92279"/>
                  <a:pt x="220199" y="93950"/>
                  <a:pt x="217989" y="95478"/>
                </a:cubicBezTo>
                <a:cubicBezTo>
                  <a:pt x="215780" y="97005"/>
                  <a:pt x="213321" y="98271"/>
                  <a:pt x="210613" y="99273"/>
                </a:cubicBezTo>
                <a:cubicBezTo>
                  <a:pt x="207904" y="100275"/>
                  <a:pt x="205149" y="100776"/>
                  <a:pt x="202345" y="100776"/>
                </a:cubicBezTo>
                <a:cubicBezTo>
                  <a:pt x="198544" y="100776"/>
                  <a:pt x="195396" y="100110"/>
                  <a:pt x="192902" y="98778"/>
                </a:cubicBezTo>
                <a:cubicBezTo>
                  <a:pt x="190408" y="97446"/>
                  <a:pt x="188424" y="95687"/>
                  <a:pt x="186951" y="93500"/>
                </a:cubicBezTo>
                <a:cubicBezTo>
                  <a:pt x="185478" y="91311"/>
                  <a:pt x="184468" y="88838"/>
                  <a:pt x="183922" y="86079"/>
                </a:cubicBezTo>
                <a:cubicBezTo>
                  <a:pt x="183376" y="83320"/>
                  <a:pt x="183102" y="80490"/>
                  <a:pt x="183102" y="77589"/>
                </a:cubicBezTo>
                <a:cubicBezTo>
                  <a:pt x="183102" y="74927"/>
                  <a:pt x="183352" y="71907"/>
                  <a:pt x="183851" y="68531"/>
                </a:cubicBezTo>
                <a:cubicBezTo>
                  <a:pt x="184350" y="65153"/>
                  <a:pt x="185157" y="61704"/>
                  <a:pt x="186274" y="58185"/>
                </a:cubicBezTo>
                <a:cubicBezTo>
                  <a:pt x="187390" y="54665"/>
                  <a:pt x="188840" y="51240"/>
                  <a:pt x="190621" y="47911"/>
                </a:cubicBezTo>
                <a:cubicBezTo>
                  <a:pt x="192403" y="44583"/>
                  <a:pt x="194553" y="41598"/>
                  <a:pt x="197071" y="38958"/>
                </a:cubicBezTo>
                <a:cubicBezTo>
                  <a:pt x="199590" y="36318"/>
                  <a:pt x="202512" y="34202"/>
                  <a:pt x="205838" y="32608"/>
                </a:cubicBezTo>
                <a:cubicBezTo>
                  <a:pt x="209164" y="31015"/>
                  <a:pt x="212941" y="30219"/>
                  <a:pt x="217170" y="30219"/>
                </a:cubicBezTo>
                <a:cubicBezTo>
                  <a:pt x="221398" y="30219"/>
                  <a:pt x="225021" y="31074"/>
                  <a:pt x="228038" y="32784"/>
                </a:cubicBezTo>
                <a:cubicBezTo>
                  <a:pt x="231055" y="34495"/>
                  <a:pt x="233752" y="36847"/>
                  <a:pt x="236127" y="39840"/>
                </a:cubicBezTo>
                <a:lnTo>
                  <a:pt x="237482" y="33354"/>
                </a:lnTo>
                <a:cubicBezTo>
                  <a:pt x="237672" y="32594"/>
                  <a:pt x="238218" y="32048"/>
                  <a:pt x="239121" y="31715"/>
                </a:cubicBezTo>
                <a:cubicBezTo>
                  <a:pt x="240024" y="31383"/>
                  <a:pt x="241425" y="31216"/>
                  <a:pt x="243326" y="31216"/>
                </a:cubicBezTo>
                <a:cubicBezTo>
                  <a:pt x="244276" y="31216"/>
                  <a:pt x="245072" y="31252"/>
                  <a:pt x="245713" y="31323"/>
                </a:cubicBezTo>
                <a:cubicBezTo>
                  <a:pt x="246355" y="31395"/>
                  <a:pt x="246865" y="31525"/>
                  <a:pt x="247246" y="31715"/>
                </a:cubicBezTo>
                <a:cubicBezTo>
                  <a:pt x="247626" y="31905"/>
                  <a:pt x="247863" y="32143"/>
                  <a:pt x="247958" y="32428"/>
                </a:cubicBezTo>
                <a:cubicBezTo>
                  <a:pt x="248053" y="32713"/>
                  <a:pt x="248077" y="33022"/>
                  <a:pt x="248030" y="33354"/>
                </a:cubicBezTo>
                <a:lnTo>
                  <a:pt x="235201" y="97569"/>
                </a:lnTo>
                <a:moveTo>
                  <a:pt x="232992" y="50174"/>
                </a:moveTo>
                <a:cubicBezTo>
                  <a:pt x="230758" y="46896"/>
                  <a:pt x="228347" y="44437"/>
                  <a:pt x="225758" y="42798"/>
                </a:cubicBezTo>
                <a:cubicBezTo>
                  <a:pt x="223168" y="41159"/>
                  <a:pt x="220258" y="40339"/>
                  <a:pt x="217027" y="40339"/>
                </a:cubicBezTo>
                <a:cubicBezTo>
                  <a:pt x="214461" y="40339"/>
                  <a:pt x="212145" y="40945"/>
                  <a:pt x="210078" y="42159"/>
                </a:cubicBezTo>
                <a:cubicBezTo>
                  <a:pt x="208011" y="43372"/>
                  <a:pt x="206182" y="44977"/>
                  <a:pt x="204590" y="46976"/>
                </a:cubicBezTo>
                <a:cubicBezTo>
                  <a:pt x="202999" y="48975"/>
                  <a:pt x="201621" y="51247"/>
                  <a:pt x="200457" y="53793"/>
                </a:cubicBezTo>
                <a:cubicBezTo>
                  <a:pt x="199293" y="56338"/>
                  <a:pt x="198342" y="58967"/>
                  <a:pt x="197606" y="61680"/>
                </a:cubicBezTo>
                <a:cubicBezTo>
                  <a:pt x="196869" y="64391"/>
                  <a:pt x="196323" y="67056"/>
                  <a:pt x="195967" y="69673"/>
                </a:cubicBezTo>
                <a:cubicBezTo>
                  <a:pt x="195610" y="72290"/>
                  <a:pt x="195432" y="74644"/>
                  <a:pt x="195432" y="76738"/>
                </a:cubicBezTo>
                <a:cubicBezTo>
                  <a:pt x="195432" y="78404"/>
                  <a:pt x="195563" y="80058"/>
                  <a:pt x="195824" y="81700"/>
                </a:cubicBezTo>
                <a:cubicBezTo>
                  <a:pt x="196085" y="83341"/>
                  <a:pt x="196584" y="84839"/>
                  <a:pt x="197321" y="86195"/>
                </a:cubicBezTo>
                <a:cubicBezTo>
                  <a:pt x="198057" y="87550"/>
                  <a:pt x="199067" y="88645"/>
                  <a:pt x="200350" y="89478"/>
                </a:cubicBezTo>
                <a:cubicBezTo>
                  <a:pt x="201633" y="90311"/>
                  <a:pt x="203296" y="90727"/>
                  <a:pt x="205339" y="90727"/>
                </a:cubicBezTo>
                <a:cubicBezTo>
                  <a:pt x="207952" y="90727"/>
                  <a:pt x="210577" y="90001"/>
                  <a:pt x="213214" y="88549"/>
                </a:cubicBezTo>
                <a:cubicBezTo>
                  <a:pt x="215851" y="87095"/>
                  <a:pt x="218310" y="85083"/>
                  <a:pt x="220591" y="82511"/>
                </a:cubicBezTo>
                <a:cubicBezTo>
                  <a:pt x="222871" y="79939"/>
                  <a:pt x="224890" y="76915"/>
                  <a:pt x="226648" y="73437"/>
                </a:cubicBezTo>
                <a:cubicBezTo>
                  <a:pt x="228406" y="69960"/>
                  <a:pt x="229713" y="66125"/>
                  <a:pt x="230568" y="61934"/>
                </a:cubicBezTo>
                <a:lnTo>
                  <a:pt x="232992" y="50174"/>
                </a:lnTo>
                <a:close/>
                <a:moveTo>
                  <a:pt x="306091" y="33497"/>
                </a:moveTo>
                <a:cubicBezTo>
                  <a:pt x="306091" y="33687"/>
                  <a:pt x="306056" y="34055"/>
                  <a:pt x="305985" y="34602"/>
                </a:cubicBezTo>
                <a:cubicBezTo>
                  <a:pt x="305913" y="35148"/>
                  <a:pt x="305830" y="35778"/>
                  <a:pt x="305735" y="36490"/>
                </a:cubicBezTo>
                <a:cubicBezTo>
                  <a:pt x="305640" y="37203"/>
                  <a:pt x="305498" y="37940"/>
                  <a:pt x="305308" y="38700"/>
                </a:cubicBezTo>
                <a:cubicBezTo>
                  <a:pt x="305117" y="39460"/>
                  <a:pt x="304880" y="40161"/>
                  <a:pt x="304595" y="40802"/>
                </a:cubicBezTo>
                <a:cubicBezTo>
                  <a:pt x="304310" y="41444"/>
                  <a:pt x="304013" y="41978"/>
                  <a:pt x="303704" y="42406"/>
                </a:cubicBezTo>
                <a:cubicBezTo>
                  <a:pt x="303395" y="42833"/>
                  <a:pt x="303051" y="43047"/>
                  <a:pt x="302671" y="43047"/>
                </a:cubicBezTo>
                <a:cubicBezTo>
                  <a:pt x="302290" y="43047"/>
                  <a:pt x="301875" y="42964"/>
                  <a:pt x="301423" y="42798"/>
                </a:cubicBezTo>
                <a:cubicBezTo>
                  <a:pt x="300972" y="42631"/>
                  <a:pt x="300473" y="42430"/>
                  <a:pt x="299927" y="42192"/>
                </a:cubicBezTo>
                <a:cubicBezTo>
                  <a:pt x="299380" y="41954"/>
                  <a:pt x="298751" y="41752"/>
                  <a:pt x="298038" y="41586"/>
                </a:cubicBezTo>
                <a:cubicBezTo>
                  <a:pt x="297325" y="41420"/>
                  <a:pt x="296494" y="41337"/>
                  <a:pt x="295543" y="41337"/>
                </a:cubicBezTo>
                <a:cubicBezTo>
                  <a:pt x="293928" y="41337"/>
                  <a:pt x="292063" y="42038"/>
                  <a:pt x="289949" y="43439"/>
                </a:cubicBezTo>
                <a:cubicBezTo>
                  <a:pt x="287834" y="44841"/>
                  <a:pt x="285756" y="46777"/>
                  <a:pt x="283713" y="49248"/>
                </a:cubicBezTo>
                <a:cubicBezTo>
                  <a:pt x="281670" y="51718"/>
                  <a:pt x="279805" y="54641"/>
                  <a:pt x="278118" y="58014"/>
                </a:cubicBezTo>
                <a:cubicBezTo>
                  <a:pt x="276431" y="61387"/>
                  <a:pt x="275184" y="65046"/>
                  <a:pt x="274376" y="68990"/>
                </a:cubicBezTo>
                <a:lnTo>
                  <a:pt x="268746" y="97569"/>
                </a:lnTo>
                <a:cubicBezTo>
                  <a:pt x="268651" y="97949"/>
                  <a:pt x="268485" y="98270"/>
                  <a:pt x="268247" y="98531"/>
                </a:cubicBezTo>
                <a:cubicBezTo>
                  <a:pt x="268009" y="98792"/>
                  <a:pt x="267653" y="99018"/>
                  <a:pt x="267178" y="99208"/>
                </a:cubicBezTo>
                <a:cubicBezTo>
                  <a:pt x="266703" y="99398"/>
                  <a:pt x="266073" y="99541"/>
                  <a:pt x="265289" y="99636"/>
                </a:cubicBezTo>
                <a:cubicBezTo>
                  <a:pt x="264505" y="99731"/>
                  <a:pt x="263543" y="99778"/>
                  <a:pt x="262403" y="99778"/>
                </a:cubicBezTo>
                <a:cubicBezTo>
                  <a:pt x="261215" y="99778"/>
                  <a:pt x="260253" y="99731"/>
                  <a:pt x="259516" y="99636"/>
                </a:cubicBezTo>
                <a:cubicBezTo>
                  <a:pt x="258780" y="99541"/>
                  <a:pt x="258210" y="99398"/>
                  <a:pt x="257806" y="99208"/>
                </a:cubicBezTo>
                <a:cubicBezTo>
                  <a:pt x="257402" y="99018"/>
                  <a:pt x="257141" y="98792"/>
                  <a:pt x="257022" y="98531"/>
                </a:cubicBezTo>
                <a:cubicBezTo>
                  <a:pt x="256903" y="98270"/>
                  <a:pt x="256891" y="97949"/>
                  <a:pt x="256986" y="97569"/>
                </a:cubicBezTo>
                <a:lnTo>
                  <a:pt x="269744" y="33354"/>
                </a:lnTo>
                <a:cubicBezTo>
                  <a:pt x="269791" y="33022"/>
                  <a:pt x="269934" y="32713"/>
                  <a:pt x="270171" y="32428"/>
                </a:cubicBezTo>
                <a:cubicBezTo>
                  <a:pt x="270409" y="32143"/>
                  <a:pt x="270765" y="31905"/>
                  <a:pt x="271240" y="31715"/>
                </a:cubicBezTo>
                <a:cubicBezTo>
                  <a:pt x="271715" y="31525"/>
                  <a:pt x="272298" y="31395"/>
                  <a:pt x="272986" y="31323"/>
                </a:cubicBezTo>
                <a:cubicBezTo>
                  <a:pt x="273675" y="31252"/>
                  <a:pt x="274495" y="31216"/>
                  <a:pt x="275445" y="31216"/>
                </a:cubicBezTo>
                <a:cubicBezTo>
                  <a:pt x="276443" y="31216"/>
                  <a:pt x="277263" y="31252"/>
                  <a:pt x="277904" y="31323"/>
                </a:cubicBezTo>
                <a:cubicBezTo>
                  <a:pt x="278546" y="31395"/>
                  <a:pt x="279044" y="31525"/>
                  <a:pt x="279401" y="31715"/>
                </a:cubicBezTo>
                <a:cubicBezTo>
                  <a:pt x="279757" y="31905"/>
                  <a:pt x="279983" y="32143"/>
                  <a:pt x="280078" y="32428"/>
                </a:cubicBezTo>
                <a:cubicBezTo>
                  <a:pt x="280173" y="32713"/>
                  <a:pt x="280197" y="33022"/>
                  <a:pt x="280149" y="33354"/>
                </a:cubicBezTo>
                <a:lnTo>
                  <a:pt x="277797" y="45043"/>
                </a:lnTo>
                <a:cubicBezTo>
                  <a:pt x="278890" y="43095"/>
                  <a:pt x="280185" y="41218"/>
                  <a:pt x="281681" y="39412"/>
                </a:cubicBezTo>
                <a:cubicBezTo>
                  <a:pt x="283178" y="37607"/>
                  <a:pt x="284805" y="36027"/>
                  <a:pt x="286563" y="34673"/>
                </a:cubicBezTo>
                <a:cubicBezTo>
                  <a:pt x="288321" y="33319"/>
                  <a:pt x="290163" y="32238"/>
                  <a:pt x="292087" y="31430"/>
                </a:cubicBezTo>
                <a:cubicBezTo>
                  <a:pt x="294011" y="30622"/>
                  <a:pt x="295900" y="30219"/>
                  <a:pt x="297753" y="30219"/>
                </a:cubicBezTo>
                <a:cubicBezTo>
                  <a:pt x="298561" y="30219"/>
                  <a:pt x="299380" y="30278"/>
                  <a:pt x="300212" y="30397"/>
                </a:cubicBezTo>
                <a:cubicBezTo>
                  <a:pt x="301043" y="30516"/>
                  <a:pt x="301815" y="30658"/>
                  <a:pt x="302528" y="30824"/>
                </a:cubicBezTo>
                <a:cubicBezTo>
                  <a:pt x="303241" y="30991"/>
                  <a:pt x="303870" y="31181"/>
                  <a:pt x="304417" y="31395"/>
                </a:cubicBezTo>
                <a:cubicBezTo>
                  <a:pt x="304963" y="31608"/>
                  <a:pt x="305379" y="31858"/>
                  <a:pt x="305664" y="32143"/>
                </a:cubicBezTo>
                <a:cubicBezTo>
                  <a:pt x="305949" y="32428"/>
                  <a:pt x="306091" y="32879"/>
                  <a:pt x="306091" y="33497"/>
                </a:cubicBezTo>
                <a:close/>
                <a:moveTo>
                  <a:pt x="368342" y="46539"/>
                </a:moveTo>
                <a:cubicBezTo>
                  <a:pt x="368342" y="49818"/>
                  <a:pt x="367582" y="52764"/>
                  <a:pt x="366062" y="55377"/>
                </a:cubicBezTo>
                <a:cubicBezTo>
                  <a:pt x="364541" y="57990"/>
                  <a:pt x="362166" y="60223"/>
                  <a:pt x="358935" y="62076"/>
                </a:cubicBezTo>
                <a:cubicBezTo>
                  <a:pt x="355704" y="63929"/>
                  <a:pt x="351570" y="65355"/>
                  <a:pt x="346534" y="66353"/>
                </a:cubicBezTo>
                <a:cubicBezTo>
                  <a:pt x="341497" y="67350"/>
                  <a:pt x="335463" y="67849"/>
                  <a:pt x="328431" y="67849"/>
                </a:cubicBezTo>
                <a:lnTo>
                  <a:pt x="320876" y="67849"/>
                </a:lnTo>
                <a:cubicBezTo>
                  <a:pt x="320544" y="69422"/>
                  <a:pt x="320318" y="70947"/>
                  <a:pt x="320199" y="72424"/>
                </a:cubicBezTo>
                <a:cubicBezTo>
                  <a:pt x="320081" y="73901"/>
                  <a:pt x="320021" y="75284"/>
                  <a:pt x="320021" y="76571"/>
                </a:cubicBezTo>
                <a:cubicBezTo>
                  <a:pt x="320021" y="81337"/>
                  <a:pt x="321197" y="84983"/>
                  <a:pt x="323549" y="87509"/>
                </a:cubicBezTo>
                <a:cubicBezTo>
                  <a:pt x="325901" y="90034"/>
                  <a:pt x="329714" y="91297"/>
                  <a:pt x="334988" y="91297"/>
                </a:cubicBezTo>
                <a:cubicBezTo>
                  <a:pt x="338029" y="91297"/>
                  <a:pt x="340761" y="91068"/>
                  <a:pt x="343184" y="90609"/>
                </a:cubicBezTo>
                <a:cubicBezTo>
                  <a:pt x="345607" y="90150"/>
                  <a:pt x="347710" y="89655"/>
                  <a:pt x="349491" y="89123"/>
                </a:cubicBezTo>
                <a:cubicBezTo>
                  <a:pt x="351273" y="88592"/>
                  <a:pt x="352734" y="88097"/>
                  <a:pt x="353875" y="87638"/>
                </a:cubicBezTo>
                <a:cubicBezTo>
                  <a:pt x="355015" y="87179"/>
                  <a:pt x="355799" y="86950"/>
                  <a:pt x="356226" y="86950"/>
                </a:cubicBezTo>
                <a:cubicBezTo>
                  <a:pt x="356654" y="86950"/>
                  <a:pt x="356975" y="87105"/>
                  <a:pt x="357189" y="87415"/>
                </a:cubicBezTo>
                <a:cubicBezTo>
                  <a:pt x="357402" y="87725"/>
                  <a:pt x="357509" y="88167"/>
                  <a:pt x="357509" y="88740"/>
                </a:cubicBezTo>
                <a:cubicBezTo>
                  <a:pt x="357509" y="89218"/>
                  <a:pt x="357462" y="89792"/>
                  <a:pt x="357367" y="90460"/>
                </a:cubicBezTo>
                <a:cubicBezTo>
                  <a:pt x="357272" y="91128"/>
                  <a:pt x="357129" y="91809"/>
                  <a:pt x="356939" y="92502"/>
                </a:cubicBezTo>
                <a:cubicBezTo>
                  <a:pt x="356749" y="93194"/>
                  <a:pt x="356500" y="93851"/>
                  <a:pt x="356191" y="94473"/>
                </a:cubicBezTo>
                <a:cubicBezTo>
                  <a:pt x="355882" y="95094"/>
                  <a:pt x="355537" y="95619"/>
                  <a:pt x="355157" y="96048"/>
                </a:cubicBezTo>
                <a:cubicBezTo>
                  <a:pt x="354587" y="96621"/>
                  <a:pt x="353578" y="97182"/>
                  <a:pt x="352128" y="97732"/>
                </a:cubicBezTo>
                <a:cubicBezTo>
                  <a:pt x="350679" y="98281"/>
                  <a:pt x="348957" y="98783"/>
                  <a:pt x="346961" y="99237"/>
                </a:cubicBezTo>
                <a:cubicBezTo>
                  <a:pt x="344966" y="99690"/>
                  <a:pt x="342780" y="100060"/>
                  <a:pt x="340404" y="100346"/>
                </a:cubicBezTo>
                <a:cubicBezTo>
                  <a:pt x="338029" y="100633"/>
                  <a:pt x="335653" y="100776"/>
                  <a:pt x="333277" y="100776"/>
                </a:cubicBezTo>
                <a:cubicBezTo>
                  <a:pt x="329049" y="100776"/>
                  <a:pt x="325343" y="100301"/>
                  <a:pt x="322159" y="99351"/>
                </a:cubicBezTo>
                <a:cubicBezTo>
                  <a:pt x="318976" y="98399"/>
                  <a:pt x="316327" y="96936"/>
                  <a:pt x="314213" y="94963"/>
                </a:cubicBezTo>
                <a:cubicBezTo>
                  <a:pt x="312098" y="92988"/>
                  <a:pt x="310518" y="90527"/>
                  <a:pt x="309473" y="87578"/>
                </a:cubicBezTo>
                <a:cubicBezTo>
                  <a:pt x="308428" y="84629"/>
                  <a:pt x="307905" y="81157"/>
                  <a:pt x="307905" y="77161"/>
                </a:cubicBezTo>
                <a:cubicBezTo>
                  <a:pt x="307905" y="74070"/>
                  <a:pt x="308202" y="70753"/>
                  <a:pt x="308796" y="67210"/>
                </a:cubicBezTo>
                <a:cubicBezTo>
                  <a:pt x="309390" y="63666"/>
                  <a:pt x="310328" y="60158"/>
                  <a:pt x="311611" y="56687"/>
                </a:cubicBezTo>
                <a:cubicBezTo>
                  <a:pt x="312894" y="53215"/>
                  <a:pt x="314557" y="49886"/>
                  <a:pt x="316600" y="46700"/>
                </a:cubicBezTo>
                <a:cubicBezTo>
                  <a:pt x="318643" y="43512"/>
                  <a:pt x="321078" y="40706"/>
                  <a:pt x="323905" y="38281"/>
                </a:cubicBezTo>
                <a:cubicBezTo>
                  <a:pt x="326732" y="35855"/>
                  <a:pt x="329999" y="33905"/>
                  <a:pt x="333705" y="32430"/>
                </a:cubicBezTo>
                <a:cubicBezTo>
                  <a:pt x="337411" y="30956"/>
                  <a:pt x="341592" y="30219"/>
                  <a:pt x="346249" y="30219"/>
                </a:cubicBezTo>
                <a:cubicBezTo>
                  <a:pt x="350240" y="30219"/>
                  <a:pt x="353625" y="30717"/>
                  <a:pt x="356405" y="31715"/>
                </a:cubicBezTo>
                <a:cubicBezTo>
                  <a:pt x="359184" y="32713"/>
                  <a:pt x="361465" y="33996"/>
                  <a:pt x="363247" y="35564"/>
                </a:cubicBezTo>
                <a:cubicBezTo>
                  <a:pt x="365028" y="37132"/>
                  <a:pt x="366323" y="38878"/>
                  <a:pt x="367131" y="40802"/>
                </a:cubicBezTo>
                <a:cubicBezTo>
                  <a:pt x="367939" y="42727"/>
                  <a:pt x="368342" y="44639"/>
                  <a:pt x="368342" y="46539"/>
                </a:cubicBezTo>
                <a:moveTo>
                  <a:pt x="356298" y="47609"/>
                </a:moveTo>
                <a:cubicBezTo>
                  <a:pt x="356298" y="45185"/>
                  <a:pt x="355347" y="43225"/>
                  <a:pt x="353447" y="41729"/>
                </a:cubicBezTo>
                <a:cubicBezTo>
                  <a:pt x="351546" y="40232"/>
                  <a:pt x="348838" y="39484"/>
                  <a:pt x="345322" y="39484"/>
                </a:cubicBezTo>
                <a:cubicBezTo>
                  <a:pt x="342234" y="39484"/>
                  <a:pt x="339502" y="40018"/>
                  <a:pt x="337126" y="41087"/>
                </a:cubicBezTo>
                <a:cubicBezTo>
                  <a:pt x="334750" y="42156"/>
                  <a:pt x="332648" y="43594"/>
                  <a:pt x="330819" y="45399"/>
                </a:cubicBezTo>
                <a:cubicBezTo>
                  <a:pt x="328989" y="47205"/>
                  <a:pt x="327421" y="49307"/>
                  <a:pt x="326115" y="51707"/>
                </a:cubicBezTo>
                <a:cubicBezTo>
                  <a:pt x="324808" y="54106"/>
                  <a:pt x="323751" y="56636"/>
                  <a:pt x="322943" y="59297"/>
                </a:cubicBezTo>
                <a:lnTo>
                  <a:pt x="330213" y="59297"/>
                </a:lnTo>
                <a:cubicBezTo>
                  <a:pt x="335202" y="59297"/>
                  <a:pt x="339371" y="58988"/>
                  <a:pt x="342721" y="58370"/>
                </a:cubicBezTo>
                <a:cubicBezTo>
                  <a:pt x="346070" y="57753"/>
                  <a:pt x="348755" y="56909"/>
                  <a:pt x="350774" y="55840"/>
                </a:cubicBezTo>
                <a:cubicBezTo>
                  <a:pt x="352794" y="54771"/>
                  <a:pt x="354219" y="53524"/>
                  <a:pt x="355050" y="52099"/>
                </a:cubicBezTo>
                <a:cubicBezTo>
                  <a:pt x="355882" y="50673"/>
                  <a:pt x="356298" y="49176"/>
                  <a:pt x="356298" y="47609"/>
                </a:cubicBezTo>
                <a:close/>
                <a:moveTo>
                  <a:pt x="462629" y="97569"/>
                </a:moveTo>
                <a:cubicBezTo>
                  <a:pt x="462439" y="98377"/>
                  <a:pt x="461916" y="98947"/>
                  <a:pt x="461061" y="99279"/>
                </a:cubicBezTo>
                <a:cubicBezTo>
                  <a:pt x="460206" y="99612"/>
                  <a:pt x="458780" y="99778"/>
                  <a:pt x="456785" y="99778"/>
                </a:cubicBezTo>
                <a:cubicBezTo>
                  <a:pt x="455834" y="99778"/>
                  <a:pt x="455050" y="99731"/>
                  <a:pt x="454433" y="99636"/>
                </a:cubicBezTo>
                <a:cubicBezTo>
                  <a:pt x="453815" y="99541"/>
                  <a:pt x="453316" y="99410"/>
                  <a:pt x="452936" y="99244"/>
                </a:cubicBezTo>
                <a:cubicBezTo>
                  <a:pt x="452556" y="99077"/>
                  <a:pt x="452295" y="98864"/>
                  <a:pt x="452152" y="98602"/>
                </a:cubicBezTo>
                <a:cubicBezTo>
                  <a:pt x="452010" y="98341"/>
                  <a:pt x="452010" y="97997"/>
                  <a:pt x="452152" y="97569"/>
                </a:cubicBezTo>
                <a:lnTo>
                  <a:pt x="454504" y="85453"/>
                </a:lnTo>
                <a:cubicBezTo>
                  <a:pt x="453886" y="86981"/>
                  <a:pt x="452770" y="88652"/>
                  <a:pt x="451154" y="90466"/>
                </a:cubicBezTo>
                <a:cubicBezTo>
                  <a:pt x="449539" y="92279"/>
                  <a:pt x="447626" y="93950"/>
                  <a:pt x="445417" y="95478"/>
                </a:cubicBezTo>
                <a:cubicBezTo>
                  <a:pt x="443208" y="97005"/>
                  <a:pt x="440749" y="98271"/>
                  <a:pt x="438041" y="99273"/>
                </a:cubicBezTo>
                <a:cubicBezTo>
                  <a:pt x="435332" y="100275"/>
                  <a:pt x="432576" y="100776"/>
                  <a:pt x="429773" y="100776"/>
                </a:cubicBezTo>
                <a:cubicBezTo>
                  <a:pt x="425972" y="100776"/>
                  <a:pt x="422824" y="100110"/>
                  <a:pt x="420330" y="98778"/>
                </a:cubicBezTo>
                <a:cubicBezTo>
                  <a:pt x="417835" y="97446"/>
                  <a:pt x="415852" y="95687"/>
                  <a:pt x="414379" y="93500"/>
                </a:cubicBezTo>
                <a:cubicBezTo>
                  <a:pt x="412906" y="91311"/>
                  <a:pt x="411896" y="88838"/>
                  <a:pt x="411350" y="86079"/>
                </a:cubicBezTo>
                <a:cubicBezTo>
                  <a:pt x="410803" y="83320"/>
                  <a:pt x="410530" y="80490"/>
                  <a:pt x="410530" y="77589"/>
                </a:cubicBezTo>
                <a:cubicBezTo>
                  <a:pt x="410530" y="74927"/>
                  <a:pt x="410780" y="71907"/>
                  <a:pt x="411279" y="68531"/>
                </a:cubicBezTo>
                <a:cubicBezTo>
                  <a:pt x="411777" y="65153"/>
                  <a:pt x="412585" y="61704"/>
                  <a:pt x="413702" y="58185"/>
                </a:cubicBezTo>
                <a:cubicBezTo>
                  <a:pt x="414818" y="54665"/>
                  <a:pt x="416267" y="51240"/>
                  <a:pt x="418049" y="47911"/>
                </a:cubicBezTo>
                <a:cubicBezTo>
                  <a:pt x="419831" y="44583"/>
                  <a:pt x="421981" y="41598"/>
                  <a:pt x="424499" y="38958"/>
                </a:cubicBezTo>
                <a:cubicBezTo>
                  <a:pt x="427017" y="36318"/>
                  <a:pt x="429939" y="34202"/>
                  <a:pt x="433265" y="32608"/>
                </a:cubicBezTo>
                <a:cubicBezTo>
                  <a:pt x="436591" y="31015"/>
                  <a:pt x="440369" y="30219"/>
                  <a:pt x="444597" y="30219"/>
                </a:cubicBezTo>
                <a:cubicBezTo>
                  <a:pt x="448826" y="30219"/>
                  <a:pt x="452449" y="31074"/>
                  <a:pt x="455466" y="32784"/>
                </a:cubicBezTo>
                <a:cubicBezTo>
                  <a:pt x="458483" y="34495"/>
                  <a:pt x="461180" y="36847"/>
                  <a:pt x="463555" y="39840"/>
                </a:cubicBezTo>
                <a:lnTo>
                  <a:pt x="464909" y="33354"/>
                </a:lnTo>
                <a:cubicBezTo>
                  <a:pt x="465099" y="32594"/>
                  <a:pt x="465646" y="32048"/>
                  <a:pt x="466549" y="31715"/>
                </a:cubicBezTo>
                <a:cubicBezTo>
                  <a:pt x="467451" y="31383"/>
                  <a:pt x="468853" y="31216"/>
                  <a:pt x="470754" y="31216"/>
                </a:cubicBezTo>
                <a:cubicBezTo>
                  <a:pt x="471704" y="31216"/>
                  <a:pt x="472500" y="31252"/>
                  <a:pt x="473141" y="31323"/>
                </a:cubicBezTo>
                <a:cubicBezTo>
                  <a:pt x="473783" y="31395"/>
                  <a:pt x="474293" y="31525"/>
                  <a:pt x="474673" y="31715"/>
                </a:cubicBezTo>
                <a:cubicBezTo>
                  <a:pt x="475054" y="31905"/>
                  <a:pt x="475291" y="32143"/>
                  <a:pt x="475386" y="32428"/>
                </a:cubicBezTo>
                <a:cubicBezTo>
                  <a:pt x="475481" y="32713"/>
                  <a:pt x="475505" y="33022"/>
                  <a:pt x="475457" y="33354"/>
                </a:cubicBezTo>
                <a:lnTo>
                  <a:pt x="462629" y="97569"/>
                </a:lnTo>
                <a:moveTo>
                  <a:pt x="460419" y="50174"/>
                </a:moveTo>
                <a:cubicBezTo>
                  <a:pt x="458186" y="46896"/>
                  <a:pt x="455775" y="44437"/>
                  <a:pt x="453185" y="42798"/>
                </a:cubicBezTo>
                <a:cubicBezTo>
                  <a:pt x="450596" y="41159"/>
                  <a:pt x="447686" y="40339"/>
                  <a:pt x="444455" y="40339"/>
                </a:cubicBezTo>
                <a:cubicBezTo>
                  <a:pt x="441889" y="40339"/>
                  <a:pt x="439573" y="40945"/>
                  <a:pt x="437506" y="42159"/>
                </a:cubicBezTo>
                <a:cubicBezTo>
                  <a:pt x="435439" y="43372"/>
                  <a:pt x="433610" y="44977"/>
                  <a:pt x="432018" y="46976"/>
                </a:cubicBezTo>
                <a:cubicBezTo>
                  <a:pt x="430427" y="48975"/>
                  <a:pt x="429049" y="51247"/>
                  <a:pt x="427885" y="53793"/>
                </a:cubicBezTo>
                <a:cubicBezTo>
                  <a:pt x="426720" y="56338"/>
                  <a:pt x="425770" y="58967"/>
                  <a:pt x="425034" y="61680"/>
                </a:cubicBezTo>
                <a:cubicBezTo>
                  <a:pt x="424297" y="64391"/>
                  <a:pt x="423751" y="67056"/>
                  <a:pt x="423395" y="69673"/>
                </a:cubicBezTo>
                <a:cubicBezTo>
                  <a:pt x="423038" y="72290"/>
                  <a:pt x="422860" y="74644"/>
                  <a:pt x="422860" y="76738"/>
                </a:cubicBezTo>
                <a:cubicBezTo>
                  <a:pt x="422860" y="78404"/>
                  <a:pt x="422991" y="80058"/>
                  <a:pt x="423252" y="81700"/>
                </a:cubicBezTo>
                <a:cubicBezTo>
                  <a:pt x="423513" y="83341"/>
                  <a:pt x="424012" y="84839"/>
                  <a:pt x="424749" y="86195"/>
                </a:cubicBezTo>
                <a:cubicBezTo>
                  <a:pt x="425485" y="87550"/>
                  <a:pt x="426495" y="88645"/>
                  <a:pt x="427778" y="89478"/>
                </a:cubicBezTo>
                <a:cubicBezTo>
                  <a:pt x="429060" y="90311"/>
                  <a:pt x="430723" y="90727"/>
                  <a:pt x="432767" y="90727"/>
                </a:cubicBezTo>
                <a:cubicBezTo>
                  <a:pt x="435380" y="90727"/>
                  <a:pt x="438005" y="90001"/>
                  <a:pt x="440642" y="88549"/>
                </a:cubicBezTo>
                <a:cubicBezTo>
                  <a:pt x="443279" y="87095"/>
                  <a:pt x="445738" y="85083"/>
                  <a:pt x="448018" y="82511"/>
                </a:cubicBezTo>
                <a:cubicBezTo>
                  <a:pt x="450299" y="79939"/>
                  <a:pt x="452318" y="76915"/>
                  <a:pt x="454076" y="73437"/>
                </a:cubicBezTo>
                <a:cubicBezTo>
                  <a:pt x="455834" y="69960"/>
                  <a:pt x="457141" y="66125"/>
                  <a:pt x="457996" y="61934"/>
                </a:cubicBezTo>
                <a:lnTo>
                  <a:pt x="460419" y="50174"/>
                </a:lnTo>
                <a:close/>
                <a:moveTo>
                  <a:pt x="547090" y="47609"/>
                </a:moveTo>
                <a:cubicBezTo>
                  <a:pt x="547090" y="49271"/>
                  <a:pt x="546995" y="50911"/>
                  <a:pt x="546804" y="52526"/>
                </a:cubicBezTo>
                <a:cubicBezTo>
                  <a:pt x="546614" y="54142"/>
                  <a:pt x="546353" y="55805"/>
                  <a:pt x="546020" y="57515"/>
                </a:cubicBezTo>
                <a:lnTo>
                  <a:pt x="537967" y="97569"/>
                </a:lnTo>
                <a:cubicBezTo>
                  <a:pt x="537872" y="97949"/>
                  <a:pt x="537718" y="98270"/>
                  <a:pt x="537504" y="98531"/>
                </a:cubicBezTo>
                <a:cubicBezTo>
                  <a:pt x="537290" y="98792"/>
                  <a:pt x="536934" y="99018"/>
                  <a:pt x="536435" y="99208"/>
                </a:cubicBezTo>
                <a:cubicBezTo>
                  <a:pt x="535936" y="99398"/>
                  <a:pt x="535306" y="99541"/>
                  <a:pt x="534546" y="99636"/>
                </a:cubicBezTo>
                <a:cubicBezTo>
                  <a:pt x="533786" y="99731"/>
                  <a:pt x="532812" y="99778"/>
                  <a:pt x="531624" y="99778"/>
                </a:cubicBezTo>
                <a:cubicBezTo>
                  <a:pt x="530484" y="99778"/>
                  <a:pt x="529545" y="99731"/>
                  <a:pt x="528809" y="99636"/>
                </a:cubicBezTo>
                <a:cubicBezTo>
                  <a:pt x="528072" y="99541"/>
                  <a:pt x="527502" y="99398"/>
                  <a:pt x="527098" y="99208"/>
                </a:cubicBezTo>
                <a:cubicBezTo>
                  <a:pt x="526694" y="99018"/>
                  <a:pt x="526433" y="98792"/>
                  <a:pt x="526314" y="98531"/>
                </a:cubicBezTo>
                <a:cubicBezTo>
                  <a:pt x="526195" y="98270"/>
                  <a:pt x="526160" y="97949"/>
                  <a:pt x="526207" y="97569"/>
                </a:cubicBezTo>
                <a:lnTo>
                  <a:pt x="534118" y="57943"/>
                </a:lnTo>
                <a:cubicBezTo>
                  <a:pt x="534451" y="56470"/>
                  <a:pt x="534677" y="55044"/>
                  <a:pt x="534795" y="53666"/>
                </a:cubicBezTo>
                <a:cubicBezTo>
                  <a:pt x="534914" y="52289"/>
                  <a:pt x="534974" y="51077"/>
                  <a:pt x="534974" y="50032"/>
                </a:cubicBezTo>
                <a:cubicBezTo>
                  <a:pt x="534974" y="47133"/>
                  <a:pt x="534356" y="44793"/>
                  <a:pt x="533121" y="43012"/>
                </a:cubicBezTo>
                <a:cubicBezTo>
                  <a:pt x="531885" y="41230"/>
                  <a:pt x="529818" y="40339"/>
                  <a:pt x="526920" y="40339"/>
                </a:cubicBezTo>
                <a:cubicBezTo>
                  <a:pt x="524402" y="40339"/>
                  <a:pt x="521824" y="41064"/>
                  <a:pt x="519187" y="42513"/>
                </a:cubicBezTo>
                <a:cubicBezTo>
                  <a:pt x="516550" y="43962"/>
                  <a:pt x="514103" y="45957"/>
                  <a:pt x="511846" y="48499"/>
                </a:cubicBezTo>
                <a:cubicBezTo>
                  <a:pt x="509590" y="51041"/>
                  <a:pt x="507570" y="54058"/>
                  <a:pt x="505788" y="57551"/>
                </a:cubicBezTo>
                <a:cubicBezTo>
                  <a:pt x="504007" y="61043"/>
                  <a:pt x="502712" y="64832"/>
                  <a:pt x="501904" y="68918"/>
                </a:cubicBezTo>
                <a:lnTo>
                  <a:pt x="496203" y="97569"/>
                </a:lnTo>
                <a:cubicBezTo>
                  <a:pt x="496108" y="97949"/>
                  <a:pt x="495941" y="98270"/>
                  <a:pt x="495704" y="98531"/>
                </a:cubicBezTo>
                <a:cubicBezTo>
                  <a:pt x="495466" y="98792"/>
                  <a:pt x="495110" y="99018"/>
                  <a:pt x="494635" y="99208"/>
                </a:cubicBezTo>
                <a:cubicBezTo>
                  <a:pt x="494160" y="99398"/>
                  <a:pt x="493530" y="99541"/>
                  <a:pt x="492746" y="99636"/>
                </a:cubicBezTo>
                <a:cubicBezTo>
                  <a:pt x="491962" y="99731"/>
                  <a:pt x="491000" y="99778"/>
                  <a:pt x="489860" y="99778"/>
                </a:cubicBezTo>
                <a:cubicBezTo>
                  <a:pt x="488672" y="99778"/>
                  <a:pt x="487710" y="99731"/>
                  <a:pt x="486973" y="99636"/>
                </a:cubicBezTo>
                <a:cubicBezTo>
                  <a:pt x="486237" y="99541"/>
                  <a:pt x="485666" y="99398"/>
                  <a:pt x="485263" y="99208"/>
                </a:cubicBezTo>
                <a:cubicBezTo>
                  <a:pt x="484859" y="99018"/>
                  <a:pt x="484597" y="98792"/>
                  <a:pt x="484479" y="98531"/>
                </a:cubicBezTo>
                <a:cubicBezTo>
                  <a:pt x="484360" y="98270"/>
                  <a:pt x="484348" y="97949"/>
                  <a:pt x="484443" y="97569"/>
                </a:cubicBezTo>
                <a:lnTo>
                  <a:pt x="497343" y="33354"/>
                </a:lnTo>
                <a:cubicBezTo>
                  <a:pt x="497390" y="33022"/>
                  <a:pt x="497521" y="32713"/>
                  <a:pt x="497735" y="32428"/>
                </a:cubicBezTo>
                <a:cubicBezTo>
                  <a:pt x="497949" y="32143"/>
                  <a:pt x="498281" y="31905"/>
                  <a:pt x="498733" y="31715"/>
                </a:cubicBezTo>
                <a:cubicBezTo>
                  <a:pt x="499184" y="31525"/>
                  <a:pt x="499754" y="31395"/>
                  <a:pt x="500443" y="31323"/>
                </a:cubicBezTo>
                <a:cubicBezTo>
                  <a:pt x="501132" y="31252"/>
                  <a:pt x="501952" y="31216"/>
                  <a:pt x="502902" y="31216"/>
                </a:cubicBezTo>
                <a:cubicBezTo>
                  <a:pt x="503900" y="31216"/>
                  <a:pt x="504719" y="31252"/>
                  <a:pt x="505361" y="31323"/>
                </a:cubicBezTo>
                <a:cubicBezTo>
                  <a:pt x="506002" y="31395"/>
                  <a:pt x="506501" y="31525"/>
                  <a:pt x="506857" y="31715"/>
                </a:cubicBezTo>
                <a:cubicBezTo>
                  <a:pt x="507214" y="31905"/>
                  <a:pt x="507440" y="32143"/>
                  <a:pt x="507535" y="32428"/>
                </a:cubicBezTo>
                <a:cubicBezTo>
                  <a:pt x="507630" y="32713"/>
                  <a:pt x="507653" y="33022"/>
                  <a:pt x="507606" y="33354"/>
                </a:cubicBezTo>
                <a:lnTo>
                  <a:pt x="505183" y="45613"/>
                </a:lnTo>
                <a:cubicBezTo>
                  <a:pt x="505895" y="43997"/>
                  <a:pt x="507059" y="42287"/>
                  <a:pt x="508675" y="40481"/>
                </a:cubicBezTo>
                <a:cubicBezTo>
                  <a:pt x="510290" y="38676"/>
                  <a:pt x="512215" y="37013"/>
                  <a:pt x="514448" y="35493"/>
                </a:cubicBezTo>
                <a:cubicBezTo>
                  <a:pt x="516681" y="33972"/>
                  <a:pt x="519140" y="32713"/>
                  <a:pt x="521824" y="31715"/>
                </a:cubicBezTo>
                <a:cubicBezTo>
                  <a:pt x="524509" y="30717"/>
                  <a:pt x="527300" y="30219"/>
                  <a:pt x="530198" y="30219"/>
                </a:cubicBezTo>
                <a:cubicBezTo>
                  <a:pt x="533382" y="30219"/>
                  <a:pt x="536043" y="30706"/>
                  <a:pt x="538181" y="31680"/>
                </a:cubicBezTo>
                <a:cubicBezTo>
                  <a:pt x="540319" y="32654"/>
                  <a:pt x="542053" y="33937"/>
                  <a:pt x="543383" y="35528"/>
                </a:cubicBezTo>
                <a:cubicBezTo>
                  <a:pt x="544714" y="37120"/>
                  <a:pt x="545664" y="38961"/>
                  <a:pt x="546234" y="41052"/>
                </a:cubicBezTo>
                <a:cubicBezTo>
                  <a:pt x="546804" y="43142"/>
                  <a:pt x="547090" y="45328"/>
                  <a:pt x="547090" y="47609"/>
                </a:cubicBezTo>
                <a:close/>
                <a:moveTo>
                  <a:pt x="645782" y="97567"/>
                </a:moveTo>
                <a:cubicBezTo>
                  <a:pt x="645687" y="97947"/>
                  <a:pt x="645521" y="98268"/>
                  <a:pt x="645283" y="98531"/>
                </a:cubicBezTo>
                <a:cubicBezTo>
                  <a:pt x="645046" y="98792"/>
                  <a:pt x="644678" y="99018"/>
                  <a:pt x="644179" y="99208"/>
                </a:cubicBezTo>
                <a:cubicBezTo>
                  <a:pt x="643680" y="99398"/>
                  <a:pt x="643050" y="99541"/>
                  <a:pt x="642290" y="99636"/>
                </a:cubicBezTo>
                <a:cubicBezTo>
                  <a:pt x="641530" y="99731"/>
                  <a:pt x="640556" y="99778"/>
                  <a:pt x="639368" y="99778"/>
                </a:cubicBezTo>
                <a:cubicBezTo>
                  <a:pt x="638228" y="99778"/>
                  <a:pt x="637289" y="99731"/>
                  <a:pt x="636553" y="99636"/>
                </a:cubicBezTo>
                <a:cubicBezTo>
                  <a:pt x="635816" y="99541"/>
                  <a:pt x="635246" y="99398"/>
                  <a:pt x="634842" y="99208"/>
                </a:cubicBezTo>
                <a:cubicBezTo>
                  <a:pt x="634438" y="99018"/>
                  <a:pt x="634177" y="98792"/>
                  <a:pt x="634058" y="98531"/>
                </a:cubicBezTo>
                <a:cubicBezTo>
                  <a:pt x="633940" y="98268"/>
                  <a:pt x="633904" y="97947"/>
                  <a:pt x="633951" y="97567"/>
                </a:cubicBezTo>
                <a:lnTo>
                  <a:pt x="641862" y="57943"/>
                </a:lnTo>
                <a:cubicBezTo>
                  <a:pt x="642100" y="56707"/>
                  <a:pt x="642302" y="55318"/>
                  <a:pt x="642468" y="53773"/>
                </a:cubicBezTo>
                <a:cubicBezTo>
                  <a:pt x="642634" y="52229"/>
                  <a:pt x="642718" y="50887"/>
                  <a:pt x="642718" y="49747"/>
                </a:cubicBezTo>
                <a:cubicBezTo>
                  <a:pt x="642718" y="48369"/>
                  <a:pt x="642575" y="47110"/>
                  <a:pt x="642290" y="45969"/>
                </a:cubicBezTo>
                <a:cubicBezTo>
                  <a:pt x="642005" y="44829"/>
                  <a:pt x="641542" y="43843"/>
                  <a:pt x="640900" y="43012"/>
                </a:cubicBezTo>
                <a:cubicBezTo>
                  <a:pt x="640259" y="42180"/>
                  <a:pt x="639427" y="41527"/>
                  <a:pt x="638406" y="41052"/>
                </a:cubicBezTo>
                <a:cubicBezTo>
                  <a:pt x="637384" y="40577"/>
                  <a:pt x="636137" y="40339"/>
                  <a:pt x="634664" y="40339"/>
                </a:cubicBezTo>
                <a:cubicBezTo>
                  <a:pt x="632146" y="40339"/>
                  <a:pt x="629568" y="41075"/>
                  <a:pt x="626931" y="42548"/>
                </a:cubicBezTo>
                <a:cubicBezTo>
                  <a:pt x="624294" y="44021"/>
                  <a:pt x="621847" y="46052"/>
                  <a:pt x="619590" y="48642"/>
                </a:cubicBezTo>
                <a:cubicBezTo>
                  <a:pt x="617334" y="51231"/>
                  <a:pt x="615314" y="54284"/>
                  <a:pt x="613532" y="57800"/>
                </a:cubicBezTo>
                <a:cubicBezTo>
                  <a:pt x="611751" y="61316"/>
                  <a:pt x="610456" y="65093"/>
                  <a:pt x="609648" y="69132"/>
                </a:cubicBezTo>
                <a:lnTo>
                  <a:pt x="603947" y="97567"/>
                </a:lnTo>
                <a:cubicBezTo>
                  <a:pt x="603852" y="97947"/>
                  <a:pt x="603685" y="98268"/>
                  <a:pt x="603448" y="98531"/>
                </a:cubicBezTo>
                <a:cubicBezTo>
                  <a:pt x="603210" y="98792"/>
                  <a:pt x="602854" y="99018"/>
                  <a:pt x="602379" y="99208"/>
                </a:cubicBezTo>
                <a:cubicBezTo>
                  <a:pt x="601904" y="99398"/>
                  <a:pt x="601274" y="99541"/>
                  <a:pt x="600490" y="99636"/>
                </a:cubicBezTo>
                <a:cubicBezTo>
                  <a:pt x="599706" y="99731"/>
                  <a:pt x="598744" y="99778"/>
                  <a:pt x="597604" y="99778"/>
                </a:cubicBezTo>
                <a:cubicBezTo>
                  <a:pt x="596416" y="99778"/>
                  <a:pt x="595454" y="99731"/>
                  <a:pt x="594717" y="99636"/>
                </a:cubicBezTo>
                <a:cubicBezTo>
                  <a:pt x="593981" y="99541"/>
                  <a:pt x="593411" y="99398"/>
                  <a:pt x="593007" y="99208"/>
                </a:cubicBezTo>
                <a:cubicBezTo>
                  <a:pt x="592603" y="99018"/>
                  <a:pt x="592341" y="98792"/>
                  <a:pt x="592223" y="98531"/>
                </a:cubicBezTo>
                <a:cubicBezTo>
                  <a:pt x="592104" y="98268"/>
                  <a:pt x="592092" y="97947"/>
                  <a:pt x="592187" y="97567"/>
                </a:cubicBezTo>
                <a:lnTo>
                  <a:pt x="611145" y="2283"/>
                </a:lnTo>
                <a:cubicBezTo>
                  <a:pt x="611240" y="1903"/>
                  <a:pt x="611394" y="1570"/>
                  <a:pt x="611608" y="1285"/>
                </a:cubicBezTo>
                <a:cubicBezTo>
                  <a:pt x="611822" y="999"/>
                  <a:pt x="612178" y="760"/>
                  <a:pt x="612677" y="570"/>
                </a:cubicBezTo>
                <a:cubicBezTo>
                  <a:pt x="613176" y="380"/>
                  <a:pt x="613818" y="238"/>
                  <a:pt x="614602" y="143"/>
                </a:cubicBezTo>
                <a:cubicBezTo>
                  <a:pt x="615386" y="48"/>
                  <a:pt x="616371" y="0"/>
                  <a:pt x="617559" y="0"/>
                </a:cubicBezTo>
                <a:cubicBezTo>
                  <a:pt x="618700" y="0"/>
                  <a:pt x="619638" y="48"/>
                  <a:pt x="620374" y="143"/>
                </a:cubicBezTo>
                <a:cubicBezTo>
                  <a:pt x="621111" y="238"/>
                  <a:pt x="621681" y="380"/>
                  <a:pt x="622085" y="570"/>
                </a:cubicBezTo>
                <a:cubicBezTo>
                  <a:pt x="622489" y="760"/>
                  <a:pt x="622738" y="999"/>
                  <a:pt x="622833" y="1285"/>
                </a:cubicBezTo>
                <a:cubicBezTo>
                  <a:pt x="622928" y="1570"/>
                  <a:pt x="622952" y="1903"/>
                  <a:pt x="622905" y="2283"/>
                </a:cubicBezTo>
                <a:lnTo>
                  <a:pt x="617203" y="31337"/>
                </a:lnTo>
                <a:cubicBezTo>
                  <a:pt x="616965" y="32573"/>
                  <a:pt x="616680" y="33835"/>
                  <a:pt x="616348" y="35121"/>
                </a:cubicBezTo>
                <a:cubicBezTo>
                  <a:pt x="616015" y="36405"/>
                  <a:pt x="615671" y="37678"/>
                  <a:pt x="615314" y="38940"/>
                </a:cubicBezTo>
                <a:cubicBezTo>
                  <a:pt x="614958" y="40201"/>
                  <a:pt x="614602" y="41402"/>
                  <a:pt x="614245" y="42544"/>
                </a:cubicBezTo>
                <a:cubicBezTo>
                  <a:pt x="613889" y="43686"/>
                  <a:pt x="613568" y="44685"/>
                  <a:pt x="613283" y="45542"/>
                </a:cubicBezTo>
                <a:cubicBezTo>
                  <a:pt x="614043" y="43879"/>
                  <a:pt x="615231" y="42156"/>
                  <a:pt x="616847" y="40375"/>
                </a:cubicBezTo>
                <a:cubicBezTo>
                  <a:pt x="618462" y="38593"/>
                  <a:pt x="620363" y="36954"/>
                  <a:pt x="622548" y="35457"/>
                </a:cubicBezTo>
                <a:cubicBezTo>
                  <a:pt x="624734" y="33960"/>
                  <a:pt x="627145" y="32713"/>
                  <a:pt x="629782" y="31715"/>
                </a:cubicBezTo>
                <a:cubicBezTo>
                  <a:pt x="632419" y="30717"/>
                  <a:pt x="635139" y="30219"/>
                  <a:pt x="637943" y="30219"/>
                </a:cubicBezTo>
                <a:cubicBezTo>
                  <a:pt x="640983" y="30219"/>
                  <a:pt x="643573" y="30658"/>
                  <a:pt x="645711" y="31537"/>
                </a:cubicBezTo>
                <a:cubicBezTo>
                  <a:pt x="647849" y="32416"/>
                  <a:pt x="649595" y="33628"/>
                  <a:pt x="650949" y="35172"/>
                </a:cubicBezTo>
                <a:cubicBezTo>
                  <a:pt x="652303" y="36716"/>
                  <a:pt x="653289" y="38557"/>
                  <a:pt x="653907" y="40695"/>
                </a:cubicBezTo>
                <a:cubicBezTo>
                  <a:pt x="654525" y="42833"/>
                  <a:pt x="654834" y="45138"/>
                  <a:pt x="654834" y="47609"/>
                </a:cubicBezTo>
                <a:cubicBezTo>
                  <a:pt x="654834" y="49319"/>
                  <a:pt x="654739" y="50982"/>
                  <a:pt x="654548" y="52597"/>
                </a:cubicBezTo>
                <a:cubicBezTo>
                  <a:pt x="654358" y="54213"/>
                  <a:pt x="654097" y="55852"/>
                  <a:pt x="653765" y="57515"/>
                </a:cubicBezTo>
                <a:lnTo>
                  <a:pt x="645782" y="97567"/>
                </a:lnTo>
                <a:close/>
                <a:moveTo>
                  <a:pt x="728504" y="46539"/>
                </a:moveTo>
                <a:cubicBezTo>
                  <a:pt x="728504" y="49818"/>
                  <a:pt x="727743" y="52764"/>
                  <a:pt x="726223" y="55377"/>
                </a:cubicBezTo>
                <a:cubicBezTo>
                  <a:pt x="724703" y="57990"/>
                  <a:pt x="722327" y="60223"/>
                  <a:pt x="719096" y="62076"/>
                </a:cubicBezTo>
                <a:cubicBezTo>
                  <a:pt x="715865" y="63929"/>
                  <a:pt x="711731" y="65355"/>
                  <a:pt x="706695" y="66353"/>
                </a:cubicBezTo>
                <a:cubicBezTo>
                  <a:pt x="701659" y="67350"/>
                  <a:pt x="695624" y="67849"/>
                  <a:pt x="688592" y="67849"/>
                </a:cubicBezTo>
                <a:lnTo>
                  <a:pt x="681038" y="67849"/>
                </a:lnTo>
                <a:cubicBezTo>
                  <a:pt x="680705" y="69422"/>
                  <a:pt x="680479" y="70947"/>
                  <a:pt x="680361" y="72424"/>
                </a:cubicBezTo>
                <a:cubicBezTo>
                  <a:pt x="680242" y="73901"/>
                  <a:pt x="680182" y="75284"/>
                  <a:pt x="680182" y="76571"/>
                </a:cubicBezTo>
                <a:cubicBezTo>
                  <a:pt x="680182" y="81337"/>
                  <a:pt x="681358" y="84983"/>
                  <a:pt x="683710" y="87509"/>
                </a:cubicBezTo>
                <a:cubicBezTo>
                  <a:pt x="686062" y="90034"/>
                  <a:pt x="689875" y="91297"/>
                  <a:pt x="695149" y="91297"/>
                </a:cubicBezTo>
                <a:cubicBezTo>
                  <a:pt x="698190" y="91297"/>
                  <a:pt x="700922" y="91068"/>
                  <a:pt x="703345" y="90609"/>
                </a:cubicBezTo>
                <a:cubicBezTo>
                  <a:pt x="705768" y="90150"/>
                  <a:pt x="707871" y="89655"/>
                  <a:pt x="709653" y="89123"/>
                </a:cubicBezTo>
                <a:cubicBezTo>
                  <a:pt x="711434" y="88592"/>
                  <a:pt x="712895" y="88097"/>
                  <a:pt x="714036" y="87638"/>
                </a:cubicBezTo>
                <a:cubicBezTo>
                  <a:pt x="715176" y="87179"/>
                  <a:pt x="715960" y="86950"/>
                  <a:pt x="716388" y="86950"/>
                </a:cubicBezTo>
                <a:cubicBezTo>
                  <a:pt x="716815" y="86950"/>
                  <a:pt x="717136" y="87105"/>
                  <a:pt x="717350" y="87415"/>
                </a:cubicBezTo>
                <a:cubicBezTo>
                  <a:pt x="717564" y="87725"/>
                  <a:pt x="717671" y="88167"/>
                  <a:pt x="717671" y="88740"/>
                </a:cubicBezTo>
                <a:cubicBezTo>
                  <a:pt x="717671" y="89218"/>
                  <a:pt x="717623" y="89792"/>
                  <a:pt x="717528" y="90460"/>
                </a:cubicBezTo>
                <a:cubicBezTo>
                  <a:pt x="717433" y="91128"/>
                  <a:pt x="717290" y="91809"/>
                  <a:pt x="717100" y="92502"/>
                </a:cubicBezTo>
                <a:cubicBezTo>
                  <a:pt x="716910" y="93194"/>
                  <a:pt x="716661" y="93851"/>
                  <a:pt x="716352" y="94473"/>
                </a:cubicBezTo>
                <a:cubicBezTo>
                  <a:pt x="716043" y="95094"/>
                  <a:pt x="715699" y="95619"/>
                  <a:pt x="715319" y="96048"/>
                </a:cubicBezTo>
                <a:cubicBezTo>
                  <a:pt x="714749" y="96621"/>
                  <a:pt x="713739" y="97182"/>
                  <a:pt x="712290" y="97732"/>
                </a:cubicBezTo>
                <a:cubicBezTo>
                  <a:pt x="710841" y="98281"/>
                  <a:pt x="709118" y="98783"/>
                  <a:pt x="707123" y="99237"/>
                </a:cubicBezTo>
                <a:cubicBezTo>
                  <a:pt x="705127" y="99690"/>
                  <a:pt x="702941" y="100060"/>
                  <a:pt x="700566" y="100346"/>
                </a:cubicBezTo>
                <a:cubicBezTo>
                  <a:pt x="698190" y="100633"/>
                  <a:pt x="695814" y="100776"/>
                  <a:pt x="693439" y="100776"/>
                </a:cubicBezTo>
                <a:cubicBezTo>
                  <a:pt x="689210" y="100776"/>
                  <a:pt x="685504" y="100301"/>
                  <a:pt x="682321" y="99351"/>
                </a:cubicBezTo>
                <a:cubicBezTo>
                  <a:pt x="679137" y="98399"/>
                  <a:pt x="676488" y="96936"/>
                  <a:pt x="674374" y="94963"/>
                </a:cubicBezTo>
                <a:cubicBezTo>
                  <a:pt x="672260" y="92988"/>
                  <a:pt x="670680" y="90527"/>
                  <a:pt x="669634" y="87578"/>
                </a:cubicBezTo>
                <a:cubicBezTo>
                  <a:pt x="668589" y="84629"/>
                  <a:pt x="668067" y="81157"/>
                  <a:pt x="668067" y="77161"/>
                </a:cubicBezTo>
                <a:cubicBezTo>
                  <a:pt x="668067" y="74070"/>
                  <a:pt x="668363" y="70753"/>
                  <a:pt x="668957" y="67210"/>
                </a:cubicBezTo>
                <a:cubicBezTo>
                  <a:pt x="669551" y="63666"/>
                  <a:pt x="670490" y="60158"/>
                  <a:pt x="671773" y="56687"/>
                </a:cubicBezTo>
                <a:cubicBezTo>
                  <a:pt x="673055" y="53215"/>
                  <a:pt x="674718" y="49886"/>
                  <a:pt x="676761" y="46700"/>
                </a:cubicBezTo>
                <a:cubicBezTo>
                  <a:pt x="678805" y="43512"/>
                  <a:pt x="681240" y="40706"/>
                  <a:pt x="684067" y="38281"/>
                </a:cubicBezTo>
                <a:cubicBezTo>
                  <a:pt x="686894" y="35855"/>
                  <a:pt x="690160" y="33905"/>
                  <a:pt x="693866" y="32430"/>
                </a:cubicBezTo>
                <a:cubicBezTo>
                  <a:pt x="697572" y="30956"/>
                  <a:pt x="701754" y="30219"/>
                  <a:pt x="706410" y="30219"/>
                </a:cubicBezTo>
                <a:cubicBezTo>
                  <a:pt x="710401" y="30219"/>
                  <a:pt x="713786" y="30717"/>
                  <a:pt x="716566" y="31715"/>
                </a:cubicBezTo>
                <a:cubicBezTo>
                  <a:pt x="719345" y="32713"/>
                  <a:pt x="721626" y="33996"/>
                  <a:pt x="723408" y="35564"/>
                </a:cubicBezTo>
                <a:cubicBezTo>
                  <a:pt x="725190" y="37132"/>
                  <a:pt x="726484" y="38878"/>
                  <a:pt x="727292" y="40802"/>
                </a:cubicBezTo>
                <a:cubicBezTo>
                  <a:pt x="728100" y="42727"/>
                  <a:pt x="728504" y="44639"/>
                  <a:pt x="728504" y="46539"/>
                </a:cubicBezTo>
                <a:moveTo>
                  <a:pt x="716459" y="47609"/>
                </a:moveTo>
                <a:cubicBezTo>
                  <a:pt x="716459" y="45185"/>
                  <a:pt x="715509" y="43225"/>
                  <a:pt x="713608" y="41729"/>
                </a:cubicBezTo>
                <a:cubicBezTo>
                  <a:pt x="711708" y="40232"/>
                  <a:pt x="708999" y="39484"/>
                  <a:pt x="705483" y="39484"/>
                </a:cubicBezTo>
                <a:cubicBezTo>
                  <a:pt x="702395" y="39484"/>
                  <a:pt x="699663" y="40018"/>
                  <a:pt x="697287" y="41087"/>
                </a:cubicBezTo>
                <a:cubicBezTo>
                  <a:pt x="694912" y="42156"/>
                  <a:pt x="692809" y="43594"/>
                  <a:pt x="690980" y="45399"/>
                </a:cubicBezTo>
                <a:cubicBezTo>
                  <a:pt x="689151" y="47205"/>
                  <a:pt x="687583" y="49307"/>
                  <a:pt x="686276" y="51707"/>
                </a:cubicBezTo>
                <a:cubicBezTo>
                  <a:pt x="684969" y="54106"/>
                  <a:pt x="683912" y="56636"/>
                  <a:pt x="683105" y="59297"/>
                </a:cubicBezTo>
                <a:lnTo>
                  <a:pt x="690374" y="59297"/>
                </a:lnTo>
                <a:cubicBezTo>
                  <a:pt x="695363" y="59297"/>
                  <a:pt x="699532" y="58988"/>
                  <a:pt x="702882" y="58370"/>
                </a:cubicBezTo>
                <a:cubicBezTo>
                  <a:pt x="706232" y="57753"/>
                  <a:pt x="708916" y="56909"/>
                  <a:pt x="710936" y="55840"/>
                </a:cubicBezTo>
                <a:cubicBezTo>
                  <a:pt x="712955" y="54771"/>
                  <a:pt x="714380" y="53524"/>
                  <a:pt x="715212" y="52099"/>
                </a:cubicBezTo>
                <a:cubicBezTo>
                  <a:pt x="716043" y="50673"/>
                  <a:pt x="716459" y="49176"/>
                  <a:pt x="716459" y="47609"/>
                </a:cubicBezTo>
                <a:close/>
                <a:moveTo>
                  <a:pt x="748740" y="97567"/>
                </a:moveTo>
                <a:cubicBezTo>
                  <a:pt x="748645" y="97947"/>
                  <a:pt x="748479" y="98268"/>
                  <a:pt x="748241" y="98531"/>
                </a:cubicBezTo>
                <a:cubicBezTo>
                  <a:pt x="748004" y="98792"/>
                  <a:pt x="747647" y="99018"/>
                  <a:pt x="747172" y="99208"/>
                </a:cubicBezTo>
                <a:cubicBezTo>
                  <a:pt x="746697" y="99398"/>
                  <a:pt x="746068" y="99541"/>
                  <a:pt x="745284" y="99636"/>
                </a:cubicBezTo>
                <a:cubicBezTo>
                  <a:pt x="744500" y="99731"/>
                  <a:pt x="743537" y="99778"/>
                  <a:pt x="742397" y="99778"/>
                </a:cubicBezTo>
                <a:cubicBezTo>
                  <a:pt x="741209" y="99778"/>
                  <a:pt x="740247" y="99731"/>
                  <a:pt x="739511" y="99636"/>
                </a:cubicBezTo>
                <a:cubicBezTo>
                  <a:pt x="738774" y="99541"/>
                  <a:pt x="738204" y="99398"/>
                  <a:pt x="737800" y="99208"/>
                </a:cubicBezTo>
                <a:cubicBezTo>
                  <a:pt x="737396" y="99018"/>
                  <a:pt x="737135" y="98792"/>
                  <a:pt x="737016" y="98531"/>
                </a:cubicBezTo>
                <a:cubicBezTo>
                  <a:pt x="736897" y="98268"/>
                  <a:pt x="736886" y="97947"/>
                  <a:pt x="736981" y="97567"/>
                </a:cubicBezTo>
                <a:lnTo>
                  <a:pt x="755938" y="2283"/>
                </a:lnTo>
                <a:cubicBezTo>
                  <a:pt x="756033" y="1903"/>
                  <a:pt x="756188" y="1570"/>
                  <a:pt x="756402" y="1285"/>
                </a:cubicBezTo>
                <a:cubicBezTo>
                  <a:pt x="756616" y="999"/>
                  <a:pt x="756972" y="760"/>
                  <a:pt x="757471" y="570"/>
                </a:cubicBezTo>
                <a:cubicBezTo>
                  <a:pt x="757970" y="380"/>
                  <a:pt x="758611" y="238"/>
                  <a:pt x="759395" y="143"/>
                </a:cubicBezTo>
                <a:cubicBezTo>
                  <a:pt x="760179" y="48"/>
                  <a:pt x="761165" y="0"/>
                  <a:pt x="762353" y="0"/>
                </a:cubicBezTo>
                <a:cubicBezTo>
                  <a:pt x="763493" y="0"/>
                  <a:pt x="764431" y="48"/>
                  <a:pt x="765168" y="143"/>
                </a:cubicBezTo>
                <a:cubicBezTo>
                  <a:pt x="765904" y="238"/>
                  <a:pt x="766475" y="380"/>
                  <a:pt x="766878" y="570"/>
                </a:cubicBezTo>
                <a:cubicBezTo>
                  <a:pt x="767282" y="760"/>
                  <a:pt x="767532" y="999"/>
                  <a:pt x="767627" y="1285"/>
                </a:cubicBezTo>
                <a:cubicBezTo>
                  <a:pt x="767722" y="1570"/>
                  <a:pt x="767746" y="1903"/>
                  <a:pt x="767698" y="2283"/>
                </a:cubicBezTo>
                <a:lnTo>
                  <a:pt x="748740" y="97567"/>
                </a:lnTo>
                <a:close/>
                <a:moveTo>
                  <a:pt x="835479" y="53477"/>
                </a:moveTo>
                <a:cubicBezTo>
                  <a:pt x="835479" y="56234"/>
                  <a:pt x="835218" y="59338"/>
                  <a:pt x="834695" y="62787"/>
                </a:cubicBezTo>
                <a:cubicBezTo>
                  <a:pt x="834173" y="66235"/>
                  <a:pt x="833341" y="69719"/>
                  <a:pt x="832201" y="73239"/>
                </a:cubicBezTo>
                <a:cubicBezTo>
                  <a:pt x="831061" y="76758"/>
                  <a:pt x="829600" y="80170"/>
                  <a:pt x="827818" y="83475"/>
                </a:cubicBezTo>
                <a:cubicBezTo>
                  <a:pt x="826036" y="86780"/>
                  <a:pt x="823886" y="89717"/>
                  <a:pt x="821368" y="92286"/>
                </a:cubicBezTo>
                <a:cubicBezTo>
                  <a:pt x="818850" y="94855"/>
                  <a:pt x="815939" y="96912"/>
                  <a:pt x="812637" y="98458"/>
                </a:cubicBezTo>
                <a:cubicBezTo>
                  <a:pt x="809335" y="100003"/>
                  <a:pt x="805593" y="100776"/>
                  <a:pt x="801412" y="100776"/>
                </a:cubicBezTo>
                <a:cubicBezTo>
                  <a:pt x="799274" y="100776"/>
                  <a:pt x="797326" y="100562"/>
                  <a:pt x="795568" y="100132"/>
                </a:cubicBezTo>
                <a:cubicBezTo>
                  <a:pt x="793810" y="99705"/>
                  <a:pt x="792195" y="99111"/>
                  <a:pt x="790722" y="98351"/>
                </a:cubicBezTo>
                <a:cubicBezTo>
                  <a:pt x="789249" y="97589"/>
                  <a:pt x="787895" y="96697"/>
                  <a:pt x="786659" y="95676"/>
                </a:cubicBezTo>
                <a:cubicBezTo>
                  <a:pt x="785424" y="94653"/>
                  <a:pt x="784284" y="93523"/>
                  <a:pt x="783238" y="92286"/>
                </a:cubicBezTo>
                <a:lnTo>
                  <a:pt x="777180" y="123012"/>
                </a:lnTo>
                <a:cubicBezTo>
                  <a:pt x="777085" y="123393"/>
                  <a:pt x="776931" y="123725"/>
                  <a:pt x="776717" y="124010"/>
                </a:cubicBezTo>
                <a:cubicBezTo>
                  <a:pt x="776503" y="124295"/>
                  <a:pt x="776159" y="124533"/>
                  <a:pt x="775684" y="124723"/>
                </a:cubicBezTo>
                <a:cubicBezTo>
                  <a:pt x="775209" y="124913"/>
                  <a:pt x="774579" y="125055"/>
                  <a:pt x="773795" y="125151"/>
                </a:cubicBezTo>
                <a:cubicBezTo>
                  <a:pt x="773011" y="125246"/>
                  <a:pt x="772025" y="125293"/>
                  <a:pt x="770837" y="125293"/>
                </a:cubicBezTo>
                <a:cubicBezTo>
                  <a:pt x="769744" y="125293"/>
                  <a:pt x="768830" y="125246"/>
                  <a:pt x="768093" y="125151"/>
                </a:cubicBezTo>
                <a:cubicBezTo>
                  <a:pt x="767357" y="125055"/>
                  <a:pt x="766775" y="124913"/>
                  <a:pt x="766347" y="124723"/>
                </a:cubicBezTo>
                <a:cubicBezTo>
                  <a:pt x="765920" y="124533"/>
                  <a:pt x="765646" y="124295"/>
                  <a:pt x="765528" y="124010"/>
                </a:cubicBezTo>
                <a:cubicBezTo>
                  <a:pt x="765409" y="123725"/>
                  <a:pt x="765373" y="123393"/>
                  <a:pt x="765421" y="123012"/>
                </a:cubicBezTo>
                <a:lnTo>
                  <a:pt x="783452" y="33354"/>
                </a:lnTo>
                <a:cubicBezTo>
                  <a:pt x="783547" y="32594"/>
                  <a:pt x="784022" y="32048"/>
                  <a:pt x="784878" y="31715"/>
                </a:cubicBezTo>
                <a:cubicBezTo>
                  <a:pt x="785733" y="31383"/>
                  <a:pt x="787158" y="31216"/>
                  <a:pt x="789154" y="31216"/>
                </a:cubicBezTo>
                <a:cubicBezTo>
                  <a:pt x="790152" y="31216"/>
                  <a:pt x="790959" y="31252"/>
                  <a:pt x="791577" y="31323"/>
                </a:cubicBezTo>
                <a:cubicBezTo>
                  <a:pt x="792195" y="31395"/>
                  <a:pt x="792693" y="31513"/>
                  <a:pt x="793074" y="31680"/>
                </a:cubicBezTo>
                <a:cubicBezTo>
                  <a:pt x="793454" y="31846"/>
                  <a:pt x="793691" y="32072"/>
                  <a:pt x="793786" y="32357"/>
                </a:cubicBezTo>
                <a:cubicBezTo>
                  <a:pt x="793881" y="32642"/>
                  <a:pt x="793905" y="32974"/>
                  <a:pt x="793858" y="33354"/>
                </a:cubicBezTo>
                <a:lnTo>
                  <a:pt x="791434" y="45557"/>
                </a:lnTo>
                <a:cubicBezTo>
                  <a:pt x="792100" y="43988"/>
                  <a:pt x="793228" y="42312"/>
                  <a:pt x="794820" y="40528"/>
                </a:cubicBezTo>
                <a:cubicBezTo>
                  <a:pt x="796411" y="38744"/>
                  <a:pt x="798312" y="37078"/>
                  <a:pt x="800521" y="35533"/>
                </a:cubicBezTo>
                <a:cubicBezTo>
                  <a:pt x="802731" y="33987"/>
                  <a:pt x="805190" y="32715"/>
                  <a:pt x="807898" y="31717"/>
                </a:cubicBezTo>
                <a:cubicBezTo>
                  <a:pt x="810606" y="30718"/>
                  <a:pt x="813362" y="30219"/>
                  <a:pt x="816165" y="30219"/>
                </a:cubicBezTo>
                <a:cubicBezTo>
                  <a:pt x="819776" y="30219"/>
                  <a:pt x="822805" y="30837"/>
                  <a:pt x="825252" y="32074"/>
                </a:cubicBezTo>
                <a:cubicBezTo>
                  <a:pt x="827699" y="33311"/>
                  <a:pt x="829683" y="34964"/>
                  <a:pt x="831203" y="37034"/>
                </a:cubicBezTo>
                <a:cubicBezTo>
                  <a:pt x="832724" y="39102"/>
                  <a:pt x="833816" y="41551"/>
                  <a:pt x="834482" y="44381"/>
                </a:cubicBezTo>
                <a:cubicBezTo>
                  <a:pt x="835147" y="47210"/>
                  <a:pt x="835479" y="50242"/>
                  <a:pt x="835479" y="53477"/>
                </a:cubicBezTo>
                <a:moveTo>
                  <a:pt x="823150" y="54257"/>
                </a:moveTo>
                <a:cubicBezTo>
                  <a:pt x="823150" y="52211"/>
                  <a:pt x="822971" y="50332"/>
                  <a:pt x="822615" y="48620"/>
                </a:cubicBezTo>
                <a:cubicBezTo>
                  <a:pt x="822259" y="46906"/>
                  <a:pt x="821689" y="45431"/>
                  <a:pt x="820905" y="44194"/>
                </a:cubicBezTo>
                <a:cubicBezTo>
                  <a:pt x="820121" y="42956"/>
                  <a:pt x="819099" y="42004"/>
                  <a:pt x="817840" y="41339"/>
                </a:cubicBezTo>
                <a:cubicBezTo>
                  <a:pt x="816581" y="40672"/>
                  <a:pt x="815025" y="40339"/>
                  <a:pt x="813172" y="40339"/>
                </a:cubicBezTo>
                <a:cubicBezTo>
                  <a:pt x="810606" y="40339"/>
                  <a:pt x="807993" y="41053"/>
                  <a:pt x="805332" y="42482"/>
                </a:cubicBezTo>
                <a:cubicBezTo>
                  <a:pt x="802671" y="43908"/>
                  <a:pt x="800201" y="45907"/>
                  <a:pt x="797920" y="48477"/>
                </a:cubicBezTo>
                <a:cubicBezTo>
                  <a:pt x="795639" y="51046"/>
                  <a:pt x="793608" y="54079"/>
                  <a:pt x="791826" y="57575"/>
                </a:cubicBezTo>
                <a:cubicBezTo>
                  <a:pt x="790045" y="61072"/>
                  <a:pt x="788750" y="64890"/>
                  <a:pt x="787942" y="69030"/>
                </a:cubicBezTo>
                <a:lnTo>
                  <a:pt x="785590" y="80800"/>
                </a:lnTo>
                <a:cubicBezTo>
                  <a:pt x="787823" y="84134"/>
                  <a:pt x="790223" y="86622"/>
                  <a:pt x="792789" y="88264"/>
                </a:cubicBezTo>
                <a:cubicBezTo>
                  <a:pt x="795354" y="89906"/>
                  <a:pt x="798253" y="90727"/>
                  <a:pt x="801483" y="90727"/>
                </a:cubicBezTo>
                <a:cubicBezTo>
                  <a:pt x="804002" y="90727"/>
                  <a:pt x="806294" y="90132"/>
                  <a:pt x="808361" y="88943"/>
                </a:cubicBezTo>
                <a:cubicBezTo>
                  <a:pt x="810428" y="87754"/>
                  <a:pt x="812257" y="86160"/>
                  <a:pt x="813849" y="84161"/>
                </a:cubicBezTo>
                <a:cubicBezTo>
                  <a:pt x="815441" y="82163"/>
                  <a:pt x="816818" y="79903"/>
                  <a:pt x="817983" y="77382"/>
                </a:cubicBezTo>
                <a:cubicBezTo>
                  <a:pt x="819147" y="74859"/>
                  <a:pt x="820121" y="72242"/>
                  <a:pt x="820905" y="69531"/>
                </a:cubicBezTo>
                <a:cubicBezTo>
                  <a:pt x="821689" y="66818"/>
                  <a:pt x="822259" y="64130"/>
                  <a:pt x="822615" y="61466"/>
                </a:cubicBezTo>
                <a:cubicBezTo>
                  <a:pt x="822971" y="58801"/>
                  <a:pt x="823150" y="56398"/>
                  <a:pt x="823150" y="542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f">
            <a:extLst xmlns:a="http://schemas.openxmlformats.org/drawingml/2006/main">
              <a:ext uri="{FF2B5EF4-FFF2-40B4-BE49-F238E27FC236}">
                <a16:creationId xmlns:a16="http://schemas.microsoft.com/office/drawing/2014/main" id="{375E00B5-8C11-4785-A7DB-638E3F35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8073" y="516005"/>
            <a:ext cx="72125" cy="125863"/>
          </a:xfrm>
          <a:custGeom xmlns:a="http://schemas.openxmlformats.org/drawingml/2006/main">
            <a:pathLst>
              <a:path w="72125" h="125863">
                <a:moveTo>
                  <a:pt x="72125" y="4633"/>
                </a:moveTo>
                <a:cubicBezTo>
                  <a:pt x="72125" y="4823"/>
                  <a:pt x="72102" y="5120"/>
                  <a:pt x="72054" y="5523"/>
                </a:cubicBezTo>
                <a:cubicBezTo>
                  <a:pt x="72007" y="5927"/>
                  <a:pt x="71947" y="6379"/>
                  <a:pt x="71876" y="6878"/>
                </a:cubicBezTo>
                <a:cubicBezTo>
                  <a:pt x="71805" y="7376"/>
                  <a:pt x="71698" y="7899"/>
                  <a:pt x="71555" y="8446"/>
                </a:cubicBezTo>
                <a:cubicBezTo>
                  <a:pt x="71413" y="8992"/>
                  <a:pt x="71246" y="9503"/>
                  <a:pt x="71056" y="9978"/>
                </a:cubicBezTo>
                <a:cubicBezTo>
                  <a:pt x="70866" y="10453"/>
                  <a:pt x="70653" y="10833"/>
                  <a:pt x="70415" y="11118"/>
                </a:cubicBezTo>
                <a:cubicBezTo>
                  <a:pt x="70177" y="11403"/>
                  <a:pt x="69916" y="11546"/>
                  <a:pt x="69631" y="11546"/>
                </a:cubicBezTo>
                <a:cubicBezTo>
                  <a:pt x="69298" y="11546"/>
                  <a:pt x="68883" y="11451"/>
                  <a:pt x="68384" y="11261"/>
                </a:cubicBezTo>
                <a:cubicBezTo>
                  <a:pt x="67885" y="11071"/>
                  <a:pt x="67303" y="10869"/>
                  <a:pt x="66638" y="10655"/>
                </a:cubicBezTo>
                <a:cubicBezTo>
                  <a:pt x="65972" y="10441"/>
                  <a:pt x="65189" y="10239"/>
                  <a:pt x="64286" y="10049"/>
                </a:cubicBezTo>
                <a:cubicBezTo>
                  <a:pt x="63383" y="9859"/>
                  <a:pt x="62385" y="9764"/>
                  <a:pt x="61292" y="9764"/>
                </a:cubicBezTo>
                <a:cubicBezTo>
                  <a:pt x="59249" y="9764"/>
                  <a:pt x="57503" y="10072"/>
                  <a:pt x="56054" y="10688"/>
                </a:cubicBezTo>
                <a:cubicBezTo>
                  <a:pt x="54605" y="11303"/>
                  <a:pt x="53358" y="12262"/>
                  <a:pt x="52312" y="13566"/>
                </a:cubicBezTo>
                <a:cubicBezTo>
                  <a:pt x="51267" y="14868"/>
                  <a:pt x="50388" y="16514"/>
                  <a:pt x="49675" y="18504"/>
                </a:cubicBezTo>
                <a:cubicBezTo>
                  <a:pt x="48963" y="20492"/>
                  <a:pt x="48345" y="22835"/>
                  <a:pt x="47822" y="25535"/>
                </a:cubicBezTo>
                <a:lnTo>
                  <a:pt x="46611" y="31929"/>
                </a:lnTo>
                <a:lnTo>
                  <a:pt x="60936" y="31929"/>
                </a:lnTo>
                <a:cubicBezTo>
                  <a:pt x="61459" y="31929"/>
                  <a:pt x="61874" y="32107"/>
                  <a:pt x="62183" y="32464"/>
                </a:cubicBezTo>
                <a:cubicBezTo>
                  <a:pt x="62492" y="32820"/>
                  <a:pt x="62647" y="33402"/>
                  <a:pt x="62647" y="34210"/>
                </a:cubicBezTo>
                <a:cubicBezTo>
                  <a:pt x="62647" y="34732"/>
                  <a:pt x="62599" y="35279"/>
                  <a:pt x="62504" y="35849"/>
                </a:cubicBezTo>
                <a:cubicBezTo>
                  <a:pt x="62409" y="36419"/>
                  <a:pt x="62290" y="36977"/>
                  <a:pt x="62148" y="37524"/>
                </a:cubicBezTo>
                <a:cubicBezTo>
                  <a:pt x="62005" y="38070"/>
                  <a:pt x="61827" y="38593"/>
                  <a:pt x="61613" y="39092"/>
                </a:cubicBezTo>
                <a:cubicBezTo>
                  <a:pt x="61399" y="39591"/>
                  <a:pt x="61162" y="40030"/>
                  <a:pt x="60900" y="40410"/>
                </a:cubicBezTo>
                <a:cubicBezTo>
                  <a:pt x="60639" y="40790"/>
                  <a:pt x="60342" y="41099"/>
                  <a:pt x="60010" y="41337"/>
                </a:cubicBezTo>
                <a:cubicBezTo>
                  <a:pt x="59677" y="41574"/>
                  <a:pt x="59344" y="41693"/>
                  <a:pt x="59012" y="41693"/>
                </a:cubicBezTo>
                <a:lnTo>
                  <a:pt x="44615" y="41693"/>
                </a:lnTo>
                <a:lnTo>
                  <a:pt x="32428" y="102522"/>
                </a:lnTo>
                <a:cubicBezTo>
                  <a:pt x="31620" y="106519"/>
                  <a:pt x="30527" y="109981"/>
                  <a:pt x="29150" y="112908"/>
                </a:cubicBezTo>
                <a:cubicBezTo>
                  <a:pt x="27772" y="115834"/>
                  <a:pt x="26085" y="118261"/>
                  <a:pt x="24089" y="120188"/>
                </a:cubicBezTo>
                <a:cubicBezTo>
                  <a:pt x="22094" y="122116"/>
                  <a:pt x="19789" y="123543"/>
                  <a:pt x="17176" y="124471"/>
                </a:cubicBezTo>
                <a:cubicBezTo>
                  <a:pt x="14563" y="125399"/>
                  <a:pt x="11617" y="125863"/>
                  <a:pt x="8339" y="125863"/>
                </a:cubicBezTo>
                <a:cubicBezTo>
                  <a:pt x="6201" y="125863"/>
                  <a:pt x="4454" y="125697"/>
                  <a:pt x="3100" y="125364"/>
                </a:cubicBezTo>
                <a:cubicBezTo>
                  <a:pt x="1746" y="125032"/>
                  <a:pt x="903" y="124723"/>
                  <a:pt x="570" y="124438"/>
                </a:cubicBezTo>
                <a:cubicBezTo>
                  <a:pt x="380" y="124200"/>
                  <a:pt x="238" y="123939"/>
                  <a:pt x="143" y="123654"/>
                </a:cubicBezTo>
                <a:cubicBezTo>
                  <a:pt x="48" y="123369"/>
                  <a:pt x="0" y="122989"/>
                  <a:pt x="0" y="122514"/>
                </a:cubicBezTo>
                <a:cubicBezTo>
                  <a:pt x="0" y="122323"/>
                  <a:pt x="36" y="122003"/>
                  <a:pt x="107" y="121551"/>
                </a:cubicBezTo>
                <a:cubicBezTo>
                  <a:pt x="178" y="121100"/>
                  <a:pt x="261" y="120625"/>
                  <a:pt x="356" y="120126"/>
                </a:cubicBezTo>
                <a:cubicBezTo>
                  <a:pt x="451" y="119627"/>
                  <a:pt x="570" y="119104"/>
                  <a:pt x="713" y="118558"/>
                </a:cubicBezTo>
                <a:cubicBezTo>
                  <a:pt x="855" y="118012"/>
                  <a:pt x="1022" y="117501"/>
                  <a:pt x="1212" y="117026"/>
                </a:cubicBezTo>
                <a:cubicBezTo>
                  <a:pt x="1402" y="116551"/>
                  <a:pt x="1615" y="116170"/>
                  <a:pt x="1853" y="115885"/>
                </a:cubicBezTo>
                <a:cubicBezTo>
                  <a:pt x="2091" y="115600"/>
                  <a:pt x="2376" y="115458"/>
                  <a:pt x="2708" y="115458"/>
                </a:cubicBezTo>
                <a:cubicBezTo>
                  <a:pt x="3041" y="115458"/>
                  <a:pt x="3362" y="115493"/>
                  <a:pt x="3670" y="115565"/>
                </a:cubicBezTo>
                <a:cubicBezTo>
                  <a:pt x="3979" y="115636"/>
                  <a:pt x="4312" y="115707"/>
                  <a:pt x="4668" y="115778"/>
                </a:cubicBezTo>
                <a:cubicBezTo>
                  <a:pt x="5025" y="115850"/>
                  <a:pt x="5452" y="115921"/>
                  <a:pt x="5951" y="115992"/>
                </a:cubicBezTo>
                <a:cubicBezTo>
                  <a:pt x="6450" y="116064"/>
                  <a:pt x="7080" y="116099"/>
                  <a:pt x="7840" y="116099"/>
                </a:cubicBezTo>
                <a:cubicBezTo>
                  <a:pt x="9835" y="116099"/>
                  <a:pt x="11558" y="115790"/>
                  <a:pt x="13007" y="115170"/>
                </a:cubicBezTo>
                <a:cubicBezTo>
                  <a:pt x="14456" y="114551"/>
                  <a:pt x="15691" y="113586"/>
                  <a:pt x="16713" y="112275"/>
                </a:cubicBezTo>
                <a:cubicBezTo>
                  <a:pt x="17734" y="110966"/>
                  <a:pt x="18590" y="109311"/>
                  <a:pt x="19279" y="107311"/>
                </a:cubicBezTo>
                <a:cubicBezTo>
                  <a:pt x="19968" y="105311"/>
                  <a:pt x="20597" y="102905"/>
                  <a:pt x="21167" y="100095"/>
                </a:cubicBezTo>
                <a:lnTo>
                  <a:pt x="32856" y="41693"/>
                </a:lnTo>
                <a:lnTo>
                  <a:pt x="23733" y="41693"/>
                </a:lnTo>
                <a:cubicBezTo>
                  <a:pt x="23258" y="41693"/>
                  <a:pt x="22890" y="41539"/>
                  <a:pt x="22628" y="41230"/>
                </a:cubicBezTo>
                <a:cubicBezTo>
                  <a:pt x="22367" y="40921"/>
                  <a:pt x="22236" y="40339"/>
                  <a:pt x="22236" y="39484"/>
                </a:cubicBezTo>
                <a:cubicBezTo>
                  <a:pt x="22236" y="39104"/>
                  <a:pt x="22260" y="38640"/>
                  <a:pt x="22308" y="38094"/>
                </a:cubicBezTo>
                <a:cubicBezTo>
                  <a:pt x="22355" y="37548"/>
                  <a:pt x="22438" y="36989"/>
                  <a:pt x="22557" y="36419"/>
                </a:cubicBezTo>
                <a:cubicBezTo>
                  <a:pt x="22676" y="35849"/>
                  <a:pt x="22830" y="35303"/>
                  <a:pt x="23020" y="34780"/>
                </a:cubicBezTo>
                <a:cubicBezTo>
                  <a:pt x="23210" y="34257"/>
                  <a:pt x="23448" y="33782"/>
                  <a:pt x="23733" y="33354"/>
                </a:cubicBezTo>
                <a:cubicBezTo>
                  <a:pt x="24018" y="32927"/>
                  <a:pt x="24315" y="32582"/>
                  <a:pt x="24624" y="32321"/>
                </a:cubicBezTo>
                <a:cubicBezTo>
                  <a:pt x="24933" y="32060"/>
                  <a:pt x="25325" y="31929"/>
                  <a:pt x="25800" y="31929"/>
                </a:cubicBezTo>
                <a:lnTo>
                  <a:pt x="34780" y="31929"/>
                </a:lnTo>
                <a:lnTo>
                  <a:pt x="36562" y="23040"/>
                </a:lnTo>
                <a:cubicBezTo>
                  <a:pt x="37322" y="19153"/>
                  <a:pt x="38415" y="15752"/>
                  <a:pt x="39840" y="12838"/>
                </a:cubicBezTo>
                <a:cubicBezTo>
                  <a:pt x="41265" y="9921"/>
                  <a:pt x="42988" y="7515"/>
                  <a:pt x="45007" y="5619"/>
                </a:cubicBezTo>
                <a:cubicBezTo>
                  <a:pt x="47026" y="3722"/>
                  <a:pt x="49355" y="2311"/>
                  <a:pt x="51992" y="1388"/>
                </a:cubicBezTo>
                <a:cubicBezTo>
                  <a:pt x="54629" y="463"/>
                  <a:pt x="57539" y="0"/>
                  <a:pt x="60722" y="0"/>
                </a:cubicBezTo>
                <a:cubicBezTo>
                  <a:pt x="61768" y="0"/>
                  <a:pt x="62860" y="59"/>
                  <a:pt x="64001" y="178"/>
                </a:cubicBezTo>
                <a:cubicBezTo>
                  <a:pt x="65141" y="297"/>
                  <a:pt x="66198" y="463"/>
                  <a:pt x="67172" y="677"/>
                </a:cubicBezTo>
                <a:cubicBezTo>
                  <a:pt x="68146" y="891"/>
                  <a:pt x="69001" y="1140"/>
                  <a:pt x="69738" y="1425"/>
                </a:cubicBezTo>
                <a:cubicBezTo>
                  <a:pt x="70474" y="1710"/>
                  <a:pt x="70985" y="1996"/>
                  <a:pt x="71270" y="2281"/>
                </a:cubicBezTo>
                <a:cubicBezTo>
                  <a:pt x="71555" y="2518"/>
                  <a:pt x="71769" y="2851"/>
                  <a:pt x="71912" y="3278"/>
                </a:cubicBezTo>
                <a:cubicBezTo>
                  <a:pt x="72054" y="3706"/>
                  <a:pt x="72125" y="4157"/>
                  <a:pt x="72125" y="46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ulAI.Y">
            <a:extLst xmlns:a="http://schemas.openxmlformats.org/drawingml/2006/main">
              <a:ext uri="{FF2B5EF4-FFF2-40B4-BE49-F238E27FC236}">
                <a16:creationId xmlns:a16="http://schemas.microsoft.com/office/drawing/2014/main" id="{6F83D46B-D666-4670-AC1D-51DD97BC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4471" y="516432"/>
            <a:ext cx="404267" cy="100776"/>
          </a:xfrm>
          <a:custGeom xmlns:a="http://schemas.openxmlformats.org/drawingml/2006/main">
            <a:pathLst>
              <a:path w="404267" h="100776">
                <a:moveTo>
                  <a:pt x="49889" y="97569"/>
                </a:moveTo>
                <a:cubicBezTo>
                  <a:pt x="49842" y="97949"/>
                  <a:pt x="49699" y="98282"/>
                  <a:pt x="49462" y="98567"/>
                </a:cubicBezTo>
                <a:cubicBezTo>
                  <a:pt x="49224" y="98852"/>
                  <a:pt x="48891" y="99077"/>
                  <a:pt x="48464" y="99244"/>
                </a:cubicBezTo>
                <a:cubicBezTo>
                  <a:pt x="48036" y="99410"/>
                  <a:pt x="47478" y="99541"/>
                  <a:pt x="46789" y="99636"/>
                </a:cubicBezTo>
                <a:cubicBezTo>
                  <a:pt x="46100" y="99731"/>
                  <a:pt x="45257" y="99778"/>
                  <a:pt x="44259" y="99778"/>
                </a:cubicBezTo>
                <a:cubicBezTo>
                  <a:pt x="43309" y="99778"/>
                  <a:pt x="42513" y="99731"/>
                  <a:pt x="41871" y="99636"/>
                </a:cubicBezTo>
                <a:cubicBezTo>
                  <a:pt x="41230" y="99541"/>
                  <a:pt x="40731" y="99410"/>
                  <a:pt x="40375" y="99244"/>
                </a:cubicBezTo>
                <a:cubicBezTo>
                  <a:pt x="40018" y="99077"/>
                  <a:pt x="39781" y="98852"/>
                  <a:pt x="39662" y="98567"/>
                </a:cubicBezTo>
                <a:cubicBezTo>
                  <a:pt x="39543" y="98282"/>
                  <a:pt x="39531" y="97949"/>
                  <a:pt x="39626" y="97569"/>
                </a:cubicBezTo>
                <a:lnTo>
                  <a:pt x="41978" y="85524"/>
                </a:lnTo>
                <a:cubicBezTo>
                  <a:pt x="41218" y="87147"/>
                  <a:pt x="40018" y="88854"/>
                  <a:pt x="38379" y="90645"/>
                </a:cubicBezTo>
                <a:cubicBezTo>
                  <a:pt x="36740" y="92434"/>
                  <a:pt x="34816" y="94092"/>
                  <a:pt x="32606" y="95620"/>
                </a:cubicBezTo>
                <a:cubicBezTo>
                  <a:pt x="30397" y="97148"/>
                  <a:pt x="27974" y="98389"/>
                  <a:pt x="25337" y="99344"/>
                </a:cubicBezTo>
                <a:cubicBezTo>
                  <a:pt x="22700" y="100299"/>
                  <a:pt x="20027" y="100776"/>
                  <a:pt x="17319" y="100776"/>
                </a:cubicBezTo>
                <a:cubicBezTo>
                  <a:pt x="14088" y="100776"/>
                  <a:pt x="11368" y="100335"/>
                  <a:pt x="9158" y="99453"/>
                </a:cubicBezTo>
                <a:cubicBezTo>
                  <a:pt x="6949" y="98573"/>
                  <a:pt x="5167" y="97358"/>
                  <a:pt x="3813" y="95809"/>
                </a:cubicBezTo>
                <a:cubicBezTo>
                  <a:pt x="2459" y="94261"/>
                  <a:pt x="1485" y="92427"/>
                  <a:pt x="891" y="90308"/>
                </a:cubicBezTo>
                <a:cubicBezTo>
                  <a:pt x="297" y="88188"/>
                  <a:pt x="0" y="85866"/>
                  <a:pt x="0" y="83342"/>
                </a:cubicBezTo>
                <a:cubicBezTo>
                  <a:pt x="0" y="81769"/>
                  <a:pt x="107" y="80161"/>
                  <a:pt x="321" y="78518"/>
                </a:cubicBezTo>
                <a:cubicBezTo>
                  <a:pt x="535" y="76874"/>
                  <a:pt x="808" y="75218"/>
                  <a:pt x="1140" y="73551"/>
                </a:cubicBezTo>
                <a:lnTo>
                  <a:pt x="9051" y="33354"/>
                </a:lnTo>
                <a:cubicBezTo>
                  <a:pt x="9146" y="33022"/>
                  <a:pt x="9313" y="32713"/>
                  <a:pt x="9550" y="32428"/>
                </a:cubicBezTo>
                <a:cubicBezTo>
                  <a:pt x="9788" y="32143"/>
                  <a:pt x="10156" y="31905"/>
                  <a:pt x="10655" y="31715"/>
                </a:cubicBezTo>
                <a:cubicBezTo>
                  <a:pt x="11154" y="31525"/>
                  <a:pt x="11795" y="31395"/>
                  <a:pt x="12579" y="31323"/>
                </a:cubicBezTo>
                <a:cubicBezTo>
                  <a:pt x="13363" y="31252"/>
                  <a:pt x="14325" y="31216"/>
                  <a:pt x="15466" y="31216"/>
                </a:cubicBezTo>
                <a:cubicBezTo>
                  <a:pt x="16606" y="31216"/>
                  <a:pt x="17544" y="31252"/>
                  <a:pt x="18281" y="31323"/>
                </a:cubicBezTo>
                <a:cubicBezTo>
                  <a:pt x="19017" y="31395"/>
                  <a:pt x="19587" y="31525"/>
                  <a:pt x="19991" y="31715"/>
                </a:cubicBezTo>
                <a:cubicBezTo>
                  <a:pt x="20395" y="31905"/>
                  <a:pt x="20656" y="32143"/>
                  <a:pt x="20775" y="32428"/>
                </a:cubicBezTo>
                <a:cubicBezTo>
                  <a:pt x="20894" y="32713"/>
                  <a:pt x="20930" y="33022"/>
                  <a:pt x="20882" y="33354"/>
                </a:cubicBezTo>
                <a:lnTo>
                  <a:pt x="13042" y="73123"/>
                </a:lnTo>
                <a:cubicBezTo>
                  <a:pt x="12757" y="74363"/>
                  <a:pt x="12544" y="75651"/>
                  <a:pt x="12401" y="76987"/>
                </a:cubicBezTo>
                <a:cubicBezTo>
                  <a:pt x="12258" y="78324"/>
                  <a:pt x="12187" y="79683"/>
                  <a:pt x="12187" y="81065"/>
                </a:cubicBezTo>
                <a:cubicBezTo>
                  <a:pt x="12187" y="82497"/>
                  <a:pt x="12318" y="83797"/>
                  <a:pt x="12579" y="84967"/>
                </a:cubicBezTo>
                <a:cubicBezTo>
                  <a:pt x="12841" y="86136"/>
                  <a:pt x="13292" y="87149"/>
                  <a:pt x="13933" y="88008"/>
                </a:cubicBezTo>
                <a:cubicBezTo>
                  <a:pt x="14575" y="88866"/>
                  <a:pt x="15406" y="89534"/>
                  <a:pt x="16428" y="90012"/>
                </a:cubicBezTo>
                <a:cubicBezTo>
                  <a:pt x="17449" y="90489"/>
                  <a:pt x="18697" y="90727"/>
                  <a:pt x="20169" y="90727"/>
                </a:cubicBezTo>
                <a:cubicBezTo>
                  <a:pt x="22688" y="90727"/>
                  <a:pt x="25265" y="90001"/>
                  <a:pt x="27902" y="88549"/>
                </a:cubicBezTo>
                <a:cubicBezTo>
                  <a:pt x="30539" y="87095"/>
                  <a:pt x="32998" y="85083"/>
                  <a:pt x="35279" y="82511"/>
                </a:cubicBezTo>
                <a:cubicBezTo>
                  <a:pt x="37559" y="79939"/>
                  <a:pt x="39591" y="76879"/>
                  <a:pt x="41372" y="73330"/>
                </a:cubicBezTo>
                <a:cubicBezTo>
                  <a:pt x="43154" y="69782"/>
                  <a:pt x="44473" y="65912"/>
                  <a:pt x="45328" y="61720"/>
                </a:cubicBezTo>
                <a:lnTo>
                  <a:pt x="50958" y="33354"/>
                </a:lnTo>
                <a:cubicBezTo>
                  <a:pt x="51006" y="33022"/>
                  <a:pt x="51160" y="32713"/>
                  <a:pt x="51421" y="32428"/>
                </a:cubicBezTo>
                <a:cubicBezTo>
                  <a:pt x="51683" y="32143"/>
                  <a:pt x="52063" y="31905"/>
                  <a:pt x="52562" y="31715"/>
                </a:cubicBezTo>
                <a:cubicBezTo>
                  <a:pt x="53061" y="31525"/>
                  <a:pt x="53702" y="31395"/>
                  <a:pt x="54486" y="31323"/>
                </a:cubicBezTo>
                <a:cubicBezTo>
                  <a:pt x="55270" y="31252"/>
                  <a:pt x="56232" y="31216"/>
                  <a:pt x="57373" y="31216"/>
                </a:cubicBezTo>
                <a:cubicBezTo>
                  <a:pt x="58513" y="31216"/>
                  <a:pt x="59451" y="31252"/>
                  <a:pt x="60188" y="31323"/>
                </a:cubicBezTo>
                <a:cubicBezTo>
                  <a:pt x="60924" y="31395"/>
                  <a:pt x="61494" y="31525"/>
                  <a:pt x="61898" y="31715"/>
                </a:cubicBezTo>
                <a:cubicBezTo>
                  <a:pt x="62302" y="31905"/>
                  <a:pt x="62563" y="32143"/>
                  <a:pt x="62682" y="32428"/>
                </a:cubicBezTo>
                <a:cubicBezTo>
                  <a:pt x="62801" y="32713"/>
                  <a:pt x="62837" y="33022"/>
                  <a:pt x="62789" y="33354"/>
                </a:cubicBezTo>
                <a:lnTo>
                  <a:pt x="49889" y="97569"/>
                </a:lnTo>
                <a:close/>
                <a:moveTo>
                  <a:pt x="83434" y="97567"/>
                </a:moveTo>
                <a:cubicBezTo>
                  <a:pt x="83339" y="97947"/>
                  <a:pt x="83172" y="98268"/>
                  <a:pt x="82935" y="98531"/>
                </a:cubicBezTo>
                <a:cubicBezTo>
                  <a:pt x="82697" y="98792"/>
                  <a:pt x="82341" y="99018"/>
                  <a:pt x="81866" y="99208"/>
                </a:cubicBezTo>
                <a:cubicBezTo>
                  <a:pt x="81390" y="99398"/>
                  <a:pt x="80761" y="99541"/>
                  <a:pt x="79977" y="99636"/>
                </a:cubicBezTo>
                <a:cubicBezTo>
                  <a:pt x="79193" y="99731"/>
                  <a:pt x="78231" y="99778"/>
                  <a:pt x="77090" y="99778"/>
                </a:cubicBezTo>
                <a:cubicBezTo>
                  <a:pt x="75903" y="99778"/>
                  <a:pt x="74941" y="99731"/>
                  <a:pt x="74204" y="99636"/>
                </a:cubicBezTo>
                <a:cubicBezTo>
                  <a:pt x="73468" y="99541"/>
                  <a:pt x="72897" y="99398"/>
                  <a:pt x="72494" y="99208"/>
                </a:cubicBezTo>
                <a:cubicBezTo>
                  <a:pt x="72090" y="99018"/>
                  <a:pt x="71828" y="98792"/>
                  <a:pt x="71710" y="98531"/>
                </a:cubicBezTo>
                <a:cubicBezTo>
                  <a:pt x="71591" y="98268"/>
                  <a:pt x="71579" y="97947"/>
                  <a:pt x="71674" y="97567"/>
                </a:cubicBezTo>
                <a:lnTo>
                  <a:pt x="90632" y="2283"/>
                </a:lnTo>
                <a:cubicBezTo>
                  <a:pt x="90727" y="1903"/>
                  <a:pt x="90881" y="1570"/>
                  <a:pt x="91095" y="1285"/>
                </a:cubicBezTo>
                <a:cubicBezTo>
                  <a:pt x="91309" y="999"/>
                  <a:pt x="91665" y="760"/>
                  <a:pt x="92164" y="570"/>
                </a:cubicBezTo>
                <a:cubicBezTo>
                  <a:pt x="92663" y="380"/>
                  <a:pt x="93304" y="238"/>
                  <a:pt x="94088" y="143"/>
                </a:cubicBezTo>
                <a:cubicBezTo>
                  <a:pt x="94872" y="48"/>
                  <a:pt x="95858" y="0"/>
                  <a:pt x="97046" y="0"/>
                </a:cubicBezTo>
                <a:cubicBezTo>
                  <a:pt x="98186" y="0"/>
                  <a:pt x="99125" y="48"/>
                  <a:pt x="99861" y="143"/>
                </a:cubicBezTo>
                <a:cubicBezTo>
                  <a:pt x="100598" y="238"/>
                  <a:pt x="101168" y="380"/>
                  <a:pt x="101572" y="570"/>
                </a:cubicBezTo>
                <a:cubicBezTo>
                  <a:pt x="101976" y="760"/>
                  <a:pt x="102225" y="999"/>
                  <a:pt x="102320" y="1285"/>
                </a:cubicBezTo>
                <a:cubicBezTo>
                  <a:pt x="102415" y="1570"/>
                  <a:pt x="102439" y="1903"/>
                  <a:pt x="102391" y="2283"/>
                </a:cubicBezTo>
                <a:lnTo>
                  <a:pt x="83434" y="97567"/>
                </a:lnTo>
                <a:close/>
                <a:moveTo>
                  <a:pt x="208416" y="95003"/>
                </a:moveTo>
                <a:cubicBezTo>
                  <a:pt x="208559" y="96049"/>
                  <a:pt x="208594" y="96892"/>
                  <a:pt x="208523" y="97533"/>
                </a:cubicBezTo>
                <a:cubicBezTo>
                  <a:pt x="208452" y="98175"/>
                  <a:pt x="208190" y="98662"/>
                  <a:pt x="207739" y="98994"/>
                </a:cubicBezTo>
                <a:cubicBezTo>
                  <a:pt x="207288" y="99327"/>
                  <a:pt x="206587" y="99541"/>
                  <a:pt x="205637" y="99636"/>
                </a:cubicBezTo>
                <a:cubicBezTo>
                  <a:pt x="204686" y="99731"/>
                  <a:pt x="203403" y="99778"/>
                  <a:pt x="201788" y="99778"/>
                </a:cubicBezTo>
                <a:cubicBezTo>
                  <a:pt x="200743" y="99778"/>
                  <a:pt x="199840" y="99743"/>
                  <a:pt x="199080" y="99671"/>
                </a:cubicBezTo>
                <a:cubicBezTo>
                  <a:pt x="198319" y="99600"/>
                  <a:pt x="197737" y="99481"/>
                  <a:pt x="197334" y="99315"/>
                </a:cubicBezTo>
                <a:cubicBezTo>
                  <a:pt x="196930" y="99149"/>
                  <a:pt x="196633" y="98923"/>
                  <a:pt x="196443" y="98638"/>
                </a:cubicBezTo>
                <a:cubicBezTo>
                  <a:pt x="196253" y="98353"/>
                  <a:pt x="196134" y="97997"/>
                  <a:pt x="196086" y="97569"/>
                </a:cubicBezTo>
                <a:lnTo>
                  <a:pt x="192665" y="75119"/>
                </a:lnTo>
                <a:lnTo>
                  <a:pt x="154251" y="75119"/>
                </a:lnTo>
                <a:lnTo>
                  <a:pt x="142206" y="97355"/>
                </a:lnTo>
                <a:cubicBezTo>
                  <a:pt x="141968" y="97830"/>
                  <a:pt x="141695" y="98222"/>
                  <a:pt x="141386" y="98531"/>
                </a:cubicBezTo>
                <a:cubicBezTo>
                  <a:pt x="141078" y="98840"/>
                  <a:pt x="140650" y="99089"/>
                  <a:pt x="140104" y="99279"/>
                </a:cubicBezTo>
                <a:cubicBezTo>
                  <a:pt x="139557" y="99469"/>
                  <a:pt x="138844" y="99600"/>
                  <a:pt x="137965" y="99671"/>
                </a:cubicBezTo>
                <a:cubicBezTo>
                  <a:pt x="137086" y="99743"/>
                  <a:pt x="136006" y="99778"/>
                  <a:pt x="134723" y="99778"/>
                </a:cubicBezTo>
                <a:cubicBezTo>
                  <a:pt x="133297" y="99778"/>
                  <a:pt x="132157" y="99719"/>
                  <a:pt x="131302" y="99600"/>
                </a:cubicBezTo>
                <a:cubicBezTo>
                  <a:pt x="130446" y="99481"/>
                  <a:pt x="129853" y="99256"/>
                  <a:pt x="129520" y="98923"/>
                </a:cubicBezTo>
                <a:cubicBezTo>
                  <a:pt x="129187" y="98590"/>
                  <a:pt x="129092" y="98103"/>
                  <a:pt x="129235" y="97462"/>
                </a:cubicBezTo>
                <a:cubicBezTo>
                  <a:pt x="129377" y="96821"/>
                  <a:pt x="129710" y="95977"/>
                  <a:pt x="130233" y="94932"/>
                </a:cubicBezTo>
                <a:lnTo>
                  <a:pt x="178269" y="9265"/>
                </a:lnTo>
                <a:cubicBezTo>
                  <a:pt x="178601" y="8742"/>
                  <a:pt x="178958" y="8315"/>
                  <a:pt x="179338" y="7982"/>
                </a:cubicBezTo>
                <a:cubicBezTo>
                  <a:pt x="179718" y="7650"/>
                  <a:pt x="180217" y="7388"/>
                  <a:pt x="180834" y="7198"/>
                </a:cubicBezTo>
                <a:cubicBezTo>
                  <a:pt x="181452" y="7008"/>
                  <a:pt x="182236" y="6878"/>
                  <a:pt x="183186" y="6806"/>
                </a:cubicBezTo>
                <a:cubicBezTo>
                  <a:pt x="184137" y="6735"/>
                  <a:pt x="185301" y="6699"/>
                  <a:pt x="186679" y="6699"/>
                </a:cubicBezTo>
                <a:cubicBezTo>
                  <a:pt x="188247" y="6699"/>
                  <a:pt x="189518" y="6735"/>
                  <a:pt x="190492" y="6806"/>
                </a:cubicBezTo>
                <a:cubicBezTo>
                  <a:pt x="191466" y="6878"/>
                  <a:pt x="192250" y="7008"/>
                  <a:pt x="192844" y="7198"/>
                </a:cubicBezTo>
                <a:cubicBezTo>
                  <a:pt x="193437" y="7388"/>
                  <a:pt x="193853" y="7662"/>
                  <a:pt x="194091" y="8018"/>
                </a:cubicBezTo>
                <a:cubicBezTo>
                  <a:pt x="194328" y="8374"/>
                  <a:pt x="194495" y="8814"/>
                  <a:pt x="194590" y="9336"/>
                </a:cubicBezTo>
                <a:lnTo>
                  <a:pt x="208416" y="95003"/>
                </a:lnTo>
                <a:moveTo>
                  <a:pt x="184398" y="19386"/>
                </a:moveTo>
                <a:lnTo>
                  <a:pt x="184327" y="19386"/>
                </a:lnTo>
                <a:lnTo>
                  <a:pt x="159382" y="65355"/>
                </a:lnTo>
                <a:lnTo>
                  <a:pt x="191311" y="65355"/>
                </a:lnTo>
                <a:lnTo>
                  <a:pt x="184398" y="19386"/>
                </a:lnTo>
                <a:close/>
                <a:moveTo>
                  <a:pt x="235627" y="97569"/>
                </a:moveTo>
                <a:cubicBezTo>
                  <a:pt x="235580" y="97902"/>
                  <a:pt x="235425" y="98210"/>
                  <a:pt x="235164" y="98495"/>
                </a:cubicBezTo>
                <a:cubicBezTo>
                  <a:pt x="234903" y="98781"/>
                  <a:pt x="234511" y="99006"/>
                  <a:pt x="233988" y="99173"/>
                </a:cubicBezTo>
                <a:cubicBezTo>
                  <a:pt x="233466" y="99339"/>
                  <a:pt x="232800" y="99481"/>
                  <a:pt x="231993" y="99600"/>
                </a:cubicBezTo>
                <a:cubicBezTo>
                  <a:pt x="231185" y="99719"/>
                  <a:pt x="230211" y="99778"/>
                  <a:pt x="229071" y="99778"/>
                </a:cubicBezTo>
                <a:cubicBezTo>
                  <a:pt x="227835" y="99778"/>
                  <a:pt x="226837" y="99719"/>
                  <a:pt x="226077" y="99600"/>
                </a:cubicBezTo>
                <a:cubicBezTo>
                  <a:pt x="225317" y="99481"/>
                  <a:pt x="224723" y="99339"/>
                  <a:pt x="224295" y="99173"/>
                </a:cubicBezTo>
                <a:cubicBezTo>
                  <a:pt x="223868" y="99006"/>
                  <a:pt x="223583" y="98781"/>
                  <a:pt x="223440" y="98495"/>
                </a:cubicBezTo>
                <a:cubicBezTo>
                  <a:pt x="223298" y="98210"/>
                  <a:pt x="223274" y="97902"/>
                  <a:pt x="223369" y="97569"/>
                </a:cubicBezTo>
                <a:lnTo>
                  <a:pt x="241044" y="8909"/>
                </a:lnTo>
                <a:cubicBezTo>
                  <a:pt x="241091" y="8576"/>
                  <a:pt x="241270" y="8267"/>
                  <a:pt x="241578" y="7982"/>
                </a:cubicBezTo>
                <a:cubicBezTo>
                  <a:pt x="241887" y="7697"/>
                  <a:pt x="242303" y="7472"/>
                  <a:pt x="242826" y="7305"/>
                </a:cubicBezTo>
                <a:cubicBezTo>
                  <a:pt x="243348" y="7139"/>
                  <a:pt x="244002" y="6996"/>
                  <a:pt x="244786" y="6878"/>
                </a:cubicBezTo>
                <a:cubicBezTo>
                  <a:pt x="245570" y="6759"/>
                  <a:pt x="246532" y="6699"/>
                  <a:pt x="247672" y="6699"/>
                </a:cubicBezTo>
                <a:cubicBezTo>
                  <a:pt x="248812" y="6699"/>
                  <a:pt x="249763" y="6759"/>
                  <a:pt x="250523" y="6878"/>
                </a:cubicBezTo>
                <a:cubicBezTo>
                  <a:pt x="251283" y="6996"/>
                  <a:pt x="251889" y="7139"/>
                  <a:pt x="252340" y="7305"/>
                </a:cubicBezTo>
                <a:cubicBezTo>
                  <a:pt x="252792" y="7472"/>
                  <a:pt x="253089" y="7697"/>
                  <a:pt x="253231" y="7982"/>
                </a:cubicBezTo>
                <a:cubicBezTo>
                  <a:pt x="253374" y="8267"/>
                  <a:pt x="253397" y="8576"/>
                  <a:pt x="253302" y="8909"/>
                </a:cubicBezTo>
                <a:lnTo>
                  <a:pt x="235627" y="97569"/>
                </a:lnTo>
                <a:close/>
                <a:moveTo>
                  <a:pt x="275403" y="88518"/>
                </a:moveTo>
                <a:cubicBezTo>
                  <a:pt x="275403" y="89183"/>
                  <a:pt x="275344" y="89967"/>
                  <a:pt x="275225" y="90870"/>
                </a:cubicBezTo>
                <a:cubicBezTo>
                  <a:pt x="275106" y="91772"/>
                  <a:pt x="274928" y="92699"/>
                  <a:pt x="274691" y="93649"/>
                </a:cubicBezTo>
                <a:cubicBezTo>
                  <a:pt x="274453" y="94599"/>
                  <a:pt x="274156" y="95478"/>
                  <a:pt x="273800" y="96286"/>
                </a:cubicBezTo>
                <a:cubicBezTo>
                  <a:pt x="273443" y="97094"/>
                  <a:pt x="272980" y="97783"/>
                  <a:pt x="272410" y="98353"/>
                </a:cubicBezTo>
                <a:cubicBezTo>
                  <a:pt x="271840" y="98923"/>
                  <a:pt x="271032" y="99351"/>
                  <a:pt x="269987" y="99636"/>
                </a:cubicBezTo>
                <a:cubicBezTo>
                  <a:pt x="268941" y="99921"/>
                  <a:pt x="267611" y="100063"/>
                  <a:pt x="265996" y="100063"/>
                </a:cubicBezTo>
                <a:cubicBezTo>
                  <a:pt x="264665" y="100063"/>
                  <a:pt x="263572" y="99968"/>
                  <a:pt x="262717" y="99778"/>
                </a:cubicBezTo>
                <a:cubicBezTo>
                  <a:pt x="261862" y="99588"/>
                  <a:pt x="261197" y="99268"/>
                  <a:pt x="260722" y="98816"/>
                </a:cubicBezTo>
                <a:cubicBezTo>
                  <a:pt x="260247" y="98365"/>
                  <a:pt x="259914" y="97818"/>
                  <a:pt x="259724" y="97177"/>
                </a:cubicBezTo>
                <a:cubicBezTo>
                  <a:pt x="259534" y="96536"/>
                  <a:pt x="259439" y="95811"/>
                  <a:pt x="259439" y="95003"/>
                </a:cubicBezTo>
                <a:cubicBezTo>
                  <a:pt x="259439" y="94243"/>
                  <a:pt x="259498" y="93400"/>
                  <a:pt x="259617" y="92473"/>
                </a:cubicBezTo>
                <a:cubicBezTo>
                  <a:pt x="259736" y="91547"/>
                  <a:pt x="259926" y="90632"/>
                  <a:pt x="260187" y="89729"/>
                </a:cubicBezTo>
                <a:cubicBezTo>
                  <a:pt x="260448" y="88826"/>
                  <a:pt x="260757" y="87983"/>
                  <a:pt x="261114" y="87199"/>
                </a:cubicBezTo>
                <a:cubicBezTo>
                  <a:pt x="261470" y="86415"/>
                  <a:pt x="261921" y="85750"/>
                  <a:pt x="262468" y="85204"/>
                </a:cubicBezTo>
                <a:cubicBezTo>
                  <a:pt x="263014" y="84657"/>
                  <a:pt x="263774" y="84230"/>
                  <a:pt x="264748" y="83921"/>
                </a:cubicBezTo>
                <a:cubicBezTo>
                  <a:pt x="265722" y="83612"/>
                  <a:pt x="267112" y="83457"/>
                  <a:pt x="268918" y="83457"/>
                </a:cubicBezTo>
                <a:cubicBezTo>
                  <a:pt x="270296" y="83457"/>
                  <a:pt x="271400" y="83576"/>
                  <a:pt x="272232" y="83814"/>
                </a:cubicBezTo>
                <a:cubicBezTo>
                  <a:pt x="273063" y="84051"/>
                  <a:pt x="273717" y="84396"/>
                  <a:pt x="274192" y="84847"/>
                </a:cubicBezTo>
                <a:cubicBezTo>
                  <a:pt x="274667" y="85299"/>
                  <a:pt x="274988" y="85833"/>
                  <a:pt x="275154" y="86451"/>
                </a:cubicBezTo>
                <a:cubicBezTo>
                  <a:pt x="275320" y="87068"/>
                  <a:pt x="275403" y="87757"/>
                  <a:pt x="275403" y="88518"/>
                </a:cubicBezTo>
                <a:close/>
                <a:moveTo>
                  <a:pt x="366125" y="63502"/>
                </a:moveTo>
                <a:lnTo>
                  <a:pt x="359355" y="97569"/>
                </a:lnTo>
                <a:cubicBezTo>
                  <a:pt x="359260" y="97902"/>
                  <a:pt x="359082" y="98210"/>
                  <a:pt x="358820" y="98495"/>
                </a:cubicBezTo>
                <a:cubicBezTo>
                  <a:pt x="358559" y="98781"/>
                  <a:pt x="358167" y="99006"/>
                  <a:pt x="357644" y="99173"/>
                </a:cubicBezTo>
                <a:cubicBezTo>
                  <a:pt x="357122" y="99339"/>
                  <a:pt x="356456" y="99481"/>
                  <a:pt x="355649" y="99600"/>
                </a:cubicBezTo>
                <a:cubicBezTo>
                  <a:pt x="354841" y="99719"/>
                  <a:pt x="353867" y="99778"/>
                  <a:pt x="352727" y="99778"/>
                </a:cubicBezTo>
                <a:cubicBezTo>
                  <a:pt x="351539" y="99778"/>
                  <a:pt x="350565" y="99719"/>
                  <a:pt x="349805" y="99600"/>
                </a:cubicBezTo>
                <a:cubicBezTo>
                  <a:pt x="349044" y="99481"/>
                  <a:pt x="348450" y="99339"/>
                  <a:pt x="348023" y="99173"/>
                </a:cubicBezTo>
                <a:cubicBezTo>
                  <a:pt x="347595" y="99006"/>
                  <a:pt x="347310" y="98781"/>
                  <a:pt x="347168" y="98495"/>
                </a:cubicBezTo>
                <a:cubicBezTo>
                  <a:pt x="347025" y="98210"/>
                  <a:pt x="346978" y="97902"/>
                  <a:pt x="347025" y="97569"/>
                </a:cubicBezTo>
                <a:lnTo>
                  <a:pt x="353867" y="63502"/>
                </a:lnTo>
                <a:lnTo>
                  <a:pt x="338188" y="11475"/>
                </a:lnTo>
                <a:cubicBezTo>
                  <a:pt x="337902" y="10429"/>
                  <a:pt x="337724" y="9598"/>
                  <a:pt x="337653" y="8980"/>
                </a:cubicBezTo>
                <a:cubicBezTo>
                  <a:pt x="337582" y="8362"/>
                  <a:pt x="337736" y="7887"/>
                  <a:pt x="338116" y="7555"/>
                </a:cubicBezTo>
                <a:cubicBezTo>
                  <a:pt x="338496" y="7222"/>
                  <a:pt x="339126" y="6996"/>
                  <a:pt x="340005" y="6878"/>
                </a:cubicBezTo>
                <a:cubicBezTo>
                  <a:pt x="340884" y="6759"/>
                  <a:pt x="342155" y="6699"/>
                  <a:pt x="343818" y="6699"/>
                </a:cubicBezTo>
                <a:cubicBezTo>
                  <a:pt x="345101" y="6699"/>
                  <a:pt x="346146" y="6735"/>
                  <a:pt x="346954" y="6806"/>
                </a:cubicBezTo>
                <a:cubicBezTo>
                  <a:pt x="347762" y="6878"/>
                  <a:pt x="348403" y="7032"/>
                  <a:pt x="348878" y="7270"/>
                </a:cubicBezTo>
                <a:cubicBezTo>
                  <a:pt x="349353" y="7507"/>
                  <a:pt x="349698" y="7804"/>
                  <a:pt x="349912" y="8160"/>
                </a:cubicBezTo>
                <a:cubicBezTo>
                  <a:pt x="350125" y="8517"/>
                  <a:pt x="350327" y="9004"/>
                  <a:pt x="350517" y="9621"/>
                </a:cubicBezTo>
                <a:lnTo>
                  <a:pt x="357858" y="34922"/>
                </a:lnTo>
                <a:cubicBezTo>
                  <a:pt x="358713" y="37868"/>
                  <a:pt x="359474" y="40707"/>
                  <a:pt x="360139" y="43439"/>
                </a:cubicBezTo>
                <a:cubicBezTo>
                  <a:pt x="360804" y="46171"/>
                  <a:pt x="361445" y="49010"/>
                  <a:pt x="362063" y="51956"/>
                </a:cubicBezTo>
                <a:lnTo>
                  <a:pt x="362206" y="51956"/>
                </a:lnTo>
                <a:cubicBezTo>
                  <a:pt x="363916" y="49105"/>
                  <a:pt x="365650" y="46278"/>
                  <a:pt x="367408" y="43475"/>
                </a:cubicBezTo>
                <a:cubicBezTo>
                  <a:pt x="369166" y="40672"/>
                  <a:pt x="371019" y="37844"/>
                  <a:pt x="372967" y="34994"/>
                </a:cubicBezTo>
                <a:lnTo>
                  <a:pt x="390429" y="9265"/>
                </a:lnTo>
                <a:cubicBezTo>
                  <a:pt x="390714" y="8790"/>
                  <a:pt x="391034" y="8386"/>
                  <a:pt x="391391" y="8054"/>
                </a:cubicBezTo>
                <a:cubicBezTo>
                  <a:pt x="391747" y="7721"/>
                  <a:pt x="392210" y="7448"/>
                  <a:pt x="392781" y="7234"/>
                </a:cubicBezTo>
                <a:cubicBezTo>
                  <a:pt x="393351" y="7020"/>
                  <a:pt x="394063" y="6878"/>
                  <a:pt x="394919" y="6806"/>
                </a:cubicBezTo>
                <a:cubicBezTo>
                  <a:pt x="395774" y="6735"/>
                  <a:pt x="396914" y="6699"/>
                  <a:pt x="398340" y="6699"/>
                </a:cubicBezTo>
                <a:cubicBezTo>
                  <a:pt x="400050" y="6699"/>
                  <a:pt x="401357" y="6783"/>
                  <a:pt x="402259" y="6949"/>
                </a:cubicBezTo>
                <a:cubicBezTo>
                  <a:pt x="403162" y="7115"/>
                  <a:pt x="403744" y="7388"/>
                  <a:pt x="404006" y="7768"/>
                </a:cubicBezTo>
                <a:cubicBezTo>
                  <a:pt x="404267" y="8149"/>
                  <a:pt x="404255" y="8647"/>
                  <a:pt x="403970" y="9265"/>
                </a:cubicBezTo>
                <a:cubicBezTo>
                  <a:pt x="403685" y="9883"/>
                  <a:pt x="403234" y="10619"/>
                  <a:pt x="402616" y="11475"/>
                </a:cubicBezTo>
                <a:lnTo>
                  <a:pt x="366125" y="635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ou">
            <a:extLst xmlns:a="http://schemas.openxmlformats.org/drawingml/2006/main">
              <a:ext uri="{FF2B5EF4-FFF2-40B4-BE49-F238E27FC236}">
                <a16:creationId xmlns:a16="http://schemas.microsoft.com/office/drawing/2014/main" id="{D369F7A7-C330-42AE-A905-76B5093F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830" y="546651"/>
            <a:ext cx="140137" cy="70558"/>
          </a:xfrm>
          <a:custGeom xmlns:a="http://schemas.openxmlformats.org/drawingml/2006/main">
            <a:pathLst>
              <a:path w="140137" h="70558">
                <a:moveTo>
                  <a:pt x="64072" y="24470"/>
                </a:moveTo>
                <a:cubicBezTo>
                  <a:pt x="64072" y="27989"/>
                  <a:pt x="63739" y="31580"/>
                  <a:pt x="63074" y="35243"/>
                </a:cubicBezTo>
                <a:cubicBezTo>
                  <a:pt x="62409" y="38905"/>
                  <a:pt x="61399" y="42436"/>
                  <a:pt x="60045" y="45838"/>
                </a:cubicBezTo>
                <a:cubicBezTo>
                  <a:pt x="58691" y="49238"/>
                  <a:pt x="56969" y="52436"/>
                  <a:pt x="54878" y="55433"/>
                </a:cubicBezTo>
                <a:cubicBezTo>
                  <a:pt x="52787" y="58429"/>
                  <a:pt x="50329" y="61045"/>
                  <a:pt x="47502" y="63281"/>
                </a:cubicBezTo>
                <a:cubicBezTo>
                  <a:pt x="44675" y="65516"/>
                  <a:pt x="41467" y="67287"/>
                  <a:pt x="37880" y="68595"/>
                </a:cubicBezTo>
                <a:cubicBezTo>
                  <a:pt x="34293" y="69903"/>
                  <a:pt x="30290" y="70558"/>
                  <a:pt x="25871" y="70558"/>
                </a:cubicBezTo>
                <a:cubicBezTo>
                  <a:pt x="21310" y="70558"/>
                  <a:pt x="17402" y="70011"/>
                  <a:pt x="14147" y="68918"/>
                </a:cubicBezTo>
                <a:cubicBezTo>
                  <a:pt x="10892" y="67824"/>
                  <a:pt x="8220" y="66231"/>
                  <a:pt x="6129" y="64139"/>
                </a:cubicBezTo>
                <a:cubicBezTo>
                  <a:pt x="4039" y="62045"/>
                  <a:pt x="2494" y="59476"/>
                  <a:pt x="1497" y="56433"/>
                </a:cubicBezTo>
                <a:cubicBezTo>
                  <a:pt x="499" y="53389"/>
                  <a:pt x="0" y="49940"/>
                  <a:pt x="0" y="46087"/>
                </a:cubicBezTo>
                <a:cubicBezTo>
                  <a:pt x="0" y="42568"/>
                  <a:pt x="321" y="38978"/>
                  <a:pt x="962" y="35317"/>
                </a:cubicBezTo>
                <a:cubicBezTo>
                  <a:pt x="1604" y="31654"/>
                  <a:pt x="2613" y="28134"/>
                  <a:pt x="3991" y="24757"/>
                </a:cubicBezTo>
                <a:cubicBezTo>
                  <a:pt x="5369" y="21380"/>
                  <a:pt x="7091" y="18181"/>
                  <a:pt x="9158" y="15161"/>
                </a:cubicBezTo>
                <a:cubicBezTo>
                  <a:pt x="11225" y="12140"/>
                  <a:pt x="13672" y="9513"/>
                  <a:pt x="16499" y="7278"/>
                </a:cubicBezTo>
                <a:cubicBezTo>
                  <a:pt x="19326" y="5042"/>
                  <a:pt x="22533" y="3270"/>
                  <a:pt x="26121" y="1962"/>
                </a:cubicBezTo>
                <a:cubicBezTo>
                  <a:pt x="29708" y="654"/>
                  <a:pt x="33711" y="0"/>
                  <a:pt x="38130" y="0"/>
                </a:cubicBezTo>
                <a:cubicBezTo>
                  <a:pt x="42691" y="0"/>
                  <a:pt x="46599" y="559"/>
                  <a:pt x="49854" y="1677"/>
                </a:cubicBezTo>
                <a:cubicBezTo>
                  <a:pt x="53108" y="2795"/>
                  <a:pt x="55793" y="4400"/>
                  <a:pt x="57907" y="6492"/>
                </a:cubicBezTo>
                <a:cubicBezTo>
                  <a:pt x="60021" y="8584"/>
                  <a:pt x="61577" y="11153"/>
                  <a:pt x="62575" y="14198"/>
                </a:cubicBezTo>
                <a:cubicBezTo>
                  <a:pt x="63573" y="17242"/>
                  <a:pt x="64072" y="20666"/>
                  <a:pt x="64072" y="24470"/>
                </a:cubicBezTo>
                <a:moveTo>
                  <a:pt x="51671" y="25181"/>
                </a:moveTo>
                <a:cubicBezTo>
                  <a:pt x="51671" y="22801"/>
                  <a:pt x="51421" y="20659"/>
                  <a:pt x="50923" y="18757"/>
                </a:cubicBezTo>
                <a:cubicBezTo>
                  <a:pt x="50424" y="16854"/>
                  <a:pt x="49592" y="15248"/>
                  <a:pt x="48428" y="13940"/>
                </a:cubicBezTo>
                <a:cubicBezTo>
                  <a:pt x="47264" y="12630"/>
                  <a:pt x="45744" y="11619"/>
                  <a:pt x="43867" y="10907"/>
                </a:cubicBezTo>
                <a:cubicBezTo>
                  <a:pt x="41990" y="10192"/>
                  <a:pt x="39721" y="9835"/>
                  <a:pt x="37061" y="9835"/>
                </a:cubicBezTo>
                <a:cubicBezTo>
                  <a:pt x="34210" y="9835"/>
                  <a:pt x="31620" y="10347"/>
                  <a:pt x="29292" y="11370"/>
                </a:cubicBezTo>
                <a:cubicBezTo>
                  <a:pt x="26964" y="12393"/>
                  <a:pt x="24885" y="13773"/>
                  <a:pt x="23056" y="15510"/>
                </a:cubicBezTo>
                <a:cubicBezTo>
                  <a:pt x="21227" y="17246"/>
                  <a:pt x="19635" y="19280"/>
                  <a:pt x="18281" y="21613"/>
                </a:cubicBezTo>
                <a:cubicBezTo>
                  <a:pt x="16927" y="23944"/>
                  <a:pt x="15810" y="26430"/>
                  <a:pt x="14931" y="29072"/>
                </a:cubicBezTo>
                <a:cubicBezTo>
                  <a:pt x="14052" y="31712"/>
                  <a:pt x="13399" y="34424"/>
                  <a:pt x="12971" y="37208"/>
                </a:cubicBezTo>
                <a:cubicBezTo>
                  <a:pt x="12544" y="39990"/>
                  <a:pt x="12330" y="42713"/>
                  <a:pt x="12330" y="45377"/>
                </a:cubicBezTo>
                <a:cubicBezTo>
                  <a:pt x="12330" y="47757"/>
                  <a:pt x="12591" y="49899"/>
                  <a:pt x="13114" y="51802"/>
                </a:cubicBezTo>
                <a:cubicBezTo>
                  <a:pt x="13636" y="53704"/>
                  <a:pt x="14480" y="55322"/>
                  <a:pt x="15644" y="56655"/>
                </a:cubicBezTo>
                <a:cubicBezTo>
                  <a:pt x="16808" y="57987"/>
                  <a:pt x="18316" y="59010"/>
                  <a:pt x="20169" y="59724"/>
                </a:cubicBezTo>
                <a:cubicBezTo>
                  <a:pt x="22023" y="60437"/>
                  <a:pt x="24279" y="60794"/>
                  <a:pt x="26940" y="60794"/>
                </a:cubicBezTo>
                <a:cubicBezTo>
                  <a:pt x="29838" y="60794"/>
                  <a:pt x="32440" y="60282"/>
                  <a:pt x="34744" y="59259"/>
                </a:cubicBezTo>
                <a:cubicBezTo>
                  <a:pt x="37049" y="58236"/>
                  <a:pt x="39115" y="56845"/>
                  <a:pt x="40945" y="55085"/>
                </a:cubicBezTo>
                <a:cubicBezTo>
                  <a:pt x="42774" y="53324"/>
                  <a:pt x="44366" y="51278"/>
                  <a:pt x="45720" y="48947"/>
                </a:cubicBezTo>
                <a:cubicBezTo>
                  <a:pt x="47074" y="46614"/>
                  <a:pt x="48191" y="44116"/>
                  <a:pt x="49070" y="41453"/>
                </a:cubicBezTo>
                <a:cubicBezTo>
                  <a:pt x="49949" y="38787"/>
                  <a:pt x="50602" y="36075"/>
                  <a:pt x="51029" y="33317"/>
                </a:cubicBezTo>
                <a:cubicBezTo>
                  <a:pt x="51457" y="30556"/>
                  <a:pt x="51671" y="27844"/>
                  <a:pt x="51671" y="25181"/>
                </a:cubicBezTo>
                <a:close/>
                <a:moveTo>
                  <a:pt x="127190" y="67350"/>
                </a:moveTo>
                <a:cubicBezTo>
                  <a:pt x="127142" y="67730"/>
                  <a:pt x="127000" y="68063"/>
                  <a:pt x="126762" y="68348"/>
                </a:cubicBezTo>
                <a:cubicBezTo>
                  <a:pt x="126525" y="68633"/>
                  <a:pt x="126192" y="68859"/>
                  <a:pt x="125765" y="69025"/>
                </a:cubicBezTo>
                <a:cubicBezTo>
                  <a:pt x="125337" y="69192"/>
                  <a:pt x="124779" y="69322"/>
                  <a:pt x="124090" y="69417"/>
                </a:cubicBezTo>
                <a:cubicBezTo>
                  <a:pt x="123401" y="69512"/>
                  <a:pt x="122557" y="69560"/>
                  <a:pt x="121560" y="69560"/>
                </a:cubicBezTo>
                <a:cubicBezTo>
                  <a:pt x="120609" y="69560"/>
                  <a:pt x="119814" y="69512"/>
                  <a:pt x="119172" y="69417"/>
                </a:cubicBezTo>
                <a:cubicBezTo>
                  <a:pt x="118531" y="69322"/>
                  <a:pt x="118032" y="69192"/>
                  <a:pt x="117675" y="69025"/>
                </a:cubicBezTo>
                <a:cubicBezTo>
                  <a:pt x="117319" y="68859"/>
                  <a:pt x="117082" y="68633"/>
                  <a:pt x="116963" y="68348"/>
                </a:cubicBezTo>
                <a:cubicBezTo>
                  <a:pt x="116844" y="68063"/>
                  <a:pt x="116832" y="67730"/>
                  <a:pt x="116927" y="67350"/>
                </a:cubicBezTo>
                <a:lnTo>
                  <a:pt x="119279" y="55306"/>
                </a:lnTo>
                <a:cubicBezTo>
                  <a:pt x="118519" y="56929"/>
                  <a:pt x="117319" y="58635"/>
                  <a:pt x="115680" y="60426"/>
                </a:cubicBezTo>
                <a:cubicBezTo>
                  <a:pt x="114041" y="62215"/>
                  <a:pt x="112116" y="63874"/>
                  <a:pt x="109907" y="65402"/>
                </a:cubicBezTo>
                <a:cubicBezTo>
                  <a:pt x="107698" y="66929"/>
                  <a:pt x="105274" y="68171"/>
                  <a:pt x="102637" y="69125"/>
                </a:cubicBezTo>
                <a:cubicBezTo>
                  <a:pt x="100000" y="70080"/>
                  <a:pt x="97328" y="70558"/>
                  <a:pt x="94619" y="70558"/>
                </a:cubicBezTo>
                <a:cubicBezTo>
                  <a:pt x="91389" y="70558"/>
                  <a:pt x="88668" y="70117"/>
                  <a:pt x="86459" y="69235"/>
                </a:cubicBezTo>
                <a:cubicBezTo>
                  <a:pt x="84250" y="68354"/>
                  <a:pt x="82468" y="67140"/>
                  <a:pt x="81114" y="65591"/>
                </a:cubicBezTo>
                <a:cubicBezTo>
                  <a:pt x="79760" y="64042"/>
                  <a:pt x="78786" y="62209"/>
                  <a:pt x="78192" y="60090"/>
                </a:cubicBezTo>
                <a:cubicBezTo>
                  <a:pt x="77598" y="57969"/>
                  <a:pt x="77301" y="55647"/>
                  <a:pt x="77301" y="53123"/>
                </a:cubicBezTo>
                <a:cubicBezTo>
                  <a:pt x="77301" y="51551"/>
                  <a:pt x="77408" y="49943"/>
                  <a:pt x="77622" y="48299"/>
                </a:cubicBezTo>
                <a:cubicBezTo>
                  <a:pt x="77835" y="46655"/>
                  <a:pt x="78109" y="45000"/>
                  <a:pt x="78441" y="43332"/>
                </a:cubicBezTo>
                <a:lnTo>
                  <a:pt x="86352" y="3136"/>
                </a:lnTo>
                <a:cubicBezTo>
                  <a:pt x="86447" y="2803"/>
                  <a:pt x="86613" y="2494"/>
                  <a:pt x="86851" y="2209"/>
                </a:cubicBezTo>
                <a:cubicBezTo>
                  <a:pt x="87089" y="1924"/>
                  <a:pt x="87457" y="1687"/>
                  <a:pt x="87956" y="1497"/>
                </a:cubicBezTo>
                <a:cubicBezTo>
                  <a:pt x="88455" y="1307"/>
                  <a:pt x="89096" y="1176"/>
                  <a:pt x="89880" y="1105"/>
                </a:cubicBezTo>
                <a:cubicBezTo>
                  <a:pt x="90664" y="1033"/>
                  <a:pt x="91626" y="998"/>
                  <a:pt x="92766" y="998"/>
                </a:cubicBezTo>
                <a:cubicBezTo>
                  <a:pt x="93907" y="998"/>
                  <a:pt x="94845" y="1033"/>
                  <a:pt x="95582" y="1105"/>
                </a:cubicBezTo>
                <a:cubicBezTo>
                  <a:pt x="96318" y="1176"/>
                  <a:pt x="96888" y="1307"/>
                  <a:pt x="97292" y="1497"/>
                </a:cubicBezTo>
                <a:cubicBezTo>
                  <a:pt x="97696" y="1687"/>
                  <a:pt x="97957" y="1924"/>
                  <a:pt x="98076" y="2209"/>
                </a:cubicBezTo>
                <a:cubicBezTo>
                  <a:pt x="98195" y="2494"/>
                  <a:pt x="98231" y="2803"/>
                  <a:pt x="98183" y="3136"/>
                </a:cubicBezTo>
                <a:lnTo>
                  <a:pt x="90343" y="42905"/>
                </a:lnTo>
                <a:cubicBezTo>
                  <a:pt x="90058" y="44144"/>
                  <a:pt x="89844" y="45433"/>
                  <a:pt x="89702" y="46769"/>
                </a:cubicBezTo>
                <a:cubicBezTo>
                  <a:pt x="89559" y="48105"/>
                  <a:pt x="89488" y="49465"/>
                  <a:pt x="89488" y="50847"/>
                </a:cubicBezTo>
                <a:cubicBezTo>
                  <a:pt x="89488" y="52278"/>
                  <a:pt x="89619" y="53579"/>
                  <a:pt x="89880" y="54749"/>
                </a:cubicBezTo>
                <a:cubicBezTo>
                  <a:pt x="90141" y="55917"/>
                  <a:pt x="90593" y="56931"/>
                  <a:pt x="91234" y="57789"/>
                </a:cubicBezTo>
                <a:cubicBezTo>
                  <a:pt x="91876" y="58647"/>
                  <a:pt x="92707" y="59315"/>
                  <a:pt x="93729" y="59793"/>
                </a:cubicBezTo>
                <a:cubicBezTo>
                  <a:pt x="94750" y="60270"/>
                  <a:pt x="95997" y="60508"/>
                  <a:pt x="97470" y="60508"/>
                </a:cubicBezTo>
                <a:cubicBezTo>
                  <a:pt x="99989" y="60508"/>
                  <a:pt x="102566" y="59782"/>
                  <a:pt x="105203" y="58330"/>
                </a:cubicBezTo>
                <a:cubicBezTo>
                  <a:pt x="107840" y="56877"/>
                  <a:pt x="110299" y="54864"/>
                  <a:pt x="112580" y="52292"/>
                </a:cubicBezTo>
                <a:cubicBezTo>
                  <a:pt x="114860" y="49721"/>
                  <a:pt x="116891" y="46660"/>
                  <a:pt x="118673" y="43112"/>
                </a:cubicBezTo>
                <a:cubicBezTo>
                  <a:pt x="120455" y="39563"/>
                  <a:pt x="121773" y="35693"/>
                  <a:pt x="122629" y="31501"/>
                </a:cubicBezTo>
                <a:lnTo>
                  <a:pt x="128259" y="3136"/>
                </a:lnTo>
                <a:cubicBezTo>
                  <a:pt x="128307" y="2803"/>
                  <a:pt x="128461" y="2494"/>
                  <a:pt x="128722" y="2209"/>
                </a:cubicBezTo>
                <a:cubicBezTo>
                  <a:pt x="128984" y="1924"/>
                  <a:pt x="129364" y="1687"/>
                  <a:pt x="129863" y="1497"/>
                </a:cubicBezTo>
                <a:cubicBezTo>
                  <a:pt x="130362" y="1307"/>
                  <a:pt x="131003" y="1176"/>
                  <a:pt x="131787" y="1105"/>
                </a:cubicBezTo>
                <a:cubicBezTo>
                  <a:pt x="132571" y="1033"/>
                  <a:pt x="133533" y="998"/>
                  <a:pt x="134673" y="998"/>
                </a:cubicBezTo>
                <a:cubicBezTo>
                  <a:pt x="135814" y="998"/>
                  <a:pt x="136752" y="1033"/>
                  <a:pt x="137489" y="1105"/>
                </a:cubicBezTo>
                <a:cubicBezTo>
                  <a:pt x="138225" y="1176"/>
                  <a:pt x="138795" y="1307"/>
                  <a:pt x="139199" y="1497"/>
                </a:cubicBezTo>
                <a:cubicBezTo>
                  <a:pt x="139603" y="1687"/>
                  <a:pt x="139864" y="1924"/>
                  <a:pt x="139983" y="2209"/>
                </a:cubicBezTo>
                <a:cubicBezTo>
                  <a:pt x="140102" y="2494"/>
                  <a:pt x="140137" y="2803"/>
                  <a:pt x="140090" y="3136"/>
                </a:cubicBezTo>
                <a:lnTo>
                  <a:pt x="127190" y="673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givenaspecialCSVf">
            <a:extLst xmlns:a="http://schemas.openxmlformats.org/drawingml/2006/main">
              <a:ext uri="{FF2B5EF4-FFF2-40B4-BE49-F238E27FC236}">
                <a16:creationId xmlns:a16="http://schemas.microsoft.com/office/drawing/2014/main" id="{CFDE9598-1B2E-4355-8C86-098CFE4A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452" y="691051"/>
            <a:ext cx="1204283" cy="125863"/>
          </a:xfrm>
          <a:custGeom xmlns:a="http://schemas.openxmlformats.org/drawingml/2006/main">
            <a:pathLst>
              <a:path w="1204283" h="125863">
                <a:moveTo>
                  <a:pt x="52099" y="103110"/>
                </a:moveTo>
                <a:cubicBezTo>
                  <a:pt x="51338" y="106914"/>
                  <a:pt x="50115" y="110242"/>
                  <a:pt x="48428" y="113095"/>
                </a:cubicBezTo>
                <a:cubicBezTo>
                  <a:pt x="46741" y="115948"/>
                  <a:pt x="44591" y="118315"/>
                  <a:pt x="41978" y="120193"/>
                </a:cubicBezTo>
                <a:cubicBezTo>
                  <a:pt x="39365" y="122071"/>
                  <a:pt x="36265" y="123485"/>
                  <a:pt x="32677" y="124436"/>
                </a:cubicBezTo>
                <a:cubicBezTo>
                  <a:pt x="29090" y="125387"/>
                  <a:pt x="25016" y="125863"/>
                  <a:pt x="20455" y="125863"/>
                </a:cubicBezTo>
                <a:cubicBezTo>
                  <a:pt x="16511" y="125863"/>
                  <a:pt x="12912" y="125471"/>
                  <a:pt x="9657" y="124687"/>
                </a:cubicBezTo>
                <a:cubicBezTo>
                  <a:pt x="6402" y="123903"/>
                  <a:pt x="3801" y="122965"/>
                  <a:pt x="1853" y="121872"/>
                </a:cubicBezTo>
                <a:cubicBezTo>
                  <a:pt x="1140" y="121397"/>
                  <a:pt x="653" y="120934"/>
                  <a:pt x="392" y="120482"/>
                </a:cubicBezTo>
                <a:cubicBezTo>
                  <a:pt x="131" y="120031"/>
                  <a:pt x="0" y="119449"/>
                  <a:pt x="0" y="118736"/>
                </a:cubicBezTo>
                <a:cubicBezTo>
                  <a:pt x="0" y="118451"/>
                  <a:pt x="12" y="118047"/>
                  <a:pt x="36" y="117525"/>
                </a:cubicBezTo>
                <a:cubicBezTo>
                  <a:pt x="59" y="117002"/>
                  <a:pt x="131" y="116479"/>
                  <a:pt x="249" y="115957"/>
                </a:cubicBezTo>
                <a:cubicBezTo>
                  <a:pt x="368" y="115434"/>
                  <a:pt x="511" y="114888"/>
                  <a:pt x="677" y="114317"/>
                </a:cubicBezTo>
                <a:cubicBezTo>
                  <a:pt x="843" y="113747"/>
                  <a:pt x="1057" y="113237"/>
                  <a:pt x="1318" y="112785"/>
                </a:cubicBezTo>
                <a:cubicBezTo>
                  <a:pt x="1580" y="112334"/>
                  <a:pt x="1901" y="111977"/>
                  <a:pt x="2281" y="111716"/>
                </a:cubicBezTo>
                <a:cubicBezTo>
                  <a:pt x="2661" y="111455"/>
                  <a:pt x="3065" y="111324"/>
                  <a:pt x="3492" y="111324"/>
                </a:cubicBezTo>
                <a:cubicBezTo>
                  <a:pt x="4062" y="111324"/>
                  <a:pt x="4775" y="111574"/>
                  <a:pt x="5630" y="112072"/>
                </a:cubicBezTo>
                <a:cubicBezTo>
                  <a:pt x="6486" y="112571"/>
                  <a:pt x="7626" y="113130"/>
                  <a:pt x="9051" y="113747"/>
                </a:cubicBezTo>
                <a:cubicBezTo>
                  <a:pt x="10477" y="114365"/>
                  <a:pt x="12247" y="114935"/>
                  <a:pt x="14361" y="115458"/>
                </a:cubicBezTo>
                <a:cubicBezTo>
                  <a:pt x="16475" y="115980"/>
                  <a:pt x="19077" y="116242"/>
                  <a:pt x="22165" y="116242"/>
                </a:cubicBezTo>
                <a:cubicBezTo>
                  <a:pt x="24731" y="116242"/>
                  <a:pt x="27047" y="115980"/>
                  <a:pt x="29114" y="115456"/>
                </a:cubicBezTo>
                <a:cubicBezTo>
                  <a:pt x="31181" y="114933"/>
                  <a:pt x="32986" y="114148"/>
                  <a:pt x="34530" y="113101"/>
                </a:cubicBezTo>
                <a:cubicBezTo>
                  <a:pt x="36075" y="112055"/>
                  <a:pt x="37334" y="110722"/>
                  <a:pt x="38308" y="109104"/>
                </a:cubicBezTo>
                <a:cubicBezTo>
                  <a:pt x="39282" y="107487"/>
                  <a:pt x="40006" y="105560"/>
                  <a:pt x="40481" y="103324"/>
                </a:cubicBezTo>
                <a:cubicBezTo>
                  <a:pt x="41289" y="99000"/>
                  <a:pt x="42097" y="95414"/>
                  <a:pt x="42905" y="92564"/>
                </a:cubicBezTo>
                <a:cubicBezTo>
                  <a:pt x="43712" y="89714"/>
                  <a:pt x="44378" y="87504"/>
                  <a:pt x="44900" y="85936"/>
                </a:cubicBezTo>
                <a:cubicBezTo>
                  <a:pt x="44140" y="87696"/>
                  <a:pt x="42928" y="89468"/>
                  <a:pt x="41265" y="91253"/>
                </a:cubicBezTo>
                <a:cubicBezTo>
                  <a:pt x="39602" y="93036"/>
                  <a:pt x="37678" y="94677"/>
                  <a:pt x="35493" y="96175"/>
                </a:cubicBezTo>
                <a:cubicBezTo>
                  <a:pt x="33307" y="97673"/>
                  <a:pt x="30908" y="98885"/>
                  <a:pt x="28294" y="99812"/>
                </a:cubicBezTo>
                <a:cubicBezTo>
                  <a:pt x="25681" y="100740"/>
                  <a:pt x="23020" y="101204"/>
                  <a:pt x="20312" y="101204"/>
                </a:cubicBezTo>
                <a:cubicBezTo>
                  <a:pt x="16749" y="101204"/>
                  <a:pt x="13731" y="100609"/>
                  <a:pt x="11261" y="99420"/>
                </a:cubicBezTo>
                <a:cubicBezTo>
                  <a:pt x="8790" y="98230"/>
                  <a:pt x="6806" y="96602"/>
                  <a:pt x="5310" y="94533"/>
                </a:cubicBezTo>
                <a:cubicBezTo>
                  <a:pt x="3813" y="92465"/>
                  <a:pt x="2732" y="90016"/>
                  <a:pt x="2067" y="87186"/>
                </a:cubicBezTo>
                <a:cubicBezTo>
                  <a:pt x="1402" y="84356"/>
                  <a:pt x="1069" y="81299"/>
                  <a:pt x="1069" y="78016"/>
                </a:cubicBezTo>
                <a:cubicBezTo>
                  <a:pt x="1069" y="75259"/>
                  <a:pt x="1330" y="72157"/>
                  <a:pt x="1853" y="68709"/>
                </a:cubicBezTo>
                <a:cubicBezTo>
                  <a:pt x="2376" y="65260"/>
                  <a:pt x="3207" y="61788"/>
                  <a:pt x="4347" y="58292"/>
                </a:cubicBezTo>
                <a:cubicBezTo>
                  <a:pt x="5488" y="54796"/>
                  <a:pt x="6949" y="51395"/>
                  <a:pt x="8731" y="48090"/>
                </a:cubicBezTo>
                <a:cubicBezTo>
                  <a:pt x="10512" y="44784"/>
                  <a:pt x="12662" y="41836"/>
                  <a:pt x="15181" y="39243"/>
                </a:cubicBezTo>
                <a:cubicBezTo>
                  <a:pt x="17699" y="36651"/>
                  <a:pt x="20609" y="34570"/>
                  <a:pt x="23911" y="33000"/>
                </a:cubicBezTo>
                <a:cubicBezTo>
                  <a:pt x="27213" y="31431"/>
                  <a:pt x="30955" y="30646"/>
                  <a:pt x="35136" y="30646"/>
                </a:cubicBezTo>
                <a:cubicBezTo>
                  <a:pt x="39365" y="30646"/>
                  <a:pt x="42988" y="31502"/>
                  <a:pt x="46005" y="33214"/>
                </a:cubicBezTo>
                <a:cubicBezTo>
                  <a:pt x="49022" y="34926"/>
                  <a:pt x="51718" y="37280"/>
                  <a:pt x="54094" y="40277"/>
                </a:cubicBezTo>
                <a:lnTo>
                  <a:pt x="55448" y="33784"/>
                </a:lnTo>
                <a:cubicBezTo>
                  <a:pt x="55638" y="33023"/>
                  <a:pt x="56185" y="32475"/>
                  <a:pt x="57087" y="32143"/>
                </a:cubicBezTo>
                <a:cubicBezTo>
                  <a:pt x="57990" y="31810"/>
                  <a:pt x="59392" y="31644"/>
                  <a:pt x="61292" y="31644"/>
                </a:cubicBezTo>
                <a:cubicBezTo>
                  <a:pt x="62243" y="31644"/>
                  <a:pt x="63039" y="31680"/>
                  <a:pt x="63680" y="31751"/>
                </a:cubicBezTo>
                <a:cubicBezTo>
                  <a:pt x="64321" y="31822"/>
                  <a:pt x="64832" y="31953"/>
                  <a:pt x="65212" y="32143"/>
                </a:cubicBezTo>
                <a:cubicBezTo>
                  <a:pt x="65592" y="32333"/>
                  <a:pt x="65830" y="32571"/>
                  <a:pt x="65925" y="32858"/>
                </a:cubicBezTo>
                <a:cubicBezTo>
                  <a:pt x="66020" y="33143"/>
                  <a:pt x="66044" y="33452"/>
                  <a:pt x="65996" y="33784"/>
                </a:cubicBezTo>
                <a:lnTo>
                  <a:pt x="52099" y="103110"/>
                </a:lnTo>
                <a:moveTo>
                  <a:pt x="50958" y="50622"/>
                </a:moveTo>
                <a:cubicBezTo>
                  <a:pt x="48725" y="47338"/>
                  <a:pt x="46314" y="44874"/>
                  <a:pt x="43724" y="43232"/>
                </a:cubicBezTo>
                <a:cubicBezTo>
                  <a:pt x="41135" y="41588"/>
                  <a:pt x="38225" y="40767"/>
                  <a:pt x="34994" y="40767"/>
                </a:cubicBezTo>
                <a:cubicBezTo>
                  <a:pt x="32428" y="40767"/>
                  <a:pt x="30124" y="41361"/>
                  <a:pt x="28080" y="42551"/>
                </a:cubicBezTo>
                <a:cubicBezTo>
                  <a:pt x="26037" y="43740"/>
                  <a:pt x="24220" y="45322"/>
                  <a:pt x="22628" y="47297"/>
                </a:cubicBezTo>
                <a:cubicBezTo>
                  <a:pt x="21037" y="49271"/>
                  <a:pt x="19647" y="51544"/>
                  <a:pt x="18459" y="54114"/>
                </a:cubicBezTo>
                <a:cubicBezTo>
                  <a:pt x="17271" y="56683"/>
                  <a:pt x="16309" y="59312"/>
                  <a:pt x="15573" y="62001"/>
                </a:cubicBezTo>
                <a:cubicBezTo>
                  <a:pt x="14836" y="64688"/>
                  <a:pt x="14290" y="67353"/>
                  <a:pt x="13933" y="69994"/>
                </a:cubicBezTo>
                <a:cubicBezTo>
                  <a:pt x="13577" y="72634"/>
                  <a:pt x="13399" y="75025"/>
                  <a:pt x="13399" y="77166"/>
                </a:cubicBezTo>
                <a:cubicBezTo>
                  <a:pt x="13399" y="79212"/>
                  <a:pt x="13577" y="81091"/>
                  <a:pt x="13933" y="82805"/>
                </a:cubicBezTo>
                <a:cubicBezTo>
                  <a:pt x="14290" y="84517"/>
                  <a:pt x="14860" y="85980"/>
                  <a:pt x="15644" y="87195"/>
                </a:cubicBezTo>
                <a:cubicBezTo>
                  <a:pt x="16428" y="88408"/>
                  <a:pt x="17449" y="89371"/>
                  <a:pt x="18708" y="90086"/>
                </a:cubicBezTo>
                <a:cubicBezTo>
                  <a:pt x="19968" y="90798"/>
                  <a:pt x="21500" y="91155"/>
                  <a:pt x="23305" y="91155"/>
                </a:cubicBezTo>
                <a:cubicBezTo>
                  <a:pt x="25919" y="91155"/>
                  <a:pt x="28544" y="90429"/>
                  <a:pt x="31181" y="88979"/>
                </a:cubicBezTo>
                <a:cubicBezTo>
                  <a:pt x="33818" y="87527"/>
                  <a:pt x="36277" y="85516"/>
                  <a:pt x="38557" y="82947"/>
                </a:cubicBezTo>
                <a:cubicBezTo>
                  <a:pt x="40838" y="80377"/>
                  <a:pt x="42857" y="77344"/>
                  <a:pt x="44615" y="73847"/>
                </a:cubicBezTo>
                <a:cubicBezTo>
                  <a:pt x="46373" y="70350"/>
                  <a:pt x="47680" y="66532"/>
                  <a:pt x="48535" y="62393"/>
                </a:cubicBezTo>
                <a:lnTo>
                  <a:pt x="50958" y="50622"/>
                </a:lnTo>
                <a:close/>
                <a:moveTo>
                  <a:pt x="105172" y="12187"/>
                </a:moveTo>
                <a:cubicBezTo>
                  <a:pt x="104934" y="13518"/>
                  <a:pt x="104613" y="14634"/>
                  <a:pt x="104209" y="15537"/>
                </a:cubicBezTo>
                <a:cubicBezTo>
                  <a:pt x="103806" y="16440"/>
                  <a:pt x="103271" y="17164"/>
                  <a:pt x="102606" y="17711"/>
                </a:cubicBezTo>
                <a:cubicBezTo>
                  <a:pt x="101941" y="18257"/>
                  <a:pt x="101109" y="18649"/>
                  <a:pt x="100111" y="18887"/>
                </a:cubicBezTo>
                <a:cubicBezTo>
                  <a:pt x="99114" y="19124"/>
                  <a:pt x="97902" y="19243"/>
                  <a:pt x="96477" y="19243"/>
                </a:cubicBezTo>
                <a:cubicBezTo>
                  <a:pt x="95099" y="19243"/>
                  <a:pt x="93958" y="19124"/>
                  <a:pt x="93056" y="18887"/>
                </a:cubicBezTo>
                <a:cubicBezTo>
                  <a:pt x="92153" y="18649"/>
                  <a:pt x="91488" y="18257"/>
                  <a:pt x="91060" y="17711"/>
                </a:cubicBezTo>
                <a:cubicBezTo>
                  <a:pt x="90632" y="17164"/>
                  <a:pt x="90395" y="16440"/>
                  <a:pt x="90347" y="15537"/>
                </a:cubicBezTo>
                <a:cubicBezTo>
                  <a:pt x="90300" y="14634"/>
                  <a:pt x="90395" y="13518"/>
                  <a:pt x="90632" y="12187"/>
                </a:cubicBezTo>
                <a:cubicBezTo>
                  <a:pt x="90917" y="10857"/>
                  <a:pt x="91274" y="9752"/>
                  <a:pt x="91701" y="8873"/>
                </a:cubicBezTo>
                <a:cubicBezTo>
                  <a:pt x="92129" y="7994"/>
                  <a:pt x="92664" y="7258"/>
                  <a:pt x="93305" y="6664"/>
                </a:cubicBezTo>
                <a:cubicBezTo>
                  <a:pt x="93946" y="6070"/>
                  <a:pt x="94766" y="5666"/>
                  <a:pt x="95764" y="5452"/>
                </a:cubicBezTo>
                <a:cubicBezTo>
                  <a:pt x="96762" y="5238"/>
                  <a:pt x="97973" y="5131"/>
                  <a:pt x="99399" y="5131"/>
                </a:cubicBezTo>
                <a:cubicBezTo>
                  <a:pt x="100777" y="5131"/>
                  <a:pt x="101905" y="5238"/>
                  <a:pt x="102784" y="5452"/>
                </a:cubicBezTo>
                <a:cubicBezTo>
                  <a:pt x="103663" y="5666"/>
                  <a:pt x="104328" y="6070"/>
                  <a:pt x="104780" y="6664"/>
                </a:cubicBezTo>
                <a:cubicBezTo>
                  <a:pt x="105231" y="7258"/>
                  <a:pt x="105480" y="7994"/>
                  <a:pt x="105528" y="8873"/>
                </a:cubicBezTo>
                <a:cubicBezTo>
                  <a:pt x="105575" y="9752"/>
                  <a:pt x="105457" y="10857"/>
                  <a:pt x="105172" y="12187"/>
                </a:cubicBezTo>
                <a:moveTo>
                  <a:pt x="86713" y="97997"/>
                </a:moveTo>
                <a:cubicBezTo>
                  <a:pt x="86618" y="98377"/>
                  <a:pt x="86451" y="98697"/>
                  <a:pt x="86214" y="98959"/>
                </a:cubicBezTo>
                <a:cubicBezTo>
                  <a:pt x="85976" y="99220"/>
                  <a:pt x="85620" y="99446"/>
                  <a:pt x="85145" y="99636"/>
                </a:cubicBezTo>
                <a:cubicBezTo>
                  <a:pt x="84669" y="99826"/>
                  <a:pt x="84040" y="99968"/>
                  <a:pt x="83256" y="100063"/>
                </a:cubicBezTo>
                <a:cubicBezTo>
                  <a:pt x="82472" y="100158"/>
                  <a:pt x="81510" y="100206"/>
                  <a:pt x="80370" y="100206"/>
                </a:cubicBezTo>
                <a:cubicBezTo>
                  <a:pt x="79182" y="100206"/>
                  <a:pt x="78220" y="100158"/>
                  <a:pt x="77483" y="100063"/>
                </a:cubicBezTo>
                <a:cubicBezTo>
                  <a:pt x="76747" y="99968"/>
                  <a:pt x="76176" y="99826"/>
                  <a:pt x="75773" y="99636"/>
                </a:cubicBezTo>
                <a:cubicBezTo>
                  <a:pt x="75369" y="99446"/>
                  <a:pt x="75107" y="99220"/>
                  <a:pt x="74989" y="98959"/>
                </a:cubicBezTo>
                <a:cubicBezTo>
                  <a:pt x="74870" y="98697"/>
                  <a:pt x="74858" y="98377"/>
                  <a:pt x="74953" y="97997"/>
                </a:cubicBezTo>
                <a:lnTo>
                  <a:pt x="87710" y="33853"/>
                </a:lnTo>
                <a:cubicBezTo>
                  <a:pt x="87758" y="33521"/>
                  <a:pt x="87900" y="33212"/>
                  <a:pt x="88138" y="32927"/>
                </a:cubicBezTo>
                <a:cubicBezTo>
                  <a:pt x="88376" y="32642"/>
                  <a:pt x="88732" y="32404"/>
                  <a:pt x="89207" y="32214"/>
                </a:cubicBezTo>
                <a:cubicBezTo>
                  <a:pt x="89682" y="32024"/>
                  <a:pt x="90312" y="31882"/>
                  <a:pt x="91096" y="31787"/>
                </a:cubicBezTo>
                <a:cubicBezTo>
                  <a:pt x="91880" y="31691"/>
                  <a:pt x="92866" y="31644"/>
                  <a:pt x="94053" y="31644"/>
                </a:cubicBezTo>
                <a:cubicBezTo>
                  <a:pt x="95194" y="31644"/>
                  <a:pt x="96132" y="31691"/>
                  <a:pt x="96869" y="31787"/>
                </a:cubicBezTo>
                <a:cubicBezTo>
                  <a:pt x="97605" y="31882"/>
                  <a:pt x="98175" y="32024"/>
                  <a:pt x="98579" y="32214"/>
                </a:cubicBezTo>
                <a:cubicBezTo>
                  <a:pt x="98983" y="32404"/>
                  <a:pt x="99244" y="32642"/>
                  <a:pt x="99363" y="32927"/>
                </a:cubicBezTo>
                <a:cubicBezTo>
                  <a:pt x="99482" y="33212"/>
                  <a:pt x="99517" y="33521"/>
                  <a:pt x="99470" y="33853"/>
                </a:cubicBezTo>
                <a:lnTo>
                  <a:pt x="86713" y="97997"/>
                </a:lnTo>
                <a:close/>
                <a:moveTo>
                  <a:pt x="170243" y="33283"/>
                </a:moveTo>
                <a:cubicBezTo>
                  <a:pt x="170243" y="33758"/>
                  <a:pt x="170172" y="34245"/>
                  <a:pt x="170030" y="34744"/>
                </a:cubicBezTo>
                <a:cubicBezTo>
                  <a:pt x="169887" y="35243"/>
                  <a:pt x="169721" y="35754"/>
                  <a:pt x="169531" y="36277"/>
                </a:cubicBezTo>
                <a:cubicBezTo>
                  <a:pt x="167773" y="41456"/>
                  <a:pt x="165789" y="46694"/>
                  <a:pt x="163580" y="51992"/>
                </a:cubicBezTo>
                <a:cubicBezTo>
                  <a:pt x="161370" y="57289"/>
                  <a:pt x="158923" y="62563"/>
                  <a:pt x="156239" y="67814"/>
                </a:cubicBezTo>
                <a:cubicBezTo>
                  <a:pt x="153554" y="73064"/>
                  <a:pt x="150609" y="78219"/>
                  <a:pt x="147401" y="83279"/>
                </a:cubicBezTo>
                <a:cubicBezTo>
                  <a:pt x="144194" y="88339"/>
                  <a:pt x="140690" y="93221"/>
                  <a:pt x="136889" y="97925"/>
                </a:cubicBezTo>
                <a:cubicBezTo>
                  <a:pt x="136556" y="98448"/>
                  <a:pt x="136176" y="98852"/>
                  <a:pt x="135749" y="99137"/>
                </a:cubicBezTo>
                <a:cubicBezTo>
                  <a:pt x="135321" y="99422"/>
                  <a:pt x="134810" y="99648"/>
                  <a:pt x="134216" y="99814"/>
                </a:cubicBezTo>
                <a:cubicBezTo>
                  <a:pt x="133622" y="99980"/>
                  <a:pt x="132945" y="100087"/>
                  <a:pt x="132185" y="100135"/>
                </a:cubicBezTo>
                <a:cubicBezTo>
                  <a:pt x="131425" y="100182"/>
                  <a:pt x="130522" y="100206"/>
                  <a:pt x="129477" y="100206"/>
                </a:cubicBezTo>
                <a:cubicBezTo>
                  <a:pt x="128004" y="100206"/>
                  <a:pt x="126816" y="100158"/>
                  <a:pt x="125913" y="100063"/>
                </a:cubicBezTo>
                <a:cubicBezTo>
                  <a:pt x="125011" y="99968"/>
                  <a:pt x="124310" y="99826"/>
                  <a:pt x="123811" y="99636"/>
                </a:cubicBezTo>
                <a:cubicBezTo>
                  <a:pt x="123312" y="99446"/>
                  <a:pt x="122956" y="99184"/>
                  <a:pt x="122742" y="98852"/>
                </a:cubicBezTo>
                <a:cubicBezTo>
                  <a:pt x="122528" y="98519"/>
                  <a:pt x="122397" y="98115"/>
                  <a:pt x="122350" y="97640"/>
                </a:cubicBezTo>
                <a:lnTo>
                  <a:pt x="112871" y="36847"/>
                </a:lnTo>
                <a:cubicBezTo>
                  <a:pt x="112823" y="36324"/>
                  <a:pt x="112788" y="35861"/>
                  <a:pt x="112764" y="35457"/>
                </a:cubicBezTo>
                <a:cubicBezTo>
                  <a:pt x="112740" y="35053"/>
                  <a:pt x="112728" y="34685"/>
                  <a:pt x="112728" y="34352"/>
                </a:cubicBezTo>
                <a:cubicBezTo>
                  <a:pt x="112728" y="33735"/>
                  <a:pt x="112823" y="33259"/>
                  <a:pt x="113013" y="32927"/>
                </a:cubicBezTo>
                <a:cubicBezTo>
                  <a:pt x="113204" y="32594"/>
                  <a:pt x="113512" y="32333"/>
                  <a:pt x="113940" y="32143"/>
                </a:cubicBezTo>
                <a:cubicBezTo>
                  <a:pt x="114368" y="31953"/>
                  <a:pt x="114950" y="31822"/>
                  <a:pt x="115686" y="31751"/>
                </a:cubicBezTo>
                <a:cubicBezTo>
                  <a:pt x="116423" y="31680"/>
                  <a:pt x="117408" y="31644"/>
                  <a:pt x="118644" y="31644"/>
                </a:cubicBezTo>
                <a:cubicBezTo>
                  <a:pt x="119879" y="31644"/>
                  <a:pt x="120877" y="31680"/>
                  <a:pt x="121637" y="31751"/>
                </a:cubicBezTo>
                <a:cubicBezTo>
                  <a:pt x="122397" y="31822"/>
                  <a:pt x="122979" y="31941"/>
                  <a:pt x="123383" y="32107"/>
                </a:cubicBezTo>
                <a:cubicBezTo>
                  <a:pt x="123787" y="32274"/>
                  <a:pt x="124060" y="32511"/>
                  <a:pt x="124203" y="32820"/>
                </a:cubicBezTo>
                <a:cubicBezTo>
                  <a:pt x="124345" y="33129"/>
                  <a:pt x="124440" y="33497"/>
                  <a:pt x="124488" y="33925"/>
                </a:cubicBezTo>
                <a:lnTo>
                  <a:pt x="132185" y="86807"/>
                </a:lnTo>
                <a:lnTo>
                  <a:pt x="132185" y="87662"/>
                </a:lnTo>
                <a:lnTo>
                  <a:pt x="132542" y="87235"/>
                </a:lnTo>
                <a:cubicBezTo>
                  <a:pt x="135345" y="83006"/>
                  <a:pt x="137911" y="78908"/>
                  <a:pt x="140239" y="74941"/>
                </a:cubicBezTo>
                <a:cubicBezTo>
                  <a:pt x="142567" y="70973"/>
                  <a:pt x="144729" y="66875"/>
                  <a:pt x="146724" y="62647"/>
                </a:cubicBezTo>
                <a:cubicBezTo>
                  <a:pt x="148720" y="58418"/>
                  <a:pt x="150609" y="53975"/>
                  <a:pt x="152390" y="49319"/>
                </a:cubicBezTo>
                <a:cubicBezTo>
                  <a:pt x="154172" y="44663"/>
                  <a:pt x="155989" y="39531"/>
                  <a:pt x="157842" y="33925"/>
                </a:cubicBezTo>
                <a:cubicBezTo>
                  <a:pt x="157985" y="33497"/>
                  <a:pt x="158187" y="33129"/>
                  <a:pt x="158448" y="32820"/>
                </a:cubicBezTo>
                <a:cubicBezTo>
                  <a:pt x="158710" y="32511"/>
                  <a:pt x="159090" y="32274"/>
                  <a:pt x="159589" y="32107"/>
                </a:cubicBezTo>
                <a:cubicBezTo>
                  <a:pt x="160087" y="31941"/>
                  <a:pt x="160753" y="31822"/>
                  <a:pt x="161584" y="31751"/>
                </a:cubicBezTo>
                <a:cubicBezTo>
                  <a:pt x="162416" y="31680"/>
                  <a:pt x="163449" y="31644"/>
                  <a:pt x="164684" y="31644"/>
                </a:cubicBezTo>
                <a:cubicBezTo>
                  <a:pt x="165825" y="31644"/>
                  <a:pt x="166751" y="31680"/>
                  <a:pt x="167464" y="31751"/>
                </a:cubicBezTo>
                <a:cubicBezTo>
                  <a:pt x="168177" y="31822"/>
                  <a:pt x="168735" y="31917"/>
                  <a:pt x="169139" y="32036"/>
                </a:cubicBezTo>
                <a:cubicBezTo>
                  <a:pt x="169543" y="32155"/>
                  <a:pt x="169828" y="32321"/>
                  <a:pt x="169994" y="32535"/>
                </a:cubicBezTo>
                <a:cubicBezTo>
                  <a:pt x="170160" y="32749"/>
                  <a:pt x="170243" y="32998"/>
                  <a:pt x="170243" y="33283"/>
                </a:cubicBezTo>
                <a:close/>
                <a:moveTo>
                  <a:pt x="234915" y="46967"/>
                </a:moveTo>
                <a:cubicBezTo>
                  <a:pt x="234915" y="50246"/>
                  <a:pt x="234155" y="53191"/>
                  <a:pt x="232634" y="55805"/>
                </a:cubicBezTo>
                <a:cubicBezTo>
                  <a:pt x="231114" y="58418"/>
                  <a:pt x="228738" y="60651"/>
                  <a:pt x="225507" y="62504"/>
                </a:cubicBezTo>
                <a:cubicBezTo>
                  <a:pt x="222276" y="64357"/>
                  <a:pt x="218143" y="65782"/>
                  <a:pt x="213106" y="66780"/>
                </a:cubicBezTo>
                <a:cubicBezTo>
                  <a:pt x="208070" y="67778"/>
                  <a:pt x="202036" y="68277"/>
                  <a:pt x="195004" y="68277"/>
                </a:cubicBezTo>
                <a:lnTo>
                  <a:pt x="187449" y="68277"/>
                </a:lnTo>
                <a:cubicBezTo>
                  <a:pt x="187116" y="69849"/>
                  <a:pt x="186891" y="71374"/>
                  <a:pt x="186772" y="72852"/>
                </a:cubicBezTo>
                <a:cubicBezTo>
                  <a:pt x="186653" y="74329"/>
                  <a:pt x="186594" y="75711"/>
                  <a:pt x="186594" y="76999"/>
                </a:cubicBezTo>
                <a:cubicBezTo>
                  <a:pt x="186594" y="81765"/>
                  <a:pt x="187770" y="85411"/>
                  <a:pt x="190121" y="87936"/>
                </a:cubicBezTo>
                <a:cubicBezTo>
                  <a:pt x="192473" y="90462"/>
                  <a:pt x="196286" y="91725"/>
                  <a:pt x="201560" y="91725"/>
                </a:cubicBezTo>
                <a:cubicBezTo>
                  <a:pt x="204601" y="91725"/>
                  <a:pt x="207333" y="91495"/>
                  <a:pt x="209756" y="91037"/>
                </a:cubicBezTo>
                <a:cubicBezTo>
                  <a:pt x="212180" y="90578"/>
                  <a:pt x="214282" y="90083"/>
                  <a:pt x="216064" y="89551"/>
                </a:cubicBezTo>
                <a:cubicBezTo>
                  <a:pt x="217846" y="89019"/>
                  <a:pt x="219307" y="88524"/>
                  <a:pt x="220447" y="88066"/>
                </a:cubicBezTo>
                <a:cubicBezTo>
                  <a:pt x="221587" y="87607"/>
                  <a:pt x="222371" y="87377"/>
                  <a:pt x="222799" y="87377"/>
                </a:cubicBezTo>
                <a:cubicBezTo>
                  <a:pt x="223227" y="87377"/>
                  <a:pt x="223547" y="87532"/>
                  <a:pt x="223761" y="87843"/>
                </a:cubicBezTo>
                <a:cubicBezTo>
                  <a:pt x="223975" y="88153"/>
                  <a:pt x="224082" y="88595"/>
                  <a:pt x="224082" y="89168"/>
                </a:cubicBezTo>
                <a:cubicBezTo>
                  <a:pt x="224082" y="89646"/>
                  <a:pt x="224034" y="90219"/>
                  <a:pt x="223939" y="90887"/>
                </a:cubicBezTo>
                <a:cubicBezTo>
                  <a:pt x="223844" y="91556"/>
                  <a:pt x="223702" y="92236"/>
                  <a:pt x="223512" y="92930"/>
                </a:cubicBezTo>
                <a:cubicBezTo>
                  <a:pt x="223322" y="93622"/>
                  <a:pt x="223072" y="94279"/>
                  <a:pt x="222763" y="94901"/>
                </a:cubicBezTo>
                <a:cubicBezTo>
                  <a:pt x="222454" y="95521"/>
                  <a:pt x="222110" y="96046"/>
                  <a:pt x="221730" y="96475"/>
                </a:cubicBezTo>
                <a:cubicBezTo>
                  <a:pt x="221160" y="97049"/>
                  <a:pt x="220150" y="97610"/>
                  <a:pt x="218701" y="98159"/>
                </a:cubicBezTo>
                <a:cubicBezTo>
                  <a:pt x="217252" y="98709"/>
                  <a:pt x="215529" y="99210"/>
                  <a:pt x="213534" y="99665"/>
                </a:cubicBezTo>
                <a:cubicBezTo>
                  <a:pt x="211538" y="100118"/>
                  <a:pt x="209353" y="100487"/>
                  <a:pt x="206977" y="100774"/>
                </a:cubicBezTo>
                <a:cubicBezTo>
                  <a:pt x="204601" y="101060"/>
                  <a:pt x="202226" y="101204"/>
                  <a:pt x="199850" y="101204"/>
                </a:cubicBezTo>
                <a:cubicBezTo>
                  <a:pt x="195621" y="101204"/>
                  <a:pt x="191915" y="100729"/>
                  <a:pt x="188732" y="99778"/>
                </a:cubicBezTo>
                <a:cubicBezTo>
                  <a:pt x="185548" y="98827"/>
                  <a:pt x="182899" y="97364"/>
                  <a:pt x="180785" y="95391"/>
                </a:cubicBezTo>
                <a:cubicBezTo>
                  <a:pt x="178671" y="93416"/>
                  <a:pt x="177091" y="90954"/>
                  <a:pt x="176046" y="88005"/>
                </a:cubicBezTo>
                <a:cubicBezTo>
                  <a:pt x="175000" y="85057"/>
                  <a:pt x="174478" y="81584"/>
                  <a:pt x="174478" y="77589"/>
                </a:cubicBezTo>
                <a:cubicBezTo>
                  <a:pt x="174478" y="74497"/>
                  <a:pt x="174775" y="71180"/>
                  <a:pt x="175369" y="67638"/>
                </a:cubicBezTo>
                <a:cubicBezTo>
                  <a:pt x="175962" y="64093"/>
                  <a:pt x="176901" y="60586"/>
                  <a:pt x="178184" y="57114"/>
                </a:cubicBezTo>
                <a:cubicBezTo>
                  <a:pt x="179467" y="53643"/>
                  <a:pt x="181130" y="50314"/>
                  <a:pt x="183173" y="47127"/>
                </a:cubicBezTo>
                <a:cubicBezTo>
                  <a:pt x="185216" y="43940"/>
                  <a:pt x="187651" y="41133"/>
                  <a:pt x="190478" y="38709"/>
                </a:cubicBezTo>
                <a:cubicBezTo>
                  <a:pt x="193305" y="36282"/>
                  <a:pt x="196571" y="34332"/>
                  <a:pt x="200278" y="32858"/>
                </a:cubicBezTo>
                <a:cubicBezTo>
                  <a:pt x="203984" y="31383"/>
                  <a:pt x="208165" y="30646"/>
                  <a:pt x="212821" y="30646"/>
                </a:cubicBezTo>
                <a:cubicBezTo>
                  <a:pt x="216812" y="30646"/>
                  <a:pt x="220198" y="31145"/>
                  <a:pt x="222977" y="32143"/>
                </a:cubicBezTo>
                <a:cubicBezTo>
                  <a:pt x="225757" y="33141"/>
                  <a:pt x="228037" y="34424"/>
                  <a:pt x="229819" y="35991"/>
                </a:cubicBezTo>
                <a:cubicBezTo>
                  <a:pt x="231601" y="37559"/>
                  <a:pt x="232896" y="39306"/>
                  <a:pt x="233703" y="41230"/>
                </a:cubicBezTo>
                <a:cubicBezTo>
                  <a:pt x="234511" y="43154"/>
                  <a:pt x="234915" y="45067"/>
                  <a:pt x="234915" y="46967"/>
                </a:cubicBezTo>
                <a:moveTo>
                  <a:pt x="222870" y="48036"/>
                </a:moveTo>
                <a:cubicBezTo>
                  <a:pt x="222870" y="45613"/>
                  <a:pt x="221920" y="43653"/>
                  <a:pt x="220019" y="42156"/>
                </a:cubicBezTo>
                <a:cubicBezTo>
                  <a:pt x="218119" y="40660"/>
                  <a:pt x="215411" y="39911"/>
                  <a:pt x="211895" y="39911"/>
                </a:cubicBezTo>
                <a:cubicBezTo>
                  <a:pt x="208806" y="39911"/>
                  <a:pt x="206074" y="40446"/>
                  <a:pt x="203698" y="41515"/>
                </a:cubicBezTo>
                <a:cubicBezTo>
                  <a:pt x="201323" y="42584"/>
                  <a:pt x="199220" y="44021"/>
                  <a:pt x="197391" y="45827"/>
                </a:cubicBezTo>
                <a:cubicBezTo>
                  <a:pt x="195562" y="47632"/>
                  <a:pt x="193994" y="49735"/>
                  <a:pt x="192687" y="52134"/>
                </a:cubicBezTo>
                <a:cubicBezTo>
                  <a:pt x="191381" y="54534"/>
                  <a:pt x="190323" y="57064"/>
                  <a:pt x="189516" y="59724"/>
                </a:cubicBezTo>
                <a:lnTo>
                  <a:pt x="196785" y="59724"/>
                </a:lnTo>
                <a:cubicBezTo>
                  <a:pt x="201774" y="59724"/>
                  <a:pt x="205943" y="59416"/>
                  <a:pt x="209293" y="58798"/>
                </a:cubicBezTo>
                <a:cubicBezTo>
                  <a:pt x="212643" y="58180"/>
                  <a:pt x="215327" y="57337"/>
                  <a:pt x="217347" y="56268"/>
                </a:cubicBezTo>
                <a:cubicBezTo>
                  <a:pt x="219366" y="55199"/>
                  <a:pt x="220791" y="53952"/>
                  <a:pt x="221623" y="52526"/>
                </a:cubicBezTo>
                <a:cubicBezTo>
                  <a:pt x="222454" y="51101"/>
                  <a:pt x="222870" y="49604"/>
                  <a:pt x="222870" y="48036"/>
                </a:cubicBezTo>
                <a:close/>
                <a:moveTo>
                  <a:pt x="306039" y="48036"/>
                </a:moveTo>
                <a:cubicBezTo>
                  <a:pt x="306039" y="49699"/>
                  <a:pt x="305944" y="51338"/>
                  <a:pt x="305754" y="52954"/>
                </a:cubicBezTo>
                <a:cubicBezTo>
                  <a:pt x="305564" y="54569"/>
                  <a:pt x="305303" y="56232"/>
                  <a:pt x="304970" y="57943"/>
                </a:cubicBezTo>
                <a:lnTo>
                  <a:pt x="296917" y="97997"/>
                </a:lnTo>
                <a:cubicBezTo>
                  <a:pt x="296822" y="98377"/>
                  <a:pt x="296667" y="98697"/>
                  <a:pt x="296453" y="98959"/>
                </a:cubicBezTo>
                <a:cubicBezTo>
                  <a:pt x="296239" y="99220"/>
                  <a:pt x="295883" y="99446"/>
                  <a:pt x="295384" y="99636"/>
                </a:cubicBezTo>
                <a:cubicBezTo>
                  <a:pt x="294885" y="99826"/>
                  <a:pt x="294256" y="99968"/>
                  <a:pt x="293496" y="100063"/>
                </a:cubicBezTo>
                <a:cubicBezTo>
                  <a:pt x="292735" y="100158"/>
                  <a:pt x="291761" y="100206"/>
                  <a:pt x="290573" y="100206"/>
                </a:cubicBezTo>
                <a:cubicBezTo>
                  <a:pt x="289433" y="100206"/>
                  <a:pt x="288495" y="100158"/>
                  <a:pt x="287758" y="100063"/>
                </a:cubicBezTo>
                <a:cubicBezTo>
                  <a:pt x="287022" y="99968"/>
                  <a:pt x="286452" y="99826"/>
                  <a:pt x="286048" y="99636"/>
                </a:cubicBezTo>
                <a:cubicBezTo>
                  <a:pt x="285644" y="99446"/>
                  <a:pt x="285383" y="99220"/>
                  <a:pt x="285264" y="98959"/>
                </a:cubicBezTo>
                <a:cubicBezTo>
                  <a:pt x="285145" y="98697"/>
                  <a:pt x="285109" y="98377"/>
                  <a:pt x="285157" y="97997"/>
                </a:cubicBezTo>
                <a:lnTo>
                  <a:pt x="293068" y="58370"/>
                </a:lnTo>
                <a:cubicBezTo>
                  <a:pt x="293401" y="56897"/>
                  <a:pt x="293626" y="55472"/>
                  <a:pt x="293745" y="54094"/>
                </a:cubicBezTo>
                <a:cubicBezTo>
                  <a:pt x="293864" y="52716"/>
                  <a:pt x="293923" y="51505"/>
                  <a:pt x="293923" y="50459"/>
                </a:cubicBezTo>
                <a:cubicBezTo>
                  <a:pt x="293923" y="47561"/>
                  <a:pt x="293306" y="45221"/>
                  <a:pt x="292070" y="43439"/>
                </a:cubicBezTo>
                <a:cubicBezTo>
                  <a:pt x="290835" y="41657"/>
                  <a:pt x="288768" y="40767"/>
                  <a:pt x="285870" y="40767"/>
                </a:cubicBezTo>
                <a:cubicBezTo>
                  <a:pt x="283351" y="40767"/>
                  <a:pt x="280774" y="41491"/>
                  <a:pt x="278137" y="42940"/>
                </a:cubicBezTo>
                <a:cubicBezTo>
                  <a:pt x="275500" y="44389"/>
                  <a:pt x="273053" y="46385"/>
                  <a:pt x="270796" y="48927"/>
                </a:cubicBezTo>
                <a:cubicBezTo>
                  <a:pt x="268539" y="51469"/>
                  <a:pt x="266520" y="54486"/>
                  <a:pt x="264738" y="57978"/>
                </a:cubicBezTo>
                <a:cubicBezTo>
                  <a:pt x="262956" y="61471"/>
                  <a:pt x="261662" y="65260"/>
                  <a:pt x="260854" y="69346"/>
                </a:cubicBezTo>
                <a:lnTo>
                  <a:pt x="255152" y="97997"/>
                </a:lnTo>
                <a:cubicBezTo>
                  <a:pt x="255057" y="98377"/>
                  <a:pt x="254891" y="98697"/>
                  <a:pt x="254653" y="98959"/>
                </a:cubicBezTo>
                <a:cubicBezTo>
                  <a:pt x="254416" y="99220"/>
                  <a:pt x="254059" y="99446"/>
                  <a:pt x="253584" y="99636"/>
                </a:cubicBezTo>
                <a:cubicBezTo>
                  <a:pt x="253109" y="99826"/>
                  <a:pt x="252480" y="99968"/>
                  <a:pt x="251696" y="100063"/>
                </a:cubicBezTo>
                <a:cubicBezTo>
                  <a:pt x="250912" y="100158"/>
                  <a:pt x="249949" y="100206"/>
                  <a:pt x="248809" y="100206"/>
                </a:cubicBezTo>
                <a:cubicBezTo>
                  <a:pt x="247621" y="100206"/>
                  <a:pt x="246659" y="100158"/>
                  <a:pt x="245923" y="100063"/>
                </a:cubicBezTo>
                <a:cubicBezTo>
                  <a:pt x="245186" y="99968"/>
                  <a:pt x="244616" y="99826"/>
                  <a:pt x="244212" y="99636"/>
                </a:cubicBezTo>
                <a:cubicBezTo>
                  <a:pt x="243808" y="99446"/>
                  <a:pt x="243547" y="99220"/>
                  <a:pt x="243428" y="98959"/>
                </a:cubicBezTo>
                <a:cubicBezTo>
                  <a:pt x="243309" y="98697"/>
                  <a:pt x="243298" y="98377"/>
                  <a:pt x="243393" y="97997"/>
                </a:cubicBezTo>
                <a:lnTo>
                  <a:pt x="256292" y="33782"/>
                </a:lnTo>
                <a:cubicBezTo>
                  <a:pt x="256340" y="33449"/>
                  <a:pt x="256471" y="33141"/>
                  <a:pt x="256684" y="32856"/>
                </a:cubicBezTo>
                <a:cubicBezTo>
                  <a:pt x="256898" y="32570"/>
                  <a:pt x="257231" y="32333"/>
                  <a:pt x="257682" y="32143"/>
                </a:cubicBezTo>
                <a:cubicBezTo>
                  <a:pt x="258134" y="31953"/>
                  <a:pt x="258704" y="31822"/>
                  <a:pt x="259393" y="31751"/>
                </a:cubicBezTo>
                <a:cubicBezTo>
                  <a:pt x="260082" y="31680"/>
                  <a:pt x="260901" y="31644"/>
                  <a:pt x="261852" y="31644"/>
                </a:cubicBezTo>
                <a:cubicBezTo>
                  <a:pt x="262849" y="31644"/>
                  <a:pt x="263669" y="31680"/>
                  <a:pt x="264310" y="31751"/>
                </a:cubicBezTo>
                <a:cubicBezTo>
                  <a:pt x="264952" y="31822"/>
                  <a:pt x="265451" y="31953"/>
                  <a:pt x="265807" y="32143"/>
                </a:cubicBezTo>
                <a:cubicBezTo>
                  <a:pt x="266163" y="32333"/>
                  <a:pt x="266389" y="32570"/>
                  <a:pt x="266484" y="32856"/>
                </a:cubicBezTo>
                <a:cubicBezTo>
                  <a:pt x="266579" y="33141"/>
                  <a:pt x="266603" y="33449"/>
                  <a:pt x="266555" y="33782"/>
                </a:cubicBezTo>
                <a:lnTo>
                  <a:pt x="264132" y="46041"/>
                </a:lnTo>
                <a:cubicBezTo>
                  <a:pt x="264845" y="44425"/>
                  <a:pt x="266009" y="42715"/>
                  <a:pt x="267624" y="40909"/>
                </a:cubicBezTo>
                <a:cubicBezTo>
                  <a:pt x="269240" y="39104"/>
                  <a:pt x="271164" y="37441"/>
                  <a:pt x="273397" y="35920"/>
                </a:cubicBezTo>
                <a:cubicBezTo>
                  <a:pt x="275630" y="34400"/>
                  <a:pt x="278089" y="33141"/>
                  <a:pt x="280774" y="32143"/>
                </a:cubicBezTo>
                <a:cubicBezTo>
                  <a:pt x="283458" y="31145"/>
                  <a:pt x="286250" y="30646"/>
                  <a:pt x="289148" y="30646"/>
                </a:cubicBezTo>
                <a:cubicBezTo>
                  <a:pt x="292331" y="30646"/>
                  <a:pt x="294992" y="31133"/>
                  <a:pt x="297130" y="32107"/>
                </a:cubicBezTo>
                <a:cubicBezTo>
                  <a:pt x="299268" y="33081"/>
                  <a:pt x="301003" y="34364"/>
                  <a:pt x="302333" y="35956"/>
                </a:cubicBezTo>
                <a:cubicBezTo>
                  <a:pt x="303663" y="37548"/>
                  <a:pt x="304614" y="39389"/>
                  <a:pt x="305184" y="41479"/>
                </a:cubicBezTo>
                <a:cubicBezTo>
                  <a:pt x="305754" y="43570"/>
                  <a:pt x="306039" y="45755"/>
                  <a:pt x="306039" y="48036"/>
                </a:cubicBezTo>
                <a:close/>
                <a:moveTo>
                  <a:pt x="404058" y="97997"/>
                </a:moveTo>
                <a:cubicBezTo>
                  <a:pt x="403868" y="98804"/>
                  <a:pt x="403345" y="99374"/>
                  <a:pt x="402490" y="99707"/>
                </a:cubicBezTo>
                <a:cubicBezTo>
                  <a:pt x="401635" y="100040"/>
                  <a:pt x="400209" y="100206"/>
                  <a:pt x="398214" y="100206"/>
                </a:cubicBezTo>
                <a:cubicBezTo>
                  <a:pt x="397264" y="100206"/>
                  <a:pt x="396480" y="100158"/>
                  <a:pt x="395862" y="100063"/>
                </a:cubicBezTo>
                <a:cubicBezTo>
                  <a:pt x="395244" y="99968"/>
                  <a:pt x="394745" y="99838"/>
                  <a:pt x="394365" y="99671"/>
                </a:cubicBezTo>
                <a:cubicBezTo>
                  <a:pt x="393985" y="99505"/>
                  <a:pt x="393724" y="99291"/>
                  <a:pt x="393581" y="99030"/>
                </a:cubicBezTo>
                <a:cubicBezTo>
                  <a:pt x="393439" y="98769"/>
                  <a:pt x="393439" y="98424"/>
                  <a:pt x="393581" y="97997"/>
                </a:cubicBezTo>
                <a:lnTo>
                  <a:pt x="395933" y="85881"/>
                </a:lnTo>
                <a:cubicBezTo>
                  <a:pt x="395316" y="87408"/>
                  <a:pt x="394199" y="89080"/>
                  <a:pt x="392584" y="90894"/>
                </a:cubicBezTo>
                <a:cubicBezTo>
                  <a:pt x="390968" y="92707"/>
                  <a:pt x="389056" y="94377"/>
                  <a:pt x="386846" y="95905"/>
                </a:cubicBezTo>
                <a:cubicBezTo>
                  <a:pt x="384637" y="97433"/>
                  <a:pt x="382178" y="98698"/>
                  <a:pt x="379470" y="99700"/>
                </a:cubicBezTo>
                <a:cubicBezTo>
                  <a:pt x="376762" y="100703"/>
                  <a:pt x="374006" y="101204"/>
                  <a:pt x="371202" y="101204"/>
                </a:cubicBezTo>
                <a:cubicBezTo>
                  <a:pt x="367401" y="101204"/>
                  <a:pt x="364254" y="100538"/>
                  <a:pt x="361759" y="99206"/>
                </a:cubicBezTo>
                <a:cubicBezTo>
                  <a:pt x="359265" y="97874"/>
                  <a:pt x="357281" y="96115"/>
                  <a:pt x="355808" y="93927"/>
                </a:cubicBezTo>
                <a:cubicBezTo>
                  <a:pt x="354335" y="91739"/>
                  <a:pt x="353325" y="89265"/>
                  <a:pt x="352779" y="86506"/>
                </a:cubicBezTo>
                <a:cubicBezTo>
                  <a:pt x="352233" y="83748"/>
                  <a:pt x="351959" y="80918"/>
                  <a:pt x="351959" y="78016"/>
                </a:cubicBezTo>
                <a:cubicBezTo>
                  <a:pt x="351959" y="75354"/>
                  <a:pt x="352209" y="72335"/>
                  <a:pt x="352708" y="68958"/>
                </a:cubicBezTo>
                <a:cubicBezTo>
                  <a:pt x="353207" y="65580"/>
                  <a:pt x="354014" y="62132"/>
                  <a:pt x="355131" y="58613"/>
                </a:cubicBezTo>
                <a:cubicBezTo>
                  <a:pt x="356248" y="55093"/>
                  <a:pt x="357697" y="51668"/>
                  <a:pt x="359478" y="48339"/>
                </a:cubicBezTo>
                <a:cubicBezTo>
                  <a:pt x="361260" y="45010"/>
                  <a:pt x="363410" y="42026"/>
                  <a:pt x="365928" y="39386"/>
                </a:cubicBezTo>
                <a:cubicBezTo>
                  <a:pt x="368447" y="36746"/>
                  <a:pt x="371369" y="34629"/>
                  <a:pt x="374695" y="33036"/>
                </a:cubicBezTo>
                <a:cubicBezTo>
                  <a:pt x="378021" y="31443"/>
                  <a:pt x="381798" y="30646"/>
                  <a:pt x="386027" y="30646"/>
                </a:cubicBezTo>
                <a:cubicBezTo>
                  <a:pt x="390255" y="30646"/>
                  <a:pt x="393878" y="31501"/>
                  <a:pt x="396895" y="33212"/>
                </a:cubicBezTo>
                <a:cubicBezTo>
                  <a:pt x="399912" y="34922"/>
                  <a:pt x="402609" y="37274"/>
                  <a:pt x="404985" y="40268"/>
                </a:cubicBezTo>
                <a:lnTo>
                  <a:pt x="406339" y="33782"/>
                </a:lnTo>
                <a:cubicBezTo>
                  <a:pt x="406529" y="33022"/>
                  <a:pt x="407075" y="32475"/>
                  <a:pt x="407978" y="32143"/>
                </a:cubicBezTo>
                <a:cubicBezTo>
                  <a:pt x="408881" y="31810"/>
                  <a:pt x="410282" y="31644"/>
                  <a:pt x="412183" y="31644"/>
                </a:cubicBezTo>
                <a:cubicBezTo>
                  <a:pt x="413133" y="31644"/>
                  <a:pt x="413929" y="31680"/>
                  <a:pt x="414570" y="31751"/>
                </a:cubicBezTo>
                <a:cubicBezTo>
                  <a:pt x="415212" y="31822"/>
                  <a:pt x="415723" y="31953"/>
                  <a:pt x="416103" y="32143"/>
                </a:cubicBezTo>
                <a:cubicBezTo>
                  <a:pt x="416483" y="32333"/>
                  <a:pt x="416720" y="32570"/>
                  <a:pt x="416815" y="32856"/>
                </a:cubicBezTo>
                <a:cubicBezTo>
                  <a:pt x="416910" y="33141"/>
                  <a:pt x="416934" y="33449"/>
                  <a:pt x="416887" y="33782"/>
                </a:cubicBezTo>
                <a:lnTo>
                  <a:pt x="404058" y="97997"/>
                </a:lnTo>
                <a:moveTo>
                  <a:pt x="401849" y="50602"/>
                </a:moveTo>
                <a:cubicBezTo>
                  <a:pt x="399616" y="47323"/>
                  <a:pt x="397204" y="44865"/>
                  <a:pt x="394615" y="43225"/>
                </a:cubicBezTo>
                <a:cubicBezTo>
                  <a:pt x="392025" y="41586"/>
                  <a:pt x="389115" y="40767"/>
                  <a:pt x="385884" y="40767"/>
                </a:cubicBezTo>
                <a:cubicBezTo>
                  <a:pt x="383318" y="40767"/>
                  <a:pt x="381002" y="41373"/>
                  <a:pt x="378935" y="42586"/>
                </a:cubicBezTo>
                <a:cubicBezTo>
                  <a:pt x="376868" y="43799"/>
                  <a:pt x="375039" y="45405"/>
                  <a:pt x="373447" y="47404"/>
                </a:cubicBezTo>
                <a:cubicBezTo>
                  <a:pt x="371856" y="49402"/>
                  <a:pt x="370478" y="51675"/>
                  <a:pt x="369314" y="54221"/>
                </a:cubicBezTo>
                <a:cubicBezTo>
                  <a:pt x="368150" y="56766"/>
                  <a:pt x="367199" y="59395"/>
                  <a:pt x="366463" y="62108"/>
                </a:cubicBezTo>
                <a:cubicBezTo>
                  <a:pt x="365727" y="64819"/>
                  <a:pt x="365180" y="67483"/>
                  <a:pt x="364824" y="70101"/>
                </a:cubicBezTo>
                <a:cubicBezTo>
                  <a:pt x="364467" y="72717"/>
                  <a:pt x="364289" y="75072"/>
                  <a:pt x="364289" y="77166"/>
                </a:cubicBezTo>
                <a:cubicBezTo>
                  <a:pt x="364289" y="78832"/>
                  <a:pt x="364420" y="80486"/>
                  <a:pt x="364681" y="82128"/>
                </a:cubicBezTo>
                <a:cubicBezTo>
                  <a:pt x="364943" y="83769"/>
                  <a:pt x="365441" y="85267"/>
                  <a:pt x="366178" y="86622"/>
                </a:cubicBezTo>
                <a:cubicBezTo>
                  <a:pt x="366914" y="87978"/>
                  <a:pt x="367924" y="89072"/>
                  <a:pt x="369207" y="89905"/>
                </a:cubicBezTo>
                <a:cubicBezTo>
                  <a:pt x="370490" y="90738"/>
                  <a:pt x="372153" y="91155"/>
                  <a:pt x="374196" y="91155"/>
                </a:cubicBezTo>
                <a:cubicBezTo>
                  <a:pt x="376809" y="91155"/>
                  <a:pt x="379434" y="90429"/>
                  <a:pt x="382071" y="88976"/>
                </a:cubicBezTo>
                <a:cubicBezTo>
                  <a:pt x="384708" y="87523"/>
                  <a:pt x="387167" y="85510"/>
                  <a:pt x="389448" y="82939"/>
                </a:cubicBezTo>
                <a:cubicBezTo>
                  <a:pt x="391728" y="80367"/>
                  <a:pt x="393748" y="77342"/>
                  <a:pt x="395506" y="73865"/>
                </a:cubicBezTo>
                <a:cubicBezTo>
                  <a:pt x="397264" y="70388"/>
                  <a:pt x="398570" y="66553"/>
                  <a:pt x="399425" y="62361"/>
                </a:cubicBezTo>
                <a:lnTo>
                  <a:pt x="401849" y="50602"/>
                </a:lnTo>
                <a:close/>
                <a:moveTo>
                  <a:pt x="507436" y="37417"/>
                </a:moveTo>
                <a:cubicBezTo>
                  <a:pt x="507436" y="37892"/>
                  <a:pt x="507365" y="38522"/>
                  <a:pt x="507223" y="39306"/>
                </a:cubicBezTo>
                <a:cubicBezTo>
                  <a:pt x="507080" y="40090"/>
                  <a:pt x="506878" y="40862"/>
                  <a:pt x="506617" y="41622"/>
                </a:cubicBezTo>
                <a:cubicBezTo>
                  <a:pt x="506355" y="42382"/>
                  <a:pt x="506047" y="43023"/>
                  <a:pt x="505690" y="43546"/>
                </a:cubicBezTo>
                <a:cubicBezTo>
                  <a:pt x="505334" y="44069"/>
                  <a:pt x="504942" y="44330"/>
                  <a:pt x="504514" y="44330"/>
                </a:cubicBezTo>
                <a:cubicBezTo>
                  <a:pt x="503944" y="44330"/>
                  <a:pt x="503267" y="44101"/>
                  <a:pt x="502483" y="43642"/>
                </a:cubicBezTo>
                <a:cubicBezTo>
                  <a:pt x="501699" y="43183"/>
                  <a:pt x="500737" y="42664"/>
                  <a:pt x="499597" y="42085"/>
                </a:cubicBezTo>
                <a:cubicBezTo>
                  <a:pt x="498456" y="41506"/>
                  <a:pt x="497090" y="40975"/>
                  <a:pt x="495499" y="40493"/>
                </a:cubicBezTo>
                <a:cubicBezTo>
                  <a:pt x="493907" y="40010"/>
                  <a:pt x="492018" y="39769"/>
                  <a:pt x="489833" y="39769"/>
                </a:cubicBezTo>
                <a:cubicBezTo>
                  <a:pt x="487742" y="39769"/>
                  <a:pt x="485889" y="40066"/>
                  <a:pt x="484274" y="40662"/>
                </a:cubicBezTo>
                <a:cubicBezTo>
                  <a:pt x="482658" y="41256"/>
                  <a:pt x="481304" y="42065"/>
                  <a:pt x="480211" y="43090"/>
                </a:cubicBezTo>
                <a:cubicBezTo>
                  <a:pt x="479118" y="44113"/>
                  <a:pt x="478287" y="45279"/>
                  <a:pt x="477717" y="46588"/>
                </a:cubicBezTo>
                <a:cubicBezTo>
                  <a:pt x="477147" y="47897"/>
                  <a:pt x="476861" y="49265"/>
                  <a:pt x="476861" y="50693"/>
                </a:cubicBezTo>
                <a:cubicBezTo>
                  <a:pt x="476861" y="52595"/>
                  <a:pt x="477491" y="54177"/>
                  <a:pt x="478750" y="55437"/>
                </a:cubicBezTo>
                <a:cubicBezTo>
                  <a:pt x="480009" y="56698"/>
                  <a:pt x="481589" y="57828"/>
                  <a:pt x="483490" y="58827"/>
                </a:cubicBezTo>
                <a:cubicBezTo>
                  <a:pt x="485390" y="59825"/>
                  <a:pt x="487445" y="60811"/>
                  <a:pt x="489654" y="61787"/>
                </a:cubicBezTo>
                <a:cubicBezTo>
                  <a:pt x="491864" y="62762"/>
                  <a:pt x="493907" y="63952"/>
                  <a:pt x="495784" y="65355"/>
                </a:cubicBezTo>
                <a:cubicBezTo>
                  <a:pt x="497660" y="66758"/>
                  <a:pt x="499228" y="68446"/>
                  <a:pt x="500488" y="70419"/>
                </a:cubicBezTo>
                <a:cubicBezTo>
                  <a:pt x="501747" y="72393"/>
                  <a:pt x="502376" y="74878"/>
                  <a:pt x="502376" y="77874"/>
                </a:cubicBezTo>
                <a:cubicBezTo>
                  <a:pt x="502376" y="81204"/>
                  <a:pt x="501723" y="84308"/>
                  <a:pt x="500416" y="87186"/>
                </a:cubicBezTo>
                <a:cubicBezTo>
                  <a:pt x="499110" y="90063"/>
                  <a:pt x="497233" y="92536"/>
                  <a:pt x="494786" y="94605"/>
                </a:cubicBezTo>
                <a:cubicBezTo>
                  <a:pt x="492339" y="96673"/>
                  <a:pt x="489381" y="98290"/>
                  <a:pt x="485913" y="99455"/>
                </a:cubicBezTo>
                <a:cubicBezTo>
                  <a:pt x="482444" y="100621"/>
                  <a:pt x="478572" y="101204"/>
                  <a:pt x="474296" y="101204"/>
                </a:cubicBezTo>
                <a:cubicBezTo>
                  <a:pt x="472063" y="101204"/>
                  <a:pt x="469960" y="101035"/>
                  <a:pt x="467988" y="100698"/>
                </a:cubicBezTo>
                <a:cubicBezTo>
                  <a:pt x="466016" y="100361"/>
                  <a:pt x="464235" y="99928"/>
                  <a:pt x="462643" y="99400"/>
                </a:cubicBezTo>
                <a:cubicBezTo>
                  <a:pt x="461051" y="98870"/>
                  <a:pt x="459685" y="98279"/>
                  <a:pt x="458545" y="97629"/>
                </a:cubicBezTo>
                <a:cubicBezTo>
                  <a:pt x="457405" y="96979"/>
                  <a:pt x="456526" y="96365"/>
                  <a:pt x="455908" y="95787"/>
                </a:cubicBezTo>
                <a:cubicBezTo>
                  <a:pt x="455528" y="95407"/>
                  <a:pt x="455255" y="95015"/>
                  <a:pt x="455088" y="94611"/>
                </a:cubicBezTo>
                <a:cubicBezTo>
                  <a:pt x="454922" y="94207"/>
                  <a:pt x="454839" y="93720"/>
                  <a:pt x="454839" y="93150"/>
                </a:cubicBezTo>
                <a:cubicBezTo>
                  <a:pt x="454839" y="92770"/>
                  <a:pt x="454863" y="92319"/>
                  <a:pt x="454910" y="91796"/>
                </a:cubicBezTo>
                <a:cubicBezTo>
                  <a:pt x="454958" y="91273"/>
                  <a:pt x="455053" y="90727"/>
                  <a:pt x="455195" y="90157"/>
                </a:cubicBezTo>
                <a:cubicBezTo>
                  <a:pt x="455338" y="89587"/>
                  <a:pt x="455492" y="89040"/>
                  <a:pt x="455659" y="88518"/>
                </a:cubicBezTo>
                <a:cubicBezTo>
                  <a:pt x="455825" y="87995"/>
                  <a:pt x="456027" y="87520"/>
                  <a:pt x="456264" y="87092"/>
                </a:cubicBezTo>
                <a:cubicBezTo>
                  <a:pt x="456502" y="86665"/>
                  <a:pt x="456739" y="86320"/>
                  <a:pt x="456977" y="86059"/>
                </a:cubicBezTo>
                <a:cubicBezTo>
                  <a:pt x="457215" y="85797"/>
                  <a:pt x="457500" y="85667"/>
                  <a:pt x="457832" y="85667"/>
                </a:cubicBezTo>
                <a:cubicBezTo>
                  <a:pt x="458402" y="85667"/>
                  <a:pt x="459091" y="85991"/>
                  <a:pt x="459899" y="86640"/>
                </a:cubicBezTo>
                <a:cubicBezTo>
                  <a:pt x="460707" y="87289"/>
                  <a:pt x="461764" y="87986"/>
                  <a:pt x="463071" y="88731"/>
                </a:cubicBezTo>
                <a:cubicBezTo>
                  <a:pt x="464377" y="89477"/>
                  <a:pt x="466005" y="90174"/>
                  <a:pt x="467953" y="90823"/>
                </a:cubicBezTo>
                <a:cubicBezTo>
                  <a:pt x="469901" y="91472"/>
                  <a:pt x="472324" y="91796"/>
                  <a:pt x="475222" y="91796"/>
                </a:cubicBezTo>
                <a:cubicBezTo>
                  <a:pt x="477835" y="91796"/>
                  <a:pt x="480080" y="91475"/>
                  <a:pt x="481957" y="90832"/>
                </a:cubicBezTo>
                <a:cubicBezTo>
                  <a:pt x="483834" y="90189"/>
                  <a:pt x="485390" y="89332"/>
                  <a:pt x="486625" y="88261"/>
                </a:cubicBezTo>
                <a:cubicBezTo>
                  <a:pt x="487861" y="87191"/>
                  <a:pt x="488775" y="85942"/>
                  <a:pt x="489369" y="84513"/>
                </a:cubicBezTo>
                <a:cubicBezTo>
                  <a:pt x="489963" y="83085"/>
                  <a:pt x="490260" y="81585"/>
                  <a:pt x="490260" y="80014"/>
                </a:cubicBezTo>
                <a:cubicBezTo>
                  <a:pt x="490260" y="78017"/>
                  <a:pt x="489643" y="76388"/>
                  <a:pt x="488407" y="75128"/>
                </a:cubicBezTo>
                <a:cubicBezTo>
                  <a:pt x="487172" y="73867"/>
                  <a:pt x="485616" y="72726"/>
                  <a:pt x="483739" y="71705"/>
                </a:cubicBezTo>
                <a:cubicBezTo>
                  <a:pt x="481862" y="70682"/>
                  <a:pt x="479831" y="69670"/>
                  <a:pt x="477645" y="68671"/>
                </a:cubicBezTo>
                <a:cubicBezTo>
                  <a:pt x="475460" y="67672"/>
                  <a:pt x="473429" y="66494"/>
                  <a:pt x="471552" y="65139"/>
                </a:cubicBezTo>
                <a:cubicBezTo>
                  <a:pt x="469675" y="63783"/>
                  <a:pt x="468107" y="62119"/>
                  <a:pt x="466848" y="60145"/>
                </a:cubicBezTo>
                <a:cubicBezTo>
                  <a:pt x="465589" y="58172"/>
                  <a:pt x="464959" y="55664"/>
                  <a:pt x="464959" y="52620"/>
                </a:cubicBezTo>
                <a:cubicBezTo>
                  <a:pt x="464959" y="49481"/>
                  <a:pt x="465577" y="46568"/>
                  <a:pt x="466812" y="43880"/>
                </a:cubicBezTo>
                <a:cubicBezTo>
                  <a:pt x="468048" y="41193"/>
                  <a:pt x="469794" y="38862"/>
                  <a:pt x="472051" y="36889"/>
                </a:cubicBezTo>
                <a:cubicBezTo>
                  <a:pt x="474308" y="34914"/>
                  <a:pt x="477016" y="33380"/>
                  <a:pt x="480176" y="32288"/>
                </a:cubicBezTo>
                <a:cubicBezTo>
                  <a:pt x="483335" y="31193"/>
                  <a:pt x="486839" y="30646"/>
                  <a:pt x="490688" y="30646"/>
                </a:cubicBezTo>
                <a:cubicBezTo>
                  <a:pt x="492493" y="30646"/>
                  <a:pt x="494240" y="30791"/>
                  <a:pt x="495926" y="31081"/>
                </a:cubicBezTo>
                <a:cubicBezTo>
                  <a:pt x="497613" y="31370"/>
                  <a:pt x="499169" y="31732"/>
                  <a:pt x="500594" y="32167"/>
                </a:cubicBezTo>
                <a:cubicBezTo>
                  <a:pt x="502020" y="32601"/>
                  <a:pt x="503255" y="33083"/>
                  <a:pt x="504300" y="33615"/>
                </a:cubicBezTo>
                <a:cubicBezTo>
                  <a:pt x="505346" y="34145"/>
                  <a:pt x="506130" y="34676"/>
                  <a:pt x="506652" y="35207"/>
                </a:cubicBezTo>
                <a:cubicBezTo>
                  <a:pt x="507175" y="35683"/>
                  <a:pt x="507436" y="36419"/>
                  <a:pt x="507436" y="37417"/>
                </a:cubicBezTo>
                <a:close/>
                <a:moveTo>
                  <a:pt x="580537" y="53905"/>
                </a:moveTo>
                <a:cubicBezTo>
                  <a:pt x="580537" y="56662"/>
                  <a:pt x="580275" y="59765"/>
                  <a:pt x="579753" y="63214"/>
                </a:cubicBezTo>
                <a:cubicBezTo>
                  <a:pt x="579230" y="66662"/>
                  <a:pt x="578399" y="70146"/>
                  <a:pt x="577258" y="73667"/>
                </a:cubicBezTo>
                <a:cubicBezTo>
                  <a:pt x="576118" y="77186"/>
                  <a:pt x="574657" y="80598"/>
                  <a:pt x="572875" y="83903"/>
                </a:cubicBezTo>
                <a:cubicBezTo>
                  <a:pt x="571093" y="87208"/>
                  <a:pt x="568943" y="90145"/>
                  <a:pt x="566425" y="92714"/>
                </a:cubicBezTo>
                <a:cubicBezTo>
                  <a:pt x="563907" y="95282"/>
                  <a:pt x="560997" y="97340"/>
                  <a:pt x="557695" y="98885"/>
                </a:cubicBezTo>
                <a:cubicBezTo>
                  <a:pt x="554392" y="100431"/>
                  <a:pt x="550651" y="101204"/>
                  <a:pt x="546469" y="101204"/>
                </a:cubicBezTo>
                <a:cubicBezTo>
                  <a:pt x="544331" y="101204"/>
                  <a:pt x="542383" y="100989"/>
                  <a:pt x="540625" y="100560"/>
                </a:cubicBezTo>
                <a:cubicBezTo>
                  <a:pt x="538867" y="100132"/>
                  <a:pt x="537252" y="99539"/>
                  <a:pt x="535779" y="98778"/>
                </a:cubicBezTo>
                <a:cubicBezTo>
                  <a:pt x="534306" y="98017"/>
                  <a:pt x="532952" y="97125"/>
                  <a:pt x="531717" y="96103"/>
                </a:cubicBezTo>
                <a:cubicBezTo>
                  <a:pt x="530481" y="95080"/>
                  <a:pt x="529341" y="93950"/>
                  <a:pt x="528296" y="92714"/>
                </a:cubicBezTo>
                <a:lnTo>
                  <a:pt x="522238" y="123440"/>
                </a:lnTo>
                <a:cubicBezTo>
                  <a:pt x="522143" y="123820"/>
                  <a:pt x="521988" y="124153"/>
                  <a:pt x="521774" y="124438"/>
                </a:cubicBezTo>
                <a:cubicBezTo>
                  <a:pt x="521561" y="124723"/>
                  <a:pt x="521216" y="124960"/>
                  <a:pt x="520741" y="125151"/>
                </a:cubicBezTo>
                <a:cubicBezTo>
                  <a:pt x="520266" y="125341"/>
                  <a:pt x="519636" y="125483"/>
                  <a:pt x="518852" y="125578"/>
                </a:cubicBezTo>
                <a:cubicBezTo>
                  <a:pt x="518068" y="125673"/>
                  <a:pt x="517082" y="125721"/>
                  <a:pt x="515895" y="125721"/>
                </a:cubicBezTo>
                <a:cubicBezTo>
                  <a:pt x="514802" y="125721"/>
                  <a:pt x="513887" y="125673"/>
                  <a:pt x="513151" y="125578"/>
                </a:cubicBezTo>
                <a:cubicBezTo>
                  <a:pt x="512414" y="125483"/>
                  <a:pt x="511832" y="125341"/>
                  <a:pt x="511405" y="125151"/>
                </a:cubicBezTo>
                <a:cubicBezTo>
                  <a:pt x="510977" y="124960"/>
                  <a:pt x="510704" y="124723"/>
                  <a:pt x="510585" y="124438"/>
                </a:cubicBezTo>
                <a:cubicBezTo>
                  <a:pt x="510466" y="124153"/>
                  <a:pt x="510430" y="123820"/>
                  <a:pt x="510478" y="123440"/>
                </a:cubicBezTo>
                <a:lnTo>
                  <a:pt x="528509" y="33782"/>
                </a:lnTo>
                <a:cubicBezTo>
                  <a:pt x="528604" y="33022"/>
                  <a:pt x="529080" y="32475"/>
                  <a:pt x="529935" y="32143"/>
                </a:cubicBezTo>
                <a:cubicBezTo>
                  <a:pt x="530790" y="31810"/>
                  <a:pt x="532215" y="31644"/>
                  <a:pt x="534211" y="31644"/>
                </a:cubicBezTo>
                <a:cubicBezTo>
                  <a:pt x="535209" y="31644"/>
                  <a:pt x="536017" y="31680"/>
                  <a:pt x="536634" y="31751"/>
                </a:cubicBezTo>
                <a:cubicBezTo>
                  <a:pt x="537252" y="31822"/>
                  <a:pt x="537751" y="31941"/>
                  <a:pt x="538131" y="32107"/>
                </a:cubicBezTo>
                <a:cubicBezTo>
                  <a:pt x="538511" y="32274"/>
                  <a:pt x="538749" y="32499"/>
                  <a:pt x="538844" y="32784"/>
                </a:cubicBezTo>
                <a:cubicBezTo>
                  <a:pt x="538939" y="33069"/>
                  <a:pt x="538962" y="33402"/>
                  <a:pt x="538915" y="33782"/>
                </a:cubicBezTo>
                <a:lnTo>
                  <a:pt x="536492" y="45985"/>
                </a:lnTo>
                <a:cubicBezTo>
                  <a:pt x="537157" y="44415"/>
                  <a:pt x="538285" y="42739"/>
                  <a:pt x="539877" y="40956"/>
                </a:cubicBezTo>
                <a:cubicBezTo>
                  <a:pt x="541469" y="39171"/>
                  <a:pt x="543369" y="37506"/>
                  <a:pt x="545579" y="35960"/>
                </a:cubicBezTo>
                <a:cubicBezTo>
                  <a:pt x="547788" y="34415"/>
                  <a:pt x="550247" y="33143"/>
                  <a:pt x="552955" y="32145"/>
                </a:cubicBezTo>
                <a:cubicBezTo>
                  <a:pt x="555663" y="31146"/>
                  <a:pt x="558419" y="30646"/>
                  <a:pt x="561222" y="30646"/>
                </a:cubicBezTo>
                <a:cubicBezTo>
                  <a:pt x="564833" y="30646"/>
                  <a:pt x="567862" y="31265"/>
                  <a:pt x="570309" y="32501"/>
                </a:cubicBezTo>
                <a:cubicBezTo>
                  <a:pt x="572756" y="33738"/>
                  <a:pt x="574740" y="35392"/>
                  <a:pt x="576260" y="37461"/>
                </a:cubicBezTo>
                <a:cubicBezTo>
                  <a:pt x="577781" y="39530"/>
                  <a:pt x="578874" y="41979"/>
                  <a:pt x="579539" y="44809"/>
                </a:cubicBezTo>
                <a:cubicBezTo>
                  <a:pt x="580204" y="47637"/>
                  <a:pt x="580537" y="50669"/>
                  <a:pt x="580537" y="53905"/>
                </a:cubicBezTo>
                <a:moveTo>
                  <a:pt x="568207" y="54684"/>
                </a:moveTo>
                <a:cubicBezTo>
                  <a:pt x="568207" y="52638"/>
                  <a:pt x="568029" y="50759"/>
                  <a:pt x="567672" y="49047"/>
                </a:cubicBezTo>
                <a:cubicBezTo>
                  <a:pt x="567316" y="47334"/>
                  <a:pt x="566746" y="45859"/>
                  <a:pt x="565962" y="44622"/>
                </a:cubicBezTo>
                <a:cubicBezTo>
                  <a:pt x="565178" y="43384"/>
                  <a:pt x="564156" y="42432"/>
                  <a:pt x="562897" y="41767"/>
                </a:cubicBezTo>
                <a:cubicBezTo>
                  <a:pt x="561638" y="41100"/>
                  <a:pt x="560082" y="40767"/>
                  <a:pt x="558229" y="40767"/>
                </a:cubicBezTo>
                <a:cubicBezTo>
                  <a:pt x="555663" y="40767"/>
                  <a:pt x="553050" y="41481"/>
                  <a:pt x="550389" y="42909"/>
                </a:cubicBezTo>
                <a:cubicBezTo>
                  <a:pt x="547729" y="44336"/>
                  <a:pt x="545258" y="46335"/>
                  <a:pt x="542977" y="48905"/>
                </a:cubicBezTo>
                <a:cubicBezTo>
                  <a:pt x="540697" y="51473"/>
                  <a:pt x="538665" y="54506"/>
                  <a:pt x="536884" y="58003"/>
                </a:cubicBezTo>
                <a:cubicBezTo>
                  <a:pt x="535102" y="61500"/>
                  <a:pt x="533807" y="65318"/>
                  <a:pt x="532999" y="69457"/>
                </a:cubicBezTo>
                <a:lnTo>
                  <a:pt x="530647" y="81228"/>
                </a:lnTo>
                <a:cubicBezTo>
                  <a:pt x="532881" y="84561"/>
                  <a:pt x="535280" y="87049"/>
                  <a:pt x="537846" y="88691"/>
                </a:cubicBezTo>
                <a:cubicBezTo>
                  <a:pt x="540412" y="90334"/>
                  <a:pt x="543310" y="91155"/>
                  <a:pt x="546541" y="91155"/>
                </a:cubicBezTo>
                <a:cubicBezTo>
                  <a:pt x="549059" y="91155"/>
                  <a:pt x="551351" y="90560"/>
                  <a:pt x="553418" y="89371"/>
                </a:cubicBezTo>
                <a:cubicBezTo>
                  <a:pt x="555485" y="88181"/>
                  <a:pt x="557314" y="86587"/>
                  <a:pt x="558906" y="84589"/>
                </a:cubicBezTo>
                <a:cubicBezTo>
                  <a:pt x="560498" y="82590"/>
                  <a:pt x="561876" y="80330"/>
                  <a:pt x="563040" y="77809"/>
                </a:cubicBezTo>
                <a:cubicBezTo>
                  <a:pt x="564204" y="75287"/>
                  <a:pt x="565178" y="72670"/>
                  <a:pt x="565962" y="69958"/>
                </a:cubicBezTo>
                <a:cubicBezTo>
                  <a:pt x="566746" y="67246"/>
                  <a:pt x="567316" y="64557"/>
                  <a:pt x="567672" y="61894"/>
                </a:cubicBezTo>
                <a:cubicBezTo>
                  <a:pt x="568029" y="59229"/>
                  <a:pt x="568207" y="56825"/>
                  <a:pt x="568207" y="54684"/>
                </a:cubicBezTo>
                <a:close/>
                <a:moveTo>
                  <a:pt x="651925" y="46967"/>
                </a:moveTo>
                <a:cubicBezTo>
                  <a:pt x="651925" y="50246"/>
                  <a:pt x="651164" y="53191"/>
                  <a:pt x="649644" y="55805"/>
                </a:cubicBezTo>
                <a:cubicBezTo>
                  <a:pt x="648124" y="58418"/>
                  <a:pt x="645748" y="60651"/>
                  <a:pt x="642517" y="62504"/>
                </a:cubicBezTo>
                <a:cubicBezTo>
                  <a:pt x="639286" y="64357"/>
                  <a:pt x="635152" y="65782"/>
                  <a:pt x="630116" y="66780"/>
                </a:cubicBezTo>
                <a:cubicBezTo>
                  <a:pt x="625080" y="67778"/>
                  <a:pt x="619045" y="68277"/>
                  <a:pt x="612013" y="68277"/>
                </a:cubicBezTo>
                <a:lnTo>
                  <a:pt x="604459" y="68277"/>
                </a:lnTo>
                <a:cubicBezTo>
                  <a:pt x="604126" y="69849"/>
                  <a:pt x="603900" y="71374"/>
                  <a:pt x="603782" y="72852"/>
                </a:cubicBezTo>
                <a:cubicBezTo>
                  <a:pt x="603663" y="74329"/>
                  <a:pt x="603603" y="75711"/>
                  <a:pt x="603603" y="76999"/>
                </a:cubicBezTo>
                <a:cubicBezTo>
                  <a:pt x="603603" y="81765"/>
                  <a:pt x="604779" y="85411"/>
                  <a:pt x="607131" y="87936"/>
                </a:cubicBezTo>
                <a:cubicBezTo>
                  <a:pt x="609483" y="90462"/>
                  <a:pt x="613296" y="91725"/>
                  <a:pt x="618570" y="91725"/>
                </a:cubicBezTo>
                <a:cubicBezTo>
                  <a:pt x="621611" y="91725"/>
                  <a:pt x="624343" y="91495"/>
                  <a:pt x="626766" y="91037"/>
                </a:cubicBezTo>
                <a:cubicBezTo>
                  <a:pt x="629189" y="90578"/>
                  <a:pt x="631292" y="90083"/>
                  <a:pt x="633074" y="89551"/>
                </a:cubicBezTo>
                <a:cubicBezTo>
                  <a:pt x="634855" y="89019"/>
                  <a:pt x="636316" y="88524"/>
                  <a:pt x="637457" y="88066"/>
                </a:cubicBezTo>
                <a:cubicBezTo>
                  <a:pt x="638597" y="87607"/>
                  <a:pt x="639381" y="87377"/>
                  <a:pt x="639809" y="87377"/>
                </a:cubicBezTo>
                <a:cubicBezTo>
                  <a:pt x="640236" y="87377"/>
                  <a:pt x="640557" y="87532"/>
                  <a:pt x="640771" y="87843"/>
                </a:cubicBezTo>
                <a:cubicBezTo>
                  <a:pt x="640985" y="88153"/>
                  <a:pt x="641092" y="88595"/>
                  <a:pt x="641092" y="89168"/>
                </a:cubicBezTo>
                <a:cubicBezTo>
                  <a:pt x="641092" y="89646"/>
                  <a:pt x="641044" y="90219"/>
                  <a:pt x="640949" y="90887"/>
                </a:cubicBezTo>
                <a:cubicBezTo>
                  <a:pt x="640854" y="91556"/>
                  <a:pt x="640711" y="92236"/>
                  <a:pt x="640521" y="92930"/>
                </a:cubicBezTo>
                <a:cubicBezTo>
                  <a:pt x="640331" y="93622"/>
                  <a:pt x="640082" y="94279"/>
                  <a:pt x="639773" y="94901"/>
                </a:cubicBezTo>
                <a:cubicBezTo>
                  <a:pt x="639464" y="95521"/>
                  <a:pt x="639120" y="96046"/>
                  <a:pt x="638740" y="96475"/>
                </a:cubicBezTo>
                <a:cubicBezTo>
                  <a:pt x="638170" y="97049"/>
                  <a:pt x="637160" y="97610"/>
                  <a:pt x="635711" y="98159"/>
                </a:cubicBezTo>
                <a:cubicBezTo>
                  <a:pt x="634262" y="98709"/>
                  <a:pt x="632539" y="99210"/>
                  <a:pt x="630544" y="99665"/>
                </a:cubicBezTo>
                <a:cubicBezTo>
                  <a:pt x="628548" y="100118"/>
                  <a:pt x="626362" y="100487"/>
                  <a:pt x="623987" y="100774"/>
                </a:cubicBezTo>
                <a:cubicBezTo>
                  <a:pt x="621611" y="101060"/>
                  <a:pt x="619235" y="101204"/>
                  <a:pt x="616860" y="101204"/>
                </a:cubicBezTo>
                <a:cubicBezTo>
                  <a:pt x="612631" y="101204"/>
                  <a:pt x="608925" y="100729"/>
                  <a:pt x="605742" y="99778"/>
                </a:cubicBezTo>
                <a:cubicBezTo>
                  <a:pt x="602558" y="98827"/>
                  <a:pt x="599909" y="97364"/>
                  <a:pt x="597795" y="95391"/>
                </a:cubicBezTo>
                <a:cubicBezTo>
                  <a:pt x="595681" y="93416"/>
                  <a:pt x="594101" y="90954"/>
                  <a:pt x="593055" y="88005"/>
                </a:cubicBezTo>
                <a:cubicBezTo>
                  <a:pt x="592010" y="85057"/>
                  <a:pt x="591488" y="81584"/>
                  <a:pt x="591488" y="77589"/>
                </a:cubicBezTo>
                <a:cubicBezTo>
                  <a:pt x="591488" y="74497"/>
                  <a:pt x="591784" y="71180"/>
                  <a:pt x="592378" y="67638"/>
                </a:cubicBezTo>
                <a:cubicBezTo>
                  <a:pt x="592972" y="64093"/>
                  <a:pt x="593911" y="60586"/>
                  <a:pt x="595194" y="57114"/>
                </a:cubicBezTo>
                <a:cubicBezTo>
                  <a:pt x="596476" y="53643"/>
                  <a:pt x="598139" y="50314"/>
                  <a:pt x="600182" y="47127"/>
                </a:cubicBezTo>
                <a:cubicBezTo>
                  <a:pt x="602226" y="43940"/>
                  <a:pt x="604661" y="41133"/>
                  <a:pt x="607488" y="38709"/>
                </a:cubicBezTo>
                <a:cubicBezTo>
                  <a:pt x="610315" y="36282"/>
                  <a:pt x="613581" y="34332"/>
                  <a:pt x="617287" y="32858"/>
                </a:cubicBezTo>
                <a:cubicBezTo>
                  <a:pt x="620993" y="31383"/>
                  <a:pt x="625175" y="30646"/>
                  <a:pt x="629831" y="30646"/>
                </a:cubicBezTo>
                <a:cubicBezTo>
                  <a:pt x="633822" y="30646"/>
                  <a:pt x="637207" y="31145"/>
                  <a:pt x="639987" y="32143"/>
                </a:cubicBezTo>
                <a:cubicBezTo>
                  <a:pt x="642766" y="33141"/>
                  <a:pt x="645047" y="34424"/>
                  <a:pt x="646829" y="35991"/>
                </a:cubicBezTo>
                <a:cubicBezTo>
                  <a:pt x="648611" y="37559"/>
                  <a:pt x="649905" y="39306"/>
                  <a:pt x="650713" y="41230"/>
                </a:cubicBezTo>
                <a:cubicBezTo>
                  <a:pt x="651521" y="43154"/>
                  <a:pt x="651925" y="45067"/>
                  <a:pt x="651925" y="46967"/>
                </a:cubicBezTo>
                <a:moveTo>
                  <a:pt x="639880" y="48036"/>
                </a:moveTo>
                <a:cubicBezTo>
                  <a:pt x="639880" y="45613"/>
                  <a:pt x="638930" y="43653"/>
                  <a:pt x="637029" y="42156"/>
                </a:cubicBezTo>
                <a:cubicBezTo>
                  <a:pt x="635129" y="40660"/>
                  <a:pt x="632420" y="39911"/>
                  <a:pt x="628904" y="39911"/>
                </a:cubicBezTo>
                <a:cubicBezTo>
                  <a:pt x="625816" y="39911"/>
                  <a:pt x="623084" y="40446"/>
                  <a:pt x="620708" y="41515"/>
                </a:cubicBezTo>
                <a:cubicBezTo>
                  <a:pt x="618333" y="42584"/>
                  <a:pt x="616230" y="44021"/>
                  <a:pt x="614401" y="45827"/>
                </a:cubicBezTo>
                <a:cubicBezTo>
                  <a:pt x="612572" y="47632"/>
                  <a:pt x="611004" y="49735"/>
                  <a:pt x="609697" y="52134"/>
                </a:cubicBezTo>
                <a:cubicBezTo>
                  <a:pt x="608390" y="54534"/>
                  <a:pt x="607333" y="57064"/>
                  <a:pt x="606526" y="59724"/>
                </a:cubicBezTo>
                <a:lnTo>
                  <a:pt x="613795" y="59724"/>
                </a:lnTo>
                <a:cubicBezTo>
                  <a:pt x="618784" y="59724"/>
                  <a:pt x="622953" y="59416"/>
                  <a:pt x="626303" y="58798"/>
                </a:cubicBezTo>
                <a:cubicBezTo>
                  <a:pt x="629653" y="58180"/>
                  <a:pt x="632337" y="57337"/>
                  <a:pt x="634357" y="56268"/>
                </a:cubicBezTo>
                <a:cubicBezTo>
                  <a:pt x="636376" y="55199"/>
                  <a:pt x="637801" y="53952"/>
                  <a:pt x="638633" y="52526"/>
                </a:cubicBezTo>
                <a:cubicBezTo>
                  <a:pt x="639464" y="51101"/>
                  <a:pt x="639880" y="49604"/>
                  <a:pt x="639880" y="48036"/>
                </a:cubicBezTo>
                <a:close/>
                <a:moveTo>
                  <a:pt x="716635" y="39484"/>
                </a:moveTo>
                <a:cubicBezTo>
                  <a:pt x="716635" y="40339"/>
                  <a:pt x="716552" y="41218"/>
                  <a:pt x="716386" y="42121"/>
                </a:cubicBezTo>
                <a:cubicBezTo>
                  <a:pt x="716219" y="43023"/>
                  <a:pt x="715970" y="43867"/>
                  <a:pt x="715637" y="44651"/>
                </a:cubicBezTo>
                <a:cubicBezTo>
                  <a:pt x="715305" y="45435"/>
                  <a:pt x="714913" y="46088"/>
                  <a:pt x="714461" y="46611"/>
                </a:cubicBezTo>
                <a:cubicBezTo>
                  <a:pt x="714010" y="47133"/>
                  <a:pt x="713499" y="47395"/>
                  <a:pt x="712929" y="47395"/>
                </a:cubicBezTo>
                <a:cubicBezTo>
                  <a:pt x="712264" y="47395"/>
                  <a:pt x="711575" y="47047"/>
                  <a:pt x="710862" y="46350"/>
                </a:cubicBezTo>
                <a:cubicBezTo>
                  <a:pt x="710150" y="45654"/>
                  <a:pt x="709211" y="44874"/>
                  <a:pt x="708047" y="44009"/>
                </a:cubicBezTo>
                <a:cubicBezTo>
                  <a:pt x="706883" y="43145"/>
                  <a:pt x="705410" y="42353"/>
                  <a:pt x="703628" y="41633"/>
                </a:cubicBezTo>
                <a:cubicBezTo>
                  <a:pt x="701847" y="40913"/>
                  <a:pt x="699578" y="40553"/>
                  <a:pt x="696822" y="40553"/>
                </a:cubicBezTo>
                <a:cubicBezTo>
                  <a:pt x="693781" y="40553"/>
                  <a:pt x="691085" y="41185"/>
                  <a:pt x="688733" y="42448"/>
                </a:cubicBezTo>
                <a:cubicBezTo>
                  <a:pt x="686381" y="43710"/>
                  <a:pt x="684338" y="45354"/>
                  <a:pt x="682604" y="47379"/>
                </a:cubicBezTo>
                <a:cubicBezTo>
                  <a:pt x="680869" y="49404"/>
                  <a:pt x="679432" y="51704"/>
                  <a:pt x="678292" y="54277"/>
                </a:cubicBezTo>
                <a:cubicBezTo>
                  <a:pt x="677151" y="56848"/>
                  <a:pt x="676225" y="59445"/>
                  <a:pt x="675512" y="62065"/>
                </a:cubicBezTo>
                <a:cubicBezTo>
                  <a:pt x="674800" y="64686"/>
                  <a:pt x="674289" y="67223"/>
                  <a:pt x="673980" y="69678"/>
                </a:cubicBezTo>
                <a:cubicBezTo>
                  <a:pt x="673671" y="72132"/>
                  <a:pt x="673517" y="74264"/>
                  <a:pt x="673517" y="76074"/>
                </a:cubicBezTo>
                <a:cubicBezTo>
                  <a:pt x="673517" y="80982"/>
                  <a:pt x="674586" y="84698"/>
                  <a:pt x="676724" y="87224"/>
                </a:cubicBezTo>
                <a:cubicBezTo>
                  <a:pt x="678862" y="89749"/>
                  <a:pt x="682045" y="91012"/>
                  <a:pt x="686274" y="91012"/>
                </a:cubicBezTo>
                <a:cubicBezTo>
                  <a:pt x="689362" y="91012"/>
                  <a:pt x="692011" y="90628"/>
                  <a:pt x="694221" y="89861"/>
                </a:cubicBezTo>
                <a:cubicBezTo>
                  <a:pt x="696430" y="89093"/>
                  <a:pt x="698307" y="88218"/>
                  <a:pt x="699851" y="87235"/>
                </a:cubicBezTo>
                <a:cubicBezTo>
                  <a:pt x="701395" y="86252"/>
                  <a:pt x="702666" y="85377"/>
                  <a:pt x="703664" y="84609"/>
                </a:cubicBezTo>
                <a:cubicBezTo>
                  <a:pt x="704662" y="83841"/>
                  <a:pt x="705541" y="83457"/>
                  <a:pt x="706301" y="83457"/>
                </a:cubicBezTo>
                <a:cubicBezTo>
                  <a:pt x="706681" y="83457"/>
                  <a:pt x="706978" y="83636"/>
                  <a:pt x="707192" y="83992"/>
                </a:cubicBezTo>
                <a:cubicBezTo>
                  <a:pt x="707406" y="84348"/>
                  <a:pt x="707513" y="84859"/>
                  <a:pt x="707513" y="85524"/>
                </a:cubicBezTo>
                <a:cubicBezTo>
                  <a:pt x="707513" y="86094"/>
                  <a:pt x="707465" y="86772"/>
                  <a:pt x="707370" y="87555"/>
                </a:cubicBezTo>
                <a:cubicBezTo>
                  <a:pt x="707275" y="88339"/>
                  <a:pt x="707121" y="89147"/>
                  <a:pt x="706907" y="89979"/>
                </a:cubicBezTo>
                <a:cubicBezTo>
                  <a:pt x="706693" y="90810"/>
                  <a:pt x="706432" y="91582"/>
                  <a:pt x="706123" y="92295"/>
                </a:cubicBezTo>
                <a:cubicBezTo>
                  <a:pt x="705814" y="93008"/>
                  <a:pt x="705375" y="93664"/>
                  <a:pt x="704804" y="94264"/>
                </a:cubicBezTo>
                <a:cubicBezTo>
                  <a:pt x="704234" y="94862"/>
                  <a:pt x="703236" y="95593"/>
                  <a:pt x="701811" y="96458"/>
                </a:cubicBezTo>
                <a:cubicBezTo>
                  <a:pt x="700386" y="97320"/>
                  <a:pt x="698734" y="98099"/>
                  <a:pt x="696858" y="98794"/>
                </a:cubicBezTo>
                <a:cubicBezTo>
                  <a:pt x="694981" y="99489"/>
                  <a:pt x="692950" y="100064"/>
                  <a:pt x="690764" y="100520"/>
                </a:cubicBezTo>
                <a:cubicBezTo>
                  <a:pt x="688578" y="100976"/>
                  <a:pt x="686322" y="101204"/>
                  <a:pt x="683993" y="101204"/>
                </a:cubicBezTo>
                <a:cubicBezTo>
                  <a:pt x="676344" y="101204"/>
                  <a:pt x="670630" y="99252"/>
                  <a:pt x="666853" y="95348"/>
                </a:cubicBezTo>
                <a:cubicBezTo>
                  <a:pt x="663076" y="91443"/>
                  <a:pt x="661187" y="85635"/>
                  <a:pt x="661187" y="77923"/>
                </a:cubicBezTo>
                <a:cubicBezTo>
                  <a:pt x="661187" y="75019"/>
                  <a:pt x="661436" y="71841"/>
                  <a:pt x="661935" y="68390"/>
                </a:cubicBezTo>
                <a:cubicBezTo>
                  <a:pt x="662434" y="64938"/>
                  <a:pt x="663278" y="61462"/>
                  <a:pt x="664465" y="57963"/>
                </a:cubicBezTo>
                <a:cubicBezTo>
                  <a:pt x="665653" y="54463"/>
                  <a:pt x="667174" y="51071"/>
                  <a:pt x="669027" y="47787"/>
                </a:cubicBezTo>
                <a:cubicBezTo>
                  <a:pt x="670880" y="44501"/>
                  <a:pt x="673160" y="41585"/>
                  <a:pt x="675869" y="39038"/>
                </a:cubicBezTo>
                <a:cubicBezTo>
                  <a:pt x="678577" y="36490"/>
                  <a:pt x="681713" y="34455"/>
                  <a:pt x="685276" y="32931"/>
                </a:cubicBezTo>
                <a:cubicBezTo>
                  <a:pt x="688840" y="31408"/>
                  <a:pt x="692926" y="30646"/>
                  <a:pt x="697535" y="30646"/>
                </a:cubicBezTo>
                <a:cubicBezTo>
                  <a:pt x="699435" y="30646"/>
                  <a:pt x="701265" y="30802"/>
                  <a:pt x="703023" y="31114"/>
                </a:cubicBezTo>
                <a:cubicBezTo>
                  <a:pt x="704781" y="31426"/>
                  <a:pt x="706432" y="31846"/>
                  <a:pt x="707976" y="32375"/>
                </a:cubicBezTo>
                <a:cubicBezTo>
                  <a:pt x="709520" y="32903"/>
                  <a:pt x="710922" y="33564"/>
                  <a:pt x="712181" y="34357"/>
                </a:cubicBezTo>
                <a:cubicBezTo>
                  <a:pt x="713440" y="35148"/>
                  <a:pt x="714414" y="35856"/>
                  <a:pt x="715103" y="36481"/>
                </a:cubicBezTo>
                <a:cubicBezTo>
                  <a:pt x="715792" y="37105"/>
                  <a:pt x="716219" y="37631"/>
                  <a:pt x="716386" y="38058"/>
                </a:cubicBezTo>
                <a:cubicBezTo>
                  <a:pt x="716552" y="38486"/>
                  <a:pt x="716635" y="38961"/>
                  <a:pt x="716635" y="39484"/>
                </a:cubicBezTo>
                <a:close/>
                <a:moveTo>
                  <a:pt x="751341" y="12187"/>
                </a:moveTo>
                <a:cubicBezTo>
                  <a:pt x="751104" y="13518"/>
                  <a:pt x="750783" y="14634"/>
                  <a:pt x="750379" y="15537"/>
                </a:cubicBezTo>
                <a:cubicBezTo>
                  <a:pt x="749975" y="16440"/>
                  <a:pt x="749441" y="17164"/>
                  <a:pt x="748776" y="17711"/>
                </a:cubicBezTo>
                <a:cubicBezTo>
                  <a:pt x="748111" y="18257"/>
                  <a:pt x="747279" y="18649"/>
                  <a:pt x="746281" y="18887"/>
                </a:cubicBezTo>
                <a:cubicBezTo>
                  <a:pt x="745283" y="19124"/>
                  <a:pt x="744072" y="19243"/>
                  <a:pt x="742646" y="19243"/>
                </a:cubicBezTo>
                <a:cubicBezTo>
                  <a:pt x="741269" y="19243"/>
                  <a:pt x="740128" y="19124"/>
                  <a:pt x="739226" y="18887"/>
                </a:cubicBezTo>
                <a:cubicBezTo>
                  <a:pt x="738323" y="18649"/>
                  <a:pt x="737658" y="18257"/>
                  <a:pt x="737230" y="17711"/>
                </a:cubicBezTo>
                <a:cubicBezTo>
                  <a:pt x="736802" y="17164"/>
                  <a:pt x="736565" y="16440"/>
                  <a:pt x="736517" y="15537"/>
                </a:cubicBezTo>
                <a:cubicBezTo>
                  <a:pt x="736470" y="14634"/>
                  <a:pt x="736565" y="13518"/>
                  <a:pt x="736802" y="12187"/>
                </a:cubicBezTo>
                <a:cubicBezTo>
                  <a:pt x="737087" y="10857"/>
                  <a:pt x="737444" y="9752"/>
                  <a:pt x="737871" y="8873"/>
                </a:cubicBezTo>
                <a:cubicBezTo>
                  <a:pt x="738299" y="7994"/>
                  <a:pt x="738834" y="7258"/>
                  <a:pt x="739475" y="6664"/>
                </a:cubicBezTo>
                <a:cubicBezTo>
                  <a:pt x="740116" y="6070"/>
                  <a:pt x="740936" y="5666"/>
                  <a:pt x="741934" y="5452"/>
                </a:cubicBezTo>
                <a:cubicBezTo>
                  <a:pt x="742932" y="5238"/>
                  <a:pt x="744143" y="5131"/>
                  <a:pt x="745569" y="5131"/>
                </a:cubicBezTo>
                <a:cubicBezTo>
                  <a:pt x="746946" y="5131"/>
                  <a:pt x="748075" y="5238"/>
                  <a:pt x="748954" y="5452"/>
                </a:cubicBezTo>
                <a:cubicBezTo>
                  <a:pt x="749833" y="5666"/>
                  <a:pt x="750498" y="6070"/>
                  <a:pt x="750949" y="6664"/>
                </a:cubicBezTo>
                <a:cubicBezTo>
                  <a:pt x="751401" y="7258"/>
                  <a:pt x="751650" y="7994"/>
                  <a:pt x="751698" y="8873"/>
                </a:cubicBezTo>
                <a:cubicBezTo>
                  <a:pt x="751745" y="9752"/>
                  <a:pt x="751627" y="10857"/>
                  <a:pt x="751341" y="12187"/>
                </a:cubicBezTo>
                <a:moveTo>
                  <a:pt x="732882" y="97997"/>
                </a:moveTo>
                <a:cubicBezTo>
                  <a:pt x="732787" y="98377"/>
                  <a:pt x="732621" y="98697"/>
                  <a:pt x="732384" y="98959"/>
                </a:cubicBezTo>
                <a:cubicBezTo>
                  <a:pt x="732146" y="99220"/>
                  <a:pt x="731790" y="99446"/>
                  <a:pt x="731315" y="99636"/>
                </a:cubicBezTo>
                <a:cubicBezTo>
                  <a:pt x="730839" y="99826"/>
                  <a:pt x="730210" y="99968"/>
                  <a:pt x="729426" y="100063"/>
                </a:cubicBezTo>
                <a:cubicBezTo>
                  <a:pt x="728642" y="100158"/>
                  <a:pt x="727680" y="100206"/>
                  <a:pt x="726539" y="100206"/>
                </a:cubicBezTo>
                <a:cubicBezTo>
                  <a:pt x="725352" y="100206"/>
                  <a:pt x="724389" y="100158"/>
                  <a:pt x="723653" y="100063"/>
                </a:cubicBezTo>
                <a:cubicBezTo>
                  <a:pt x="722917" y="99968"/>
                  <a:pt x="722346" y="99826"/>
                  <a:pt x="721942" y="99636"/>
                </a:cubicBezTo>
                <a:cubicBezTo>
                  <a:pt x="721539" y="99446"/>
                  <a:pt x="721277" y="99220"/>
                  <a:pt x="721159" y="98959"/>
                </a:cubicBezTo>
                <a:cubicBezTo>
                  <a:pt x="721040" y="98697"/>
                  <a:pt x="721028" y="98377"/>
                  <a:pt x="721123" y="97997"/>
                </a:cubicBezTo>
                <a:lnTo>
                  <a:pt x="733880" y="33853"/>
                </a:lnTo>
                <a:cubicBezTo>
                  <a:pt x="733928" y="33521"/>
                  <a:pt x="734070" y="33212"/>
                  <a:pt x="734308" y="32927"/>
                </a:cubicBezTo>
                <a:cubicBezTo>
                  <a:pt x="734545" y="32642"/>
                  <a:pt x="734902" y="32404"/>
                  <a:pt x="735377" y="32214"/>
                </a:cubicBezTo>
                <a:cubicBezTo>
                  <a:pt x="735852" y="32024"/>
                  <a:pt x="736482" y="31882"/>
                  <a:pt x="737266" y="31787"/>
                </a:cubicBezTo>
                <a:cubicBezTo>
                  <a:pt x="738050" y="31691"/>
                  <a:pt x="739035" y="31644"/>
                  <a:pt x="740223" y="31644"/>
                </a:cubicBezTo>
                <a:cubicBezTo>
                  <a:pt x="741364" y="31644"/>
                  <a:pt x="742302" y="31691"/>
                  <a:pt x="743038" y="31787"/>
                </a:cubicBezTo>
                <a:cubicBezTo>
                  <a:pt x="743775" y="31882"/>
                  <a:pt x="744345" y="32024"/>
                  <a:pt x="744749" y="32214"/>
                </a:cubicBezTo>
                <a:cubicBezTo>
                  <a:pt x="745153" y="32404"/>
                  <a:pt x="745414" y="32642"/>
                  <a:pt x="745533" y="32927"/>
                </a:cubicBezTo>
                <a:cubicBezTo>
                  <a:pt x="745652" y="33212"/>
                  <a:pt x="745687" y="33521"/>
                  <a:pt x="745640" y="33853"/>
                </a:cubicBezTo>
                <a:lnTo>
                  <a:pt x="732882" y="97997"/>
                </a:lnTo>
                <a:close/>
                <a:moveTo>
                  <a:pt x="807933" y="97997"/>
                </a:moveTo>
                <a:cubicBezTo>
                  <a:pt x="807743" y="98804"/>
                  <a:pt x="807220" y="99374"/>
                  <a:pt x="806365" y="99707"/>
                </a:cubicBezTo>
                <a:cubicBezTo>
                  <a:pt x="805510" y="100040"/>
                  <a:pt x="804084" y="100206"/>
                  <a:pt x="802089" y="100206"/>
                </a:cubicBezTo>
                <a:cubicBezTo>
                  <a:pt x="801138" y="100206"/>
                  <a:pt x="800354" y="100158"/>
                  <a:pt x="799737" y="100063"/>
                </a:cubicBezTo>
                <a:cubicBezTo>
                  <a:pt x="799119" y="99968"/>
                  <a:pt x="798620" y="99838"/>
                  <a:pt x="798240" y="99671"/>
                </a:cubicBezTo>
                <a:cubicBezTo>
                  <a:pt x="797860" y="99505"/>
                  <a:pt x="797599" y="99291"/>
                  <a:pt x="797456" y="99030"/>
                </a:cubicBezTo>
                <a:cubicBezTo>
                  <a:pt x="797314" y="98769"/>
                  <a:pt x="797314" y="98424"/>
                  <a:pt x="797456" y="97997"/>
                </a:cubicBezTo>
                <a:lnTo>
                  <a:pt x="799808" y="85881"/>
                </a:lnTo>
                <a:cubicBezTo>
                  <a:pt x="799190" y="87408"/>
                  <a:pt x="798074" y="89080"/>
                  <a:pt x="796458" y="90894"/>
                </a:cubicBezTo>
                <a:cubicBezTo>
                  <a:pt x="794843" y="92707"/>
                  <a:pt x="792930" y="94377"/>
                  <a:pt x="790721" y="95905"/>
                </a:cubicBezTo>
                <a:cubicBezTo>
                  <a:pt x="788512" y="97433"/>
                  <a:pt x="786053" y="98698"/>
                  <a:pt x="783345" y="99700"/>
                </a:cubicBezTo>
                <a:cubicBezTo>
                  <a:pt x="780636" y="100703"/>
                  <a:pt x="777881" y="101204"/>
                  <a:pt x="775077" y="101204"/>
                </a:cubicBezTo>
                <a:cubicBezTo>
                  <a:pt x="771276" y="101204"/>
                  <a:pt x="768128" y="100538"/>
                  <a:pt x="765634" y="99206"/>
                </a:cubicBezTo>
                <a:cubicBezTo>
                  <a:pt x="763139" y="97874"/>
                  <a:pt x="761156" y="96115"/>
                  <a:pt x="759683" y="93927"/>
                </a:cubicBezTo>
                <a:cubicBezTo>
                  <a:pt x="758210" y="91739"/>
                  <a:pt x="757200" y="89265"/>
                  <a:pt x="756654" y="86506"/>
                </a:cubicBezTo>
                <a:cubicBezTo>
                  <a:pt x="756107" y="83748"/>
                  <a:pt x="755834" y="80918"/>
                  <a:pt x="755834" y="78016"/>
                </a:cubicBezTo>
                <a:cubicBezTo>
                  <a:pt x="755834" y="75354"/>
                  <a:pt x="756084" y="72335"/>
                  <a:pt x="756583" y="68958"/>
                </a:cubicBezTo>
                <a:cubicBezTo>
                  <a:pt x="757081" y="65580"/>
                  <a:pt x="757889" y="62132"/>
                  <a:pt x="759006" y="58613"/>
                </a:cubicBezTo>
                <a:cubicBezTo>
                  <a:pt x="760122" y="55093"/>
                  <a:pt x="761571" y="51668"/>
                  <a:pt x="763353" y="48339"/>
                </a:cubicBezTo>
                <a:cubicBezTo>
                  <a:pt x="765135" y="45010"/>
                  <a:pt x="767285" y="42026"/>
                  <a:pt x="769803" y="39386"/>
                </a:cubicBezTo>
                <a:cubicBezTo>
                  <a:pt x="772321" y="36746"/>
                  <a:pt x="775244" y="34629"/>
                  <a:pt x="778569" y="33036"/>
                </a:cubicBezTo>
                <a:cubicBezTo>
                  <a:pt x="781895" y="31443"/>
                  <a:pt x="785673" y="30646"/>
                  <a:pt x="789901" y="30646"/>
                </a:cubicBezTo>
                <a:cubicBezTo>
                  <a:pt x="794130" y="30646"/>
                  <a:pt x="797753" y="31501"/>
                  <a:pt x="800770" y="33212"/>
                </a:cubicBezTo>
                <a:cubicBezTo>
                  <a:pt x="803787" y="34922"/>
                  <a:pt x="806484" y="37274"/>
                  <a:pt x="808859" y="40268"/>
                </a:cubicBezTo>
                <a:lnTo>
                  <a:pt x="810213" y="33782"/>
                </a:lnTo>
                <a:cubicBezTo>
                  <a:pt x="810403" y="33022"/>
                  <a:pt x="810950" y="32475"/>
                  <a:pt x="811853" y="32143"/>
                </a:cubicBezTo>
                <a:cubicBezTo>
                  <a:pt x="812755" y="31810"/>
                  <a:pt x="814157" y="31644"/>
                  <a:pt x="816058" y="31644"/>
                </a:cubicBezTo>
                <a:cubicBezTo>
                  <a:pt x="817008" y="31644"/>
                  <a:pt x="817804" y="31680"/>
                  <a:pt x="818445" y="31751"/>
                </a:cubicBezTo>
                <a:cubicBezTo>
                  <a:pt x="819087" y="31822"/>
                  <a:pt x="819597" y="31953"/>
                  <a:pt x="819977" y="32143"/>
                </a:cubicBezTo>
                <a:cubicBezTo>
                  <a:pt x="820358" y="32333"/>
                  <a:pt x="820595" y="32570"/>
                  <a:pt x="820690" y="32856"/>
                </a:cubicBezTo>
                <a:cubicBezTo>
                  <a:pt x="820785" y="33141"/>
                  <a:pt x="820809" y="33449"/>
                  <a:pt x="820761" y="33782"/>
                </a:cubicBezTo>
                <a:lnTo>
                  <a:pt x="807933" y="97997"/>
                </a:lnTo>
                <a:moveTo>
                  <a:pt x="805723" y="50602"/>
                </a:moveTo>
                <a:cubicBezTo>
                  <a:pt x="803490" y="47323"/>
                  <a:pt x="801079" y="44865"/>
                  <a:pt x="798489" y="43225"/>
                </a:cubicBezTo>
                <a:cubicBezTo>
                  <a:pt x="795900" y="41586"/>
                  <a:pt x="792990" y="40767"/>
                  <a:pt x="789759" y="40767"/>
                </a:cubicBezTo>
                <a:cubicBezTo>
                  <a:pt x="787193" y="40767"/>
                  <a:pt x="784877" y="41373"/>
                  <a:pt x="782810" y="42586"/>
                </a:cubicBezTo>
                <a:cubicBezTo>
                  <a:pt x="780743" y="43799"/>
                  <a:pt x="778914" y="45405"/>
                  <a:pt x="777322" y="47404"/>
                </a:cubicBezTo>
                <a:cubicBezTo>
                  <a:pt x="775731" y="49402"/>
                  <a:pt x="774353" y="51675"/>
                  <a:pt x="773189" y="54221"/>
                </a:cubicBezTo>
                <a:cubicBezTo>
                  <a:pt x="772024" y="56766"/>
                  <a:pt x="771074" y="59395"/>
                  <a:pt x="770338" y="62108"/>
                </a:cubicBezTo>
                <a:cubicBezTo>
                  <a:pt x="769601" y="64819"/>
                  <a:pt x="769055" y="67483"/>
                  <a:pt x="768699" y="70101"/>
                </a:cubicBezTo>
                <a:cubicBezTo>
                  <a:pt x="768342" y="72717"/>
                  <a:pt x="768164" y="75072"/>
                  <a:pt x="768164" y="77166"/>
                </a:cubicBezTo>
                <a:cubicBezTo>
                  <a:pt x="768164" y="78832"/>
                  <a:pt x="768295" y="80486"/>
                  <a:pt x="768556" y="82128"/>
                </a:cubicBezTo>
                <a:cubicBezTo>
                  <a:pt x="768817" y="83769"/>
                  <a:pt x="769316" y="85267"/>
                  <a:pt x="770053" y="86622"/>
                </a:cubicBezTo>
                <a:cubicBezTo>
                  <a:pt x="770789" y="87978"/>
                  <a:pt x="771799" y="89072"/>
                  <a:pt x="773082" y="89905"/>
                </a:cubicBezTo>
                <a:cubicBezTo>
                  <a:pt x="774365" y="90738"/>
                  <a:pt x="776027" y="91155"/>
                  <a:pt x="778071" y="91155"/>
                </a:cubicBezTo>
                <a:cubicBezTo>
                  <a:pt x="780684" y="91155"/>
                  <a:pt x="783309" y="90429"/>
                  <a:pt x="785946" y="88976"/>
                </a:cubicBezTo>
                <a:cubicBezTo>
                  <a:pt x="788583" y="87523"/>
                  <a:pt x="791042" y="85510"/>
                  <a:pt x="793322" y="82939"/>
                </a:cubicBezTo>
                <a:cubicBezTo>
                  <a:pt x="795603" y="80367"/>
                  <a:pt x="797622" y="77342"/>
                  <a:pt x="799380" y="73865"/>
                </a:cubicBezTo>
                <a:cubicBezTo>
                  <a:pt x="801138" y="70388"/>
                  <a:pt x="802445" y="66553"/>
                  <a:pt x="803300" y="62361"/>
                </a:cubicBezTo>
                <a:lnTo>
                  <a:pt x="805723" y="50602"/>
                </a:lnTo>
                <a:close/>
                <a:moveTo>
                  <a:pt x="841478" y="97994"/>
                </a:moveTo>
                <a:cubicBezTo>
                  <a:pt x="841383" y="98374"/>
                  <a:pt x="841216" y="98696"/>
                  <a:pt x="840979" y="98959"/>
                </a:cubicBezTo>
                <a:cubicBezTo>
                  <a:pt x="840741" y="99220"/>
                  <a:pt x="840385" y="99446"/>
                  <a:pt x="839910" y="99636"/>
                </a:cubicBezTo>
                <a:cubicBezTo>
                  <a:pt x="839435" y="99826"/>
                  <a:pt x="838805" y="99968"/>
                  <a:pt x="838021" y="100063"/>
                </a:cubicBezTo>
                <a:cubicBezTo>
                  <a:pt x="837237" y="100158"/>
                  <a:pt x="836275" y="100206"/>
                  <a:pt x="835135" y="100206"/>
                </a:cubicBezTo>
                <a:cubicBezTo>
                  <a:pt x="833947" y="100206"/>
                  <a:pt x="832985" y="100158"/>
                  <a:pt x="832248" y="100063"/>
                </a:cubicBezTo>
                <a:cubicBezTo>
                  <a:pt x="831512" y="99968"/>
                  <a:pt x="830942" y="99826"/>
                  <a:pt x="830538" y="99636"/>
                </a:cubicBezTo>
                <a:cubicBezTo>
                  <a:pt x="830134" y="99446"/>
                  <a:pt x="829873" y="99220"/>
                  <a:pt x="829754" y="98959"/>
                </a:cubicBezTo>
                <a:cubicBezTo>
                  <a:pt x="829635" y="98696"/>
                  <a:pt x="829623" y="98374"/>
                  <a:pt x="829718" y="97994"/>
                </a:cubicBezTo>
                <a:lnTo>
                  <a:pt x="848676" y="2710"/>
                </a:lnTo>
                <a:cubicBezTo>
                  <a:pt x="848771" y="2330"/>
                  <a:pt x="848925" y="1998"/>
                  <a:pt x="849139" y="1713"/>
                </a:cubicBezTo>
                <a:cubicBezTo>
                  <a:pt x="849353" y="1426"/>
                  <a:pt x="849709" y="1188"/>
                  <a:pt x="850208" y="998"/>
                </a:cubicBezTo>
                <a:cubicBezTo>
                  <a:pt x="850707" y="808"/>
                  <a:pt x="851349" y="665"/>
                  <a:pt x="852133" y="570"/>
                </a:cubicBezTo>
                <a:cubicBezTo>
                  <a:pt x="852917" y="475"/>
                  <a:pt x="853903" y="428"/>
                  <a:pt x="855090" y="428"/>
                </a:cubicBezTo>
                <a:cubicBezTo>
                  <a:pt x="856231" y="428"/>
                  <a:pt x="857169" y="475"/>
                  <a:pt x="857906" y="570"/>
                </a:cubicBezTo>
                <a:cubicBezTo>
                  <a:pt x="858642" y="665"/>
                  <a:pt x="859212" y="808"/>
                  <a:pt x="859616" y="998"/>
                </a:cubicBezTo>
                <a:cubicBezTo>
                  <a:pt x="860020" y="1188"/>
                  <a:pt x="860269" y="1426"/>
                  <a:pt x="860364" y="1713"/>
                </a:cubicBezTo>
                <a:cubicBezTo>
                  <a:pt x="860459" y="1998"/>
                  <a:pt x="860483" y="2330"/>
                  <a:pt x="860436" y="2710"/>
                </a:cubicBezTo>
                <a:lnTo>
                  <a:pt x="841478" y="97994"/>
                </a:lnTo>
                <a:close/>
                <a:moveTo>
                  <a:pt x="972519" y="16922"/>
                </a:moveTo>
                <a:cubicBezTo>
                  <a:pt x="972519" y="17917"/>
                  <a:pt x="972352" y="19148"/>
                  <a:pt x="972020" y="20615"/>
                </a:cubicBezTo>
                <a:cubicBezTo>
                  <a:pt x="971687" y="22082"/>
                  <a:pt x="971248" y="23242"/>
                  <a:pt x="970701" y="24094"/>
                </a:cubicBezTo>
                <a:cubicBezTo>
                  <a:pt x="970155" y="24946"/>
                  <a:pt x="969573" y="25372"/>
                  <a:pt x="968955" y="25372"/>
                </a:cubicBezTo>
                <a:cubicBezTo>
                  <a:pt x="968290" y="25372"/>
                  <a:pt x="967506" y="24936"/>
                  <a:pt x="966603" y="24065"/>
                </a:cubicBezTo>
                <a:cubicBezTo>
                  <a:pt x="965700" y="23193"/>
                  <a:pt x="964489" y="22251"/>
                  <a:pt x="962968" y="21239"/>
                </a:cubicBezTo>
                <a:cubicBezTo>
                  <a:pt x="961448" y="20226"/>
                  <a:pt x="959488" y="19284"/>
                  <a:pt x="957089" y="18412"/>
                </a:cubicBezTo>
                <a:cubicBezTo>
                  <a:pt x="954689" y="17541"/>
                  <a:pt x="951684" y="17105"/>
                  <a:pt x="948073" y="17105"/>
                </a:cubicBezTo>
                <a:cubicBezTo>
                  <a:pt x="944082" y="17105"/>
                  <a:pt x="940447" y="17853"/>
                  <a:pt x="937168" y="19350"/>
                </a:cubicBezTo>
                <a:cubicBezTo>
                  <a:pt x="933890" y="20847"/>
                  <a:pt x="930932" y="22866"/>
                  <a:pt x="928295" y="25408"/>
                </a:cubicBezTo>
                <a:cubicBezTo>
                  <a:pt x="925658" y="27950"/>
                  <a:pt x="923342" y="30884"/>
                  <a:pt x="921346" y="34210"/>
                </a:cubicBezTo>
                <a:cubicBezTo>
                  <a:pt x="919351" y="37536"/>
                  <a:pt x="917700" y="41016"/>
                  <a:pt x="916393" y="44651"/>
                </a:cubicBezTo>
                <a:cubicBezTo>
                  <a:pt x="915087" y="48286"/>
                  <a:pt x="914101" y="51956"/>
                  <a:pt x="913435" y="55662"/>
                </a:cubicBezTo>
                <a:cubicBezTo>
                  <a:pt x="912770" y="59368"/>
                  <a:pt x="912438" y="62884"/>
                  <a:pt x="912438" y="66210"/>
                </a:cubicBezTo>
                <a:cubicBezTo>
                  <a:pt x="912438" y="70011"/>
                  <a:pt x="912913" y="73396"/>
                  <a:pt x="913863" y="76366"/>
                </a:cubicBezTo>
                <a:cubicBezTo>
                  <a:pt x="914813" y="79336"/>
                  <a:pt x="916191" y="81842"/>
                  <a:pt x="917997" y="83885"/>
                </a:cubicBezTo>
                <a:cubicBezTo>
                  <a:pt x="919802" y="85928"/>
                  <a:pt x="922012" y="87472"/>
                  <a:pt x="924625" y="88518"/>
                </a:cubicBezTo>
                <a:cubicBezTo>
                  <a:pt x="927238" y="89563"/>
                  <a:pt x="930208" y="90086"/>
                  <a:pt x="933534" y="90086"/>
                </a:cubicBezTo>
                <a:cubicBezTo>
                  <a:pt x="937240" y="90086"/>
                  <a:pt x="940435" y="89666"/>
                  <a:pt x="943120" y="88827"/>
                </a:cubicBezTo>
                <a:cubicBezTo>
                  <a:pt x="945804" y="87988"/>
                  <a:pt x="948108" y="87054"/>
                  <a:pt x="950033" y="86023"/>
                </a:cubicBezTo>
                <a:cubicBezTo>
                  <a:pt x="951957" y="84993"/>
                  <a:pt x="953561" y="84058"/>
                  <a:pt x="954843" y="83219"/>
                </a:cubicBezTo>
                <a:cubicBezTo>
                  <a:pt x="956126" y="82380"/>
                  <a:pt x="957172" y="81961"/>
                  <a:pt x="957979" y="81961"/>
                </a:cubicBezTo>
                <a:cubicBezTo>
                  <a:pt x="958502" y="81961"/>
                  <a:pt x="958882" y="82152"/>
                  <a:pt x="959120" y="82533"/>
                </a:cubicBezTo>
                <a:cubicBezTo>
                  <a:pt x="959357" y="82915"/>
                  <a:pt x="959476" y="83487"/>
                  <a:pt x="959476" y="84250"/>
                </a:cubicBezTo>
                <a:cubicBezTo>
                  <a:pt x="959476" y="84488"/>
                  <a:pt x="959440" y="84834"/>
                  <a:pt x="959369" y="85288"/>
                </a:cubicBezTo>
                <a:cubicBezTo>
                  <a:pt x="959298" y="85741"/>
                  <a:pt x="959215" y="86230"/>
                  <a:pt x="959120" y="86754"/>
                </a:cubicBezTo>
                <a:cubicBezTo>
                  <a:pt x="959025" y="87278"/>
                  <a:pt x="958918" y="87850"/>
                  <a:pt x="958799" y="88471"/>
                </a:cubicBezTo>
                <a:cubicBezTo>
                  <a:pt x="958680" y="89091"/>
                  <a:pt x="958526" y="89676"/>
                  <a:pt x="958336" y="90224"/>
                </a:cubicBezTo>
                <a:cubicBezTo>
                  <a:pt x="958146" y="90772"/>
                  <a:pt x="957944" y="91273"/>
                  <a:pt x="957730" y="91727"/>
                </a:cubicBezTo>
                <a:cubicBezTo>
                  <a:pt x="957516" y="92180"/>
                  <a:pt x="957160" y="92645"/>
                  <a:pt x="956661" y="93121"/>
                </a:cubicBezTo>
                <a:cubicBezTo>
                  <a:pt x="956162" y="93598"/>
                  <a:pt x="955117" y="94302"/>
                  <a:pt x="953525" y="95233"/>
                </a:cubicBezTo>
                <a:cubicBezTo>
                  <a:pt x="951933" y="96162"/>
                  <a:pt x="949985" y="97044"/>
                  <a:pt x="947681" y="97879"/>
                </a:cubicBezTo>
                <a:cubicBezTo>
                  <a:pt x="945376" y="98713"/>
                  <a:pt x="942787" y="99428"/>
                  <a:pt x="939912" y="100023"/>
                </a:cubicBezTo>
                <a:cubicBezTo>
                  <a:pt x="937038" y="100620"/>
                  <a:pt x="933985" y="100919"/>
                  <a:pt x="930754" y="100919"/>
                </a:cubicBezTo>
                <a:cubicBezTo>
                  <a:pt x="925908" y="100919"/>
                  <a:pt x="921537" y="100194"/>
                  <a:pt x="917640" y="98745"/>
                </a:cubicBezTo>
                <a:cubicBezTo>
                  <a:pt x="913744" y="97296"/>
                  <a:pt x="910430" y="95158"/>
                  <a:pt x="907698" y="92331"/>
                </a:cubicBezTo>
                <a:cubicBezTo>
                  <a:pt x="904966" y="89504"/>
                  <a:pt x="902852" y="85988"/>
                  <a:pt x="901355" y="81783"/>
                </a:cubicBezTo>
                <a:cubicBezTo>
                  <a:pt x="899859" y="77578"/>
                  <a:pt x="899110" y="72743"/>
                  <a:pt x="899110" y="67279"/>
                </a:cubicBezTo>
                <a:cubicBezTo>
                  <a:pt x="899110" y="62765"/>
                  <a:pt x="899585" y="58121"/>
                  <a:pt x="900536" y="53346"/>
                </a:cubicBezTo>
                <a:cubicBezTo>
                  <a:pt x="901486" y="48571"/>
                  <a:pt x="902888" y="43926"/>
                  <a:pt x="904741" y="39412"/>
                </a:cubicBezTo>
                <a:cubicBezTo>
                  <a:pt x="906594" y="34899"/>
                  <a:pt x="908910" y="30646"/>
                  <a:pt x="911689" y="26655"/>
                </a:cubicBezTo>
                <a:cubicBezTo>
                  <a:pt x="914469" y="22664"/>
                  <a:pt x="917700" y="19160"/>
                  <a:pt x="921382" y="16143"/>
                </a:cubicBezTo>
                <a:cubicBezTo>
                  <a:pt x="925064" y="13126"/>
                  <a:pt x="929210" y="10750"/>
                  <a:pt x="933819" y="9016"/>
                </a:cubicBezTo>
                <a:cubicBezTo>
                  <a:pt x="938428" y="7281"/>
                  <a:pt x="943488" y="6414"/>
                  <a:pt x="948999" y="6414"/>
                </a:cubicBezTo>
                <a:cubicBezTo>
                  <a:pt x="952468" y="6414"/>
                  <a:pt x="955711" y="6805"/>
                  <a:pt x="958728" y="7586"/>
                </a:cubicBezTo>
                <a:cubicBezTo>
                  <a:pt x="961745" y="8367"/>
                  <a:pt x="964322" y="9349"/>
                  <a:pt x="966461" y="10532"/>
                </a:cubicBezTo>
                <a:cubicBezTo>
                  <a:pt x="968599" y="11716"/>
                  <a:pt x="970143" y="12769"/>
                  <a:pt x="971093" y="13693"/>
                </a:cubicBezTo>
                <a:cubicBezTo>
                  <a:pt x="972043" y="14615"/>
                  <a:pt x="972519" y="15691"/>
                  <a:pt x="972519" y="16922"/>
                </a:cubicBezTo>
                <a:close/>
                <a:moveTo>
                  <a:pt x="1032746" y="14539"/>
                </a:moveTo>
                <a:cubicBezTo>
                  <a:pt x="1032746" y="14919"/>
                  <a:pt x="1032722" y="15359"/>
                  <a:pt x="1032675" y="15858"/>
                </a:cubicBezTo>
                <a:cubicBezTo>
                  <a:pt x="1032627" y="16357"/>
                  <a:pt x="1032544" y="16879"/>
                  <a:pt x="1032425" y="17426"/>
                </a:cubicBezTo>
                <a:cubicBezTo>
                  <a:pt x="1032307" y="17972"/>
                  <a:pt x="1032164" y="18542"/>
                  <a:pt x="1031998" y="19136"/>
                </a:cubicBezTo>
                <a:cubicBezTo>
                  <a:pt x="1031831" y="19730"/>
                  <a:pt x="1031630" y="20253"/>
                  <a:pt x="1031392" y="20704"/>
                </a:cubicBezTo>
                <a:cubicBezTo>
                  <a:pt x="1031154" y="21155"/>
                  <a:pt x="1030881" y="21524"/>
                  <a:pt x="1030572" y="21809"/>
                </a:cubicBezTo>
                <a:cubicBezTo>
                  <a:pt x="1030264" y="22094"/>
                  <a:pt x="1029919" y="22236"/>
                  <a:pt x="1029539" y="22236"/>
                </a:cubicBezTo>
                <a:cubicBezTo>
                  <a:pt x="1029016" y="22236"/>
                  <a:pt x="1028292" y="21924"/>
                  <a:pt x="1027365" y="21299"/>
                </a:cubicBezTo>
                <a:cubicBezTo>
                  <a:pt x="1026439" y="20674"/>
                  <a:pt x="1025251" y="20012"/>
                  <a:pt x="1023802" y="19314"/>
                </a:cubicBezTo>
                <a:cubicBezTo>
                  <a:pt x="1022353" y="18616"/>
                  <a:pt x="1020630" y="17955"/>
                  <a:pt x="1018635" y="17330"/>
                </a:cubicBezTo>
                <a:cubicBezTo>
                  <a:pt x="1016639" y="16705"/>
                  <a:pt x="1014335" y="16392"/>
                  <a:pt x="1011721" y="16392"/>
                </a:cubicBezTo>
                <a:cubicBezTo>
                  <a:pt x="1008823" y="16392"/>
                  <a:pt x="1006281" y="16833"/>
                  <a:pt x="1004095" y="17715"/>
                </a:cubicBezTo>
                <a:cubicBezTo>
                  <a:pt x="1001910" y="18596"/>
                  <a:pt x="1000081" y="19786"/>
                  <a:pt x="998608" y="21288"/>
                </a:cubicBezTo>
                <a:cubicBezTo>
                  <a:pt x="997135" y="22787"/>
                  <a:pt x="996030" y="24490"/>
                  <a:pt x="995294" y="26397"/>
                </a:cubicBezTo>
                <a:cubicBezTo>
                  <a:pt x="994557" y="28302"/>
                  <a:pt x="994189" y="30278"/>
                  <a:pt x="994189" y="32326"/>
                </a:cubicBezTo>
                <a:cubicBezTo>
                  <a:pt x="994189" y="34419"/>
                  <a:pt x="994652" y="36251"/>
                  <a:pt x="995579" y="37822"/>
                </a:cubicBezTo>
                <a:cubicBezTo>
                  <a:pt x="996505" y="39392"/>
                  <a:pt x="997717" y="40819"/>
                  <a:pt x="999213" y="42105"/>
                </a:cubicBezTo>
                <a:cubicBezTo>
                  <a:pt x="1000710" y="43389"/>
                  <a:pt x="1002421" y="44603"/>
                  <a:pt x="1004345" y="45744"/>
                </a:cubicBezTo>
                <a:cubicBezTo>
                  <a:pt x="1006269" y="46886"/>
                  <a:pt x="1008229" y="48052"/>
                  <a:pt x="1010225" y="49241"/>
                </a:cubicBezTo>
                <a:cubicBezTo>
                  <a:pt x="1012220" y="50430"/>
                  <a:pt x="1014192" y="51704"/>
                  <a:pt x="1016140" y="53061"/>
                </a:cubicBezTo>
                <a:cubicBezTo>
                  <a:pt x="1018088" y="54416"/>
                  <a:pt x="1019811" y="55986"/>
                  <a:pt x="1021307" y="57771"/>
                </a:cubicBezTo>
                <a:cubicBezTo>
                  <a:pt x="1022804" y="59556"/>
                  <a:pt x="1024015" y="61602"/>
                  <a:pt x="1024942" y="63909"/>
                </a:cubicBezTo>
                <a:cubicBezTo>
                  <a:pt x="1025869" y="66217"/>
                  <a:pt x="1026332" y="68893"/>
                  <a:pt x="1026332" y="71938"/>
                </a:cubicBezTo>
                <a:cubicBezTo>
                  <a:pt x="1026332" y="75984"/>
                  <a:pt x="1025500" y="79780"/>
                  <a:pt x="1023837" y="83326"/>
                </a:cubicBezTo>
                <a:cubicBezTo>
                  <a:pt x="1022174" y="86870"/>
                  <a:pt x="1019811" y="89963"/>
                  <a:pt x="1016746" y="92605"/>
                </a:cubicBezTo>
                <a:cubicBezTo>
                  <a:pt x="1013681" y="95244"/>
                  <a:pt x="1009987" y="97338"/>
                  <a:pt x="1005663" y="98885"/>
                </a:cubicBezTo>
                <a:cubicBezTo>
                  <a:pt x="1001340" y="100431"/>
                  <a:pt x="996517" y="101204"/>
                  <a:pt x="991196" y="101204"/>
                </a:cubicBezTo>
                <a:cubicBezTo>
                  <a:pt x="988297" y="101204"/>
                  <a:pt x="985601" y="100952"/>
                  <a:pt x="983106" y="100449"/>
                </a:cubicBezTo>
                <a:cubicBezTo>
                  <a:pt x="980612" y="99945"/>
                  <a:pt x="978367" y="99322"/>
                  <a:pt x="976371" y="98580"/>
                </a:cubicBezTo>
                <a:cubicBezTo>
                  <a:pt x="974376" y="97836"/>
                  <a:pt x="972689" y="97069"/>
                  <a:pt x="971311" y="96277"/>
                </a:cubicBezTo>
                <a:cubicBezTo>
                  <a:pt x="969933" y="95486"/>
                  <a:pt x="968935" y="94779"/>
                  <a:pt x="968318" y="94157"/>
                </a:cubicBezTo>
                <a:cubicBezTo>
                  <a:pt x="967700" y="93533"/>
                  <a:pt x="967391" y="92628"/>
                  <a:pt x="967391" y="91440"/>
                </a:cubicBezTo>
                <a:cubicBezTo>
                  <a:pt x="967391" y="91155"/>
                  <a:pt x="967427" y="90751"/>
                  <a:pt x="967498" y="90228"/>
                </a:cubicBezTo>
                <a:cubicBezTo>
                  <a:pt x="967569" y="89705"/>
                  <a:pt x="967676" y="89135"/>
                  <a:pt x="967819" y="88518"/>
                </a:cubicBezTo>
                <a:cubicBezTo>
                  <a:pt x="967961" y="87900"/>
                  <a:pt x="968116" y="87294"/>
                  <a:pt x="968282" y="86700"/>
                </a:cubicBezTo>
                <a:cubicBezTo>
                  <a:pt x="968448" y="86106"/>
                  <a:pt x="968662" y="85560"/>
                  <a:pt x="968924" y="85061"/>
                </a:cubicBezTo>
                <a:cubicBezTo>
                  <a:pt x="969185" y="84562"/>
                  <a:pt x="969470" y="84158"/>
                  <a:pt x="969779" y="83849"/>
                </a:cubicBezTo>
                <a:cubicBezTo>
                  <a:pt x="970088" y="83541"/>
                  <a:pt x="970456" y="83386"/>
                  <a:pt x="970884" y="83386"/>
                </a:cubicBezTo>
                <a:cubicBezTo>
                  <a:pt x="971644" y="83386"/>
                  <a:pt x="972594" y="83770"/>
                  <a:pt x="973734" y="84538"/>
                </a:cubicBezTo>
                <a:cubicBezTo>
                  <a:pt x="974875" y="85305"/>
                  <a:pt x="976288" y="86133"/>
                  <a:pt x="977975" y="87021"/>
                </a:cubicBezTo>
                <a:cubicBezTo>
                  <a:pt x="979662" y="87909"/>
                  <a:pt x="981669" y="88737"/>
                  <a:pt x="983997" y="89504"/>
                </a:cubicBezTo>
                <a:cubicBezTo>
                  <a:pt x="986325" y="90272"/>
                  <a:pt x="989057" y="90656"/>
                  <a:pt x="992193" y="90656"/>
                </a:cubicBezTo>
                <a:cubicBezTo>
                  <a:pt x="995519" y="90656"/>
                  <a:pt x="998489" y="90192"/>
                  <a:pt x="1001102" y="89264"/>
                </a:cubicBezTo>
                <a:cubicBezTo>
                  <a:pt x="1003715" y="88334"/>
                  <a:pt x="1005913" y="87072"/>
                  <a:pt x="1007695" y="85478"/>
                </a:cubicBezTo>
                <a:cubicBezTo>
                  <a:pt x="1009476" y="83881"/>
                  <a:pt x="1010842" y="82012"/>
                  <a:pt x="1011793" y="79869"/>
                </a:cubicBezTo>
                <a:cubicBezTo>
                  <a:pt x="1012743" y="77725"/>
                  <a:pt x="1013218" y="75439"/>
                  <a:pt x="1013218" y="73010"/>
                </a:cubicBezTo>
                <a:cubicBezTo>
                  <a:pt x="1013218" y="70869"/>
                  <a:pt x="1012767" y="69001"/>
                  <a:pt x="1011864" y="67408"/>
                </a:cubicBezTo>
                <a:cubicBezTo>
                  <a:pt x="1010961" y="65814"/>
                  <a:pt x="1009773" y="64374"/>
                  <a:pt x="1008300" y="63090"/>
                </a:cubicBezTo>
                <a:cubicBezTo>
                  <a:pt x="1006827" y="61804"/>
                  <a:pt x="1005129" y="60614"/>
                  <a:pt x="1003205" y="59520"/>
                </a:cubicBezTo>
                <a:cubicBezTo>
                  <a:pt x="1001280" y="58425"/>
                  <a:pt x="999332" y="57283"/>
                  <a:pt x="997360" y="56094"/>
                </a:cubicBezTo>
                <a:cubicBezTo>
                  <a:pt x="995389" y="54903"/>
                  <a:pt x="993452" y="53630"/>
                  <a:pt x="991552" y="52274"/>
                </a:cubicBezTo>
                <a:cubicBezTo>
                  <a:pt x="989651" y="50919"/>
                  <a:pt x="987965" y="49349"/>
                  <a:pt x="986492" y="47564"/>
                </a:cubicBezTo>
                <a:cubicBezTo>
                  <a:pt x="985019" y="45779"/>
                  <a:pt x="983819" y="43733"/>
                  <a:pt x="982893" y="41426"/>
                </a:cubicBezTo>
                <a:cubicBezTo>
                  <a:pt x="981966" y="39117"/>
                  <a:pt x="981503" y="36416"/>
                  <a:pt x="981503" y="33323"/>
                </a:cubicBezTo>
                <a:cubicBezTo>
                  <a:pt x="981503" y="29565"/>
                  <a:pt x="982239" y="26045"/>
                  <a:pt x="983712" y="22762"/>
                </a:cubicBezTo>
                <a:cubicBezTo>
                  <a:pt x="985185" y="19478"/>
                  <a:pt x="987276" y="16599"/>
                  <a:pt x="989984" y="14125"/>
                </a:cubicBezTo>
                <a:cubicBezTo>
                  <a:pt x="992692" y="11650"/>
                  <a:pt x="995971" y="9699"/>
                  <a:pt x="999819" y="8272"/>
                </a:cubicBezTo>
                <a:cubicBezTo>
                  <a:pt x="1003668" y="6843"/>
                  <a:pt x="1007968" y="6129"/>
                  <a:pt x="1012719" y="6129"/>
                </a:cubicBezTo>
                <a:cubicBezTo>
                  <a:pt x="1015000" y="6129"/>
                  <a:pt x="1017174" y="6322"/>
                  <a:pt x="1019240" y="6706"/>
                </a:cubicBezTo>
                <a:cubicBezTo>
                  <a:pt x="1021307" y="7091"/>
                  <a:pt x="1023172" y="7560"/>
                  <a:pt x="1024835" y="8114"/>
                </a:cubicBezTo>
                <a:cubicBezTo>
                  <a:pt x="1026498" y="8666"/>
                  <a:pt x="1027923" y="9267"/>
                  <a:pt x="1029111" y="9915"/>
                </a:cubicBezTo>
                <a:cubicBezTo>
                  <a:pt x="1030299" y="10564"/>
                  <a:pt x="1031107" y="11106"/>
                  <a:pt x="1031534" y="11539"/>
                </a:cubicBezTo>
                <a:cubicBezTo>
                  <a:pt x="1031962" y="11971"/>
                  <a:pt x="1032271" y="12413"/>
                  <a:pt x="1032461" y="12864"/>
                </a:cubicBezTo>
                <a:cubicBezTo>
                  <a:pt x="1032651" y="13316"/>
                  <a:pt x="1032746" y="13874"/>
                  <a:pt x="1032746" y="14539"/>
                </a:cubicBezTo>
                <a:close/>
                <a:moveTo>
                  <a:pt x="1074224" y="97640"/>
                </a:moveTo>
                <a:cubicBezTo>
                  <a:pt x="1073891" y="98163"/>
                  <a:pt x="1073535" y="98590"/>
                  <a:pt x="1073155" y="98923"/>
                </a:cubicBezTo>
                <a:cubicBezTo>
                  <a:pt x="1072774" y="99256"/>
                  <a:pt x="1072276" y="99517"/>
                  <a:pt x="1071658" y="99707"/>
                </a:cubicBezTo>
                <a:cubicBezTo>
                  <a:pt x="1071040" y="99897"/>
                  <a:pt x="1070256" y="100028"/>
                  <a:pt x="1069306" y="100099"/>
                </a:cubicBezTo>
                <a:cubicBezTo>
                  <a:pt x="1068356" y="100170"/>
                  <a:pt x="1067168" y="100206"/>
                  <a:pt x="1065742" y="100206"/>
                </a:cubicBezTo>
                <a:cubicBezTo>
                  <a:pt x="1064222" y="100206"/>
                  <a:pt x="1062963" y="100170"/>
                  <a:pt x="1061965" y="100099"/>
                </a:cubicBezTo>
                <a:cubicBezTo>
                  <a:pt x="1060967" y="100028"/>
                  <a:pt x="1060183" y="99897"/>
                  <a:pt x="1059613" y="99707"/>
                </a:cubicBezTo>
                <a:cubicBezTo>
                  <a:pt x="1059043" y="99517"/>
                  <a:pt x="1058627" y="99244"/>
                  <a:pt x="1058366" y="98887"/>
                </a:cubicBezTo>
                <a:cubicBezTo>
                  <a:pt x="1058105" y="98531"/>
                  <a:pt x="1057950" y="98092"/>
                  <a:pt x="1057903" y="97569"/>
                </a:cubicBezTo>
                <a:lnTo>
                  <a:pt x="1044860" y="11332"/>
                </a:lnTo>
                <a:cubicBezTo>
                  <a:pt x="1044718" y="10429"/>
                  <a:pt x="1044658" y="9693"/>
                  <a:pt x="1044682" y="9123"/>
                </a:cubicBezTo>
                <a:cubicBezTo>
                  <a:pt x="1044706" y="8552"/>
                  <a:pt x="1044920" y="8125"/>
                  <a:pt x="1045324" y="7840"/>
                </a:cubicBezTo>
                <a:cubicBezTo>
                  <a:pt x="1045727" y="7555"/>
                  <a:pt x="1046345" y="7365"/>
                  <a:pt x="1047177" y="7270"/>
                </a:cubicBezTo>
                <a:cubicBezTo>
                  <a:pt x="1048008" y="7175"/>
                  <a:pt x="1049160" y="7127"/>
                  <a:pt x="1050633" y="7127"/>
                </a:cubicBezTo>
                <a:cubicBezTo>
                  <a:pt x="1052059" y="7127"/>
                  <a:pt x="1053187" y="7163"/>
                  <a:pt x="1054019" y="7234"/>
                </a:cubicBezTo>
                <a:cubicBezTo>
                  <a:pt x="1054850" y="7305"/>
                  <a:pt x="1055503" y="7436"/>
                  <a:pt x="1055978" y="7626"/>
                </a:cubicBezTo>
                <a:cubicBezTo>
                  <a:pt x="1056454" y="7816"/>
                  <a:pt x="1056774" y="8077"/>
                  <a:pt x="1056941" y="8410"/>
                </a:cubicBezTo>
                <a:cubicBezTo>
                  <a:pt x="1057107" y="8742"/>
                  <a:pt x="1057238" y="9146"/>
                  <a:pt x="1057333" y="9621"/>
                </a:cubicBezTo>
                <a:lnTo>
                  <a:pt x="1068094" y="87163"/>
                </a:lnTo>
                <a:lnTo>
                  <a:pt x="1068166" y="87163"/>
                </a:lnTo>
                <a:lnTo>
                  <a:pt x="1109289" y="9550"/>
                </a:lnTo>
                <a:cubicBezTo>
                  <a:pt x="1109526" y="9075"/>
                  <a:pt x="1109799" y="8683"/>
                  <a:pt x="1110108" y="8374"/>
                </a:cubicBezTo>
                <a:cubicBezTo>
                  <a:pt x="1110417" y="8065"/>
                  <a:pt x="1110833" y="7816"/>
                  <a:pt x="1111355" y="7626"/>
                </a:cubicBezTo>
                <a:cubicBezTo>
                  <a:pt x="1111878" y="7436"/>
                  <a:pt x="1112579" y="7305"/>
                  <a:pt x="1113458" y="7234"/>
                </a:cubicBezTo>
                <a:cubicBezTo>
                  <a:pt x="1114337" y="7163"/>
                  <a:pt x="1115489" y="7127"/>
                  <a:pt x="1116914" y="7127"/>
                </a:cubicBezTo>
                <a:cubicBezTo>
                  <a:pt x="1118387" y="7127"/>
                  <a:pt x="1119551" y="7186"/>
                  <a:pt x="1120407" y="7305"/>
                </a:cubicBezTo>
                <a:cubicBezTo>
                  <a:pt x="1121262" y="7424"/>
                  <a:pt x="1121856" y="7650"/>
                  <a:pt x="1122188" y="7982"/>
                </a:cubicBezTo>
                <a:cubicBezTo>
                  <a:pt x="1122521" y="8315"/>
                  <a:pt x="1122616" y="8802"/>
                  <a:pt x="1122474" y="9443"/>
                </a:cubicBezTo>
                <a:cubicBezTo>
                  <a:pt x="1122331" y="10085"/>
                  <a:pt x="1121975" y="10928"/>
                  <a:pt x="1121405" y="11973"/>
                </a:cubicBezTo>
                <a:lnTo>
                  <a:pt x="1074224" y="97640"/>
                </a:lnTo>
                <a:close/>
                <a:moveTo>
                  <a:pt x="1204283" y="4633"/>
                </a:moveTo>
                <a:cubicBezTo>
                  <a:pt x="1204283" y="4823"/>
                  <a:pt x="1204259" y="5120"/>
                  <a:pt x="1204211" y="5523"/>
                </a:cubicBezTo>
                <a:cubicBezTo>
                  <a:pt x="1204164" y="5927"/>
                  <a:pt x="1204104" y="6379"/>
                  <a:pt x="1204033" y="6878"/>
                </a:cubicBezTo>
                <a:cubicBezTo>
                  <a:pt x="1203962" y="7376"/>
                  <a:pt x="1203855" y="7899"/>
                  <a:pt x="1203712" y="8446"/>
                </a:cubicBezTo>
                <a:cubicBezTo>
                  <a:pt x="1203570" y="8992"/>
                  <a:pt x="1203404" y="9503"/>
                  <a:pt x="1203214" y="9978"/>
                </a:cubicBezTo>
                <a:cubicBezTo>
                  <a:pt x="1203024" y="10453"/>
                  <a:pt x="1202810" y="10833"/>
                  <a:pt x="1202572" y="11118"/>
                </a:cubicBezTo>
                <a:cubicBezTo>
                  <a:pt x="1202335" y="11403"/>
                  <a:pt x="1202073" y="11546"/>
                  <a:pt x="1201788" y="11546"/>
                </a:cubicBezTo>
                <a:cubicBezTo>
                  <a:pt x="1201456" y="11546"/>
                  <a:pt x="1201040" y="11451"/>
                  <a:pt x="1200541" y="11261"/>
                </a:cubicBezTo>
                <a:cubicBezTo>
                  <a:pt x="1200042" y="11071"/>
                  <a:pt x="1199460" y="10869"/>
                  <a:pt x="1198795" y="10655"/>
                </a:cubicBezTo>
                <a:cubicBezTo>
                  <a:pt x="1198130" y="10441"/>
                  <a:pt x="1197346" y="10239"/>
                  <a:pt x="1196443" y="10049"/>
                </a:cubicBezTo>
                <a:cubicBezTo>
                  <a:pt x="1195540" y="9859"/>
                  <a:pt x="1194542" y="9764"/>
                  <a:pt x="1193450" y="9764"/>
                </a:cubicBezTo>
                <a:cubicBezTo>
                  <a:pt x="1191406" y="9764"/>
                  <a:pt x="1189660" y="10072"/>
                  <a:pt x="1188211" y="10688"/>
                </a:cubicBezTo>
                <a:cubicBezTo>
                  <a:pt x="1186762" y="11303"/>
                  <a:pt x="1185515" y="12262"/>
                  <a:pt x="1184470" y="13566"/>
                </a:cubicBezTo>
                <a:cubicBezTo>
                  <a:pt x="1183424" y="14868"/>
                  <a:pt x="1182545" y="16514"/>
                  <a:pt x="1181833" y="18504"/>
                </a:cubicBezTo>
                <a:cubicBezTo>
                  <a:pt x="1181120" y="20492"/>
                  <a:pt x="1180502" y="22835"/>
                  <a:pt x="1179979" y="25535"/>
                </a:cubicBezTo>
                <a:lnTo>
                  <a:pt x="1178768" y="31929"/>
                </a:lnTo>
                <a:lnTo>
                  <a:pt x="1193093" y="31929"/>
                </a:lnTo>
                <a:cubicBezTo>
                  <a:pt x="1193616" y="31929"/>
                  <a:pt x="1194032" y="32107"/>
                  <a:pt x="1194340" y="32464"/>
                </a:cubicBezTo>
                <a:cubicBezTo>
                  <a:pt x="1194649" y="32820"/>
                  <a:pt x="1194804" y="33402"/>
                  <a:pt x="1194804" y="34210"/>
                </a:cubicBezTo>
                <a:cubicBezTo>
                  <a:pt x="1194804" y="34732"/>
                  <a:pt x="1194756" y="35279"/>
                  <a:pt x="1194661" y="35849"/>
                </a:cubicBezTo>
                <a:cubicBezTo>
                  <a:pt x="1194566" y="36419"/>
                  <a:pt x="1194447" y="36977"/>
                  <a:pt x="1194305" y="37524"/>
                </a:cubicBezTo>
                <a:cubicBezTo>
                  <a:pt x="1194162" y="38070"/>
                  <a:pt x="1193984" y="38593"/>
                  <a:pt x="1193770" y="39092"/>
                </a:cubicBezTo>
                <a:cubicBezTo>
                  <a:pt x="1193556" y="39591"/>
                  <a:pt x="1193319" y="40030"/>
                  <a:pt x="1193058" y="40410"/>
                </a:cubicBezTo>
                <a:cubicBezTo>
                  <a:pt x="1192796" y="40790"/>
                  <a:pt x="1192499" y="41099"/>
                  <a:pt x="1192167" y="41337"/>
                </a:cubicBezTo>
                <a:cubicBezTo>
                  <a:pt x="1191834" y="41574"/>
                  <a:pt x="1191502" y="41693"/>
                  <a:pt x="1191169" y="41693"/>
                </a:cubicBezTo>
                <a:lnTo>
                  <a:pt x="1176772" y="41693"/>
                </a:lnTo>
                <a:lnTo>
                  <a:pt x="1164585" y="102522"/>
                </a:lnTo>
                <a:cubicBezTo>
                  <a:pt x="1163777" y="106519"/>
                  <a:pt x="1162685" y="109981"/>
                  <a:pt x="1161307" y="112908"/>
                </a:cubicBezTo>
                <a:cubicBezTo>
                  <a:pt x="1159929" y="115834"/>
                  <a:pt x="1158242" y="118261"/>
                  <a:pt x="1156246" y="120188"/>
                </a:cubicBezTo>
                <a:cubicBezTo>
                  <a:pt x="1154251" y="122116"/>
                  <a:pt x="1151947" y="123543"/>
                  <a:pt x="1149333" y="124471"/>
                </a:cubicBezTo>
                <a:cubicBezTo>
                  <a:pt x="1146720" y="125399"/>
                  <a:pt x="1143774" y="125863"/>
                  <a:pt x="1140496" y="125863"/>
                </a:cubicBezTo>
                <a:cubicBezTo>
                  <a:pt x="1138358" y="125863"/>
                  <a:pt x="1136612" y="125697"/>
                  <a:pt x="1135257" y="125364"/>
                </a:cubicBezTo>
                <a:cubicBezTo>
                  <a:pt x="1133903" y="125032"/>
                  <a:pt x="1133060" y="124723"/>
                  <a:pt x="1132727" y="124438"/>
                </a:cubicBezTo>
                <a:cubicBezTo>
                  <a:pt x="1132537" y="124200"/>
                  <a:pt x="1132395" y="123939"/>
                  <a:pt x="1132300" y="123654"/>
                </a:cubicBezTo>
                <a:cubicBezTo>
                  <a:pt x="1132205" y="123369"/>
                  <a:pt x="1132157" y="122989"/>
                  <a:pt x="1132157" y="122514"/>
                </a:cubicBezTo>
                <a:cubicBezTo>
                  <a:pt x="1132157" y="122323"/>
                  <a:pt x="1132193" y="122003"/>
                  <a:pt x="1132264" y="121551"/>
                </a:cubicBezTo>
                <a:cubicBezTo>
                  <a:pt x="1132335" y="121100"/>
                  <a:pt x="1132418" y="120625"/>
                  <a:pt x="1132514" y="120126"/>
                </a:cubicBezTo>
                <a:cubicBezTo>
                  <a:pt x="1132609" y="119627"/>
                  <a:pt x="1132727" y="119104"/>
                  <a:pt x="1132870" y="118558"/>
                </a:cubicBezTo>
                <a:cubicBezTo>
                  <a:pt x="1133012" y="118012"/>
                  <a:pt x="1133179" y="117501"/>
                  <a:pt x="1133369" y="117026"/>
                </a:cubicBezTo>
                <a:cubicBezTo>
                  <a:pt x="1133559" y="116551"/>
                  <a:pt x="1133773" y="116170"/>
                  <a:pt x="1134010" y="115885"/>
                </a:cubicBezTo>
                <a:cubicBezTo>
                  <a:pt x="1134248" y="115600"/>
                  <a:pt x="1134533" y="115458"/>
                  <a:pt x="1134865" y="115458"/>
                </a:cubicBezTo>
                <a:cubicBezTo>
                  <a:pt x="1135198" y="115458"/>
                  <a:pt x="1135519" y="115493"/>
                  <a:pt x="1135828" y="115565"/>
                </a:cubicBezTo>
                <a:cubicBezTo>
                  <a:pt x="1136136" y="115636"/>
                  <a:pt x="1136469" y="115707"/>
                  <a:pt x="1136825" y="115778"/>
                </a:cubicBezTo>
                <a:cubicBezTo>
                  <a:pt x="1137182" y="115850"/>
                  <a:pt x="1137609" y="115921"/>
                  <a:pt x="1138108" y="115992"/>
                </a:cubicBezTo>
                <a:cubicBezTo>
                  <a:pt x="1138607" y="116064"/>
                  <a:pt x="1139237" y="116099"/>
                  <a:pt x="1139997" y="116099"/>
                </a:cubicBezTo>
                <a:cubicBezTo>
                  <a:pt x="1141992" y="116099"/>
                  <a:pt x="1143715" y="115790"/>
                  <a:pt x="1145164" y="115170"/>
                </a:cubicBezTo>
                <a:cubicBezTo>
                  <a:pt x="1146613" y="114551"/>
                  <a:pt x="1147848" y="113586"/>
                  <a:pt x="1148870" y="112275"/>
                </a:cubicBezTo>
                <a:cubicBezTo>
                  <a:pt x="1149892" y="110966"/>
                  <a:pt x="1150747" y="109311"/>
                  <a:pt x="1151436" y="107311"/>
                </a:cubicBezTo>
                <a:cubicBezTo>
                  <a:pt x="1152125" y="105311"/>
                  <a:pt x="1152754" y="102905"/>
                  <a:pt x="1153324" y="100095"/>
                </a:cubicBezTo>
                <a:lnTo>
                  <a:pt x="1165013" y="41693"/>
                </a:lnTo>
                <a:lnTo>
                  <a:pt x="1155890" y="41693"/>
                </a:lnTo>
                <a:cubicBezTo>
                  <a:pt x="1155415" y="41693"/>
                  <a:pt x="1155047" y="41539"/>
                  <a:pt x="1154785" y="41230"/>
                </a:cubicBezTo>
                <a:cubicBezTo>
                  <a:pt x="1154524" y="40921"/>
                  <a:pt x="1154393" y="40339"/>
                  <a:pt x="1154393" y="39484"/>
                </a:cubicBezTo>
                <a:cubicBezTo>
                  <a:pt x="1154393" y="39104"/>
                  <a:pt x="1154417" y="38640"/>
                  <a:pt x="1154465" y="38094"/>
                </a:cubicBezTo>
                <a:cubicBezTo>
                  <a:pt x="1154512" y="37548"/>
                  <a:pt x="1154595" y="36989"/>
                  <a:pt x="1154714" y="36419"/>
                </a:cubicBezTo>
                <a:cubicBezTo>
                  <a:pt x="1154833" y="35849"/>
                  <a:pt x="1154987" y="35303"/>
                  <a:pt x="1155177" y="34780"/>
                </a:cubicBezTo>
                <a:cubicBezTo>
                  <a:pt x="1155367" y="34257"/>
                  <a:pt x="1155605" y="33782"/>
                  <a:pt x="1155890" y="33354"/>
                </a:cubicBezTo>
                <a:cubicBezTo>
                  <a:pt x="1156175" y="32927"/>
                  <a:pt x="1156472" y="32582"/>
                  <a:pt x="1156781" y="32321"/>
                </a:cubicBezTo>
                <a:cubicBezTo>
                  <a:pt x="1157090" y="32060"/>
                  <a:pt x="1157482" y="31929"/>
                  <a:pt x="1157957" y="31929"/>
                </a:cubicBezTo>
                <a:lnTo>
                  <a:pt x="1166937" y="31929"/>
                </a:lnTo>
                <a:lnTo>
                  <a:pt x="1168719" y="23040"/>
                </a:lnTo>
                <a:cubicBezTo>
                  <a:pt x="1169479" y="19153"/>
                  <a:pt x="1170572" y="15752"/>
                  <a:pt x="1171997" y="12838"/>
                </a:cubicBezTo>
                <a:cubicBezTo>
                  <a:pt x="1173423" y="9921"/>
                  <a:pt x="1175145" y="7515"/>
                  <a:pt x="1177164" y="5619"/>
                </a:cubicBezTo>
                <a:cubicBezTo>
                  <a:pt x="1179184" y="3722"/>
                  <a:pt x="1181512" y="2311"/>
                  <a:pt x="1184149" y="1388"/>
                </a:cubicBezTo>
                <a:cubicBezTo>
                  <a:pt x="1186786" y="463"/>
                  <a:pt x="1189696" y="0"/>
                  <a:pt x="1192879" y="0"/>
                </a:cubicBezTo>
                <a:cubicBezTo>
                  <a:pt x="1193925" y="0"/>
                  <a:pt x="1195017" y="59"/>
                  <a:pt x="1196158" y="178"/>
                </a:cubicBezTo>
                <a:cubicBezTo>
                  <a:pt x="1197298" y="297"/>
                  <a:pt x="1198355" y="463"/>
                  <a:pt x="1199329" y="677"/>
                </a:cubicBezTo>
                <a:cubicBezTo>
                  <a:pt x="1200303" y="891"/>
                  <a:pt x="1201159" y="1140"/>
                  <a:pt x="1201895" y="1425"/>
                </a:cubicBezTo>
                <a:cubicBezTo>
                  <a:pt x="1202632" y="1710"/>
                  <a:pt x="1203142" y="1996"/>
                  <a:pt x="1203427" y="2281"/>
                </a:cubicBezTo>
                <a:cubicBezTo>
                  <a:pt x="1203712" y="2518"/>
                  <a:pt x="1203926" y="2851"/>
                  <a:pt x="1204069" y="3278"/>
                </a:cubicBezTo>
                <a:cubicBezTo>
                  <a:pt x="1204211" y="3706"/>
                  <a:pt x="1204283" y="4157"/>
                  <a:pt x="1204283" y="46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ilewith">
            <a:extLst xmlns:a="http://schemas.openxmlformats.org/drawingml/2006/main">
              <a:ext uri="{FF2B5EF4-FFF2-40B4-BE49-F238E27FC236}">
                <a16:creationId xmlns:a16="http://schemas.microsoft.com/office/drawing/2014/main" id="{F0E6CBFB-8549-456F-A1E0-C8A92816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4563" y="691479"/>
            <a:ext cx="419471" cy="100776"/>
          </a:xfrm>
          <a:custGeom xmlns:a="http://schemas.openxmlformats.org/drawingml/2006/main">
            <a:pathLst>
              <a:path w="419471" h="100776">
                <a:moveTo>
                  <a:pt x="30314" y="11760"/>
                </a:moveTo>
                <a:cubicBezTo>
                  <a:pt x="30076" y="13090"/>
                  <a:pt x="29755" y="14207"/>
                  <a:pt x="29351" y="15109"/>
                </a:cubicBezTo>
                <a:cubicBezTo>
                  <a:pt x="28948" y="16012"/>
                  <a:pt x="28413" y="16737"/>
                  <a:pt x="27748" y="17283"/>
                </a:cubicBezTo>
                <a:cubicBezTo>
                  <a:pt x="27083" y="17829"/>
                  <a:pt x="26251" y="18221"/>
                  <a:pt x="25253" y="18459"/>
                </a:cubicBezTo>
                <a:cubicBezTo>
                  <a:pt x="24256" y="18697"/>
                  <a:pt x="23044" y="18815"/>
                  <a:pt x="21619" y="18815"/>
                </a:cubicBezTo>
                <a:cubicBezTo>
                  <a:pt x="20241" y="18815"/>
                  <a:pt x="19100" y="18697"/>
                  <a:pt x="18198" y="18459"/>
                </a:cubicBezTo>
                <a:cubicBezTo>
                  <a:pt x="17295" y="18221"/>
                  <a:pt x="16630" y="17829"/>
                  <a:pt x="16202" y="17283"/>
                </a:cubicBezTo>
                <a:cubicBezTo>
                  <a:pt x="15774" y="16737"/>
                  <a:pt x="15537" y="16012"/>
                  <a:pt x="15489" y="15109"/>
                </a:cubicBezTo>
                <a:cubicBezTo>
                  <a:pt x="15442" y="14207"/>
                  <a:pt x="15537" y="13090"/>
                  <a:pt x="15774" y="11760"/>
                </a:cubicBezTo>
                <a:cubicBezTo>
                  <a:pt x="16060" y="10429"/>
                  <a:pt x="16416" y="9325"/>
                  <a:pt x="16844" y="8446"/>
                </a:cubicBezTo>
                <a:cubicBezTo>
                  <a:pt x="17271" y="7567"/>
                  <a:pt x="17806" y="6830"/>
                  <a:pt x="18447" y="6236"/>
                </a:cubicBezTo>
                <a:cubicBezTo>
                  <a:pt x="19089" y="5642"/>
                  <a:pt x="19908" y="5238"/>
                  <a:pt x="20906" y="5025"/>
                </a:cubicBezTo>
                <a:cubicBezTo>
                  <a:pt x="21904" y="4811"/>
                  <a:pt x="23115" y="4704"/>
                  <a:pt x="24541" y="4704"/>
                </a:cubicBezTo>
                <a:cubicBezTo>
                  <a:pt x="25919" y="4704"/>
                  <a:pt x="27047" y="4811"/>
                  <a:pt x="27926" y="5025"/>
                </a:cubicBezTo>
                <a:cubicBezTo>
                  <a:pt x="28805" y="5238"/>
                  <a:pt x="29470" y="5642"/>
                  <a:pt x="29922" y="6236"/>
                </a:cubicBezTo>
                <a:cubicBezTo>
                  <a:pt x="30373" y="6830"/>
                  <a:pt x="30622" y="7567"/>
                  <a:pt x="30670" y="8446"/>
                </a:cubicBezTo>
                <a:cubicBezTo>
                  <a:pt x="30717" y="9325"/>
                  <a:pt x="30599" y="10429"/>
                  <a:pt x="30314" y="11760"/>
                </a:cubicBezTo>
                <a:moveTo>
                  <a:pt x="11855" y="97569"/>
                </a:moveTo>
                <a:cubicBezTo>
                  <a:pt x="11760" y="97949"/>
                  <a:pt x="11593" y="98270"/>
                  <a:pt x="11356" y="98531"/>
                </a:cubicBezTo>
                <a:cubicBezTo>
                  <a:pt x="11118" y="98792"/>
                  <a:pt x="10762" y="99018"/>
                  <a:pt x="10287" y="99208"/>
                </a:cubicBezTo>
                <a:cubicBezTo>
                  <a:pt x="9812" y="99398"/>
                  <a:pt x="9182" y="99541"/>
                  <a:pt x="8398" y="99636"/>
                </a:cubicBezTo>
                <a:cubicBezTo>
                  <a:pt x="7614" y="99731"/>
                  <a:pt x="6652" y="99778"/>
                  <a:pt x="5512" y="99778"/>
                </a:cubicBezTo>
                <a:cubicBezTo>
                  <a:pt x="4324" y="99778"/>
                  <a:pt x="3362" y="99731"/>
                  <a:pt x="2625" y="99636"/>
                </a:cubicBezTo>
                <a:cubicBezTo>
                  <a:pt x="1889" y="99541"/>
                  <a:pt x="1318" y="99398"/>
                  <a:pt x="915" y="99208"/>
                </a:cubicBezTo>
                <a:cubicBezTo>
                  <a:pt x="511" y="99018"/>
                  <a:pt x="249" y="98792"/>
                  <a:pt x="131" y="98531"/>
                </a:cubicBezTo>
                <a:cubicBezTo>
                  <a:pt x="12" y="98270"/>
                  <a:pt x="0" y="97949"/>
                  <a:pt x="95" y="97569"/>
                </a:cubicBezTo>
                <a:lnTo>
                  <a:pt x="12852" y="33426"/>
                </a:lnTo>
                <a:cubicBezTo>
                  <a:pt x="12900" y="33093"/>
                  <a:pt x="13042" y="32784"/>
                  <a:pt x="13280" y="32499"/>
                </a:cubicBezTo>
                <a:cubicBezTo>
                  <a:pt x="13518" y="32214"/>
                  <a:pt x="13874" y="31977"/>
                  <a:pt x="14349" y="31787"/>
                </a:cubicBezTo>
                <a:cubicBezTo>
                  <a:pt x="14824" y="31596"/>
                  <a:pt x="15454" y="31454"/>
                  <a:pt x="16238" y="31359"/>
                </a:cubicBezTo>
                <a:cubicBezTo>
                  <a:pt x="17022" y="31264"/>
                  <a:pt x="18008" y="31216"/>
                  <a:pt x="19195" y="31216"/>
                </a:cubicBezTo>
                <a:cubicBezTo>
                  <a:pt x="20336" y="31216"/>
                  <a:pt x="21274" y="31264"/>
                  <a:pt x="22011" y="31359"/>
                </a:cubicBezTo>
                <a:cubicBezTo>
                  <a:pt x="22747" y="31454"/>
                  <a:pt x="23317" y="31596"/>
                  <a:pt x="23721" y="31787"/>
                </a:cubicBezTo>
                <a:cubicBezTo>
                  <a:pt x="24125" y="31977"/>
                  <a:pt x="24386" y="32214"/>
                  <a:pt x="24505" y="32499"/>
                </a:cubicBezTo>
                <a:cubicBezTo>
                  <a:pt x="24624" y="32784"/>
                  <a:pt x="24659" y="33093"/>
                  <a:pt x="24612" y="33426"/>
                </a:cubicBezTo>
                <a:lnTo>
                  <a:pt x="11855" y="97569"/>
                </a:lnTo>
                <a:close/>
                <a:moveTo>
                  <a:pt x="45426" y="97567"/>
                </a:moveTo>
                <a:cubicBezTo>
                  <a:pt x="45331" y="97947"/>
                  <a:pt x="45165" y="98268"/>
                  <a:pt x="44927" y="98531"/>
                </a:cubicBezTo>
                <a:cubicBezTo>
                  <a:pt x="44690" y="98792"/>
                  <a:pt x="44333" y="99018"/>
                  <a:pt x="43858" y="99208"/>
                </a:cubicBezTo>
                <a:cubicBezTo>
                  <a:pt x="43383" y="99398"/>
                  <a:pt x="42754" y="99541"/>
                  <a:pt x="41970" y="99636"/>
                </a:cubicBezTo>
                <a:cubicBezTo>
                  <a:pt x="41186" y="99731"/>
                  <a:pt x="40224" y="99778"/>
                  <a:pt x="39083" y="99778"/>
                </a:cubicBezTo>
                <a:cubicBezTo>
                  <a:pt x="37895" y="99778"/>
                  <a:pt x="36933" y="99731"/>
                  <a:pt x="36197" y="99636"/>
                </a:cubicBezTo>
                <a:cubicBezTo>
                  <a:pt x="35460" y="99541"/>
                  <a:pt x="34890" y="99398"/>
                  <a:pt x="34486" y="99208"/>
                </a:cubicBezTo>
                <a:cubicBezTo>
                  <a:pt x="34082" y="99018"/>
                  <a:pt x="33821" y="98792"/>
                  <a:pt x="33702" y="98531"/>
                </a:cubicBezTo>
                <a:cubicBezTo>
                  <a:pt x="33584" y="98268"/>
                  <a:pt x="33572" y="97947"/>
                  <a:pt x="33667" y="97567"/>
                </a:cubicBezTo>
                <a:lnTo>
                  <a:pt x="52625" y="2283"/>
                </a:lnTo>
                <a:cubicBezTo>
                  <a:pt x="52720" y="1903"/>
                  <a:pt x="52874" y="1570"/>
                  <a:pt x="53088" y="1285"/>
                </a:cubicBezTo>
                <a:cubicBezTo>
                  <a:pt x="53302" y="999"/>
                  <a:pt x="53658" y="760"/>
                  <a:pt x="54157" y="570"/>
                </a:cubicBezTo>
                <a:cubicBezTo>
                  <a:pt x="54656" y="380"/>
                  <a:pt x="55297" y="238"/>
                  <a:pt x="56081" y="143"/>
                </a:cubicBezTo>
                <a:cubicBezTo>
                  <a:pt x="56865" y="48"/>
                  <a:pt x="57851" y="0"/>
                  <a:pt x="59039" y="0"/>
                </a:cubicBezTo>
                <a:cubicBezTo>
                  <a:pt x="60179" y="0"/>
                  <a:pt x="61118" y="48"/>
                  <a:pt x="61854" y="143"/>
                </a:cubicBezTo>
                <a:cubicBezTo>
                  <a:pt x="62590" y="238"/>
                  <a:pt x="63161" y="380"/>
                  <a:pt x="63565" y="570"/>
                </a:cubicBezTo>
                <a:cubicBezTo>
                  <a:pt x="63968" y="760"/>
                  <a:pt x="64218" y="999"/>
                  <a:pt x="64313" y="1285"/>
                </a:cubicBezTo>
                <a:cubicBezTo>
                  <a:pt x="64408" y="1570"/>
                  <a:pt x="64432" y="1903"/>
                  <a:pt x="64384" y="2283"/>
                </a:cubicBezTo>
                <a:lnTo>
                  <a:pt x="45426" y="97567"/>
                </a:lnTo>
                <a:close/>
                <a:moveTo>
                  <a:pt x="128530" y="46539"/>
                </a:moveTo>
                <a:cubicBezTo>
                  <a:pt x="128530" y="49818"/>
                  <a:pt x="127770" y="52764"/>
                  <a:pt x="126249" y="55377"/>
                </a:cubicBezTo>
                <a:cubicBezTo>
                  <a:pt x="124729" y="57990"/>
                  <a:pt x="122353" y="60223"/>
                  <a:pt x="119122" y="62076"/>
                </a:cubicBezTo>
                <a:cubicBezTo>
                  <a:pt x="115892" y="63929"/>
                  <a:pt x="111758" y="65355"/>
                  <a:pt x="106721" y="66353"/>
                </a:cubicBezTo>
                <a:cubicBezTo>
                  <a:pt x="101685" y="67350"/>
                  <a:pt x="95651" y="67849"/>
                  <a:pt x="88619" y="67849"/>
                </a:cubicBezTo>
                <a:lnTo>
                  <a:pt x="81064" y="67849"/>
                </a:lnTo>
                <a:cubicBezTo>
                  <a:pt x="80732" y="69422"/>
                  <a:pt x="80506" y="70947"/>
                  <a:pt x="80387" y="72424"/>
                </a:cubicBezTo>
                <a:cubicBezTo>
                  <a:pt x="80268" y="73901"/>
                  <a:pt x="80209" y="75284"/>
                  <a:pt x="80209" y="76571"/>
                </a:cubicBezTo>
                <a:cubicBezTo>
                  <a:pt x="80209" y="81337"/>
                  <a:pt x="81385" y="84983"/>
                  <a:pt x="83737" y="87509"/>
                </a:cubicBezTo>
                <a:cubicBezTo>
                  <a:pt x="86089" y="90034"/>
                  <a:pt x="89902" y="91297"/>
                  <a:pt x="95176" y="91297"/>
                </a:cubicBezTo>
                <a:cubicBezTo>
                  <a:pt x="98216" y="91297"/>
                  <a:pt x="100949" y="91068"/>
                  <a:pt x="103372" y="90609"/>
                </a:cubicBezTo>
                <a:cubicBezTo>
                  <a:pt x="105795" y="90150"/>
                  <a:pt x="107897" y="89655"/>
                  <a:pt x="109679" y="89123"/>
                </a:cubicBezTo>
                <a:cubicBezTo>
                  <a:pt x="111461" y="88592"/>
                  <a:pt x="112922" y="88097"/>
                  <a:pt x="114062" y="87638"/>
                </a:cubicBezTo>
                <a:cubicBezTo>
                  <a:pt x="115203" y="87179"/>
                  <a:pt x="115987" y="86950"/>
                  <a:pt x="116414" y="86950"/>
                </a:cubicBezTo>
                <a:cubicBezTo>
                  <a:pt x="116842" y="86950"/>
                  <a:pt x="117162" y="87105"/>
                  <a:pt x="117376" y="87415"/>
                </a:cubicBezTo>
                <a:cubicBezTo>
                  <a:pt x="117590" y="87725"/>
                  <a:pt x="117697" y="88167"/>
                  <a:pt x="117697" y="88740"/>
                </a:cubicBezTo>
                <a:cubicBezTo>
                  <a:pt x="117697" y="89218"/>
                  <a:pt x="117650" y="89792"/>
                  <a:pt x="117554" y="90460"/>
                </a:cubicBezTo>
                <a:cubicBezTo>
                  <a:pt x="117459" y="91128"/>
                  <a:pt x="117317" y="91809"/>
                  <a:pt x="117127" y="92502"/>
                </a:cubicBezTo>
                <a:cubicBezTo>
                  <a:pt x="116937" y="93194"/>
                  <a:pt x="116687" y="93851"/>
                  <a:pt x="116379" y="94473"/>
                </a:cubicBezTo>
                <a:cubicBezTo>
                  <a:pt x="116070" y="95094"/>
                  <a:pt x="115725" y="95619"/>
                  <a:pt x="115345" y="96048"/>
                </a:cubicBezTo>
                <a:cubicBezTo>
                  <a:pt x="114775" y="96621"/>
                  <a:pt x="113765" y="97182"/>
                  <a:pt x="112316" y="97732"/>
                </a:cubicBezTo>
                <a:cubicBezTo>
                  <a:pt x="110867" y="98281"/>
                  <a:pt x="109145" y="98783"/>
                  <a:pt x="107149" y="99237"/>
                </a:cubicBezTo>
                <a:cubicBezTo>
                  <a:pt x="105153" y="99690"/>
                  <a:pt x="102968" y="100060"/>
                  <a:pt x="100592" y="100346"/>
                </a:cubicBezTo>
                <a:cubicBezTo>
                  <a:pt x="98216" y="100633"/>
                  <a:pt x="95841" y="100776"/>
                  <a:pt x="93465" y="100776"/>
                </a:cubicBezTo>
                <a:cubicBezTo>
                  <a:pt x="89236" y="100776"/>
                  <a:pt x="85530" y="100301"/>
                  <a:pt x="82347" y="99351"/>
                </a:cubicBezTo>
                <a:cubicBezTo>
                  <a:pt x="79164" y="98399"/>
                  <a:pt x="76515" y="96936"/>
                  <a:pt x="74400" y="94963"/>
                </a:cubicBezTo>
                <a:cubicBezTo>
                  <a:pt x="72286" y="92988"/>
                  <a:pt x="70706" y="90527"/>
                  <a:pt x="69661" y="87578"/>
                </a:cubicBezTo>
                <a:cubicBezTo>
                  <a:pt x="68616" y="84629"/>
                  <a:pt x="68093" y="81157"/>
                  <a:pt x="68093" y="77161"/>
                </a:cubicBezTo>
                <a:cubicBezTo>
                  <a:pt x="68093" y="74070"/>
                  <a:pt x="68390" y="70753"/>
                  <a:pt x="68984" y="67210"/>
                </a:cubicBezTo>
                <a:cubicBezTo>
                  <a:pt x="69578" y="63666"/>
                  <a:pt x="70516" y="60158"/>
                  <a:pt x="71799" y="56687"/>
                </a:cubicBezTo>
                <a:cubicBezTo>
                  <a:pt x="73082" y="53215"/>
                  <a:pt x="74745" y="49886"/>
                  <a:pt x="76788" y="46700"/>
                </a:cubicBezTo>
                <a:cubicBezTo>
                  <a:pt x="78831" y="43512"/>
                  <a:pt x="81266" y="40706"/>
                  <a:pt x="84093" y="38281"/>
                </a:cubicBezTo>
                <a:cubicBezTo>
                  <a:pt x="86920" y="35855"/>
                  <a:pt x="90187" y="33905"/>
                  <a:pt x="93893" y="32430"/>
                </a:cubicBezTo>
                <a:cubicBezTo>
                  <a:pt x="97599" y="30956"/>
                  <a:pt x="101780" y="30219"/>
                  <a:pt x="106436" y="30219"/>
                </a:cubicBezTo>
                <a:cubicBezTo>
                  <a:pt x="110427" y="30219"/>
                  <a:pt x="113813" y="30717"/>
                  <a:pt x="116592" y="31715"/>
                </a:cubicBezTo>
                <a:cubicBezTo>
                  <a:pt x="119372" y="32713"/>
                  <a:pt x="121653" y="33996"/>
                  <a:pt x="123434" y="35564"/>
                </a:cubicBezTo>
                <a:cubicBezTo>
                  <a:pt x="125216" y="37132"/>
                  <a:pt x="126511" y="38878"/>
                  <a:pt x="127319" y="40802"/>
                </a:cubicBezTo>
                <a:cubicBezTo>
                  <a:pt x="128126" y="42727"/>
                  <a:pt x="128530" y="44639"/>
                  <a:pt x="128530" y="46539"/>
                </a:cubicBezTo>
                <a:moveTo>
                  <a:pt x="116485" y="47609"/>
                </a:moveTo>
                <a:cubicBezTo>
                  <a:pt x="116485" y="45185"/>
                  <a:pt x="115535" y="43225"/>
                  <a:pt x="113635" y="41729"/>
                </a:cubicBezTo>
                <a:cubicBezTo>
                  <a:pt x="111734" y="40232"/>
                  <a:pt x="109026" y="39484"/>
                  <a:pt x="105510" y="39484"/>
                </a:cubicBezTo>
                <a:cubicBezTo>
                  <a:pt x="102421" y="39484"/>
                  <a:pt x="99689" y="40018"/>
                  <a:pt x="97314" y="41087"/>
                </a:cubicBezTo>
                <a:cubicBezTo>
                  <a:pt x="94938" y="42156"/>
                  <a:pt x="92836" y="43594"/>
                  <a:pt x="91006" y="45399"/>
                </a:cubicBezTo>
                <a:cubicBezTo>
                  <a:pt x="89177" y="47205"/>
                  <a:pt x="87609" y="49307"/>
                  <a:pt x="86302" y="51707"/>
                </a:cubicBezTo>
                <a:cubicBezTo>
                  <a:pt x="84996" y="54106"/>
                  <a:pt x="83939" y="56636"/>
                  <a:pt x="83131" y="59297"/>
                </a:cubicBezTo>
                <a:lnTo>
                  <a:pt x="90401" y="59297"/>
                </a:lnTo>
                <a:cubicBezTo>
                  <a:pt x="95389" y="59297"/>
                  <a:pt x="99559" y="58988"/>
                  <a:pt x="102908" y="58370"/>
                </a:cubicBezTo>
                <a:cubicBezTo>
                  <a:pt x="106258" y="57753"/>
                  <a:pt x="108943" y="56909"/>
                  <a:pt x="110962" y="55840"/>
                </a:cubicBezTo>
                <a:cubicBezTo>
                  <a:pt x="112981" y="54771"/>
                  <a:pt x="114407" y="53524"/>
                  <a:pt x="115238" y="52099"/>
                </a:cubicBezTo>
                <a:cubicBezTo>
                  <a:pt x="116070" y="50673"/>
                  <a:pt x="116485" y="49176"/>
                  <a:pt x="116485" y="47609"/>
                </a:cubicBezTo>
                <a:close/>
                <a:moveTo>
                  <a:pt x="270413" y="32856"/>
                </a:moveTo>
                <a:cubicBezTo>
                  <a:pt x="270413" y="33378"/>
                  <a:pt x="270354" y="33913"/>
                  <a:pt x="270235" y="34459"/>
                </a:cubicBezTo>
                <a:cubicBezTo>
                  <a:pt x="270116" y="35006"/>
                  <a:pt x="269986" y="35469"/>
                  <a:pt x="269843" y="35849"/>
                </a:cubicBezTo>
                <a:cubicBezTo>
                  <a:pt x="268038" y="41028"/>
                  <a:pt x="266054" y="46266"/>
                  <a:pt x="263892" y="51564"/>
                </a:cubicBezTo>
                <a:cubicBezTo>
                  <a:pt x="261730" y="56862"/>
                  <a:pt x="259355" y="62136"/>
                  <a:pt x="256765" y="67386"/>
                </a:cubicBezTo>
                <a:cubicBezTo>
                  <a:pt x="254176" y="72636"/>
                  <a:pt x="251384" y="77791"/>
                  <a:pt x="248391" y="82852"/>
                </a:cubicBezTo>
                <a:cubicBezTo>
                  <a:pt x="245398" y="87912"/>
                  <a:pt x="242190" y="92794"/>
                  <a:pt x="238769" y="97498"/>
                </a:cubicBezTo>
                <a:cubicBezTo>
                  <a:pt x="238437" y="98020"/>
                  <a:pt x="238021" y="98424"/>
                  <a:pt x="237522" y="98709"/>
                </a:cubicBezTo>
                <a:cubicBezTo>
                  <a:pt x="237023" y="98994"/>
                  <a:pt x="236453" y="99220"/>
                  <a:pt x="235812" y="99386"/>
                </a:cubicBezTo>
                <a:cubicBezTo>
                  <a:pt x="235170" y="99553"/>
                  <a:pt x="234446" y="99660"/>
                  <a:pt x="233638" y="99707"/>
                </a:cubicBezTo>
                <a:cubicBezTo>
                  <a:pt x="232830" y="99755"/>
                  <a:pt x="231928" y="99778"/>
                  <a:pt x="230930" y="99778"/>
                </a:cubicBezTo>
                <a:cubicBezTo>
                  <a:pt x="229694" y="99778"/>
                  <a:pt x="228661" y="99731"/>
                  <a:pt x="227829" y="99636"/>
                </a:cubicBezTo>
                <a:cubicBezTo>
                  <a:pt x="226998" y="99541"/>
                  <a:pt x="226333" y="99398"/>
                  <a:pt x="225834" y="99208"/>
                </a:cubicBezTo>
                <a:cubicBezTo>
                  <a:pt x="225335" y="99018"/>
                  <a:pt x="224979" y="98757"/>
                  <a:pt x="224765" y="98424"/>
                </a:cubicBezTo>
                <a:cubicBezTo>
                  <a:pt x="224551" y="98092"/>
                  <a:pt x="224444" y="97688"/>
                  <a:pt x="224444" y="97213"/>
                </a:cubicBezTo>
                <a:lnTo>
                  <a:pt x="219669" y="50174"/>
                </a:lnTo>
                <a:lnTo>
                  <a:pt x="198074" y="96999"/>
                </a:lnTo>
                <a:cubicBezTo>
                  <a:pt x="197837" y="97521"/>
                  <a:pt x="197528" y="97961"/>
                  <a:pt x="197148" y="98317"/>
                </a:cubicBezTo>
                <a:cubicBezTo>
                  <a:pt x="196768" y="98674"/>
                  <a:pt x="196269" y="98959"/>
                  <a:pt x="195651" y="99173"/>
                </a:cubicBezTo>
                <a:cubicBezTo>
                  <a:pt x="195033" y="99386"/>
                  <a:pt x="194261" y="99541"/>
                  <a:pt x="193335" y="99636"/>
                </a:cubicBezTo>
                <a:cubicBezTo>
                  <a:pt x="192408" y="99731"/>
                  <a:pt x="191280" y="99778"/>
                  <a:pt x="189949" y="99778"/>
                </a:cubicBezTo>
                <a:cubicBezTo>
                  <a:pt x="188619" y="99778"/>
                  <a:pt x="187479" y="99731"/>
                  <a:pt x="186528" y="99636"/>
                </a:cubicBezTo>
                <a:cubicBezTo>
                  <a:pt x="185578" y="99541"/>
                  <a:pt x="184806" y="99398"/>
                  <a:pt x="184212" y="99208"/>
                </a:cubicBezTo>
                <a:cubicBezTo>
                  <a:pt x="183618" y="99018"/>
                  <a:pt x="183179" y="98757"/>
                  <a:pt x="182894" y="98424"/>
                </a:cubicBezTo>
                <a:cubicBezTo>
                  <a:pt x="182609" y="98092"/>
                  <a:pt x="182466" y="97688"/>
                  <a:pt x="182466" y="97213"/>
                </a:cubicBezTo>
                <a:lnTo>
                  <a:pt x="175695" y="36277"/>
                </a:lnTo>
                <a:cubicBezTo>
                  <a:pt x="175648" y="35849"/>
                  <a:pt x="175612" y="35433"/>
                  <a:pt x="175588" y="35029"/>
                </a:cubicBezTo>
                <a:cubicBezTo>
                  <a:pt x="175565" y="34625"/>
                  <a:pt x="175553" y="34281"/>
                  <a:pt x="175553" y="33996"/>
                </a:cubicBezTo>
                <a:cubicBezTo>
                  <a:pt x="175553" y="33426"/>
                  <a:pt x="175648" y="32962"/>
                  <a:pt x="175838" y="32606"/>
                </a:cubicBezTo>
                <a:cubicBezTo>
                  <a:pt x="176028" y="32250"/>
                  <a:pt x="176349" y="31965"/>
                  <a:pt x="176800" y="31751"/>
                </a:cubicBezTo>
                <a:cubicBezTo>
                  <a:pt x="177251" y="31537"/>
                  <a:pt x="177869" y="31395"/>
                  <a:pt x="178653" y="31323"/>
                </a:cubicBezTo>
                <a:cubicBezTo>
                  <a:pt x="179437" y="31252"/>
                  <a:pt x="180447" y="31216"/>
                  <a:pt x="181682" y="31216"/>
                </a:cubicBezTo>
                <a:cubicBezTo>
                  <a:pt x="182917" y="31216"/>
                  <a:pt x="183903" y="31252"/>
                  <a:pt x="184640" y="31323"/>
                </a:cubicBezTo>
                <a:cubicBezTo>
                  <a:pt x="185376" y="31395"/>
                  <a:pt x="185946" y="31513"/>
                  <a:pt x="186350" y="31680"/>
                </a:cubicBezTo>
                <a:cubicBezTo>
                  <a:pt x="186754" y="31846"/>
                  <a:pt x="187027" y="32083"/>
                  <a:pt x="187170" y="32392"/>
                </a:cubicBezTo>
                <a:cubicBezTo>
                  <a:pt x="187312" y="32701"/>
                  <a:pt x="187407" y="33069"/>
                  <a:pt x="187455" y="33497"/>
                </a:cubicBezTo>
                <a:lnTo>
                  <a:pt x="192444" y="86522"/>
                </a:lnTo>
                <a:lnTo>
                  <a:pt x="192444" y="87163"/>
                </a:lnTo>
                <a:lnTo>
                  <a:pt x="192729" y="86522"/>
                </a:lnTo>
                <a:lnTo>
                  <a:pt x="217032" y="33497"/>
                </a:lnTo>
                <a:cubicBezTo>
                  <a:pt x="217222" y="33117"/>
                  <a:pt x="217436" y="32772"/>
                  <a:pt x="217673" y="32464"/>
                </a:cubicBezTo>
                <a:cubicBezTo>
                  <a:pt x="217911" y="32155"/>
                  <a:pt x="218244" y="31905"/>
                  <a:pt x="218671" y="31715"/>
                </a:cubicBezTo>
                <a:cubicBezTo>
                  <a:pt x="219099" y="31525"/>
                  <a:pt x="219669" y="31395"/>
                  <a:pt x="220382" y="31323"/>
                </a:cubicBezTo>
                <a:cubicBezTo>
                  <a:pt x="221094" y="31252"/>
                  <a:pt x="221997" y="31216"/>
                  <a:pt x="223090" y="31216"/>
                </a:cubicBezTo>
                <a:cubicBezTo>
                  <a:pt x="224183" y="31216"/>
                  <a:pt x="225097" y="31252"/>
                  <a:pt x="225834" y="31323"/>
                </a:cubicBezTo>
                <a:cubicBezTo>
                  <a:pt x="226570" y="31395"/>
                  <a:pt x="227152" y="31513"/>
                  <a:pt x="227580" y="31680"/>
                </a:cubicBezTo>
                <a:cubicBezTo>
                  <a:pt x="228008" y="31846"/>
                  <a:pt x="228316" y="32072"/>
                  <a:pt x="228507" y="32357"/>
                </a:cubicBezTo>
                <a:cubicBezTo>
                  <a:pt x="228697" y="32642"/>
                  <a:pt x="228815" y="32974"/>
                  <a:pt x="228863" y="33354"/>
                </a:cubicBezTo>
                <a:lnTo>
                  <a:pt x="234137" y="86166"/>
                </a:lnTo>
                <a:lnTo>
                  <a:pt x="234137" y="86736"/>
                </a:lnTo>
                <a:lnTo>
                  <a:pt x="234493" y="86166"/>
                </a:lnTo>
                <a:cubicBezTo>
                  <a:pt x="236679" y="82745"/>
                  <a:pt x="238864" y="78956"/>
                  <a:pt x="241050" y="74798"/>
                </a:cubicBezTo>
                <a:cubicBezTo>
                  <a:pt x="243236" y="70641"/>
                  <a:pt x="245350" y="66269"/>
                  <a:pt x="247393" y="61684"/>
                </a:cubicBezTo>
                <a:cubicBezTo>
                  <a:pt x="249436" y="57099"/>
                  <a:pt x="251372" y="52407"/>
                  <a:pt x="253202" y="47609"/>
                </a:cubicBezTo>
                <a:cubicBezTo>
                  <a:pt x="255031" y="42810"/>
                  <a:pt x="256706" y="38106"/>
                  <a:pt x="258226" y="33497"/>
                </a:cubicBezTo>
                <a:cubicBezTo>
                  <a:pt x="258321" y="33069"/>
                  <a:pt x="258511" y="32701"/>
                  <a:pt x="258796" y="32392"/>
                </a:cubicBezTo>
                <a:cubicBezTo>
                  <a:pt x="259081" y="32083"/>
                  <a:pt x="259473" y="31846"/>
                  <a:pt x="259972" y="31680"/>
                </a:cubicBezTo>
                <a:cubicBezTo>
                  <a:pt x="260471" y="31513"/>
                  <a:pt x="261125" y="31395"/>
                  <a:pt x="261932" y="31323"/>
                </a:cubicBezTo>
                <a:cubicBezTo>
                  <a:pt x="262740" y="31252"/>
                  <a:pt x="263762" y="31216"/>
                  <a:pt x="264997" y="31216"/>
                </a:cubicBezTo>
                <a:cubicBezTo>
                  <a:pt x="266137" y="31216"/>
                  <a:pt x="267076" y="31252"/>
                  <a:pt x="267812" y="31323"/>
                </a:cubicBezTo>
                <a:cubicBezTo>
                  <a:pt x="268549" y="31395"/>
                  <a:pt x="269107" y="31490"/>
                  <a:pt x="269487" y="31608"/>
                </a:cubicBezTo>
                <a:cubicBezTo>
                  <a:pt x="269867" y="31727"/>
                  <a:pt x="270116" y="31893"/>
                  <a:pt x="270235" y="32107"/>
                </a:cubicBezTo>
                <a:cubicBezTo>
                  <a:pt x="270354" y="32321"/>
                  <a:pt x="270413" y="32570"/>
                  <a:pt x="270413" y="32856"/>
                </a:cubicBezTo>
                <a:close/>
                <a:moveTo>
                  <a:pt x="304574" y="11760"/>
                </a:moveTo>
                <a:cubicBezTo>
                  <a:pt x="304337" y="13090"/>
                  <a:pt x="304016" y="14207"/>
                  <a:pt x="303612" y="15109"/>
                </a:cubicBezTo>
                <a:cubicBezTo>
                  <a:pt x="303208" y="16012"/>
                  <a:pt x="302674" y="16737"/>
                  <a:pt x="302009" y="17283"/>
                </a:cubicBezTo>
                <a:cubicBezTo>
                  <a:pt x="301344" y="17829"/>
                  <a:pt x="300512" y="18221"/>
                  <a:pt x="299514" y="18459"/>
                </a:cubicBezTo>
                <a:cubicBezTo>
                  <a:pt x="298516" y="18697"/>
                  <a:pt x="297305" y="18815"/>
                  <a:pt x="295879" y="18815"/>
                </a:cubicBezTo>
                <a:cubicBezTo>
                  <a:pt x="294502" y="18815"/>
                  <a:pt x="293361" y="18697"/>
                  <a:pt x="292459" y="18459"/>
                </a:cubicBezTo>
                <a:cubicBezTo>
                  <a:pt x="291556" y="18221"/>
                  <a:pt x="290891" y="17829"/>
                  <a:pt x="290463" y="17283"/>
                </a:cubicBezTo>
                <a:cubicBezTo>
                  <a:pt x="290035" y="16737"/>
                  <a:pt x="289798" y="16012"/>
                  <a:pt x="289750" y="15109"/>
                </a:cubicBezTo>
                <a:cubicBezTo>
                  <a:pt x="289703" y="14207"/>
                  <a:pt x="289798" y="13090"/>
                  <a:pt x="290035" y="11760"/>
                </a:cubicBezTo>
                <a:cubicBezTo>
                  <a:pt x="290320" y="10429"/>
                  <a:pt x="290677" y="9325"/>
                  <a:pt x="291104" y="8446"/>
                </a:cubicBezTo>
                <a:cubicBezTo>
                  <a:pt x="291532" y="7567"/>
                  <a:pt x="292067" y="6830"/>
                  <a:pt x="292708" y="6236"/>
                </a:cubicBezTo>
                <a:cubicBezTo>
                  <a:pt x="293349" y="5642"/>
                  <a:pt x="294169" y="5238"/>
                  <a:pt x="295167" y="5025"/>
                </a:cubicBezTo>
                <a:cubicBezTo>
                  <a:pt x="296165" y="4811"/>
                  <a:pt x="297376" y="4704"/>
                  <a:pt x="298802" y="4704"/>
                </a:cubicBezTo>
                <a:cubicBezTo>
                  <a:pt x="300179" y="4704"/>
                  <a:pt x="301308" y="4811"/>
                  <a:pt x="302187" y="5025"/>
                </a:cubicBezTo>
                <a:cubicBezTo>
                  <a:pt x="303066" y="5238"/>
                  <a:pt x="303731" y="5642"/>
                  <a:pt x="304182" y="6236"/>
                </a:cubicBezTo>
                <a:cubicBezTo>
                  <a:pt x="304634" y="6830"/>
                  <a:pt x="304883" y="7567"/>
                  <a:pt x="304931" y="8446"/>
                </a:cubicBezTo>
                <a:cubicBezTo>
                  <a:pt x="304978" y="9325"/>
                  <a:pt x="304860" y="10429"/>
                  <a:pt x="304574" y="11760"/>
                </a:cubicBezTo>
                <a:moveTo>
                  <a:pt x="286115" y="97569"/>
                </a:moveTo>
                <a:cubicBezTo>
                  <a:pt x="286020" y="97949"/>
                  <a:pt x="285854" y="98270"/>
                  <a:pt x="285617" y="98531"/>
                </a:cubicBezTo>
                <a:cubicBezTo>
                  <a:pt x="285379" y="98792"/>
                  <a:pt x="285023" y="99018"/>
                  <a:pt x="284548" y="99208"/>
                </a:cubicBezTo>
                <a:cubicBezTo>
                  <a:pt x="284072" y="99398"/>
                  <a:pt x="283443" y="99541"/>
                  <a:pt x="282659" y="99636"/>
                </a:cubicBezTo>
                <a:cubicBezTo>
                  <a:pt x="281875" y="99731"/>
                  <a:pt x="280913" y="99778"/>
                  <a:pt x="279772" y="99778"/>
                </a:cubicBezTo>
                <a:cubicBezTo>
                  <a:pt x="278585" y="99778"/>
                  <a:pt x="277622" y="99731"/>
                  <a:pt x="276886" y="99636"/>
                </a:cubicBezTo>
                <a:cubicBezTo>
                  <a:pt x="276150" y="99541"/>
                  <a:pt x="275579" y="99398"/>
                  <a:pt x="275175" y="99208"/>
                </a:cubicBezTo>
                <a:cubicBezTo>
                  <a:pt x="274772" y="99018"/>
                  <a:pt x="274510" y="98792"/>
                  <a:pt x="274392" y="98531"/>
                </a:cubicBezTo>
                <a:cubicBezTo>
                  <a:pt x="274273" y="98270"/>
                  <a:pt x="274261" y="97949"/>
                  <a:pt x="274356" y="97569"/>
                </a:cubicBezTo>
                <a:lnTo>
                  <a:pt x="287113" y="33426"/>
                </a:lnTo>
                <a:cubicBezTo>
                  <a:pt x="287161" y="33093"/>
                  <a:pt x="287303" y="32784"/>
                  <a:pt x="287541" y="32499"/>
                </a:cubicBezTo>
                <a:cubicBezTo>
                  <a:pt x="287778" y="32214"/>
                  <a:pt x="288135" y="31977"/>
                  <a:pt x="288610" y="31787"/>
                </a:cubicBezTo>
                <a:cubicBezTo>
                  <a:pt x="289085" y="31596"/>
                  <a:pt x="289715" y="31454"/>
                  <a:pt x="290499" y="31359"/>
                </a:cubicBezTo>
                <a:cubicBezTo>
                  <a:pt x="291283" y="31264"/>
                  <a:pt x="292268" y="31216"/>
                  <a:pt x="293456" y="31216"/>
                </a:cubicBezTo>
                <a:cubicBezTo>
                  <a:pt x="294597" y="31216"/>
                  <a:pt x="295535" y="31264"/>
                  <a:pt x="296271" y="31359"/>
                </a:cubicBezTo>
                <a:cubicBezTo>
                  <a:pt x="297008" y="31454"/>
                  <a:pt x="297578" y="31596"/>
                  <a:pt x="297982" y="31787"/>
                </a:cubicBezTo>
                <a:cubicBezTo>
                  <a:pt x="298386" y="31977"/>
                  <a:pt x="298647" y="32214"/>
                  <a:pt x="298766" y="32499"/>
                </a:cubicBezTo>
                <a:cubicBezTo>
                  <a:pt x="298885" y="32784"/>
                  <a:pt x="298920" y="33093"/>
                  <a:pt x="298873" y="33426"/>
                </a:cubicBezTo>
                <a:lnTo>
                  <a:pt x="286115" y="97569"/>
                </a:lnTo>
                <a:close/>
                <a:moveTo>
                  <a:pt x="353826" y="34067"/>
                </a:moveTo>
                <a:cubicBezTo>
                  <a:pt x="353826" y="34495"/>
                  <a:pt x="353802" y="34958"/>
                  <a:pt x="353755" y="35457"/>
                </a:cubicBezTo>
                <a:cubicBezTo>
                  <a:pt x="353707" y="35956"/>
                  <a:pt x="353612" y="36467"/>
                  <a:pt x="353469" y="36989"/>
                </a:cubicBezTo>
                <a:cubicBezTo>
                  <a:pt x="353327" y="37512"/>
                  <a:pt x="353137" y="38035"/>
                  <a:pt x="352899" y="38557"/>
                </a:cubicBezTo>
                <a:cubicBezTo>
                  <a:pt x="352662" y="39080"/>
                  <a:pt x="352412" y="39543"/>
                  <a:pt x="352151" y="39947"/>
                </a:cubicBezTo>
                <a:cubicBezTo>
                  <a:pt x="351890" y="40351"/>
                  <a:pt x="351593" y="40672"/>
                  <a:pt x="351260" y="40909"/>
                </a:cubicBezTo>
                <a:cubicBezTo>
                  <a:pt x="350927" y="41147"/>
                  <a:pt x="350547" y="41265"/>
                  <a:pt x="350120" y="41265"/>
                </a:cubicBezTo>
                <a:lnTo>
                  <a:pt x="333728" y="41265"/>
                </a:lnTo>
                <a:lnTo>
                  <a:pt x="326529" y="77137"/>
                </a:lnTo>
                <a:cubicBezTo>
                  <a:pt x="326339" y="78137"/>
                  <a:pt x="326173" y="79258"/>
                  <a:pt x="326030" y="80500"/>
                </a:cubicBezTo>
                <a:cubicBezTo>
                  <a:pt x="325888" y="81740"/>
                  <a:pt x="325817" y="82765"/>
                  <a:pt x="325817" y="83575"/>
                </a:cubicBezTo>
                <a:cubicBezTo>
                  <a:pt x="325817" y="86008"/>
                  <a:pt x="326327" y="87784"/>
                  <a:pt x="327349" y="88905"/>
                </a:cubicBezTo>
                <a:cubicBezTo>
                  <a:pt x="328370" y="90025"/>
                  <a:pt x="330022" y="90584"/>
                  <a:pt x="332302" y="90584"/>
                </a:cubicBezTo>
                <a:cubicBezTo>
                  <a:pt x="333585" y="90584"/>
                  <a:pt x="334702" y="90478"/>
                  <a:pt x="335652" y="90264"/>
                </a:cubicBezTo>
                <a:cubicBezTo>
                  <a:pt x="336602" y="90050"/>
                  <a:pt x="337422" y="89824"/>
                  <a:pt x="338111" y="89587"/>
                </a:cubicBezTo>
                <a:cubicBezTo>
                  <a:pt x="338800" y="89349"/>
                  <a:pt x="339405" y="89123"/>
                  <a:pt x="339928" y="88910"/>
                </a:cubicBezTo>
                <a:cubicBezTo>
                  <a:pt x="340451" y="88696"/>
                  <a:pt x="340902" y="88589"/>
                  <a:pt x="341282" y="88589"/>
                </a:cubicBezTo>
                <a:cubicBezTo>
                  <a:pt x="341662" y="88589"/>
                  <a:pt x="341959" y="88720"/>
                  <a:pt x="342173" y="88981"/>
                </a:cubicBezTo>
                <a:cubicBezTo>
                  <a:pt x="342387" y="89242"/>
                  <a:pt x="342494" y="89729"/>
                  <a:pt x="342494" y="90442"/>
                </a:cubicBezTo>
                <a:cubicBezTo>
                  <a:pt x="342494" y="91060"/>
                  <a:pt x="342434" y="91737"/>
                  <a:pt x="342316" y="92473"/>
                </a:cubicBezTo>
                <a:cubicBezTo>
                  <a:pt x="342197" y="93210"/>
                  <a:pt x="342042" y="93934"/>
                  <a:pt x="341852" y="94647"/>
                </a:cubicBezTo>
                <a:cubicBezTo>
                  <a:pt x="341662" y="95360"/>
                  <a:pt x="341425" y="96001"/>
                  <a:pt x="341140" y="96571"/>
                </a:cubicBezTo>
                <a:cubicBezTo>
                  <a:pt x="340855" y="97141"/>
                  <a:pt x="340546" y="97593"/>
                  <a:pt x="340213" y="97925"/>
                </a:cubicBezTo>
                <a:cubicBezTo>
                  <a:pt x="339833" y="98258"/>
                  <a:pt x="339263" y="98590"/>
                  <a:pt x="338503" y="98923"/>
                </a:cubicBezTo>
                <a:cubicBezTo>
                  <a:pt x="337742" y="99256"/>
                  <a:pt x="336863" y="99553"/>
                  <a:pt x="335866" y="99814"/>
                </a:cubicBezTo>
                <a:cubicBezTo>
                  <a:pt x="334868" y="100075"/>
                  <a:pt x="333811" y="100277"/>
                  <a:pt x="332694" y="100420"/>
                </a:cubicBezTo>
                <a:cubicBezTo>
                  <a:pt x="331578" y="100562"/>
                  <a:pt x="330473" y="100634"/>
                  <a:pt x="329380" y="100634"/>
                </a:cubicBezTo>
                <a:cubicBezTo>
                  <a:pt x="326719" y="100634"/>
                  <a:pt x="324415" y="100348"/>
                  <a:pt x="322467" y="99776"/>
                </a:cubicBezTo>
                <a:cubicBezTo>
                  <a:pt x="320519" y="99204"/>
                  <a:pt x="318880" y="98312"/>
                  <a:pt x="317549" y="97099"/>
                </a:cubicBezTo>
                <a:cubicBezTo>
                  <a:pt x="316219" y="95884"/>
                  <a:pt x="315233" y="94361"/>
                  <a:pt x="314592" y="92529"/>
                </a:cubicBezTo>
                <a:cubicBezTo>
                  <a:pt x="313950" y="90695"/>
                  <a:pt x="313629" y="88493"/>
                  <a:pt x="313629" y="85923"/>
                </a:cubicBezTo>
                <a:cubicBezTo>
                  <a:pt x="313629" y="85351"/>
                  <a:pt x="313653" y="84720"/>
                  <a:pt x="313701" y="84030"/>
                </a:cubicBezTo>
                <a:cubicBezTo>
                  <a:pt x="313748" y="83339"/>
                  <a:pt x="313831" y="82613"/>
                  <a:pt x="313950" y="81852"/>
                </a:cubicBezTo>
                <a:cubicBezTo>
                  <a:pt x="314069" y="81090"/>
                  <a:pt x="314188" y="80328"/>
                  <a:pt x="314306" y="79567"/>
                </a:cubicBezTo>
                <a:cubicBezTo>
                  <a:pt x="314425" y="78805"/>
                  <a:pt x="314556" y="78091"/>
                  <a:pt x="314698" y="77424"/>
                </a:cubicBezTo>
                <a:lnTo>
                  <a:pt x="321897" y="41265"/>
                </a:lnTo>
                <a:lnTo>
                  <a:pt x="312988" y="41265"/>
                </a:lnTo>
                <a:cubicBezTo>
                  <a:pt x="312465" y="41265"/>
                  <a:pt x="312061" y="41111"/>
                  <a:pt x="311776" y="40802"/>
                </a:cubicBezTo>
                <a:cubicBezTo>
                  <a:pt x="311491" y="40493"/>
                  <a:pt x="311349" y="39888"/>
                  <a:pt x="311349" y="38985"/>
                </a:cubicBezTo>
                <a:cubicBezTo>
                  <a:pt x="311349" y="38320"/>
                  <a:pt x="311420" y="37548"/>
                  <a:pt x="311563" y="36669"/>
                </a:cubicBezTo>
                <a:cubicBezTo>
                  <a:pt x="311705" y="35790"/>
                  <a:pt x="311919" y="34970"/>
                  <a:pt x="312204" y="34210"/>
                </a:cubicBezTo>
                <a:cubicBezTo>
                  <a:pt x="312489" y="33449"/>
                  <a:pt x="312857" y="32808"/>
                  <a:pt x="313309" y="32285"/>
                </a:cubicBezTo>
                <a:cubicBezTo>
                  <a:pt x="313760" y="31763"/>
                  <a:pt x="314295" y="31501"/>
                  <a:pt x="314912" y="31501"/>
                </a:cubicBezTo>
                <a:lnTo>
                  <a:pt x="323892" y="31501"/>
                </a:lnTo>
                <a:lnTo>
                  <a:pt x="326957" y="16250"/>
                </a:lnTo>
                <a:cubicBezTo>
                  <a:pt x="327004" y="15917"/>
                  <a:pt x="327159" y="15608"/>
                  <a:pt x="327420" y="15323"/>
                </a:cubicBezTo>
                <a:cubicBezTo>
                  <a:pt x="327682" y="15038"/>
                  <a:pt x="328050" y="14789"/>
                  <a:pt x="328525" y="14575"/>
                </a:cubicBezTo>
                <a:cubicBezTo>
                  <a:pt x="329000" y="14361"/>
                  <a:pt x="329630" y="14207"/>
                  <a:pt x="330414" y="14112"/>
                </a:cubicBezTo>
                <a:cubicBezTo>
                  <a:pt x="331198" y="14016"/>
                  <a:pt x="332160" y="13969"/>
                  <a:pt x="333300" y="13969"/>
                </a:cubicBezTo>
                <a:cubicBezTo>
                  <a:pt x="334440" y="13969"/>
                  <a:pt x="335379" y="14016"/>
                  <a:pt x="336115" y="14112"/>
                </a:cubicBezTo>
                <a:cubicBezTo>
                  <a:pt x="336852" y="14207"/>
                  <a:pt x="337422" y="14361"/>
                  <a:pt x="337826" y="14575"/>
                </a:cubicBezTo>
                <a:cubicBezTo>
                  <a:pt x="338230" y="14789"/>
                  <a:pt x="338491" y="15038"/>
                  <a:pt x="338610" y="15323"/>
                </a:cubicBezTo>
                <a:cubicBezTo>
                  <a:pt x="338728" y="15608"/>
                  <a:pt x="338764" y="15917"/>
                  <a:pt x="338717" y="16250"/>
                </a:cubicBezTo>
                <a:lnTo>
                  <a:pt x="335652" y="31501"/>
                </a:lnTo>
                <a:lnTo>
                  <a:pt x="352044" y="31501"/>
                </a:lnTo>
                <a:cubicBezTo>
                  <a:pt x="352757" y="31501"/>
                  <a:pt x="353232" y="31763"/>
                  <a:pt x="353469" y="32285"/>
                </a:cubicBezTo>
                <a:cubicBezTo>
                  <a:pt x="353707" y="32808"/>
                  <a:pt x="353826" y="33402"/>
                  <a:pt x="353826" y="34067"/>
                </a:cubicBezTo>
                <a:close/>
                <a:moveTo>
                  <a:pt x="410420" y="97567"/>
                </a:moveTo>
                <a:cubicBezTo>
                  <a:pt x="410325" y="97947"/>
                  <a:pt x="410158" y="98268"/>
                  <a:pt x="409921" y="98531"/>
                </a:cubicBezTo>
                <a:cubicBezTo>
                  <a:pt x="409683" y="98792"/>
                  <a:pt x="409315" y="99018"/>
                  <a:pt x="408816" y="99208"/>
                </a:cubicBezTo>
                <a:cubicBezTo>
                  <a:pt x="408317" y="99398"/>
                  <a:pt x="407688" y="99541"/>
                  <a:pt x="406927" y="99636"/>
                </a:cubicBezTo>
                <a:cubicBezTo>
                  <a:pt x="406167" y="99731"/>
                  <a:pt x="405193" y="99778"/>
                  <a:pt x="404005" y="99778"/>
                </a:cubicBezTo>
                <a:cubicBezTo>
                  <a:pt x="402865" y="99778"/>
                  <a:pt x="401927" y="99731"/>
                  <a:pt x="401190" y="99636"/>
                </a:cubicBezTo>
                <a:cubicBezTo>
                  <a:pt x="400454" y="99541"/>
                  <a:pt x="399884" y="99398"/>
                  <a:pt x="399480" y="99208"/>
                </a:cubicBezTo>
                <a:cubicBezTo>
                  <a:pt x="399076" y="99018"/>
                  <a:pt x="398815" y="98792"/>
                  <a:pt x="398696" y="98531"/>
                </a:cubicBezTo>
                <a:cubicBezTo>
                  <a:pt x="398577" y="98268"/>
                  <a:pt x="398541" y="97947"/>
                  <a:pt x="398589" y="97567"/>
                </a:cubicBezTo>
                <a:lnTo>
                  <a:pt x="406500" y="57943"/>
                </a:lnTo>
                <a:cubicBezTo>
                  <a:pt x="406737" y="56707"/>
                  <a:pt x="406939" y="55318"/>
                  <a:pt x="407106" y="53773"/>
                </a:cubicBezTo>
                <a:cubicBezTo>
                  <a:pt x="407272" y="52229"/>
                  <a:pt x="407355" y="50887"/>
                  <a:pt x="407355" y="49747"/>
                </a:cubicBezTo>
                <a:cubicBezTo>
                  <a:pt x="407355" y="48369"/>
                  <a:pt x="407213" y="47110"/>
                  <a:pt x="406927" y="45969"/>
                </a:cubicBezTo>
                <a:cubicBezTo>
                  <a:pt x="406642" y="44829"/>
                  <a:pt x="406179" y="43843"/>
                  <a:pt x="405538" y="43012"/>
                </a:cubicBezTo>
                <a:cubicBezTo>
                  <a:pt x="404896" y="42180"/>
                  <a:pt x="404065" y="41527"/>
                  <a:pt x="403043" y="41052"/>
                </a:cubicBezTo>
                <a:cubicBezTo>
                  <a:pt x="402022" y="40577"/>
                  <a:pt x="400774" y="40339"/>
                  <a:pt x="399302" y="40339"/>
                </a:cubicBezTo>
                <a:cubicBezTo>
                  <a:pt x="396783" y="40339"/>
                  <a:pt x="394206" y="41075"/>
                  <a:pt x="391569" y="42548"/>
                </a:cubicBezTo>
                <a:cubicBezTo>
                  <a:pt x="388932" y="44021"/>
                  <a:pt x="386485" y="46052"/>
                  <a:pt x="384228" y="48642"/>
                </a:cubicBezTo>
                <a:cubicBezTo>
                  <a:pt x="381971" y="51231"/>
                  <a:pt x="379952" y="54284"/>
                  <a:pt x="378170" y="57800"/>
                </a:cubicBezTo>
                <a:cubicBezTo>
                  <a:pt x="376388" y="61316"/>
                  <a:pt x="375093" y="65093"/>
                  <a:pt x="374286" y="69132"/>
                </a:cubicBezTo>
                <a:lnTo>
                  <a:pt x="368584" y="97567"/>
                </a:lnTo>
                <a:cubicBezTo>
                  <a:pt x="368489" y="97947"/>
                  <a:pt x="368323" y="98268"/>
                  <a:pt x="368085" y="98531"/>
                </a:cubicBezTo>
                <a:cubicBezTo>
                  <a:pt x="367848" y="98792"/>
                  <a:pt x="367491" y="99018"/>
                  <a:pt x="367016" y="99208"/>
                </a:cubicBezTo>
                <a:cubicBezTo>
                  <a:pt x="366541" y="99398"/>
                  <a:pt x="365911" y="99541"/>
                  <a:pt x="365127" y="99636"/>
                </a:cubicBezTo>
                <a:cubicBezTo>
                  <a:pt x="364343" y="99731"/>
                  <a:pt x="363381" y="99778"/>
                  <a:pt x="362241" y="99778"/>
                </a:cubicBezTo>
                <a:cubicBezTo>
                  <a:pt x="361053" y="99778"/>
                  <a:pt x="360091" y="99731"/>
                  <a:pt x="359355" y="99636"/>
                </a:cubicBezTo>
                <a:cubicBezTo>
                  <a:pt x="358618" y="99541"/>
                  <a:pt x="358048" y="99398"/>
                  <a:pt x="357644" y="99208"/>
                </a:cubicBezTo>
                <a:cubicBezTo>
                  <a:pt x="357240" y="99018"/>
                  <a:pt x="356979" y="98792"/>
                  <a:pt x="356860" y="98531"/>
                </a:cubicBezTo>
                <a:cubicBezTo>
                  <a:pt x="356741" y="98268"/>
                  <a:pt x="356729" y="97947"/>
                  <a:pt x="356824" y="97567"/>
                </a:cubicBezTo>
                <a:lnTo>
                  <a:pt x="375782" y="2283"/>
                </a:lnTo>
                <a:cubicBezTo>
                  <a:pt x="375877" y="1903"/>
                  <a:pt x="376032" y="1570"/>
                  <a:pt x="376246" y="1285"/>
                </a:cubicBezTo>
                <a:cubicBezTo>
                  <a:pt x="376459" y="999"/>
                  <a:pt x="376816" y="760"/>
                  <a:pt x="377315" y="570"/>
                </a:cubicBezTo>
                <a:cubicBezTo>
                  <a:pt x="377814" y="380"/>
                  <a:pt x="378455" y="238"/>
                  <a:pt x="379239" y="143"/>
                </a:cubicBezTo>
                <a:cubicBezTo>
                  <a:pt x="380023" y="48"/>
                  <a:pt x="381009" y="0"/>
                  <a:pt x="382197" y="0"/>
                </a:cubicBezTo>
                <a:cubicBezTo>
                  <a:pt x="383337" y="0"/>
                  <a:pt x="384275" y="48"/>
                  <a:pt x="385012" y="143"/>
                </a:cubicBezTo>
                <a:cubicBezTo>
                  <a:pt x="385748" y="238"/>
                  <a:pt x="386318" y="380"/>
                  <a:pt x="386722" y="570"/>
                </a:cubicBezTo>
                <a:cubicBezTo>
                  <a:pt x="387126" y="760"/>
                  <a:pt x="387376" y="999"/>
                  <a:pt x="387471" y="1285"/>
                </a:cubicBezTo>
                <a:cubicBezTo>
                  <a:pt x="387566" y="1570"/>
                  <a:pt x="387589" y="1903"/>
                  <a:pt x="387542" y="2283"/>
                </a:cubicBezTo>
                <a:lnTo>
                  <a:pt x="381840" y="31337"/>
                </a:lnTo>
                <a:cubicBezTo>
                  <a:pt x="381603" y="32573"/>
                  <a:pt x="381318" y="33835"/>
                  <a:pt x="380985" y="35121"/>
                </a:cubicBezTo>
                <a:cubicBezTo>
                  <a:pt x="380652" y="36405"/>
                  <a:pt x="380308" y="37678"/>
                  <a:pt x="379952" y="38940"/>
                </a:cubicBezTo>
                <a:cubicBezTo>
                  <a:pt x="379595" y="40201"/>
                  <a:pt x="379239" y="41402"/>
                  <a:pt x="378883" y="42544"/>
                </a:cubicBezTo>
                <a:cubicBezTo>
                  <a:pt x="378526" y="43686"/>
                  <a:pt x="378206" y="44685"/>
                  <a:pt x="377920" y="45542"/>
                </a:cubicBezTo>
                <a:cubicBezTo>
                  <a:pt x="378681" y="43879"/>
                  <a:pt x="379869" y="42156"/>
                  <a:pt x="381484" y="40375"/>
                </a:cubicBezTo>
                <a:cubicBezTo>
                  <a:pt x="383099" y="38593"/>
                  <a:pt x="385000" y="36954"/>
                  <a:pt x="387186" y="35457"/>
                </a:cubicBezTo>
                <a:cubicBezTo>
                  <a:pt x="389371" y="33960"/>
                  <a:pt x="391783" y="32713"/>
                  <a:pt x="394420" y="31715"/>
                </a:cubicBezTo>
                <a:cubicBezTo>
                  <a:pt x="397057" y="30717"/>
                  <a:pt x="399777" y="30219"/>
                  <a:pt x="402580" y="30219"/>
                </a:cubicBezTo>
                <a:cubicBezTo>
                  <a:pt x="405621" y="30219"/>
                  <a:pt x="408210" y="30658"/>
                  <a:pt x="410348" y="31537"/>
                </a:cubicBezTo>
                <a:cubicBezTo>
                  <a:pt x="412487" y="32416"/>
                  <a:pt x="414233" y="33628"/>
                  <a:pt x="415587" y="35172"/>
                </a:cubicBezTo>
                <a:cubicBezTo>
                  <a:pt x="416941" y="36716"/>
                  <a:pt x="417927" y="38557"/>
                  <a:pt x="418544" y="40695"/>
                </a:cubicBezTo>
                <a:cubicBezTo>
                  <a:pt x="419162" y="42833"/>
                  <a:pt x="419471" y="45138"/>
                  <a:pt x="419471" y="47609"/>
                </a:cubicBezTo>
                <a:cubicBezTo>
                  <a:pt x="419471" y="49319"/>
                  <a:pt x="419376" y="50982"/>
                  <a:pt x="419186" y="52597"/>
                </a:cubicBezTo>
                <a:cubicBezTo>
                  <a:pt x="418996" y="54213"/>
                  <a:pt x="418735" y="55852"/>
                  <a:pt x="418402" y="57515"/>
                </a:cubicBezTo>
                <a:lnTo>
                  <a:pt x="410420" y="9756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valuesseparatedbypipe">
            <a:extLst xmlns:a="http://schemas.openxmlformats.org/drawingml/2006/main">
              <a:ext uri="{FF2B5EF4-FFF2-40B4-BE49-F238E27FC236}">
                <a16:creationId xmlns:a16="http://schemas.microsoft.com/office/drawing/2014/main" id="{95BB870B-07D1-4F75-99CD-6E786429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586" y="866448"/>
            <a:ext cx="1445908" cy="125293"/>
          </a:xfrm>
          <a:custGeom xmlns:a="http://schemas.openxmlformats.org/drawingml/2006/main">
            <a:pathLst>
              <a:path w="1445908" h="125293">
                <a:moveTo>
                  <a:pt x="57515" y="32856"/>
                </a:moveTo>
                <a:cubicBezTo>
                  <a:pt x="57515" y="33331"/>
                  <a:pt x="57444" y="33818"/>
                  <a:pt x="57301" y="34317"/>
                </a:cubicBezTo>
                <a:cubicBezTo>
                  <a:pt x="57159" y="34816"/>
                  <a:pt x="56992" y="35326"/>
                  <a:pt x="56802" y="35849"/>
                </a:cubicBezTo>
                <a:cubicBezTo>
                  <a:pt x="55044" y="41028"/>
                  <a:pt x="53061" y="46266"/>
                  <a:pt x="50851" y="51564"/>
                </a:cubicBezTo>
                <a:cubicBezTo>
                  <a:pt x="48642" y="56862"/>
                  <a:pt x="46195" y="62136"/>
                  <a:pt x="43510" y="67386"/>
                </a:cubicBezTo>
                <a:cubicBezTo>
                  <a:pt x="40826" y="72636"/>
                  <a:pt x="37880" y="77791"/>
                  <a:pt x="34673" y="82852"/>
                </a:cubicBezTo>
                <a:cubicBezTo>
                  <a:pt x="31466" y="87912"/>
                  <a:pt x="27962" y="92794"/>
                  <a:pt x="24161" y="97498"/>
                </a:cubicBezTo>
                <a:cubicBezTo>
                  <a:pt x="23828" y="98020"/>
                  <a:pt x="23448" y="98424"/>
                  <a:pt x="23020" y="98709"/>
                </a:cubicBezTo>
                <a:cubicBezTo>
                  <a:pt x="22593" y="98994"/>
                  <a:pt x="22082" y="99220"/>
                  <a:pt x="21488" y="99386"/>
                </a:cubicBezTo>
                <a:cubicBezTo>
                  <a:pt x="20894" y="99553"/>
                  <a:pt x="20217" y="99660"/>
                  <a:pt x="19457" y="99707"/>
                </a:cubicBezTo>
                <a:cubicBezTo>
                  <a:pt x="18697" y="99755"/>
                  <a:pt x="17794" y="99778"/>
                  <a:pt x="16749" y="99778"/>
                </a:cubicBezTo>
                <a:cubicBezTo>
                  <a:pt x="15276" y="99778"/>
                  <a:pt x="14088" y="99731"/>
                  <a:pt x="13185" y="99636"/>
                </a:cubicBezTo>
                <a:cubicBezTo>
                  <a:pt x="12282" y="99541"/>
                  <a:pt x="11581" y="99398"/>
                  <a:pt x="11083" y="99208"/>
                </a:cubicBezTo>
                <a:cubicBezTo>
                  <a:pt x="10584" y="99018"/>
                  <a:pt x="10227" y="98757"/>
                  <a:pt x="10013" y="98424"/>
                </a:cubicBezTo>
                <a:cubicBezTo>
                  <a:pt x="9800" y="98092"/>
                  <a:pt x="9669" y="97688"/>
                  <a:pt x="9621" y="97213"/>
                </a:cubicBezTo>
                <a:lnTo>
                  <a:pt x="143" y="36419"/>
                </a:lnTo>
                <a:cubicBezTo>
                  <a:pt x="95" y="35896"/>
                  <a:pt x="59" y="35433"/>
                  <a:pt x="36" y="35029"/>
                </a:cubicBezTo>
                <a:cubicBezTo>
                  <a:pt x="12" y="34625"/>
                  <a:pt x="0" y="34257"/>
                  <a:pt x="0" y="33925"/>
                </a:cubicBezTo>
                <a:cubicBezTo>
                  <a:pt x="0" y="33307"/>
                  <a:pt x="95" y="32832"/>
                  <a:pt x="285" y="32499"/>
                </a:cubicBezTo>
                <a:cubicBezTo>
                  <a:pt x="475" y="32167"/>
                  <a:pt x="784" y="31905"/>
                  <a:pt x="1212" y="31715"/>
                </a:cubicBezTo>
                <a:cubicBezTo>
                  <a:pt x="1639" y="31525"/>
                  <a:pt x="2221" y="31395"/>
                  <a:pt x="2958" y="31323"/>
                </a:cubicBezTo>
                <a:cubicBezTo>
                  <a:pt x="3694" y="31252"/>
                  <a:pt x="4680" y="31216"/>
                  <a:pt x="5915" y="31216"/>
                </a:cubicBezTo>
                <a:cubicBezTo>
                  <a:pt x="7151" y="31216"/>
                  <a:pt x="8149" y="31252"/>
                  <a:pt x="8909" y="31323"/>
                </a:cubicBezTo>
                <a:cubicBezTo>
                  <a:pt x="9669" y="31395"/>
                  <a:pt x="10251" y="31513"/>
                  <a:pt x="10655" y="31680"/>
                </a:cubicBezTo>
                <a:cubicBezTo>
                  <a:pt x="11059" y="31846"/>
                  <a:pt x="11332" y="32083"/>
                  <a:pt x="11475" y="32392"/>
                </a:cubicBezTo>
                <a:cubicBezTo>
                  <a:pt x="11617" y="32701"/>
                  <a:pt x="11712" y="33069"/>
                  <a:pt x="11760" y="33497"/>
                </a:cubicBezTo>
                <a:lnTo>
                  <a:pt x="19457" y="86380"/>
                </a:lnTo>
                <a:lnTo>
                  <a:pt x="19457" y="87235"/>
                </a:lnTo>
                <a:lnTo>
                  <a:pt x="19813" y="86807"/>
                </a:lnTo>
                <a:cubicBezTo>
                  <a:pt x="22616" y="82578"/>
                  <a:pt x="25182" y="78480"/>
                  <a:pt x="27510" y="74513"/>
                </a:cubicBezTo>
                <a:cubicBezTo>
                  <a:pt x="29838" y="70546"/>
                  <a:pt x="32000" y="66448"/>
                  <a:pt x="33996" y="62219"/>
                </a:cubicBezTo>
                <a:cubicBezTo>
                  <a:pt x="35991" y="57990"/>
                  <a:pt x="37880" y="53548"/>
                  <a:pt x="39662" y="48891"/>
                </a:cubicBezTo>
                <a:cubicBezTo>
                  <a:pt x="41444" y="44235"/>
                  <a:pt x="43261" y="39104"/>
                  <a:pt x="45114" y="33497"/>
                </a:cubicBezTo>
                <a:cubicBezTo>
                  <a:pt x="45257" y="33069"/>
                  <a:pt x="45459" y="32701"/>
                  <a:pt x="45720" y="32392"/>
                </a:cubicBezTo>
                <a:cubicBezTo>
                  <a:pt x="45981" y="32083"/>
                  <a:pt x="46361" y="31846"/>
                  <a:pt x="46860" y="31680"/>
                </a:cubicBezTo>
                <a:cubicBezTo>
                  <a:pt x="47359" y="31513"/>
                  <a:pt x="48024" y="31395"/>
                  <a:pt x="48856" y="31323"/>
                </a:cubicBezTo>
                <a:cubicBezTo>
                  <a:pt x="49687" y="31252"/>
                  <a:pt x="50721" y="31216"/>
                  <a:pt x="51956" y="31216"/>
                </a:cubicBezTo>
                <a:cubicBezTo>
                  <a:pt x="53096" y="31216"/>
                  <a:pt x="54023" y="31252"/>
                  <a:pt x="54736" y="31323"/>
                </a:cubicBezTo>
                <a:cubicBezTo>
                  <a:pt x="55448" y="31395"/>
                  <a:pt x="56007" y="31490"/>
                  <a:pt x="56410" y="31608"/>
                </a:cubicBezTo>
                <a:cubicBezTo>
                  <a:pt x="56814" y="31727"/>
                  <a:pt x="57099" y="31893"/>
                  <a:pt x="57266" y="32107"/>
                </a:cubicBezTo>
                <a:cubicBezTo>
                  <a:pt x="57432" y="32321"/>
                  <a:pt x="57515" y="32570"/>
                  <a:pt x="57515" y="32856"/>
                </a:cubicBezTo>
                <a:close/>
                <a:moveTo>
                  <a:pt x="114133" y="97569"/>
                </a:moveTo>
                <a:cubicBezTo>
                  <a:pt x="113943" y="98377"/>
                  <a:pt x="113420" y="98947"/>
                  <a:pt x="112565" y="99279"/>
                </a:cubicBezTo>
                <a:cubicBezTo>
                  <a:pt x="111709" y="99612"/>
                  <a:pt x="110284" y="99778"/>
                  <a:pt x="108288" y="99778"/>
                </a:cubicBezTo>
                <a:cubicBezTo>
                  <a:pt x="107338" y="99778"/>
                  <a:pt x="106554" y="99731"/>
                  <a:pt x="105937" y="99636"/>
                </a:cubicBezTo>
                <a:cubicBezTo>
                  <a:pt x="105319" y="99541"/>
                  <a:pt x="104820" y="99410"/>
                  <a:pt x="104440" y="99244"/>
                </a:cubicBezTo>
                <a:cubicBezTo>
                  <a:pt x="104060" y="99077"/>
                  <a:pt x="103798" y="98864"/>
                  <a:pt x="103656" y="98602"/>
                </a:cubicBezTo>
                <a:cubicBezTo>
                  <a:pt x="103513" y="98341"/>
                  <a:pt x="103513" y="97997"/>
                  <a:pt x="103656" y="97569"/>
                </a:cubicBezTo>
                <a:lnTo>
                  <a:pt x="106008" y="85453"/>
                </a:lnTo>
                <a:cubicBezTo>
                  <a:pt x="105390" y="86981"/>
                  <a:pt x="104274" y="88652"/>
                  <a:pt x="102658" y="90466"/>
                </a:cubicBezTo>
                <a:cubicBezTo>
                  <a:pt x="101043" y="92279"/>
                  <a:pt x="99130" y="93950"/>
                  <a:pt x="96921" y="95478"/>
                </a:cubicBezTo>
                <a:cubicBezTo>
                  <a:pt x="94711" y="97005"/>
                  <a:pt x="92253" y="98271"/>
                  <a:pt x="89544" y="99273"/>
                </a:cubicBezTo>
                <a:cubicBezTo>
                  <a:pt x="86836" y="100275"/>
                  <a:pt x="84080" y="100776"/>
                  <a:pt x="81277" y="100776"/>
                </a:cubicBezTo>
                <a:cubicBezTo>
                  <a:pt x="77476" y="100776"/>
                  <a:pt x="74328" y="100110"/>
                  <a:pt x="71834" y="98778"/>
                </a:cubicBezTo>
                <a:cubicBezTo>
                  <a:pt x="69339" y="97446"/>
                  <a:pt x="67356" y="95687"/>
                  <a:pt x="65883" y="93500"/>
                </a:cubicBezTo>
                <a:cubicBezTo>
                  <a:pt x="64410" y="91311"/>
                  <a:pt x="63400" y="88838"/>
                  <a:pt x="62854" y="86079"/>
                </a:cubicBezTo>
                <a:cubicBezTo>
                  <a:pt x="62307" y="83320"/>
                  <a:pt x="62034" y="80490"/>
                  <a:pt x="62034" y="77589"/>
                </a:cubicBezTo>
                <a:cubicBezTo>
                  <a:pt x="62034" y="74927"/>
                  <a:pt x="62284" y="71907"/>
                  <a:pt x="62782" y="68531"/>
                </a:cubicBezTo>
                <a:cubicBezTo>
                  <a:pt x="63281" y="65153"/>
                  <a:pt x="64089" y="61704"/>
                  <a:pt x="65206" y="58185"/>
                </a:cubicBezTo>
                <a:cubicBezTo>
                  <a:pt x="66322" y="54665"/>
                  <a:pt x="67771" y="51240"/>
                  <a:pt x="69553" y="47911"/>
                </a:cubicBezTo>
                <a:cubicBezTo>
                  <a:pt x="71335" y="44583"/>
                  <a:pt x="73485" y="41598"/>
                  <a:pt x="76003" y="38958"/>
                </a:cubicBezTo>
                <a:cubicBezTo>
                  <a:pt x="78521" y="36318"/>
                  <a:pt x="81443" y="34202"/>
                  <a:pt x="84769" y="32608"/>
                </a:cubicBezTo>
                <a:cubicBezTo>
                  <a:pt x="88095" y="31015"/>
                  <a:pt x="91873" y="30219"/>
                  <a:pt x="96101" y="30219"/>
                </a:cubicBezTo>
                <a:cubicBezTo>
                  <a:pt x="100330" y="30219"/>
                  <a:pt x="103953" y="31074"/>
                  <a:pt x="106970" y="32784"/>
                </a:cubicBezTo>
                <a:cubicBezTo>
                  <a:pt x="109987" y="34495"/>
                  <a:pt x="112683" y="36847"/>
                  <a:pt x="115059" y="39840"/>
                </a:cubicBezTo>
                <a:lnTo>
                  <a:pt x="116413" y="33354"/>
                </a:lnTo>
                <a:cubicBezTo>
                  <a:pt x="116603" y="32594"/>
                  <a:pt x="117150" y="32048"/>
                  <a:pt x="118052" y="31715"/>
                </a:cubicBezTo>
                <a:cubicBezTo>
                  <a:pt x="118955" y="31383"/>
                  <a:pt x="120357" y="31216"/>
                  <a:pt x="122257" y="31216"/>
                </a:cubicBezTo>
                <a:cubicBezTo>
                  <a:pt x="123208" y="31216"/>
                  <a:pt x="124004" y="31252"/>
                  <a:pt x="124645" y="31323"/>
                </a:cubicBezTo>
                <a:cubicBezTo>
                  <a:pt x="125286" y="31395"/>
                  <a:pt x="125797" y="31525"/>
                  <a:pt x="126177" y="31715"/>
                </a:cubicBezTo>
                <a:cubicBezTo>
                  <a:pt x="126557" y="31905"/>
                  <a:pt x="126795" y="32143"/>
                  <a:pt x="126890" y="32428"/>
                </a:cubicBezTo>
                <a:cubicBezTo>
                  <a:pt x="126985" y="32713"/>
                  <a:pt x="127009" y="33022"/>
                  <a:pt x="126961" y="33354"/>
                </a:cubicBezTo>
                <a:lnTo>
                  <a:pt x="114133" y="97569"/>
                </a:lnTo>
                <a:moveTo>
                  <a:pt x="111923" y="50174"/>
                </a:moveTo>
                <a:cubicBezTo>
                  <a:pt x="109690" y="46896"/>
                  <a:pt x="107279" y="44437"/>
                  <a:pt x="104689" y="42798"/>
                </a:cubicBezTo>
                <a:cubicBezTo>
                  <a:pt x="102100" y="41159"/>
                  <a:pt x="99190" y="40339"/>
                  <a:pt x="95959" y="40339"/>
                </a:cubicBezTo>
                <a:cubicBezTo>
                  <a:pt x="93393" y="40339"/>
                  <a:pt x="91077" y="40945"/>
                  <a:pt x="89010" y="42159"/>
                </a:cubicBezTo>
                <a:cubicBezTo>
                  <a:pt x="86943" y="43372"/>
                  <a:pt x="85114" y="44977"/>
                  <a:pt x="83522" y="46976"/>
                </a:cubicBezTo>
                <a:cubicBezTo>
                  <a:pt x="81930" y="48975"/>
                  <a:pt x="80552" y="51247"/>
                  <a:pt x="79388" y="53793"/>
                </a:cubicBezTo>
                <a:cubicBezTo>
                  <a:pt x="78224" y="56338"/>
                  <a:pt x="77274" y="58967"/>
                  <a:pt x="76538" y="61680"/>
                </a:cubicBezTo>
                <a:cubicBezTo>
                  <a:pt x="75801" y="64391"/>
                  <a:pt x="75255" y="67056"/>
                  <a:pt x="74898" y="69673"/>
                </a:cubicBezTo>
                <a:cubicBezTo>
                  <a:pt x="74542" y="72290"/>
                  <a:pt x="74364" y="74644"/>
                  <a:pt x="74364" y="76738"/>
                </a:cubicBezTo>
                <a:cubicBezTo>
                  <a:pt x="74364" y="78404"/>
                  <a:pt x="74494" y="80058"/>
                  <a:pt x="74756" y="81700"/>
                </a:cubicBezTo>
                <a:cubicBezTo>
                  <a:pt x="75017" y="83341"/>
                  <a:pt x="75516" y="84839"/>
                  <a:pt x="76252" y="86195"/>
                </a:cubicBezTo>
                <a:cubicBezTo>
                  <a:pt x="76989" y="87550"/>
                  <a:pt x="77999" y="88645"/>
                  <a:pt x="79281" y="89478"/>
                </a:cubicBezTo>
                <a:cubicBezTo>
                  <a:pt x="80564" y="90311"/>
                  <a:pt x="82227" y="90727"/>
                  <a:pt x="84270" y="90727"/>
                </a:cubicBezTo>
                <a:cubicBezTo>
                  <a:pt x="86884" y="90727"/>
                  <a:pt x="89509" y="90001"/>
                  <a:pt x="92146" y="88549"/>
                </a:cubicBezTo>
                <a:cubicBezTo>
                  <a:pt x="94783" y="87095"/>
                  <a:pt x="97242" y="85083"/>
                  <a:pt x="99522" y="82511"/>
                </a:cubicBezTo>
                <a:cubicBezTo>
                  <a:pt x="101803" y="79939"/>
                  <a:pt x="103822" y="76915"/>
                  <a:pt x="105580" y="73437"/>
                </a:cubicBezTo>
                <a:cubicBezTo>
                  <a:pt x="107338" y="69960"/>
                  <a:pt x="108645" y="66125"/>
                  <a:pt x="109500" y="61934"/>
                </a:cubicBezTo>
                <a:lnTo>
                  <a:pt x="111923" y="50174"/>
                </a:lnTo>
                <a:close/>
                <a:moveTo>
                  <a:pt x="147678" y="97567"/>
                </a:moveTo>
                <a:cubicBezTo>
                  <a:pt x="147583" y="97947"/>
                  <a:pt x="147416" y="98268"/>
                  <a:pt x="147179" y="98531"/>
                </a:cubicBezTo>
                <a:cubicBezTo>
                  <a:pt x="146941" y="98792"/>
                  <a:pt x="146585" y="99018"/>
                  <a:pt x="146110" y="99208"/>
                </a:cubicBezTo>
                <a:cubicBezTo>
                  <a:pt x="145635" y="99398"/>
                  <a:pt x="145005" y="99541"/>
                  <a:pt x="144221" y="99636"/>
                </a:cubicBezTo>
                <a:cubicBezTo>
                  <a:pt x="143437" y="99731"/>
                  <a:pt x="142475" y="99778"/>
                  <a:pt x="141335" y="99778"/>
                </a:cubicBezTo>
                <a:cubicBezTo>
                  <a:pt x="140147" y="99778"/>
                  <a:pt x="139185" y="99731"/>
                  <a:pt x="138448" y="99636"/>
                </a:cubicBezTo>
                <a:cubicBezTo>
                  <a:pt x="137712" y="99541"/>
                  <a:pt x="137141" y="99398"/>
                  <a:pt x="136738" y="99208"/>
                </a:cubicBezTo>
                <a:cubicBezTo>
                  <a:pt x="136334" y="99018"/>
                  <a:pt x="136072" y="98792"/>
                  <a:pt x="135954" y="98531"/>
                </a:cubicBezTo>
                <a:cubicBezTo>
                  <a:pt x="135835" y="98268"/>
                  <a:pt x="135823" y="97947"/>
                  <a:pt x="135918" y="97567"/>
                </a:cubicBezTo>
                <a:lnTo>
                  <a:pt x="154876" y="2283"/>
                </a:lnTo>
                <a:cubicBezTo>
                  <a:pt x="154971" y="1903"/>
                  <a:pt x="155125" y="1570"/>
                  <a:pt x="155339" y="1285"/>
                </a:cubicBezTo>
                <a:cubicBezTo>
                  <a:pt x="155553" y="999"/>
                  <a:pt x="155909" y="760"/>
                  <a:pt x="156408" y="570"/>
                </a:cubicBezTo>
                <a:cubicBezTo>
                  <a:pt x="156907" y="380"/>
                  <a:pt x="157549" y="238"/>
                  <a:pt x="158332" y="143"/>
                </a:cubicBezTo>
                <a:cubicBezTo>
                  <a:pt x="159116" y="48"/>
                  <a:pt x="160102" y="0"/>
                  <a:pt x="161290" y="0"/>
                </a:cubicBezTo>
                <a:cubicBezTo>
                  <a:pt x="162431" y="0"/>
                  <a:pt x="163369" y="48"/>
                  <a:pt x="164105" y="143"/>
                </a:cubicBezTo>
                <a:cubicBezTo>
                  <a:pt x="164842" y="238"/>
                  <a:pt x="165412" y="380"/>
                  <a:pt x="165816" y="570"/>
                </a:cubicBezTo>
                <a:cubicBezTo>
                  <a:pt x="166220" y="760"/>
                  <a:pt x="166469" y="999"/>
                  <a:pt x="166564" y="1285"/>
                </a:cubicBezTo>
                <a:cubicBezTo>
                  <a:pt x="166659" y="1570"/>
                  <a:pt x="166683" y="1903"/>
                  <a:pt x="166635" y="2283"/>
                </a:cubicBezTo>
                <a:lnTo>
                  <a:pt x="147678" y="97567"/>
                </a:lnTo>
                <a:close/>
                <a:moveTo>
                  <a:pt x="222728" y="97569"/>
                </a:moveTo>
                <a:cubicBezTo>
                  <a:pt x="222680" y="97949"/>
                  <a:pt x="222538" y="98282"/>
                  <a:pt x="222300" y="98567"/>
                </a:cubicBezTo>
                <a:cubicBezTo>
                  <a:pt x="222062" y="98852"/>
                  <a:pt x="221730" y="99077"/>
                  <a:pt x="221302" y="99244"/>
                </a:cubicBezTo>
                <a:cubicBezTo>
                  <a:pt x="220875" y="99410"/>
                  <a:pt x="220316" y="99541"/>
                  <a:pt x="219627" y="99636"/>
                </a:cubicBezTo>
                <a:cubicBezTo>
                  <a:pt x="218938" y="99731"/>
                  <a:pt x="218095" y="99778"/>
                  <a:pt x="217097" y="99778"/>
                </a:cubicBezTo>
                <a:cubicBezTo>
                  <a:pt x="216147" y="99778"/>
                  <a:pt x="215351" y="99731"/>
                  <a:pt x="214710" y="99636"/>
                </a:cubicBezTo>
                <a:cubicBezTo>
                  <a:pt x="214068" y="99541"/>
                  <a:pt x="213569" y="99410"/>
                  <a:pt x="213213" y="99244"/>
                </a:cubicBezTo>
                <a:cubicBezTo>
                  <a:pt x="212857" y="99077"/>
                  <a:pt x="212619" y="98852"/>
                  <a:pt x="212500" y="98567"/>
                </a:cubicBezTo>
                <a:cubicBezTo>
                  <a:pt x="212382" y="98282"/>
                  <a:pt x="212370" y="97949"/>
                  <a:pt x="212465" y="97569"/>
                </a:cubicBezTo>
                <a:lnTo>
                  <a:pt x="214817" y="85524"/>
                </a:lnTo>
                <a:cubicBezTo>
                  <a:pt x="214056" y="87147"/>
                  <a:pt x="212857" y="88854"/>
                  <a:pt x="211217" y="90645"/>
                </a:cubicBezTo>
                <a:cubicBezTo>
                  <a:pt x="209578" y="92434"/>
                  <a:pt x="207654" y="94092"/>
                  <a:pt x="205445" y="95620"/>
                </a:cubicBezTo>
                <a:cubicBezTo>
                  <a:pt x="203235" y="97148"/>
                  <a:pt x="200812" y="98389"/>
                  <a:pt x="198175" y="99344"/>
                </a:cubicBezTo>
                <a:cubicBezTo>
                  <a:pt x="195538" y="100299"/>
                  <a:pt x="192865" y="100776"/>
                  <a:pt x="190157" y="100776"/>
                </a:cubicBezTo>
                <a:cubicBezTo>
                  <a:pt x="186926" y="100776"/>
                  <a:pt x="184206" y="100335"/>
                  <a:pt x="181997" y="99453"/>
                </a:cubicBezTo>
                <a:cubicBezTo>
                  <a:pt x="179787" y="98573"/>
                  <a:pt x="178006" y="97358"/>
                  <a:pt x="176651" y="95809"/>
                </a:cubicBezTo>
                <a:cubicBezTo>
                  <a:pt x="175297" y="94261"/>
                  <a:pt x="174323" y="92427"/>
                  <a:pt x="173729" y="90308"/>
                </a:cubicBezTo>
                <a:cubicBezTo>
                  <a:pt x="173135" y="88188"/>
                  <a:pt x="172838" y="85866"/>
                  <a:pt x="172838" y="83342"/>
                </a:cubicBezTo>
                <a:cubicBezTo>
                  <a:pt x="172838" y="81769"/>
                  <a:pt x="172945" y="80161"/>
                  <a:pt x="173159" y="78518"/>
                </a:cubicBezTo>
                <a:cubicBezTo>
                  <a:pt x="173373" y="76874"/>
                  <a:pt x="173646" y="75218"/>
                  <a:pt x="173979" y="73551"/>
                </a:cubicBezTo>
                <a:lnTo>
                  <a:pt x="181890" y="33354"/>
                </a:lnTo>
                <a:cubicBezTo>
                  <a:pt x="181985" y="33022"/>
                  <a:pt x="182151" y="32713"/>
                  <a:pt x="182389" y="32428"/>
                </a:cubicBezTo>
                <a:cubicBezTo>
                  <a:pt x="182626" y="32143"/>
                  <a:pt x="182994" y="31905"/>
                  <a:pt x="183493" y="31715"/>
                </a:cubicBezTo>
                <a:cubicBezTo>
                  <a:pt x="183992" y="31525"/>
                  <a:pt x="184634" y="31395"/>
                  <a:pt x="185418" y="31323"/>
                </a:cubicBezTo>
                <a:cubicBezTo>
                  <a:pt x="186202" y="31252"/>
                  <a:pt x="187164" y="31216"/>
                  <a:pt x="188304" y="31216"/>
                </a:cubicBezTo>
                <a:cubicBezTo>
                  <a:pt x="189444" y="31216"/>
                  <a:pt x="190383" y="31252"/>
                  <a:pt x="191119" y="31323"/>
                </a:cubicBezTo>
                <a:cubicBezTo>
                  <a:pt x="191856" y="31395"/>
                  <a:pt x="192426" y="31525"/>
                  <a:pt x="192830" y="31715"/>
                </a:cubicBezTo>
                <a:cubicBezTo>
                  <a:pt x="193234" y="31905"/>
                  <a:pt x="193495" y="32143"/>
                  <a:pt x="193614" y="32428"/>
                </a:cubicBezTo>
                <a:cubicBezTo>
                  <a:pt x="193733" y="32713"/>
                  <a:pt x="193768" y="33022"/>
                  <a:pt x="193721" y="33354"/>
                </a:cubicBezTo>
                <a:lnTo>
                  <a:pt x="185881" y="73123"/>
                </a:lnTo>
                <a:cubicBezTo>
                  <a:pt x="185596" y="74363"/>
                  <a:pt x="185382" y="75651"/>
                  <a:pt x="185239" y="76987"/>
                </a:cubicBezTo>
                <a:cubicBezTo>
                  <a:pt x="185097" y="78324"/>
                  <a:pt x="185026" y="79683"/>
                  <a:pt x="185026" y="81065"/>
                </a:cubicBezTo>
                <a:cubicBezTo>
                  <a:pt x="185026" y="82497"/>
                  <a:pt x="185156" y="83797"/>
                  <a:pt x="185418" y="84967"/>
                </a:cubicBezTo>
                <a:cubicBezTo>
                  <a:pt x="185679" y="86136"/>
                  <a:pt x="186130" y="87149"/>
                  <a:pt x="186772" y="88008"/>
                </a:cubicBezTo>
                <a:cubicBezTo>
                  <a:pt x="187413" y="88866"/>
                  <a:pt x="188245" y="89534"/>
                  <a:pt x="189266" y="90012"/>
                </a:cubicBezTo>
                <a:cubicBezTo>
                  <a:pt x="190288" y="90489"/>
                  <a:pt x="191535" y="90727"/>
                  <a:pt x="193008" y="90727"/>
                </a:cubicBezTo>
                <a:cubicBezTo>
                  <a:pt x="195526" y="90727"/>
                  <a:pt x="198104" y="90001"/>
                  <a:pt x="200741" y="88549"/>
                </a:cubicBezTo>
                <a:cubicBezTo>
                  <a:pt x="203378" y="87095"/>
                  <a:pt x="205837" y="85083"/>
                  <a:pt x="208117" y="82511"/>
                </a:cubicBezTo>
                <a:cubicBezTo>
                  <a:pt x="210398" y="79939"/>
                  <a:pt x="212429" y="76879"/>
                  <a:pt x="214211" y="73330"/>
                </a:cubicBezTo>
                <a:cubicBezTo>
                  <a:pt x="215993" y="69782"/>
                  <a:pt x="217311" y="65912"/>
                  <a:pt x="218166" y="61720"/>
                </a:cubicBezTo>
                <a:lnTo>
                  <a:pt x="223797" y="33354"/>
                </a:lnTo>
                <a:cubicBezTo>
                  <a:pt x="223844" y="33022"/>
                  <a:pt x="223999" y="32713"/>
                  <a:pt x="224260" y="32428"/>
                </a:cubicBezTo>
                <a:cubicBezTo>
                  <a:pt x="224521" y="32143"/>
                  <a:pt x="224901" y="31905"/>
                  <a:pt x="225400" y="31715"/>
                </a:cubicBezTo>
                <a:cubicBezTo>
                  <a:pt x="225899" y="31525"/>
                  <a:pt x="226541" y="31395"/>
                  <a:pt x="227325" y="31323"/>
                </a:cubicBezTo>
                <a:cubicBezTo>
                  <a:pt x="228109" y="31252"/>
                  <a:pt x="229071" y="31216"/>
                  <a:pt x="230211" y="31216"/>
                </a:cubicBezTo>
                <a:cubicBezTo>
                  <a:pt x="231351" y="31216"/>
                  <a:pt x="232290" y="31252"/>
                  <a:pt x="233026" y="31323"/>
                </a:cubicBezTo>
                <a:cubicBezTo>
                  <a:pt x="233763" y="31395"/>
                  <a:pt x="234333" y="31525"/>
                  <a:pt x="234737" y="31715"/>
                </a:cubicBezTo>
                <a:cubicBezTo>
                  <a:pt x="235141" y="31905"/>
                  <a:pt x="235402" y="32143"/>
                  <a:pt x="235521" y="32428"/>
                </a:cubicBezTo>
                <a:cubicBezTo>
                  <a:pt x="235639" y="32713"/>
                  <a:pt x="235675" y="33022"/>
                  <a:pt x="235628" y="33354"/>
                </a:cubicBezTo>
                <a:lnTo>
                  <a:pt x="222728" y="97569"/>
                </a:lnTo>
                <a:close/>
                <a:moveTo>
                  <a:pt x="305805" y="46539"/>
                </a:moveTo>
                <a:cubicBezTo>
                  <a:pt x="305805" y="49818"/>
                  <a:pt x="305045" y="52764"/>
                  <a:pt x="303525" y="55377"/>
                </a:cubicBezTo>
                <a:cubicBezTo>
                  <a:pt x="302004" y="57990"/>
                  <a:pt x="299629" y="60223"/>
                  <a:pt x="296398" y="62076"/>
                </a:cubicBezTo>
                <a:cubicBezTo>
                  <a:pt x="293167" y="63929"/>
                  <a:pt x="289033" y="65355"/>
                  <a:pt x="283997" y="66353"/>
                </a:cubicBezTo>
                <a:cubicBezTo>
                  <a:pt x="278960" y="67350"/>
                  <a:pt x="272926" y="67849"/>
                  <a:pt x="265894" y="67849"/>
                </a:cubicBezTo>
                <a:lnTo>
                  <a:pt x="258339" y="67849"/>
                </a:lnTo>
                <a:cubicBezTo>
                  <a:pt x="258007" y="69422"/>
                  <a:pt x="257781" y="70947"/>
                  <a:pt x="257662" y="72424"/>
                </a:cubicBezTo>
                <a:cubicBezTo>
                  <a:pt x="257544" y="73901"/>
                  <a:pt x="257484" y="75284"/>
                  <a:pt x="257484" y="76571"/>
                </a:cubicBezTo>
                <a:cubicBezTo>
                  <a:pt x="257484" y="81337"/>
                  <a:pt x="258660" y="84983"/>
                  <a:pt x="261012" y="87509"/>
                </a:cubicBezTo>
                <a:cubicBezTo>
                  <a:pt x="263364" y="90034"/>
                  <a:pt x="267177" y="91297"/>
                  <a:pt x="272451" y="91297"/>
                </a:cubicBezTo>
                <a:cubicBezTo>
                  <a:pt x="275492" y="91297"/>
                  <a:pt x="278224" y="91068"/>
                  <a:pt x="280647" y="90609"/>
                </a:cubicBezTo>
                <a:cubicBezTo>
                  <a:pt x="283070" y="90150"/>
                  <a:pt x="285173" y="89655"/>
                  <a:pt x="286954" y="89123"/>
                </a:cubicBezTo>
                <a:cubicBezTo>
                  <a:pt x="288736" y="88592"/>
                  <a:pt x="290197" y="88097"/>
                  <a:pt x="291338" y="87638"/>
                </a:cubicBezTo>
                <a:cubicBezTo>
                  <a:pt x="292478" y="87179"/>
                  <a:pt x="293262" y="86950"/>
                  <a:pt x="293689" y="86950"/>
                </a:cubicBezTo>
                <a:cubicBezTo>
                  <a:pt x="294117" y="86950"/>
                  <a:pt x="294438" y="87105"/>
                  <a:pt x="294652" y="87415"/>
                </a:cubicBezTo>
                <a:cubicBezTo>
                  <a:pt x="294865" y="87725"/>
                  <a:pt x="294972" y="88167"/>
                  <a:pt x="294972" y="88740"/>
                </a:cubicBezTo>
                <a:cubicBezTo>
                  <a:pt x="294972" y="89218"/>
                  <a:pt x="294925" y="89792"/>
                  <a:pt x="294830" y="90460"/>
                </a:cubicBezTo>
                <a:cubicBezTo>
                  <a:pt x="294735" y="91128"/>
                  <a:pt x="294592" y="91809"/>
                  <a:pt x="294402" y="92502"/>
                </a:cubicBezTo>
                <a:cubicBezTo>
                  <a:pt x="294212" y="93194"/>
                  <a:pt x="293963" y="93851"/>
                  <a:pt x="293654" y="94473"/>
                </a:cubicBezTo>
                <a:cubicBezTo>
                  <a:pt x="293345" y="95094"/>
                  <a:pt x="293001" y="95619"/>
                  <a:pt x="292620" y="96048"/>
                </a:cubicBezTo>
                <a:cubicBezTo>
                  <a:pt x="292050" y="96621"/>
                  <a:pt x="291041" y="97182"/>
                  <a:pt x="289591" y="97732"/>
                </a:cubicBezTo>
                <a:cubicBezTo>
                  <a:pt x="288142" y="98281"/>
                  <a:pt x="286420" y="98783"/>
                  <a:pt x="284424" y="99237"/>
                </a:cubicBezTo>
                <a:cubicBezTo>
                  <a:pt x="282429" y="99690"/>
                  <a:pt x="280243" y="100060"/>
                  <a:pt x="277867" y="100346"/>
                </a:cubicBezTo>
                <a:cubicBezTo>
                  <a:pt x="275492" y="100633"/>
                  <a:pt x="273116" y="100776"/>
                  <a:pt x="270740" y="100776"/>
                </a:cubicBezTo>
                <a:cubicBezTo>
                  <a:pt x="266512" y="100776"/>
                  <a:pt x="262806" y="100301"/>
                  <a:pt x="259622" y="99351"/>
                </a:cubicBezTo>
                <a:cubicBezTo>
                  <a:pt x="256439" y="98399"/>
                  <a:pt x="253790" y="96936"/>
                  <a:pt x="251676" y="94963"/>
                </a:cubicBezTo>
                <a:cubicBezTo>
                  <a:pt x="249561" y="92988"/>
                  <a:pt x="247981" y="90527"/>
                  <a:pt x="246936" y="87578"/>
                </a:cubicBezTo>
                <a:cubicBezTo>
                  <a:pt x="245891" y="84629"/>
                  <a:pt x="245368" y="81157"/>
                  <a:pt x="245368" y="77161"/>
                </a:cubicBezTo>
                <a:cubicBezTo>
                  <a:pt x="245368" y="74070"/>
                  <a:pt x="245665" y="70753"/>
                  <a:pt x="246259" y="67210"/>
                </a:cubicBezTo>
                <a:cubicBezTo>
                  <a:pt x="246853" y="63666"/>
                  <a:pt x="247791" y="60158"/>
                  <a:pt x="249074" y="56687"/>
                </a:cubicBezTo>
                <a:cubicBezTo>
                  <a:pt x="250357" y="53215"/>
                  <a:pt x="252020" y="49886"/>
                  <a:pt x="254063" y="46700"/>
                </a:cubicBezTo>
                <a:cubicBezTo>
                  <a:pt x="256106" y="43512"/>
                  <a:pt x="258541" y="40706"/>
                  <a:pt x="261368" y="38281"/>
                </a:cubicBezTo>
                <a:cubicBezTo>
                  <a:pt x="264195" y="35855"/>
                  <a:pt x="267462" y="33905"/>
                  <a:pt x="271168" y="32430"/>
                </a:cubicBezTo>
                <a:cubicBezTo>
                  <a:pt x="274874" y="30956"/>
                  <a:pt x="279055" y="30219"/>
                  <a:pt x="283712" y="30219"/>
                </a:cubicBezTo>
                <a:cubicBezTo>
                  <a:pt x="287703" y="30219"/>
                  <a:pt x="291088" y="30717"/>
                  <a:pt x="293868" y="31715"/>
                </a:cubicBezTo>
                <a:cubicBezTo>
                  <a:pt x="296647" y="32713"/>
                  <a:pt x="298928" y="33996"/>
                  <a:pt x="300710" y="35564"/>
                </a:cubicBezTo>
                <a:cubicBezTo>
                  <a:pt x="302491" y="37132"/>
                  <a:pt x="303786" y="38878"/>
                  <a:pt x="304594" y="40802"/>
                </a:cubicBezTo>
                <a:cubicBezTo>
                  <a:pt x="305402" y="42727"/>
                  <a:pt x="305805" y="44639"/>
                  <a:pt x="305805" y="46539"/>
                </a:cubicBezTo>
                <a:moveTo>
                  <a:pt x="293761" y="47609"/>
                </a:moveTo>
                <a:cubicBezTo>
                  <a:pt x="293761" y="45185"/>
                  <a:pt x="292810" y="43225"/>
                  <a:pt x="290910" y="41729"/>
                </a:cubicBezTo>
                <a:cubicBezTo>
                  <a:pt x="289009" y="40232"/>
                  <a:pt x="286301" y="39484"/>
                  <a:pt x="282785" y="39484"/>
                </a:cubicBezTo>
                <a:cubicBezTo>
                  <a:pt x="279697" y="39484"/>
                  <a:pt x="276965" y="40018"/>
                  <a:pt x="274589" y="41087"/>
                </a:cubicBezTo>
                <a:cubicBezTo>
                  <a:pt x="272213" y="42156"/>
                  <a:pt x="270111" y="43594"/>
                  <a:pt x="268282" y="45399"/>
                </a:cubicBezTo>
                <a:cubicBezTo>
                  <a:pt x="266452" y="47205"/>
                  <a:pt x="264884" y="49307"/>
                  <a:pt x="263578" y="51707"/>
                </a:cubicBezTo>
                <a:cubicBezTo>
                  <a:pt x="262271" y="54106"/>
                  <a:pt x="261214" y="56636"/>
                  <a:pt x="260406" y="59297"/>
                </a:cubicBezTo>
                <a:lnTo>
                  <a:pt x="267676" y="59297"/>
                </a:lnTo>
                <a:cubicBezTo>
                  <a:pt x="272665" y="59297"/>
                  <a:pt x="276834" y="58988"/>
                  <a:pt x="280184" y="58370"/>
                </a:cubicBezTo>
                <a:cubicBezTo>
                  <a:pt x="283533" y="57753"/>
                  <a:pt x="286218" y="56909"/>
                  <a:pt x="288237" y="55840"/>
                </a:cubicBezTo>
                <a:cubicBezTo>
                  <a:pt x="290257" y="54771"/>
                  <a:pt x="291682" y="53524"/>
                  <a:pt x="292513" y="52099"/>
                </a:cubicBezTo>
                <a:cubicBezTo>
                  <a:pt x="293345" y="50673"/>
                  <a:pt x="293761" y="49176"/>
                  <a:pt x="293761" y="47609"/>
                </a:cubicBezTo>
                <a:close/>
                <a:moveTo>
                  <a:pt x="362888" y="36989"/>
                </a:moveTo>
                <a:cubicBezTo>
                  <a:pt x="362888" y="37464"/>
                  <a:pt x="362817" y="38094"/>
                  <a:pt x="362674" y="38878"/>
                </a:cubicBezTo>
                <a:cubicBezTo>
                  <a:pt x="362532" y="39662"/>
                  <a:pt x="362330" y="40434"/>
                  <a:pt x="362068" y="41194"/>
                </a:cubicBezTo>
                <a:cubicBezTo>
                  <a:pt x="361807" y="41954"/>
                  <a:pt x="361498" y="42596"/>
                  <a:pt x="361142" y="43118"/>
                </a:cubicBezTo>
                <a:cubicBezTo>
                  <a:pt x="360786" y="43641"/>
                  <a:pt x="360394" y="43902"/>
                  <a:pt x="359966" y="43902"/>
                </a:cubicBezTo>
                <a:cubicBezTo>
                  <a:pt x="359396" y="43902"/>
                  <a:pt x="358719" y="43673"/>
                  <a:pt x="357935" y="43214"/>
                </a:cubicBezTo>
                <a:cubicBezTo>
                  <a:pt x="357151" y="42755"/>
                  <a:pt x="356189" y="42237"/>
                  <a:pt x="355048" y="41657"/>
                </a:cubicBezTo>
                <a:cubicBezTo>
                  <a:pt x="353908" y="41078"/>
                  <a:pt x="352542" y="40548"/>
                  <a:pt x="350950" y="40065"/>
                </a:cubicBezTo>
                <a:cubicBezTo>
                  <a:pt x="349359" y="39582"/>
                  <a:pt x="347470" y="39341"/>
                  <a:pt x="345284" y="39341"/>
                </a:cubicBezTo>
                <a:cubicBezTo>
                  <a:pt x="343194" y="39341"/>
                  <a:pt x="341341" y="39639"/>
                  <a:pt x="339725" y="40234"/>
                </a:cubicBezTo>
                <a:cubicBezTo>
                  <a:pt x="338110" y="40828"/>
                  <a:pt x="336756" y="41637"/>
                  <a:pt x="335663" y="42662"/>
                </a:cubicBezTo>
                <a:cubicBezTo>
                  <a:pt x="334570" y="43685"/>
                  <a:pt x="333738" y="44851"/>
                  <a:pt x="333168" y="46161"/>
                </a:cubicBezTo>
                <a:cubicBezTo>
                  <a:pt x="332598" y="47469"/>
                  <a:pt x="332313" y="48837"/>
                  <a:pt x="332313" y="50266"/>
                </a:cubicBezTo>
                <a:cubicBezTo>
                  <a:pt x="332313" y="52168"/>
                  <a:pt x="332943" y="53749"/>
                  <a:pt x="334202" y="55009"/>
                </a:cubicBezTo>
                <a:cubicBezTo>
                  <a:pt x="335461" y="56270"/>
                  <a:pt x="337041" y="57400"/>
                  <a:pt x="338941" y="58399"/>
                </a:cubicBezTo>
                <a:cubicBezTo>
                  <a:pt x="340842" y="59397"/>
                  <a:pt x="342897" y="60384"/>
                  <a:pt x="345106" y="61359"/>
                </a:cubicBezTo>
                <a:cubicBezTo>
                  <a:pt x="347315" y="62335"/>
                  <a:pt x="349359" y="63524"/>
                  <a:pt x="351235" y="64927"/>
                </a:cubicBezTo>
                <a:cubicBezTo>
                  <a:pt x="353112" y="66330"/>
                  <a:pt x="354680" y="68019"/>
                  <a:pt x="355939" y="69992"/>
                </a:cubicBezTo>
                <a:cubicBezTo>
                  <a:pt x="357198" y="71965"/>
                  <a:pt x="357828" y="74450"/>
                  <a:pt x="357828" y="77446"/>
                </a:cubicBezTo>
                <a:cubicBezTo>
                  <a:pt x="357828" y="80777"/>
                  <a:pt x="357175" y="83881"/>
                  <a:pt x="355868" y="86758"/>
                </a:cubicBezTo>
                <a:cubicBezTo>
                  <a:pt x="354561" y="89636"/>
                  <a:pt x="352684" y="92109"/>
                  <a:pt x="350238" y="94177"/>
                </a:cubicBezTo>
                <a:cubicBezTo>
                  <a:pt x="347791" y="96245"/>
                  <a:pt x="344833" y="97862"/>
                  <a:pt x="341364" y="99028"/>
                </a:cubicBezTo>
                <a:cubicBezTo>
                  <a:pt x="337896" y="100193"/>
                  <a:pt x="334024" y="100776"/>
                  <a:pt x="329747" y="100776"/>
                </a:cubicBezTo>
                <a:cubicBezTo>
                  <a:pt x="327514" y="100776"/>
                  <a:pt x="325412" y="100608"/>
                  <a:pt x="323440" y="100271"/>
                </a:cubicBezTo>
                <a:cubicBezTo>
                  <a:pt x="321468" y="99933"/>
                  <a:pt x="319686" y="99501"/>
                  <a:pt x="318095" y="98972"/>
                </a:cubicBezTo>
                <a:cubicBezTo>
                  <a:pt x="316503" y="98442"/>
                  <a:pt x="315137" y="97852"/>
                  <a:pt x="313997" y="97201"/>
                </a:cubicBezTo>
                <a:cubicBezTo>
                  <a:pt x="312856" y="96551"/>
                  <a:pt x="311977" y="95937"/>
                  <a:pt x="311360" y="95360"/>
                </a:cubicBezTo>
                <a:cubicBezTo>
                  <a:pt x="310980" y="94979"/>
                  <a:pt x="310706" y="94587"/>
                  <a:pt x="310540" y="94184"/>
                </a:cubicBezTo>
                <a:cubicBezTo>
                  <a:pt x="310374" y="93780"/>
                  <a:pt x="310291" y="93293"/>
                  <a:pt x="310291" y="92723"/>
                </a:cubicBezTo>
                <a:cubicBezTo>
                  <a:pt x="310291" y="92342"/>
                  <a:pt x="310314" y="91891"/>
                  <a:pt x="310362" y="91368"/>
                </a:cubicBezTo>
                <a:cubicBezTo>
                  <a:pt x="310409" y="90846"/>
                  <a:pt x="310504" y="90299"/>
                  <a:pt x="310647" y="89729"/>
                </a:cubicBezTo>
                <a:cubicBezTo>
                  <a:pt x="310789" y="89159"/>
                  <a:pt x="310944" y="88613"/>
                  <a:pt x="311110" y="88090"/>
                </a:cubicBezTo>
                <a:cubicBezTo>
                  <a:pt x="311276" y="87567"/>
                  <a:pt x="311478" y="87092"/>
                  <a:pt x="311716" y="86665"/>
                </a:cubicBezTo>
                <a:cubicBezTo>
                  <a:pt x="311954" y="86237"/>
                  <a:pt x="312191" y="85893"/>
                  <a:pt x="312429" y="85631"/>
                </a:cubicBezTo>
                <a:cubicBezTo>
                  <a:pt x="312666" y="85370"/>
                  <a:pt x="312951" y="85239"/>
                  <a:pt x="313284" y="85239"/>
                </a:cubicBezTo>
                <a:cubicBezTo>
                  <a:pt x="313854" y="85239"/>
                  <a:pt x="314543" y="85564"/>
                  <a:pt x="315351" y="86212"/>
                </a:cubicBezTo>
                <a:cubicBezTo>
                  <a:pt x="316159" y="86861"/>
                  <a:pt x="317216" y="87558"/>
                  <a:pt x="318522" y="88304"/>
                </a:cubicBezTo>
                <a:cubicBezTo>
                  <a:pt x="319829" y="89049"/>
                  <a:pt x="321456" y="89746"/>
                  <a:pt x="323404" y="90395"/>
                </a:cubicBezTo>
                <a:cubicBezTo>
                  <a:pt x="325352" y="91044"/>
                  <a:pt x="327776" y="91368"/>
                  <a:pt x="330674" y="91368"/>
                </a:cubicBezTo>
                <a:cubicBezTo>
                  <a:pt x="333287" y="91368"/>
                  <a:pt x="335532" y="91047"/>
                  <a:pt x="337409" y="90404"/>
                </a:cubicBezTo>
                <a:cubicBezTo>
                  <a:pt x="339286" y="89761"/>
                  <a:pt x="340842" y="88904"/>
                  <a:pt x="342077" y="87834"/>
                </a:cubicBezTo>
                <a:cubicBezTo>
                  <a:pt x="343312" y="86763"/>
                  <a:pt x="344227" y="85514"/>
                  <a:pt x="344821" y="84086"/>
                </a:cubicBezTo>
                <a:cubicBezTo>
                  <a:pt x="345415" y="82657"/>
                  <a:pt x="345712" y="81157"/>
                  <a:pt x="345712" y="79587"/>
                </a:cubicBezTo>
                <a:cubicBezTo>
                  <a:pt x="345712" y="77590"/>
                  <a:pt x="345094" y="75961"/>
                  <a:pt x="343859" y="74700"/>
                </a:cubicBezTo>
                <a:cubicBezTo>
                  <a:pt x="342624" y="73440"/>
                  <a:pt x="341067" y="72298"/>
                  <a:pt x="339191" y="71277"/>
                </a:cubicBezTo>
                <a:cubicBezTo>
                  <a:pt x="337314" y="70254"/>
                  <a:pt x="335283" y="69243"/>
                  <a:pt x="333097" y="68243"/>
                </a:cubicBezTo>
                <a:cubicBezTo>
                  <a:pt x="330911" y="67244"/>
                  <a:pt x="328880" y="66067"/>
                  <a:pt x="327003" y="64711"/>
                </a:cubicBezTo>
                <a:cubicBezTo>
                  <a:pt x="325127" y="63356"/>
                  <a:pt x="323559" y="61691"/>
                  <a:pt x="322300" y="59718"/>
                </a:cubicBezTo>
                <a:cubicBezTo>
                  <a:pt x="321041" y="57744"/>
                  <a:pt x="320411" y="55236"/>
                  <a:pt x="320411" y="52192"/>
                </a:cubicBezTo>
                <a:cubicBezTo>
                  <a:pt x="320411" y="49053"/>
                  <a:pt x="321029" y="46140"/>
                  <a:pt x="322264" y="43453"/>
                </a:cubicBezTo>
                <a:cubicBezTo>
                  <a:pt x="323499" y="40765"/>
                  <a:pt x="325245" y="38435"/>
                  <a:pt x="327502" y="36461"/>
                </a:cubicBezTo>
                <a:cubicBezTo>
                  <a:pt x="329759" y="34487"/>
                  <a:pt x="332468" y="32953"/>
                  <a:pt x="335627" y="31860"/>
                </a:cubicBezTo>
                <a:cubicBezTo>
                  <a:pt x="338787" y="30766"/>
                  <a:pt x="342291" y="30219"/>
                  <a:pt x="346140" y="30219"/>
                </a:cubicBezTo>
                <a:cubicBezTo>
                  <a:pt x="347945" y="30219"/>
                  <a:pt x="349691" y="30363"/>
                  <a:pt x="351378" y="30653"/>
                </a:cubicBezTo>
                <a:cubicBezTo>
                  <a:pt x="353065" y="30942"/>
                  <a:pt x="354621" y="31305"/>
                  <a:pt x="356046" y="31740"/>
                </a:cubicBezTo>
                <a:cubicBezTo>
                  <a:pt x="357471" y="32173"/>
                  <a:pt x="358707" y="32656"/>
                  <a:pt x="359752" y="33187"/>
                </a:cubicBezTo>
                <a:cubicBezTo>
                  <a:pt x="360797" y="33718"/>
                  <a:pt x="361581" y="34248"/>
                  <a:pt x="362104" y="34780"/>
                </a:cubicBezTo>
                <a:cubicBezTo>
                  <a:pt x="362627" y="35255"/>
                  <a:pt x="362888" y="35991"/>
                  <a:pt x="362888" y="36989"/>
                </a:cubicBezTo>
                <a:close/>
                <a:moveTo>
                  <a:pt x="452218" y="36989"/>
                </a:moveTo>
                <a:cubicBezTo>
                  <a:pt x="452218" y="37464"/>
                  <a:pt x="452146" y="38094"/>
                  <a:pt x="452004" y="38878"/>
                </a:cubicBezTo>
                <a:cubicBezTo>
                  <a:pt x="451861" y="39662"/>
                  <a:pt x="451659" y="40434"/>
                  <a:pt x="451398" y="41194"/>
                </a:cubicBezTo>
                <a:cubicBezTo>
                  <a:pt x="451137" y="41954"/>
                  <a:pt x="450828" y="42596"/>
                  <a:pt x="450472" y="43118"/>
                </a:cubicBezTo>
                <a:cubicBezTo>
                  <a:pt x="450115" y="43641"/>
                  <a:pt x="449723" y="43902"/>
                  <a:pt x="449296" y="43902"/>
                </a:cubicBezTo>
                <a:cubicBezTo>
                  <a:pt x="448726" y="43902"/>
                  <a:pt x="448048" y="43673"/>
                  <a:pt x="447264" y="43214"/>
                </a:cubicBezTo>
                <a:cubicBezTo>
                  <a:pt x="446480" y="42755"/>
                  <a:pt x="445518" y="42237"/>
                  <a:pt x="444378" y="41657"/>
                </a:cubicBezTo>
                <a:cubicBezTo>
                  <a:pt x="443238" y="41078"/>
                  <a:pt x="441872" y="40548"/>
                  <a:pt x="440280" y="40065"/>
                </a:cubicBezTo>
                <a:cubicBezTo>
                  <a:pt x="438688" y="39582"/>
                  <a:pt x="436800" y="39341"/>
                  <a:pt x="434614" y="39341"/>
                </a:cubicBezTo>
                <a:cubicBezTo>
                  <a:pt x="432523" y="39341"/>
                  <a:pt x="430670" y="39639"/>
                  <a:pt x="429055" y="40234"/>
                </a:cubicBezTo>
                <a:cubicBezTo>
                  <a:pt x="427439" y="40828"/>
                  <a:pt x="426085" y="41637"/>
                  <a:pt x="424993" y="42662"/>
                </a:cubicBezTo>
                <a:cubicBezTo>
                  <a:pt x="423900" y="43685"/>
                  <a:pt x="423068" y="44851"/>
                  <a:pt x="422498" y="46161"/>
                </a:cubicBezTo>
                <a:cubicBezTo>
                  <a:pt x="421928" y="47469"/>
                  <a:pt x="421643" y="48837"/>
                  <a:pt x="421643" y="50266"/>
                </a:cubicBezTo>
                <a:cubicBezTo>
                  <a:pt x="421643" y="52168"/>
                  <a:pt x="422272" y="53749"/>
                  <a:pt x="423531" y="55009"/>
                </a:cubicBezTo>
                <a:cubicBezTo>
                  <a:pt x="424791" y="56270"/>
                  <a:pt x="426370" y="57400"/>
                  <a:pt x="428271" y="58399"/>
                </a:cubicBezTo>
                <a:cubicBezTo>
                  <a:pt x="430171" y="59397"/>
                  <a:pt x="432226" y="60384"/>
                  <a:pt x="434436" y="61359"/>
                </a:cubicBezTo>
                <a:cubicBezTo>
                  <a:pt x="436645" y="62335"/>
                  <a:pt x="438688" y="63524"/>
                  <a:pt x="440565" y="64927"/>
                </a:cubicBezTo>
                <a:cubicBezTo>
                  <a:pt x="442442" y="66330"/>
                  <a:pt x="444010" y="68019"/>
                  <a:pt x="445269" y="69992"/>
                </a:cubicBezTo>
                <a:cubicBezTo>
                  <a:pt x="446528" y="71965"/>
                  <a:pt x="447158" y="74450"/>
                  <a:pt x="447158" y="77446"/>
                </a:cubicBezTo>
                <a:cubicBezTo>
                  <a:pt x="447158" y="80777"/>
                  <a:pt x="446504" y="83881"/>
                  <a:pt x="445198" y="86758"/>
                </a:cubicBezTo>
                <a:cubicBezTo>
                  <a:pt x="443891" y="89636"/>
                  <a:pt x="442014" y="92109"/>
                  <a:pt x="439567" y="94177"/>
                </a:cubicBezTo>
                <a:cubicBezTo>
                  <a:pt x="437120" y="96245"/>
                  <a:pt x="434163" y="97862"/>
                  <a:pt x="430694" y="99028"/>
                </a:cubicBezTo>
                <a:cubicBezTo>
                  <a:pt x="427226" y="100193"/>
                  <a:pt x="423353" y="100776"/>
                  <a:pt x="419077" y="100776"/>
                </a:cubicBezTo>
                <a:cubicBezTo>
                  <a:pt x="416844" y="100776"/>
                  <a:pt x="414741" y="100608"/>
                  <a:pt x="412770" y="100271"/>
                </a:cubicBezTo>
                <a:cubicBezTo>
                  <a:pt x="410798" y="99933"/>
                  <a:pt x="409016" y="99501"/>
                  <a:pt x="407424" y="98972"/>
                </a:cubicBezTo>
                <a:cubicBezTo>
                  <a:pt x="405833" y="98442"/>
                  <a:pt x="404467" y="97852"/>
                  <a:pt x="403326" y="97201"/>
                </a:cubicBezTo>
                <a:cubicBezTo>
                  <a:pt x="402186" y="96551"/>
                  <a:pt x="401307" y="95937"/>
                  <a:pt x="400689" y="95360"/>
                </a:cubicBezTo>
                <a:cubicBezTo>
                  <a:pt x="400309" y="94979"/>
                  <a:pt x="400036" y="94587"/>
                  <a:pt x="399870" y="94184"/>
                </a:cubicBezTo>
                <a:cubicBezTo>
                  <a:pt x="399703" y="93780"/>
                  <a:pt x="399620" y="93293"/>
                  <a:pt x="399620" y="92723"/>
                </a:cubicBezTo>
                <a:cubicBezTo>
                  <a:pt x="399620" y="92342"/>
                  <a:pt x="399644" y="91891"/>
                  <a:pt x="399692" y="91368"/>
                </a:cubicBezTo>
                <a:cubicBezTo>
                  <a:pt x="399739" y="90846"/>
                  <a:pt x="399834" y="90299"/>
                  <a:pt x="399977" y="89729"/>
                </a:cubicBezTo>
                <a:cubicBezTo>
                  <a:pt x="400119" y="89159"/>
                  <a:pt x="400274" y="88613"/>
                  <a:pt x="400440" y="88090"/>
                </a:cubicBezTo>
                <a:cubicBezTo>
                  <a:pt x="400606" y="87567"/>
                  <a:pt x="400808" y="87092"/>
                  <a:pt x="401046" y="86665"/>
                </a:cubicBezTo>
                <a:cubicBezTo>
                  <a:pt x="401283" y="86237"/>
                  <a:pt x="401521" y="85893"/>
                  <a:pt x="401758" y="85631"/>
                </a:cubicBezTo>
                <a:cubicBezTo>
                  <a:pt x="401996" y="85370"/>
                  <a:pt x="402281" y="85239"/>
                  <a:pt x="402614" y="85239"/>
                </a:cubicBezTo>
                <a:cubicBezTo>
                  <a:pt x="403184" y="85239"/>
                  <a:pt x="403873" y="85564"/>
                  <a:pt x="404681" y="86212"/>
                </a:cubicBezTo>
                <a:cubicBezTo>
                  <a:pt x="405488" y="86861"/>
                  <a:pt x="406545" y="87558"/>
                  <a:pt x="407852" y="88304"/>
                </a:cubicBezTo>
                <a:cubicBezTo>
                  <a:pt x="409159" y="89049"/>
                  <a:pt x="410786" y="89746"/>
                  <a:pt x="412734" y="90395"/>
                </a:cubicBezTo>
                <a:cubicBezTo>
                  <a:pt x="414682" y="91044"/>
                  <a:pt x="417105" y="91368"/>
                  <a:pt x="420004" y="91368"/>
                </a:cubicBezTo>
                <a:cubicBezTo>
                  <a:pt x="422617" y="91368"/>
                  <a:pt x="424862" y="91047"/>
                  <a:pt x="426739" y="90404"/>
                </a:cubicBezTo>
                <a:cubicBezTo>
                  <a:pt x="428615" y="89761"/>
                  <a:pt x="430171" y="88904"/>
                  <a:pt x="431407" y="87834"/>
                </a:cubicBezTo>
                <a:cubicBezTo>
                  <a:pt x="432642" y="86763"/>
                  <a:pt x="433557" y="85514"/>
                  <a:pt x="434151" y="84086"/>
                </a:cubicBezTo>
                <a:cubicBezTo>
                  <a:pt x="434745" y="82657"/>
                  <a:pt x="435042" y="81157"/>
                  <a:pt x="435042" y="79587"/>
                </a:cubicBezTo>
                <a:cubicBezTo>
                  <a:pt x="435042" y="77590"/>
                  <a:pt x="434424" y="75961"/>
                  <a:pt x="433189" y="74700"/>
                </a:cubicBezTo>
                <a:cubicBezTo>
                  <a:pt x="431953" y="73440"/>
                  <a:pt x="430397" y="72298"/>
                  <a:pt x="428520" y="71277"/>
                </a:cubicBezTo>
                <a:cubicBezTo>
                  <a:pt x="426644" y="70254"/>
                  <a:pt x="424612" y="69243"/>
                  <a:pt x="422427" y="68243"/>
                </a:cubicBezTo>
                <a:cubicBezTo>
                  <a:pt x="420241" y="67244"/>
                  <a:pt x="418210" y="66067"/>
                  <a:pt x="416333" y="64711"/>
                </a:cubicBezTo>
                <a:cubicBezTo>
                  <a:pt x="414456" y="63356"/>
                  <a:pt x="412888" y="61691"/>
                  <a:pt x="411629" y="59718"/>
                </a:cubicBezTo>
                <a:cubicBezTo>
                  <a:pt x="410370" y="57744"/>
                  <a:pt x="409741" y="55236"/>
                  <a:pt x="409741" y="52192"/>
                </a:cubicBezTo>
                <a:cubicBezTo>
                  <a:pt x="409741" y="49053"/>
                  <a:pt x="410358" y="46140"/>
                  <a:pt x="411594" y="43453"/>
                </a:cubicBezTo>
                <a:cubicBezTo>
                  <a:pt x="412829" y="40765"/>
                  <a:pt x="414575" y="38435"/>
                  <a:pt x="416832" y="36461"/>
                </a:cubicBezTo>
                <a:cubicBezTo>
                  <a:pt x="419089" y="34487"/>
                  <a:pt x="421797" y="32953"/>
                  <a:pt x="424957" y="31860"/>
                </a:cubicBezTo>
                <a:cubicBezTo>
                  <a:pt x="428117" y="30766"/>
                  <a:pt x="431621" y="30219"/>
                  <a:pt x="435469" y="30219"/>
                </a:cubicBezTo>
                <a:cubicBezTo>
                  <a:pt x="437275" y="30219"/>
                  <a:pt x="439021" y="30363"/>
                  <a:pt x="440708" y="30653"/>
                </a:cubicBezTo>
                <a:cubicBezTo>
                  <a:pt x="442394" y="30942"/>
                  <a:pt x="443950" y="31305"/>
                  <a:pt x="445376" y="31740"/>
                </a:cubicBezTo>
                <a:cubicBezTo>
                  <a:pt x="446801" y="32173"/>
                  <a:pt x="448037" y="32656"/>
                  <a:pt x="449082" y="33187"/>
                </a:cubicBezTo>
                <a:cubicBezTo>
                  <a:pt x="450127" y="33718"/>
                  <a:pt x="450911" y="34248"/>
                  <a:pt x="451434" y="34780"/>
                </a:cubicBezTo>
                <a:cubicBezTo>
                  <a:pt x="451956" y="35255"/>
                  <a:pt x="452218" y="35991"/>
                  <a:pt x="452218" y="36989"/>
                </a:cubicBezTo>
                <a:close/>
                <a:moveTo>
                  <a:pt x="521245" y="46539"/>
                </a:moveTo>
                <a:cubicBezTo>
                  <a:pt x="521245" y="49818"/>
                  <a:pt x="520485" y="52764"/>
                  <a:pt x="518965" y="55377"/>
                </a:cubicBezTo>
                <a:cubicBezTo>
                  <a:pt x="517444" y="57990"/>
                  <a:pt x="515069" y="60223"/>
                  <a:pt x="511838" y="62076"/>
                </a:cubicBezTo>
                <a:cubicBezTo>
                  <a:pt x="508607" y="63929"/>
                  <a:pt x="504473" y="65355"/>
                  <a:pt x="499437" y="66353"/>
                </a:cubicBezTo>
                <a:cubicBezTo>
                  <a:pt x="494400" y="67350"/>
                  <a:pt x="488366" y="67849"/>
                  <a:pt x="481334" y="67849"/>
                </a:cubicBezTo>
                <a:lnTo>
                  <a:pt x="473779" y="67849"/>
                </a:lnTo>
                <a:cubicBezTo>
                  <a:pt x="473447" y="69422"/>
                  <a:pt x="473221" y="70947"/>
                  <a:pt x="473102" y="72424"/>
                </a:cubicBezTo>
                <a:cubicBezTo>
                  <a:pt x="472984" y="73901"/>
                  <a:pt x="472924" y="75284"/>
                  <a:pt x="472924" y="76571"/>
                </a:cubicBezTo>
                <a:cubicBezTo>
                  <a:pt x="472924" y="81337"/>
                  <a:pt x="474100" y="84983"/>
                  <a:pt x="476452" y="87509"/>
                </a:cubicBezTo>
                <a:cubicBezTo>
                  <a:pt x="478804" y="90034"/>
                  <a:pt x="482617" y="91297"/>
                  <a:pt x="487891" y="91297"/>
                </a:cubicBezTo>
                <a:cubicBezTo>
                  <a:pt x="490932" y="91297"/>
                  <a:pt x="493664" y="91068"/>
                  <a:pt x="496087" y="90609"/>
                </a:cubicBezTo>
                <a:cubicBezTo>
                  <a:pt x="498510" y="90150"/>
                  <a:pt x="500613" y="89655"/>
                  <a:pt x="502394" y="89123"/>
                </a:cubicBezTo>
                <a:cubicBezTo>
                  <a:pt x="504176" y="88592"/>
                  <a:pt x="505637" y="88097"/>
                  <a:pt x="506778" y="87638"/>
                </a:cubicBezTo>
                <a:cubicBezTo>
                  <a:pt x="507918" y="87179"/>
                  <a:pt x="508702" y="86950"/>
                  <a:pt x="509130" y="86950"/>
                </a:cubicBezTo>
                <a:cubicBezTo>
                  <a:pt x="509557" y="86950"/>
                  <a:pt x="509878" y="87105"/>
                  <a:pt x="510092" y="87415"/>
                </a:cubicBezTo>
                <a:cubicBezTo>
                  <a:pt x="510305" y="87725"/>
                  <a:pt x="510412" y="88167"/>
                  <a:pt x="510412" y="88740"/>
                </a:cubicBezTo>
                <a:cubicBezTo>
                  <a:pt x="510412" y="89218"/>
                  <a:pt x="510365" y="89792"/>
                  <a:pt x="510270" y="90460"/>
                </a:cubicBezTo>
                <a:cubicBezTo>
                  <a:pt x="510175" y="91128"/>
                  <a:pt x="510032" y="91809"/>
                  <a:pt x="509842" y="92502"/>
                </a:cubicBezTo>
                <a:cubicBezTo>
                  <a:pt x="509652" y="93194"/>
                  <a:pt x="509403" y="93851"/>
                  <a:pt x="509094" y="94473"/>
                </a:cubicBezTo>
                <a:cubicBezTo>
                  <a:pt x="508785" y="95094"/>
                  <a:pt x="508441" y="95619"/>
                  <a:pt x="508060" y="96048"/>
                </a:cubicBezTo>
                <a:cubicBezTo>
                  <a:pt x="507490" y="96621"/>
                  <a:pt x="506481" y="97182"/>
                  <a:pt x="505031" y="97732"/>
                </a:cubicBezTo>
                <a:cubicBezTo>
                  <a:pt x="503582" y="98281"/>
                  <a:pt x="501860" y="98783"/>
                  <a:pt x="499864" y="99237"/>
                </a:cubicBezTo>
                <a:cubicBezTo>
                  <a:pt x="497869" y="99690"/>
                  <a:pt x="495683" y="100060"/>
                  <a:pt x="493308" y="100346"/>
                </a:cubicBezTo>
                <a:cubicBezTo>
                  <a:pt x="490932" y="100633"/>
                  <a:pt x="488556" y="100776"/>
                  <a:pt x="486181" y="100776"/>
                </a:cubicBezTo>
                <a:cubicBezTo>
                  <a:pt x="481952" y="100776"/>
                  <a:pt x="478246" y="100301"/>
                  <a:pt x="475062" y="99351"/>
                </a:cubicBezTo>
                <a:cubicBezTo>
                  <a:pt x="471879" y="98399"/>
                  <a:pt x="469230" y="96936"/>
                  <a:pt x="467116" y="94963"/>
                </a:cubicBezTo>
                <a:cubicBezTo>
                  <a:pt x="465001" y="92988"/>
                  <a:pt x="463422" y="90527"/>
                  <a:pt x="462376" y="87578"/>
                </a:cubicBezTo>
                <a:cubicBezTo>
                  <a:pt x="461331" y="84629"/>
                  <a:pt x="460808" y="81157"/>
                  <a:pt x="460808" y="77161"/>
                </a:cubicBezTo>
                <a:cubicBezTo>
                  <a:pt x="460808" y="74070"/>
                  <a:pt x="461105" y="70753"/>
                  <a:pt x="461699" y="67210"/>
                </a:cubicBezTo>
                <a:cubicBezTo>
                  <a:pt x="462293" y="63666"/>
                  <a:pt x="463231" y="60158"/>
                  <a:pt x="464514" y="56687"/>
                </a:cubicBezTo>
                <a:cubicBezTo>
                  <a:pt x="465797" y="53215"/>
                  <a:pt x="467460" y="49886"/>
                  <a:pt x="469503" y="46700"/>
                </a:cubicBezTo>
                <a:cubicBezTo>
                  <a:pt x="471546" y="43512"/>
                  <a:pt x="473981" y="40706"/>
                  <a:pt x="476808" y="38281"/>
                </a:cubicBezTo>
                <a:cubicBezTo>
                  <a:pt x="479636" y="35855"/>
                  <a:pt x="482902" y="33905"/>
                  <a:pt x="486608" y="32430"/>
                </a:cubicBezTo>
                <a:cubicBezTo>
                  <a:pt x="490314" y="30956"/>
                  <a:pt x="494495" y="30219"/>
                  <a:pt x="499152" y="30219"/>
                </a:cubicBezTo>
                <a:cubicBezTo>
                  <a:pt x="503143" y="30219"/>
                  <a:pt x="506528" y="30717"/>
                  <a:pt x="509308" y="31715"/>
                </a:cubicBezTo>
                <a:cubicBezTo>
                  <a:pt x="512087" y="32713"/>
                  <a:pt x="514368" y="33996"/>
                  <a:pt x="516150" y="35564"/>
                </a:cubicBezTo>
                <a:cubicBezTo>
                  <a:pt x="517931" y="37132"/>
                  <a:pt x="519226" y="38878"/>
                  <a:pt x="520034" y="40802"/>
                </a:cubicBezTo>
                <a:cubicBezTo>
                  <a:pt x="520842" y="42727"/>
                  <a:pt x="521245" y="44639"/>
                  <a:pt x="521245" y="46539"/>
                </a:cubicBezTo>
                <a:moveTo>
                  <a:pt x="509201" y="47609"/>
                </a:moveTo>
                <a:cubicBezTo>
                  <a:pt x="509201" y="45185"/>
                  <a:pt x="508251" y="43225"/>
                  <a:pt x="506350" y="41729"/>
                </a:cubicBezTo>
                <a:cubicBezTo>
                  <a:pt x="504449" y="40232"/>
                  <a:pt x="501741" y="39484"/>
                  <a:pt x="498225" y="39484"/>
                </a:cubicBezTo>
                <a:cubicBezTo>
                  <a:pt x="495137" y="39484"/>
                  <a:pt x="492405" y="40018"/>
                  <a:pt x="490029" y="41087"/>
                </a:cubicBezTo>
                <a:cubicBezTo>
                  <a:pt x="487653" y="42156"/>
                  <a:pt x="485551" y="43594"/>
                  <a:pt x="483722" y="45399"/>
                </a:cubicBezTo>
                <a:cubicBezTo>
                  <a:pt x="481892" y="47205"/>
                  <a:pt x="480324" y="49307"/>
                  <a:pt x="479018" y="51707"/>
                </a:cubicBezTo>
                <a:cubicBezTo>
                  <a:pt x="477711" y="54106"/>
                  <a:pt x="476654" y="56636"/>
                  <a:pt x="475846" y="59297"/>
                </a:cubicBezTo>
                <a:lnTo>
                  <a:pt x="483116" y="59297"/>
                </a:lnTo>
                <a:cubicBezTo>
                  <a:pt x="488105" y="59297"/>
                  <a:pt x="492274" y="58988"/>
                  <a:pt x="495624" y="58370"/>
                </a:cubicBezTo>
                <a:cubicBezTo>
                  <a:pt x="498974" y="57753"/>
                  <a:pt x="501658" y="56909"/>
                  <a:pt x="503677" y="55840"/>
                </a:cubicBezTo>
                <a:cubicBezTo>
                  <a:pt x="505697" y="54771"/>
                  <a:pt x="507122" y="53524"/>
                  <a:pt x="507954" y="52099"/>
                </a:cubicBezTo>
                <a:cubicBezTo>
                  <a:pt x="508785" y="50673"/>
                  <a:pt x="509201" y="49176"/>
                  <a:pt x="509201" y="47609"/>
                </a:cubicBezTo>
                <a:close/>
                <a:moveTo>
                  <a:pt x="594650" y="53477"/>
                </a:moveTo>
                <a:cubicBezTo>
                  <a:pt x="594650" y="56234"/>
                  <a:pt x="594388" y="59338"/>
                  <a:pt x="593866" y="62787"/>
                </a:cubicBezTo>
                <a:cubicBezTo>
                  <a:pt x="593343" y="66235"/>
                  <a:pt x="592511" y="69719"/>
                  <a:pt x="591371" y="73239"/>
                </a:cubicBezTo>
                <a:cubicBezTo>
                  <a:pt x="590231" y="76758"/>
                  <a:pt x="588770" y="80170"/>
                  <a:pt x="586988" y="83475"/>
                </a:cubicBezTo>
                <a:cubicBezTo>
                  <a:pt x="585206" y="86780"/>
                  <a:pt x="583056" y="89717"/>
                  <a:pt x="580538" y="92286"/>
                </a:cubicBezTo>
                <a:cubicBezTo>
                  <a:pt x="578020" y="94855"/>
                  <a:pt x="575110" y="96912"/>
                  <a:pt x="571807" y="98458"/>
                </a:cubicBezTo>
                <a:cubicBezTo>
                  <a:pt x="568505" y="100003"/>
                  <a:pt x="564764" y="100776"/>
                  <a:pt x="560582" y="100776"/>
                </a:cubicBezTo>
                <a:cubicBezTo>
                  <a:pt x="558444" y="100776"/>
                  <a:pt x="556496" y="100562"/>
                  <a:pt x="554738" y="100132"/>
                </a:cubicBezTo>
                <a:cubicBezTo>
                  <a:pt x="552980" y="99705"/>
                  <a:pt x="551365" y="99111"/>
                  <a:pt x="549892" y="98351"/>
                </a:cubicBezTo>
                <a:cubicBezTo>
                  <a:pt x="548419" y="97589"/>
                  <a:pt x="547065" y="96697"/>
                  <a:pt x="545829" y="95676"/>
                </a:cubicBezTo>
                <a:cubicBezTo>
                  <a:pt x="544594" y="94653"/>
                  <a:pt x="543454" y="93523"/>
                  <a:pt x="542408" y="92286"/>
                </a:cubicBezTo>
                <a:lnTo>
                  <a:pt x="536350" y="123012"/>
                </a:lnTo>
                <a:cubicBezTo>
                  <a:pt x="536255" y="123393"/>
                  <a:pt x="536101" y="123725"/>
                  <a:pt x="535887" y="124010"/>
                </a:cubicBezTo>
                <a:cubicBezTo>
                  <a:pt x="535673" y="124295"/>
                  <a:pt x="535329" y="124533"/>
                  <a:pt x="534854" y="124723"/>
                </a:cubicBezTo>
                <a:cubicBezTo>
                  <a:pt x="534379" y="124913"/>
                  <a:pt x="533749" y="125055"/>
                  <a:pt x="532965" y="125151"/>
                </a:cubicBezTo>
                <a:cubicBezTo>
                  <a:pt x="532181" y="125246"/>
                  <a:pt x="531195" y="125293"/>
                  <a:pt x="530007" y="125293"/>
                </a:cubicBezTo>
                <a:cubicBezTo>
                  <a:pt x="528915" y="125293"/>
                  <a:pt x="528000" y="125246"/>
                  <a:pt x="527264" y="125151"/>
                </a:cubicBezTo>
                <a:cubicBezTo>
                  <a:pt x="526527" y="125055"/>
                  <a:pt x="525945" y="124913"/>
                  <a:pt x="525517" y="124723"/>
                </a:cubicBezTo>
                <a:cubicBezTo>
                  <a:pt x="525090" y="124533"/>
                  <a:pt x="524817" y="124295"/>
                  <a:pt x="524698" y="124010"/>
                </a:cubicBezTo>
                <a:cubicBezTo>
                  <a:pt x="524579" y="123725"/>
                  <a:pt x="524543" y="123393"/>
                  <a:pt x="524591" y="123012"/>
                </a:cubicBezTo>
                <a:lnTo>
                  <a:pt x="542622" y="33354"/>
                </a:lnTo>
                <a:cubicBezTo>
                  <a:pt x="542717" y="32594"/>
                  <a:pt x="543192" y="32048"/>
                  <a:pt x="544048" y="31715"/>
                </a:cubicBezTo>
                <a:cubicBezTo>
                  <a:pt x="544903" y="31383"/>
                  <a:pt x="546328" y="31216"/>
                  <a:pt x="548324" y="31216"/>
                </a:cubicBezTo>
                <a:cubicBezTo>
                  <a:pt x="549322" y="31216"/>
                  <a:pt x="550129" y="31252"/>
                  <a:pt x="550747" y="31323"/>
                </a:cubicBezTo>
                <a:cubicBezTo>
                  <a:pt x="551365" y="31395"/>
                  <a:pt x="551864" y="31513"/>
                  <a:pt x="552244" y="31680"/>
                </a:cubicBezTo>
                <a:cubicBezTo>
                  <a:pt x="552624" y="31846"/>
                  <a:pt x="552861" y="32072"/>
                  <a:pt x="552956" y="32357"/>
                </a:cubicBezTo>
                <a:cubicBezTo>
                  <a:pt x="553051" y="32642"/>
                  <a:pt x="553075" y="32974"/>
                  <a:pt x="553028" y="33354"/>
                </a:cubicBezTo>
                <a:lnTo>
                  <a:pt x="550605" y="45557"/>
                </a:lnTo>
                <a:cubicBezTo>
                  <a:pt x="551270" y="43988"/>
                  <a:pt x="552398" y="42312"/>
                  <a:pt x="553990" y="40528"/>
                </a:cubicBezTo>
                <a:cubicBezTo>
                  <a:pt x="555582" y="38744"/>
                  <a:pt x="557482" y="37078"/>
                  <a:pt x="559691" y="35533"/>
                </a:cubicBezTo>
                <a:cubicBezTo>
                  <a:pt x="561901" y="33987"/>
                  <a:pt x="564360" y="32715"/>
                  <a:pt x="567068" y="31717"/>
                </a:cubicBezTo>
                <a:cubicBezTo>
                  <a:pt x="569776" y="30718"/>
                  <a:pt x="572532" y="30219"/>
                  <a:pt x="575335" y="30219"/>
                </a:cubicBezTo>
                <a:cubicBezTo>
                  <a:pt x="578946" y="30219"/>
                  <a:pt x="581975" y="30837"/>
                  <a:pt x="584422" y="32074"/>
                </a:cubicBezTo>
                <a:cubicBezTo>
                  <a:pt x="586869" y="33311"/>
                  <a:pt x="588853" y="34964"/>
                  <a:pt x="590373" y="37034"/>
                </a:cubicBezTo>
                <a:cubicBezTo>
                  <a:pt x="591894" y="39102"/>
                  <a:pt x="592987" y="41551"/>
                  <a:pt x="593652" y="44381"/>
                </a:cubicBezTo>
                <a:cubicBezTo>
                  <a:pt x="594317" y="47210"/>
                  <a:pt x="594650" y="50242"/>
                  <a:pt x="594650" y="53477"/>
                </a:cubicBezTo>
                <a:moveTo>
                  <a:pt x="582320" y="54257"/>
                </a:moveTo>
                <a:cubicBezTo>
                  <a:pt x="582320" y="52211"/>
                  <a:pt x="582142" y="50332"/>
                  <a:pt x="581785" y="48620"/>
                </a:cubicBezTo>
                <a:cubicBezTo>
                  <a:pt x="581429" y="46906"/>
                  <a:pt x="580859" y="45431"/>
                  <a:pt x="580075" y="44194"/>
                </a:cubicBezTo>
                <a:cubicBezTo>
                  <a:pt x="579291" y="42956"/>
                  <a:pt x="578269" y="42004"/>
                  <a:pt x="577010" y="41339"/>
                </a:cubicBezTo>
                <a:cubicBezTo>
                  <a:pt x="575751" y="40672"/>
                  <a:pt x="574195" y="40339"/>
                  <a:pt x="572342" y="40339"/>
                </a:cubicBezTo>
                <a:cubicBezTo>
                  <a:pt x="569776" y="40339"/>
                  <a:pt x="567163" y="41053"/>
                  <a:pt x="564502" y="42482"/>
                </a:cubicBezTo>
                <a:cubicBezTo>
                  <a:pt x="561841" y="43908"/>
                  <a:pt x="559371" y="45907"/>
                  <a:pt x="557090" y="48477"/>
                </a:cubicBezTo>
                <a:cubicBezTo>
                  <a:pt x="554809" y="51046"/>
                  <a:pt x="552778" y="54079"/>
                  <a:pt x="550997" y="57575"/>
                </a:cubicBezTo>
                <a:cubicBezTo>
                  <a:pt x="549215" y="61072"/>
                  <a:pt x="547920" y="64890"/>
                  <a:pt x="547112" y="69030"/>
                </a:cubicBezTo>
                <a:lnTo>
                  <a:pt x="544760" y="80800"/>
                </a:lnTo>
                <a:cubicBezTo>
                  <a:pt x="546994" y="84134"/>
                  <a:pt x="549393" y="86622"/>
                  <a:pt x="551959" y="88264"/>
                </a:cubicBezTo>
                <a:cubicBezTo>
                  <a:pt x="554524" y="89906"/>
                  <a:pt x="557423" y="90727"/>
                  <a:pt x="560654" y="90727"/>
                </a:cubicBezTo>
                <a:cubicBezTo>
                  <a:pt x="563172" y="90727"/>
                  <a:pt x="565464" y="90132"/>
                  <a:pt x="567531" y="88943"/>
                </a:cubicBezTo>
                <a:cubicBezTo>
                  <a:pt x="569598" y="87754"/>
                  <a:pt x="571427" y="86160"/>
                  <a:pt x="573019" y="84161"/>
                </a:cubicBezTo>
                <a:cubicBezTo>
                  <a:pt x="574611" y="82163"/>
                  <a:pt x="575989" y="79903"/>
                  <a:pt x="577153" y="77382"/>
                </a:cubicBezTo>
                <a:cubicBezTo>
                  <a:pt x="578317" y="74859"/>
                  <a:pt x="579291" y="72242"/>
                  <a:pt x="580075" y="69531"/>
                </a:cubicBezTo>
                <a:cubicBezTo>
                  <a:pt x="580859" y="66818"/>
                  <a:pt x="581429" y="64130"/>
                  <a:pt x="581785" y="61466"/>
                </a:cubicBezTo>
                <a:cubicBezTo>
                  <a:pt x="582142" y="58801"/>
                  <a:pt x="582320" y="56398"/>
                  <a:pt x="582320" y="54257"/>
                </a:cubicBezTo>
                <a:close/>
                <a:moveTo>
                  <a:pt x="657985" y="97569"/>
                </a:moveTo>
                <a:cubicBezTo>
                  <a:pt x="657795" y="98377"/>
                  <a:pt x="657273" y="98947"/>
                  <a:pt x="656418" y="99279"/>
                </a:cubicBezTo>
                <a:cubicBezTo>
                  <a:pt x="655562" y="99612"/>
                  <a:pt x="654137" y="99778"/>
                  <a:pt x="652141" y="99778"/>
                </a:cubicBezTo>
                <a:cubicBezTo>
                  <a:pt x="651191" y="99778"/>
                  <a:pt x="650407" y="99731"/>
                  <a:pt x="649789" y="99636"/>
                </a:cubicBezTo>
                <a:cubicBezTo>
                  <a:pt x="649172" y="99541"/>
                  <a:pt x="648673" y="99410"/>
                  <a:pt x="648293" y="99244"/>
                </a:cubicBezTo>
                <a:cubicBezTo>
                  <a:pt x="647913" y="99077"/>
                  <a:pt x="647651" y="98864"/>
                  <a:pt x="647509" y="98602"/>
                </a:cubicBezTo>
                <a:cubicBezTo>
                  <a:pt x="647366" y="98341"/>
                  <a:pt x="647366" y="97997"/>
                  <a:pt x="647509" y="97569"/>
                </a:cubicBezTo>
                <a:lnTo>
                  <a:pt x="649861" y="85453"/>
                </a:lnTo>
                <a:cubicBezTo>
                  <a:pt x="649243" y="86981"/>
                  <a:pt x="648126" y="88652"/>
                  <a:pt x="646511" y="90466"/>
                </a:cubicBezTo>
                <a:cubicBezTo>
                  <a:pt x="644895" y="92279"/>
                  <a:pt x="642983" y="93950"/>
                  <a:pt x="640774" y="95478"/>
                </a:cubicBezTo>
                <a:cubicBezTo>
                  <a:pt x="638564" y="97005"/>
                  <a:pt x="636105" y="98271"/>
                  <a:pt x="633397" y="99273"/>
                </a:cubicBezTo>
                <a:cubicBezTo>
                  <a:pt x="630689" y="100275"/>
                  <a:pt x="627933" y="100776"/>
                  <a:pt x="625130" y="100776"/>
                </a:cubicBezTo>
                <a:cubicBezTo>
                  <a:pt x="621329" y="100776"/>
                  <a:pt x="618181" y="100110"/>
                  <a:pt x="615687" y="98778"/>
                </a:cubicBezTo>
                <a:cubicBezTo>
                  <a:pt x="613192" y="97446"/>
                  <a:pt x="611208" y="95687"/>
                  <a:pt x="609736" y="93500"/>
                </a:cubicBezTo>
                <a:cubicBezTo>
                  <a:pt x="608263" y="91311"/>
                  <a:pt x="607253" y="88838"/>
                  <a:pt x="606707" y="86079"/>
                </a:cubicBezTo>
                <a:cubicBezTo>
                  <a:pt x="606160" y="83320"/>
                  <a:pt x="605887" y="80490"/>
                  <a:pt x="605887" y="77589"/>
                </a:cubicBezTo>
                <a:cubicBezTo>
                  <a:pt x="605887" y="74927"/>
                  <a:pt x="606136" y="71907"/>
                  <a:pt x="606635" y="68531"/>
                </a:cubicBezTo>
                <a:cubicBezTo>
                  <a:pt x="607134" y="65153"/>
                  <a:pt x="607942" y="61704"/>
                  <a:pt x="609058" y="58185"/>
                </a:cubicBezTo>
                <a:cubicBezTo>
                  <a:pt x="610175" y="54665"/>
                  <a:pt x="611624" y="51240"/>
                  <a:pt x="613406" y="47911"/>
                </a:cubicBezTo>
                <a:cubicBezTo>
                  <a:pt x="615188" y="44583"/>
                  <a:pt x="617338" y="41598"/>
                  <a:pt x="619856" y="38958"/>
                </a:cubicBezTo>
                <a:cubicBezTo>
                  <a:pt x="622374" y="36318"/>
                  <a:pt x="625296" y="34202"/>
                  <a:pt x="628622" y="32608"/>
                </a:cubicBezTo>
                <a:cubicBezTo>
                  <a:pt x="631948" y="31015"/>
                  <a:pt x="635725" y="30219"/>
                  <a:pt x="639954" y="30219"/>
                </a:cubicBezTo>
                <a:cubicBezTo>
                  <a:pt x="644183" y="30219"/>
                  <a:pt x="647806" y="31074"/>
                  <a:pt x="650823" y="32784"/>
                </a:cubicBezTo>
                <a:cubicBezTo>
                  <a:pt x="653840" y="34495"/>
                  <a:pt x="656536" y="36847"/>
                  <a:pt x="658912" y="39840"/>
                </a:cubicBezTo>
                <a:lnTo>
                  <a:pt x="660266" y="33354"/>
                </a:lnTo>
                <a:cubicBezTo>
                  <a:pt x="660456" y="32594"/>
                  <a:pt x="661003" y="32048"/>
                  <a:pt x="661905" y="31715"/>
                </a:cubicBezTo>
                <a:cubicBezTo>
                  <a:pt x="662808" y="31383"/>
                  <a:pt x="664210" y="31216"/>
                  <a:pt x="666110" y="31216"/>
                </a:cubicBezTo>
                <a:cubicBezTo>
                  <a:pt x="667061" y="31216"/>
                  <a:pt x="667856" y="31252"/>
                  <a:pt x="668498" y="31323"/>
                </a:cubicBezTo>
                <a:cubicBezTo>
                  <a:pt x="669139" y="31395"/>
                  <a:pt x="669650" y="31525"/>
                  <a:pt x="670030" y="31715"/>
                </a:cubicBezTo>
                <a:cubicBezTo>
                  <a:pt x="670410" y="31905"/>
                  <a:pt x="670648" y="32143"/>
                  <a:pt x="670743" y="32428"/>
                </a:cubicBezTo>
                <a:cubicBezTo>
                  <a:pt x="670838" y="32713"/>
                  <a:pt x="670862" y="33022"/>
                  <a:pt x="670814" y="33354"/>
                </a:cubicBezTo>
                <a:lnTo>
                  <a:pt x="657985" y="97569"/>
                </a:lnTo>
                <a:moveTo>
                  <a:pt x="655776" y="50174"/>
                </a:moveTo>
                <a:cubicBezTo>
                  <a:pt x="653543" y="46896"/>
                  <a:pt x="651132" y="44437"/>
                  <a:pt x="648542" y="42798"/>
                </a:cubicBezTo>
                <a:cubicBezTo>
                  <a:pt x="645953" y="41159"/>
                  <a:pt x="643042" y="40339"/>
                  <a:pt x="639812" y="40339"/>
                </a:cubicBezTo>
                <a:cubicBezTo>
                  <a:pt x="637246" y="40339"/>
                  <a:pt x="634930" y="40945"/>
                  <a:pt x="632863" y="42159"/>
                </a:cubicBezTo>
                <a:cubicBezTo>
                  <a:pt x="630796" y="43372"/>
                  <a:pt x="628967" y="44977"/>
                  <a:pt x="627375" y="46976"/>
                </a:cubicBezTo>
                <a:cubicBezTo>
                  <a:pt x="625783" y="48975"/>
                  <a:pt x="624405" y="51247"/>
                  <a:pt x="623241" y="53793"/>
                </a:cubicBezTo>
                <a:cubicBezTo>
                  <a:pt x="622077" y="56338"/>
                  <a:pt x="621127" y="58967"/>
                  <a:pt x="620390" y="61680"/>
                </a:cubicBezTo>
                <a:cubicBezTo>
                  <a:pt x="619654" y="64391"/>
                  <a:pt x="619108" y="67056"/>
                  <a:pt x="618751" y="69673"/>
                </a:cubicBezTo>
                <a:cubicBezTo>
                  <a:pt x="618395" y="72290"/>
                  <a:pt x="618217" y="74644"/>
                  <a:pt x="618217" y="76738"/>
                </a:cubicBezTo>
                <a:cubicBezTo>
                  <a:pt x="618217" y="78404"/>
                  <a:pt x="618347" y="80058"/>
                  <a:pt x="618609" y="81700"/>
                </a:cubicBezTo>
                <a:cubicBezTo>
                  <a:pt x="618870" y="83341"/>
                  <a:pt x="619369" y="84839"/>
                  <a:pt x="620105" y="86195"/>
                </a:cubicBezTo>
                <a:cubicBezTo>
                  <a:pt x="620842" y="87550"/>
                  <a:pt x="621851" y="88645"/>
                  <a:pt x="623134" y="89478"/>
                </a:cubicBezTo>
                <a:cubicBezTo>
                  <a:pt x="624417" y="90311"/>
                  <a:pt x="626080" y="90727"/>
                  <a:pt x="628123" y="90727"/>
                </a:cubicBezTo>
                <a:cubicBezTo>
                  <a:pt x="630736" y="90727"/>
                  <a:pt x="633362" y="90001"/>
                  <a:pt x="635999" y="88549"/>
                </a:cubicBezTo>
                <a:cubicBezTo>
                  <a:pt x="638636" y="87095"/>
                  <a:pt x="641094" y="85083"/>
                  <a:pt x="643375" y="82511"/>
                </a:cubicBezTo>
                <a:cubicBezTo>
                  <a:pt x="645656" y="79939"/>
                  <a:pt x="647675" y="76915"/>
                  <a:pt x="649433" y="73437"/>
                </a:cubicBezTo>
                <a:cubicBezTo>
                  <a:pt x="651191" y="69960"/>
                  <a:pt x="652498" y="66125"/>
                  <a:pt x="653353" y="61934"/>
                </a:cubicBezTo>
                <a:lnTo>
                  <a:pt x="655776" y="50174"/>
                </a:lnTo>
                <a:close/>
                <a:moveTo>
                  <a:pt x="728875" y="33497"/>
                </a:moveTo>
                <a:cubicBezTo>
                  <a:pt x="728875" y="33687"/>
                  <a:pt x="728840" y="34055"/>
                  <a:pt x="728768" y="34602"/>
                </a:cubicBezTo>
                <a:cubicBezTo>
                  <a:pt x="728697" y="35148"/>
                  <a:pt x="728614" y="35778"/>
                  <a:pt x="728519" y="36490"/>
                </a:cubicBezTo>
                <a:cubicBezTo>
                  <a:pt x="728424" y="37203"/>
                  <a:pt x="728281" y="37940"/>
                  <a:pt x="728091" y="38700"/>
                </a:cubicBezTo>
                <a:cubicBezTo>
                  <a:pt x="727901" y="39460"/>
                  <a:pt x="727664" y="40161"/>
                  <a:pt x="727378" y="40802"/>
                </a:cubicBezTo>
                <a:cubicBezTo>
                  <a:pt x="727093" y="41444"/>
                  <a:pt x="726796" y="41978"/>
                  <a:pt x="726488" y="42406"/>
                </a:cubicBezTo>
                <a:cubicBezTo>
                  <a:pt x="726179" y="42833"/>
                  <a:pt x="725834" y="43047"/>
                  <a:pt x="725454" y="43047"/>
                </a:cubicBezTo>
                <a:cubicBezTo>
                  <a:pt x="725074" y="43047"/>
                  <a:pt x="724658" y="42964"/>
                  <a:pt x="724207" y="42798"/>
                </a:cubicBezTo>
                <a:cubicBezTo>
                  <a:pt x="723756" y="42631"/>
                  <a:pt x="723257" y="42430"/>
                  <a:pt x="722710" y="42192"/>
                </a:cubicBezTo>
                <a:cubicBezTo>
                  <a:pt x="722164" y="41954"/>
                  <a:pt x="721534" y="41752"/>
                  <a:pt x="720822" y="41586"/>
                </a:cubicBezTo>
                <a:cubicBezTo>
                  <a:pt x="720109" y="41420"/>
                  <a:pt x="719277" y="41337"/>
                  <a:pt x="718327" y="41337"/>
                </a:cubicBezTo>
                <a:cubicBezTo>
                  <a:pt x="716712" y="41337"/>
                  <a:pt x="714847" y="42038"/>
                  <a:pt x="712732" y="43439"/>
                </a:cubicBezTo>
                <a:cubicBezTo>
                  <a:pt x="710618" y="44841"/>
                  <a:pt x="708539" y="46777"/>
                  <a:pt x="706496" y="49248"/>
                </a:cubicBezTo>
                <a:cubicBezTo>
                  <a:pt x="704453" y="51718"/>
                  <a:pt x="702588" y="54641"/>
                  <a:pt x="700902" y="58014"/>
                </a:cubicBezTo>
                <a:cubicBezTo>
                  <a:pt x="699215" y="61387"/>
                  <a:pt x="697968" y="65046"/>
                  <a:pt x="697160" y="68990"/>
                </a:cubicBezTo>
                <a:lnTo>
                  <a:pt x="691530" y="97569"/>
                </a:lnTo>
                <a:cubicBezTo>
                  <a:pt x="691435" y="97949"/>
                  <a:pt x="691268" y="98270"/>
                  <a:pt x="691031" y="98531"/>
                </a:cubicBezTo>
                <a:cubicBezTo>
                  <a:pt x="690793" y="98792"/>
                  <a:pt x="690437" y="99018"/>
                  <a:pt x="689962" y="99208"/>
                </a:cubicBezTo>
                <a:cubicBezTo>
                  <a:pt x="689486" y="99398"/>
                  <a:pt x="688857" y="99541"/>
                  <a:pt x="688073" y="99636"/>
                </a:cubicBezTo>
                <a:cubicBezTo>
                  <a:pt x="687289" y="99731"/>
                  <a:pt x="686327" y="99778"/>
                  <a:pt x="685187" y="99778"/>
                </a:cubicBezTo>
                <a:cubicBezTo>
                  <a:pt x="683999" y="99778"/>
                  <a:pt x="683037" y="99731"/>
                  <a:pt x="682300" y="99636"/>
                </a:cubicBezTo>
                <a:cubicBezTo>
                  <a:pt x="681564" y="99541"/>
                  <a:pt x="680993" y="99398"/>
                  <a:pt x="680590" y="99208"/>
                </a:cubicBezTo>
                <a:cubicBezTo>
                  <a:pt x="680186" y="99018"/>
                  <a:pt x="679924" y="98792"/>
                  <a:pt x="679806" y="98531"/>
                </a:cubicBezTo>
                <a:cubicBezTo>
                  <a:pt x="679687" y="98270"/>
                  <a:pt x="679675" y="97949"/>
                  <a:pt x="679770" y="97569"/>
                </a:cubicBezTo>
                <a:lnTo>
                  <a:pt x="692527" y="33354"/>
                </a:lnTo>
                <a:cubicBezTo>
                  <a:pt x="692575" y="33022"/>
                  <a:pt x="692717" y="32713"/>
                  <a:pt x="692955" y="32428"/>
                </a:cubicBezTo>
                <a:cubicBezTo>
                  <a:pt x="693193" y="32143"/>
                  <a:pt x="693549" y="31905"/>
                  <a:pt x="694024" y="31715"/>
                </a:cubicBezTo>
                <a:cubicBezTo>
                  <a:pt x="694499" y="31525"/>
                  <a:pt x="695081" y="31395"/>
                  <a:pt x="695770" y="31323"/>
                </a:cubicBezTo>
                <a:cubicBezTo>
                  <a:pt x="696459" y="31252"/>
                  <a:pt x="697279" y="31216"/>
                  <a:pt x="698229" y="31216"/>
                </a:cubicBezTo>
                <a:cubicBezTo>
                  <a:pt x="699227" y="31216"/>
                  <a:pt x="700046" y="31252"/>
                  <a:pt x="700688" y="31323"/>
                </a:cubicBezTo>
                <a:cubicBezTo>
                  <a:pt x="701329" y="31395"/>
                  <a:pt x="701828" y="31525"/>
                  <a:pt x="702184" y="31715"/>
                </a:cubicBezTo>
                <a:cubicBezTo>
                  <a:pt x="702541" y="31905"/>
                  <a:pt x="702766" y="32143"/>
                  <a:pt x="702862" y="32428"/>
                </a:cubicBezTo>
                <a:cubicBezTo>
                  <a:pt x="702957" y="32713"/>
                  <a:pt x="702980" y="33022"/>
                  <a:pt x="702933" y="33354"/>
                </a:cubicBezTo>
                <a:lnTo>
                  <a:pt x="700581" y="45043"/>
                </a:lnTo>
                <a:cubicBezTo>
                  <a:pt x="701674" y="43095"/>
                  <a:pt x="702968" y="41218"/>
                  <a:pt x="704465" y="39412"/>
                </a:cubicBezTo>
                <a:cubicBezTo>
                  <a:pt x="705962" y="37607"/>
                  <a:pt x="707589" y="36027"/>
                  <a:pt x="709347" y="34673"/>
                </a:cubicBezTo>
                <a:cubicBezTo>
                  <a:pt x="711105" y="33319"/>
                  <a:pt x="712946" y="32238"/>
                  <a:pt x="714871" y="31430"/>
                </a:cubicBezTo>
                <a:cubicBezTo>
                  <a:pt x="716795" y="30622"/>
                  <a:pt x="718684" y="30219"/>
                  <a:pt x="720537" y="30219"/>
                </a:cubicBezTo>
                <a:cubicBezTo>
                  <a:pt x="721344" y="30219"/>
                  <a:pt x="722164" y="30278"/>
                  <a:pt x="722995" y="30397"/>
                </a:cubicBezTo>
                <a:cubicBezTo>
                  <a:pt x="723827" y="30516"/>
                  <a:pt x="724599" y="30658"/>
                  <a:pt x="725312" y="30824"/>
                </a:cubicBezTo>
                <a:cubicBezTo>
                  <a:pt x="726024" y="30991"/>
                  <a:pt x="726654" y="31181"/>
                  <a:pt x="727200" y="31395"/>
                </a:cubicBezTo>
                <a:cubicBezTo>
                  <a:pt x="727747" y="31608"/>
                  <a:pt x="728162" y="31858"/>
                  <a:pt x="728448" y="32143"/>
                </a:cubicBezTo>
                <a:cubicBezTo>
                  <a:pt x="728733" y="32428"/>
                  <a:pt x="728875" y="32879"/>
                  <a:pt x="728875" y="33497"/>
                </a:cubicBezTo>
                <a:close/>
                <a:moveTo>
                  <a:pt x="783073" y="97569"/>
                </a:moveTo>
                <a:cubicBezTo>
                  <a:pt x="782883" y="98377"/>
                  <a:pt x="782361" y="98947"/>
                  <a:pt x="781505" y="99279"/>
                </a:cubicBezTo>
                <a:cubicBezTo>
                  <a:pt x="780650" y="99612"/>
                  <a:pt x="779225" y="99778"/>
                  <a:pt x="777229" y="99778"/>
                </a:cubicBezTo>
                <a:cubicBezTo>
                  <a:pt x="776279" y="99778"/>
                  <a:pt x="775495" y="99731"/>
                  <a:pt x="774877" y="99636"/>
                </a:cubicBezTo>
                <a:cubicBezTo>
                  <a:pt x="774260" y="99541"/>
                  <a:pt x="773761" y="99410"/>
                  <a:pt x="773381" y="99244"/>
                </a:cubicBezTo>
                <a:cubicBezTo>
                  <a:pt x="773001" y="99077"/>
                  <a:pt x="772739" y="98864"/>
                  <a:pt x="772597" y="98602"/>
                </a:cubicBezTo>
                <a:cubicBezTo>
                  <a:pt x="772454" y="98341"/>
                  <a:pt x="772454" y="97997"/>
                  <a:pt x="772597" y="97569"/>
                </a:cubicBezTo>
                <a:lnTo>
                  <a:pt x="774949" y="85453"/>
                </a:lnTo>
                <a:cubicBezTo>
                  <a:pt x="774331" y="86981"/>
                  <a:pt x="773214" y="88652"/>
                  <a:pt x="771599" y="90466"/>
                </a:cubicBezTo>
                <a:cubicBezTo>
                  <a:pt x="769983" y="92279"/>
                  <a:pt x="768071" y="93950"/>
                  <a:pt x="765862" y="95478"/>
                </a:cubicBezTo>
                <a:cubicBezTo>
                  <a:pt x="763652" y="97005"/>
                  <a:pt x="761193" y="98271"/>
                  <a:pt x="758485" y="99273"/>
                </a:cubicBezTo>
                <a:cubicBezTo>
                  <a:pt x="755777" y="100275"/>
                  <a:pt x="753021" y="100776"/>
                  <a:pt x="750218" y="100776"/>
                </a:cubicBezTo>
                <a:cubicBezTo>
                  <a:pt x="746417" y="100776"/>
                  <a:pt x="743269" y="100110"/>
                  <a:pt x="740774" y="98778"/>
                </a:cubicBezTo>
                <a:cubicBezTo>
                  <a:pt x="738280" y="97446"/>
                  <a:pt x="736296" y="95687"/>
                  <a:pt x="734823" y="93500"/>
                </a:cubicBezTo>
                <a:cubicBezTo>
                  <a:pt x="733351" y="91311"/>
                  <a:pt x="732341" y="88838"/>
                  <a:pt x="731794" y="86079"/>
                </a:cubicBezTo>
                <a:cubicBezTo>
                  <a:pt x="731248" y="83320"/>
                  <a:pt x="730975" y="80490"/>
                  <a:pt x="730975" y="77589"/>
                </a:cubicBezTo>
                <a:cubicBezTo>
                  <a:pt x="730975" y="74927"/>
                  <a:pt x="731224" y="71907"/>
                  <a:pt x="731723" y="68531"/>
                </a:cubicBezTo>
                <a:cubicBezTo>
                  <a:pt x="732222" y="65153"/>
                  <a:pt x="733030" y="61704"/>
                  <a:pt x="734146" y="58185"/>
                </a:cubicBezTo>
                <a:cubicBezTo>
                  <a:pt x="735263" y="54665"/>
                  <a:pt x="736712" y="51240"/>
                  <a:pt x="738494" y="47911"/>
                </a:cubicBezTo>
                <a:cubicBezTo>
                  <a:pt x="740276" y="44583"/>
                  <a:pt x="742426" y="41598"/>
                  <a:pt x="744944" y="38958"/>
                </a:cubicBezTo>
                <a:cubicBezTo>
                  <a:pt x="747462" y="36318"/>
                  <a:pt x="750384" y="34202"/>
                  <a:pt x="753710" y="32608"/>
                </a:cubicBezTo>
                <a:cubicBezTo>
                  <a:pt x="757036" y="31015"/>
                  <a:pt x="760813" y="30219"/>
                  <a:pt x="765042" y="30219"/>
                </a:cubicBezTo>
                <a:cubicBezTo>
                  <a:pt x="769271" y="30219"/>
                  <a:pt x="772894" y="31074"/>
                  <a:pt x="775911" y="32784"/>
                </a:cubicBezTo>
                <a:cubicBezTo>
                  <a:pt x="778928" y="34495"/>
                  <a:pt x="781624" y="36847"/>
                  <a:pt x="784000" y="39840"/>
                </a:cubicBezTo>
                <a:lnTo>
                  <a:pt x="785354" y="33354"/>
                </a:lnTo>
                <a:cubicBezTo>
                  <a:pt x="785544" y="32594"/>
                  <a:pt x="786090" y="32048"/>
                  <a:pt x="786993" y="31715"/>
                </a:cubicBezTo>
                <a:cubicBezTo>
                  <a:pt x="787896" y="31383"/>
                  <a:pt x="789298" y="31216"/>
                  <a:pt x="791198" y="31216"/>
                </a:cubicBezTo>
                <a:cubicBezTo>
                  <a:pt x="792148" y="31216"/>
                  <a:pt x="792944" y="31252"/>
                  <a:pt x="793586" y="31323"/>
                </a:cubicBezTo>
                <a:cubicBezTo>
                  <a:pt x="794227" y="31395"/>
                  <a:pt x="794738" y="31525"/>
                  <a:pt x="795118" y="31715"/>
                </a:cubicBezTo>
                <a:cubicBezTo>
                  <a:pt x="795498" y="31905"/>
                  <a:pt x="795736" y="32143"/>
                  <a:pt x="795831" y="32428"/>
                </a:cubicBezTo>
                <a:cubicBezTo>
                  <a:pt x="795926" y="32713"/>
                  <a:pt x="795950" y="33022"/>
                  <a:pt x="795902" y="33354"/>
                </a:cubicBezTo>
                <a:lnTo>
                  <a:pt x="783073" y="97569"/>
                </a:lnTo>
                <a:moveTo>
                  <a:pt x="780864" y="50174"/>
                </a:moveTo>
                <a:cubicBezTo>
                  <a:pt x="778631" y="46896"/>
                  <a:pt x="776220" y="44437"/>
                  <a:pt x="773630" y="42798"/>
                </a:cubicBezTo>
                <a:cubicBezTo>
                  <a:pt x="771041" y="41159"/>
                  <a:pt x="768130" y="40339"/>
                  <a:pt x="764899" y="40339"/>
                </a:cubicBezTo>
                <a:cubicBezTo>
                  <a:pt x="762334" y="40339"/>
                  <a:pt x="760017" y="40945"/>
                  <a:pt x="757951" y="42159"/>
                </a:cubicBezTo>
                <a:cubicBezTo>
                  <a:pt x="755884" y="43372"/>
                  <a:pt x="754055" y="44977"/>
                  <a:pt x="752463" y="46976"/>
                </a:cubicBezTo>
                <a:cubicBezTo>
                  <a:pt x="750871" y="48975"/>
                  <a:pt x="749493" y="51247"/>
                  <a:pt x="748329" y="53793"/>
                </a:cubicBezTo>
                <a:cubicBezTo>
                  <a:pt x="747165" y="56338"/>
                  <a:pt x="746215" y="58967"/>
                  <a:pt x="745478" y="61680"/>
                </a:cubicBezTo>
                <a:cubicBezTo>
                  <a:pt x="744742" y="64391"/>
                  <a:pt x="744195" y="67056"/>
                  <a:pt x="743839" y="69673"/>
                </a:cubicBezTo>
                <a:cubicBezTo>
                  <a:pt x="743483" y="72290"/>
                  <a:pt x="743305" y="74644"/>
                  <a:pt x="743305" y="76738"/>
                </a:cubicBezTo>
                <a:cubicBezTo>
                  <a:pt x="743305" y="78404"/>
                  <a:pt x="743435" y="80058"/>
                  <a:pt x="743697" y="81700"/>
                </a:cubicBezTo>
                <a:cubicBezTo>
                  <a:pt x="743958" y="83341"/>
                  <a:pt x="744457" y="84839"/>
                  <a:pt x="745193" y="86195"/>
                </a:cubicBezTo>
                <a:cubicBezTo>
                  <a:pt x="745930" y="87550"/>
                  <a:pt x="746939" y="88645"/>
                  <a:pt x="748222" y="89478"/>
                </a:cubicBezTo>
                <a:cubicBezTo>
                  <a:pt x="749505" y="90311"/>
                  <a:pt x="751168" y="90727"/>
                  <a:pt x="753211" y="90727"/>
                </a:cubicBezTo>
                <a:cubicBezTo>
                  <a:pt x="755824" y="90727"/>
                  <a:pt x="758450" y="90001"/>
                  <a:pt x="761087" y="88549"/>
                </a:cubicBezTo>
                <a:cubicBezTo>
                  <a:pt x="763724" y="87095"/>
                  <a:pt x="766182" y="85083"/>
                  <a:pt x="768463" y="82511"/>
                </a:cubicBezTo>
                <a:cubicBezTo>
                  <a:pt x="770744" y="79939"/>
                  <a:pt x="772763" y="76915"/>
                  <a:pt x="774521" y="73437"/>
                </a:cubicBezTo>
                <a:cubicBezTo>
                  <a:pt x="776279" y="69960"/>
                  <a:pt x="777586" y="66125"/>
                  <a:pt x="778441" y="61934"/>
                </a:cubicBezTo>
                <a:lnTo>
                  <a:pt x="780864" y="50174"/>
                </a:lnTo>
                <a:close/>
                <a:moveTo>
                  <a:pt x="850755" y="34067"/>
                </a:moveTo>
                <a:cubicBezTo>
                  <a:pt x="850755" y="34495"/>
                  <a:pt x="850732" y="34958"/>
                  <a:pt x="850684" y="35457"/>
                </a:cubicBezTo>
                <a:cubicBezTo>
                  <a:pt x="850637" y="35956"/>
                  <a:pt x="850542" y="36467"/>
                  <a:pt x="850399" y="36989"/>
                </a:cubicBezTo>
                <a:cubicBezTo>
                  <a:pt x="850256" y="37512"/>
                  <a:pt x="850066" y="38035"/>
                  <a:pt x="849829" y="38557"/>
                </a:cubicBezTo>
                <a:cubicBezTo>
                  <a:pt x="849591" y="39080"/>
                  <a:pt x="849342" y="39543"/>
                  <a:pt x="849080" y="39947"/>
                </a:cubicBezTo>
                <a:cubicBezTo>
                  <a:pt x="848819" y="40351"/>
                  <a:pt x="848522" y="40672"/>
                  <a:pt x="848190" y="40909"/>
                </a:cubicBezTo>
                <a:cubicBezTo>
                  <a:pt x="847857" y="41147"/>
                  <a:pt x="847477" y="41265"/>
                  <a:pt x="847049" y="41265"/>
                </a:cubicBezTo>
                <a:lnTo>
                  <a:pt x="830657" y="41265"/>
                </a:lnTo>
                <a:lnTo>
                  <a:pt x="823459" y="77137"/>
                </a:lnTo>
                <a:cubicBezTo>
                  <a:pt x="823269" y="78137"/>
                  <a:pt x="823102" y="79258"/>
                  <a:pt x="822960" y="80500"/>
                </a:cubicBezTo>
                <a:cubicBezTo>
                  <a:pt x="822817" y="81740"/>
                  <a:pt x="822746" y="82765"/>
                  <a:pt x="822746" y="83575"/>
                </a:cubicBezTo>
                <a:cubicBezTo>
                  <a:pt x="822746" y="86008"/>
                  <a:pt x="823257" y="87784"/>
                  <a:pt x="824278" y="88905"/>
                </a:cubicBezTo>
                <a:cubicBezTo>
                  <a:pt x="825300" y="90025"/>
                  <a:pt x="826951" y="90584"/>
                  <a:pt x="829232" y="90584"/>
                </a:cubicBezTo>
                <a:cubicBezTo>
                  <a:pt x="830515" y="90584"/>
                  <a:pt x="831631" y="90478"/>
                  <a:pt x="832581" y="90264"/>
                </a:cubicBezTo>
                <a:cubicBezTo>
                  <a:pt x="833532" y="90050"/>
                  <a:pt x="834351" y="89824"/>
                  <a:pt x="835040" y="89587"/>
                </a:cubicBezTo>
                <a:cubicBezTo>
                  <a:pt x="835729" y="89349"/>
                  <a:pt x="836335" y="89123"/>
                  <a:pt x="836858" y="88910"/>
                </a:cubicBezTo>
                <a:cubicBezTo>
                  <a:pt x="837380" y="88696"/>
                  <a:pt x="837832" y="88589"/>
                  <a:pt x="838212" y="88589"/>
                </a:cubicBezTo>
                <a:cubicBezTo>
                  <a:pt x="838592" y="88589"/>
                  <a:pt x="838889" y="88720"/>
                  <a:pt x="839103" y="88981"/>
                </a:cubicBezTo>
                <a:cubicBezTo>
                  <a:pt x="839316" y="89242"/>
                  <a:pt x="839423" y="89729"/>
                  <a:pt x="839423" y="90442"/>
                </a:cubicBezTo>
                <a:cubicBezTo>
                  <a:pt x="839423" y="91060"/>
                  <a:pt x="839364" y="91737"/>
                  <a:pt x="839245" y="92473"/>
                </a:cubicBezTo>
                <a:cubicBezTo>
                  <a:pt x="839126" y="93210"/>
                  <a:pt x="838972" y="93934"/>
                  <a:pt x="838782" y="94647"/>
                </a:cubicBezTo>
                <a:cubicBezTo>
                  <a:pt x="838592" y="95360"/>
                  <a:pt x="838354" y="96001"/>
                  <a:pt x="838069" y="96571"/>
                </a:cubicBezTo>
                <a:cubicBezTo>
                  <a:pt x="837784" y="97141"/>
                  <a:pt x="837475" y="97593"/>
                  <a:pt x="837143" y="97925"/>
                </a:cubicBezTo>
                <a:cubicBezTo>
                  <a:pt x="836763" y="98258"/>
                  <a:pt x="836192" y="98590"/>
                  <a:pt x="835432" y="98923"/>
                </a:cubicBezTo>
                <a:cubicBezTo>
                  <a:pt x="834672" y="99256"/>
                  <a:pt x="833793" y="99553"/>
                  <a:pt x="832795" y="99814"/>
                </a:cubicBezTo>
                <a:cubicBezTo>
                  <a:pt x="831797" y="100075"/>
                  <a:pt x="830740" y="100277"/>
                  <a:pt x="829624" y="100420"/>
                </a:cubicBezTo>
                <a:cubicBezTo>
                  <a:pt x="828507" y="100562"/>
                  <a:pt x="827402" y="100634"/>
                  <a:pt x="826310" y="100634"/>
                </a:cubicBezTo>
                <a:cubicBezTo>
                  <a:pt x="823649" y="100634"/>
                  <a:pt x="821345" y="100348"/>
                  <a:pt x="819396" y="99776"/>
                </a:cubicBezTo>
                <a:cubicBezTo>
                  <a:pt x="817448" y="99204"/>
                  <a:pt x="815809" y="98312"/>
                  <a:pt x="814479" y="97099"/>
                </a:cubicBezTo>
                <a:cubicBezTo>
                  <a:pt x="813148" y="95884"/>
                  <a:pt x="812163" y="94361"/>
                  <a:pt x="811521" y="92529"/>
                </a:cubicBezTo>
                <a:cubicBezTo>
                  <a:pt x="810880" y="90695"/>
                  <a:pt x="810559" y="88493"/>
                  <a:pt x="810559" y="85923"/>
                </a:cubicBezTo>
                <a:cubicBezTo>
                  <a:pt x="810559" y="85351"/>
                  <a:pt x="810583" y="84720"/>
                  <a:pt x="810630" y="84030"/>
                </a:cubicBezTo>
                <a:cubicBezTo>
                  <a:pt x="810678" y="83339"/>
                  <a:pt x="810761" y="82613"/>
                  <a:pt x="810880" y="81852"/>
                </a:cubicBezTo>
                <a:cubicBezTo>
                  <a:pt x="810998" y="81090"/>
                  <a:pt x="811117" y="80328"/>
                  <a:pt x="811236" y="79567"/>
                </a:cubicBezTo>
                <a:cubicBezTo>
                  <a:pt x="811355" y="78805"/>
                  <a:pt x="811485" y="78091"/>
                  <a:pt x="811628" y="77424"/>
                </a:cubicBezTo>
                <a:lnTo>
                  <a:pt x="818826" y="41265"/>
                </a:lnTo>
                <a:lnTo>
                  <a:pt x="809918" y="41265"/>
                </a:lnTo>
                <a:cubicBezTo>
                  <a:pt x="809395" y="41265"/>
                  <a:pt x="808991" y="41111"/>
                  <a:pt x="808706" y="40802"/>
                </a:cubicBezTo>
                <a:cubicBezTo>
                  <a:pt x="808421" y="40493"/>
                  <a:pt x="808278" y="39888"/>
                  <a:pt x="808278" y="38985"/>
                </a:cubicBezTo>
                <a:cubicBezTo>
                  <a:pt x="808278" y="38320"/>
                  <a:pt x="808350" y="37548"/>
                  <a:pt x="808492" y="36669"/>
                </a:cubicBezTo>
                <a:cubicBezTo>
                  <a:pt x="808635" y="35790"/>
                  <a:pt x="808848" y="34970"/>
                  <a:pt x="809134" y="34210"/>
                </a:cubicBezTo>
                <a:cubicBezTo>
                  <a:pt x="809419" y="33449"/>
                  <a:pt x="809787" y="32808"/>
                  <a:pt x="810238" y="32285"/>
                </a:cubicBezTo>
                <a:cubicBezTo>
                  <a:pt x="810690" y="31763"/>
                  <a:pt x="811224" y="31501"/>
                  <a:pt x="811842" y="31501"/>
                </a:cubicBezTo>
                <a:lnTo>
                  <a:pt x="820822" y="31501"/>
                </a:lnTo>
                <a:lnTo>
                  <a:pt x="823886" y="16250"/>
                </a:lnTo>
                <a:cubicBezTo>
                  <a:pt x="823934" y="15917"/>
                  <a:pt x="824088" y="15608"/>
                  <a:pt x="824350" y="15323"/>
                </a:cubicBezTo>
                <a:cubicBezTo>
                  <a:pt x="824611" y="15038"/>
                  <a:pt x="824979" y="14789"/>
                  <a:pt x="825454" y="14575"/>
                </a:cubicBezTo>
                <a:cubicBezTo>
                  <a:pt x="825930" y="14361"/>
                  <a:pt x="826559" y="14207"/>
                  <a:pt x="827343" y="14112"/>
                </a:cubicBezTo>
                <a:cubicBezTo>
                  <a:pt x="828127" y="14016"/>
                  <a:pt x="829089" y="13969"/>
                  <a:pt x="830230" y="13969"/>
                </a:cubicBezTo>
                <a:cubicBezTo>
                  <a:pt x="831370" y="13969"/>
                  <a:pt x="832308" y="14016"/>
                  <a:pt x="833045" y="14112"/>
                </a:cubicBezTo>
                <a:cubicBezTo>
                  <a:pt x="833781" y="14207"/>
                  <a:pt x="834351" y="14361"/>
                  <a:pt x="834755" y="14575"/>
                </a:cubicBezTo>
                <a:cubicBezTo>
                  <a:pt x="835159" y="14789"/>
                  <a:pt x="835420" y="15038"/>
                  <a:pt x="835539" y="15323"/>
                </a:cubicBezTo>
                <a:cubicBezTo>
                  <a:pt x="835658" y="15608"/>
                  <a:pt x="835694" y="15917"/>
                  <a:pt x="835646" y="16250"/>
                </a:cubicBezTo>
                <a:lnTo>
                  <a:pt x="832581" y="31501"/>
                </a:lnTo>
                <a:lnTo>
                  <a:pt x="848974" y="31501"/>
                </a:lnTo>
                <a:cubicBezTo>
                  <a:pt x="849686" y="31501"/>
                  <a:pt x="850161" y="31763"/>
                  <a:pt x="850399" y="32285"/>
                </a:cubicBezTo>
                <a:cubicBezTo>
                  <a:pt x="850637" y="32808"/>
                  <a:pt x="850755" y="33402"/>
                  <a:pt x="850755" y="34067"/>
                </a:cubicBezTo>
                <a:close/>
                <a:moveTo>
                  <a:pt x="913589" y="46539"/>
                </a:moveTo>
                <a:cubicBezTo>
                  <a:pt x="913589" y="49818"/>
                  <a:pt x="912828" y="52764"/>
                  <a:pt x="911308" y="55377"/>
                </a:cubicBezTo>
                <a:cubicBezTo>
                  <a:pt x="909787" y="57990"/>
                  <a:pt x="907412" y="60223"/>
                  <a:pt x="904181" y="62076"/>
                </a:cubicBezTo>
                <a:cubicBezTo>
                  <a:pt x="900950" y="63929"/>
                  <a:pt x="896816" y="65355"/>
                  <a:pt x="891780" y="66353"/>
                </a:cubicBezTo>
                <a:cubicBezTo>
                  <a:pt x="886743" y="67350"/>
                  <a:pt x="880709" y="67849"/>
                  <a:pt x="873677" y="67849"/>
                </a:cubicBezTo>
                <a:lnTo>
                  <a:pt x="866123" y="67849"/>
                </a:lnTo>
                <a:cubicBezTo>
                  <a:pt x="865790" y="69422"/>
                  <a:pt x="865564" y="70947"/>
                  <a:pt x="865445" y="72424"/>
                </a:cubicBezTo>
                <a:cubicBezTo>
                  <a:pt x="865327" y="73901"/>
                  <a:pt x="865267" y="75284"/>
                  <a:pt x="865267" y="76571"/>
                </a:cubicBezTo>
                <a:cubicBezTo>
                  <a:pt x="865267" y="81337"/>
                  <a:pt x="866443" y="84983"/>
                  <a:pt x="868795" y="87509"/>
                </a:cubicBezTo>
                <a:cubicBezTo>
                  <a:pt x="871147" y="90034"/>
                  <a:pt x="874960" y="91297"/>
                  <a:pt x="880234" y="91297"/>
                </a:cubicBezTo>
                <a:cubicBezTo>
                  <a:pt x="883275" y="91297"/>
                  <a:pt x="886007" y="91068"/>
                  <a:pt x="888430" y="90609"/>
                </a:cubicBezTo>
                <a:cubicBezTo>
                  <a:pt x="890853" y="90150"/>
                  <a:pt x="892956" y="89655"/>
                  <a:pt x="894738" y="89123"/>
                </a:cubicBezTo>
                <a:cubicBezTo>
                  <a:pt x="896519" y="88592"/>
                  <a:pt x="897980" y="88097"/>
                  <a:pt x="899121" y="87638"/>
                </a:cubicBezTo>
                <a:cubicBezTo>
                  <a:pt x="900261" y="87179"/>
                  <a:pt x="901045" y="86950"/>
                  <a:pt x="901473" y="86950"/>
                </a:cubicBezTo>
                <a:cubicBezTo>
                  <a:pt x="901900" y="86950"/>
                  <a:pt x="902221" y="87105"/>
                  <a:pt x="902435" y="87415"/>
                </a:cubicBezTo>
                <a:cubicBezTo>
                  <a:pt x="902649" y="87725"/>
                  <a:pt x="902755" y="88167"/>
                  <a:pt x="902755" y="88740"/>
                </a:cubicBezTo>
                <a:cubicBezTo>
                  <a:pt x="902755" y="89218"/>
                  <a:pt x="902708" y="89792"/>
                  <a:pt x="902613" y="90460"/>
                </a:cubicBezTo>
                <a:cubicBezTo>
                  <a:pt x="902518" y="91128"/>
                  <a:pt x="902375" y="91809"/>
                  <a:pt x="902185" y="92502"/>
                </a:cubicBezTo>
                <a:cubicBezTo>
                  <a:pt x="901995" y="93194"/>
                  <a:pt x="901746" y="93851"/>
                  <a:pt x="901437" y="94473"/>
                </a:cubicBezTo>
                <a:cubicBezTo>
                  <a:pt x="901128" y="95094"/>
                  <a:pt x="900784" y="95619"/>
                  <a:pt x="900404" y="96048"/>
                </a:cubicBezTo>
                <a:cubicBezTo>
                  <a:pt x="899833" y="96621"/>
                  <a:pt x="898824" y="97182"/>
                  <a:pt x="897375" y="97732"/>
                </a:cubicBezTo>
                <a:cubicBezTo>
                  <a:pt x="895925" y="98281"/>
                  <a:pt x="894203" y="98783"/>
                  <a:pt x="892207" y="99237"/>
                </a:cubicBezTo>
                <a:cubicBezTo>
                  <a:pt x="890212" y="99690"/>
                  <a:pt x="888026" y="100060"/>
                  <a:pt x="885651" y="100346"/>
                </a:cubicBezTo>
                <a:cubicBezTo>
                  <a:pt x="883275" y="100633"/>
                  <a:pt x="880899" y="100776"/>
                  <a:pt x="878524" y="100776"/>
                </a:cubicBezTo>
                <a:cubicBezTo>
                  <a:pt x="874295" y="100776"/>
                  <a:pt x="870589" y="100301"/>
                  <a:pt x="867405" y="99351"/>
                </a:cubicBezTo>
                <a:cubicBezTo>
                  <a:pt x="864222" y="98399"/>
                  <a:pt x="861573" y="96936"/>
                  <a:pt x="859459" y="94963"/>
                </a:cubicBezTo>
                <a:cubicBezTo>
                  <a:pt x="857344" y="92988"/>
                  <a:pt x="855765" y="90527"/>
                  <a:pt x="854719" y="87578"/>
                </a:cubicBezTo>
                <a:cubicBezTo>
                  <a:pt x="853674" y="84629"/>
                  <a:pt x="853151" y="81157"/>
                  <a:pt x="853151" y="77161"/>
                </a:cubicBezTo>
                <a:cubicBezTo>
                  <a:pt x="853151" y="74070"/>
                  <a:pt x="853448" y="70753"/>
                  <a:pt x="854042" y="67210"/>
                </a:cubicBezTo>
                <a:cubicBezTo>
                  <a:pt x="854636" y="63666"/>
                  <a:pt x="855575" y="60158"/>
                  <a:pt x="856857" y="56687"/>
                </a:cubicBezTo>
                <a:cubicBezTo>
                  <a:pt x="858140" y="53215"/>
                  <a:pt x="859803" y="49886"/>
                  <a:pt x="861846" y="46700"/>
                </a:cubicBezTo>
                <a:cubicBezTo>
                  <a:pt x="863889" y="43512"/>
                  <a:pt x="866324" y="40706"/>
                  <a:pt x="869152" y="38281"/>
                </a:cubicBezTo>
                <a:cubicBezTo>
                  <a:pt x="871979" y="35855"/>
                  <a:pt x="875245" y="33905"/>
                  <a:pt x="878951" y="32430"/>
                </a:cubicBezTo>
                <a:cubicBezTo>
                  <a:pt x="882657" y="30956"/>
                  <a:pt x="886838" y="30219"/>
                  <a:pt x="891495" y="30219"/>
                </a:cubicBezTo>
                <a:cubicBezTo>
                  <a:pt x="895486" y="30219"/>
                  <a:pt x="898871" y="30717"/>
                  <a:pt x="901651" y="31715"/>
                </a:cubicBezTo>
                <a:cubicBezTo>
                  <a:pt x="904430" y="32713"/>
                  <a:pt x="906711" y="33996"/>
                  <a:pt x="908493" y="35564"/>
                </a:cubicBezTo>
                <a:cubicBezTo>
                  <a:pt x="910274" y="37132"/>
                  <a:pt x="911569" y="38878"/>
                  <a:pt x="912377" y="40802"/>
                </a:cubicBezTo>
                <a:cubicBezTo>
                  <a:pt x="913185" y="42727"/>
                  <a:pt x="913589" y="44639"/>
                  <a:pt x="913589" y="46539"/>
                </a:cubicBezTo>
                <a:moveTo>
                  <a:pt x="901544" y="47609"/>
                </a:moveTo>
                <a:cubicBezTo>
                  <a:pt x="901544" y="45185"/>
                  <a:pt x="900594" y="43225"/>
                  <a:pt x="898693" y="41729"/>
                </a:cubicBezTo>
                <a:cubicBezTo>
                  <a:pt x="896792" y="40232"/>
                  <a:pt x="894084" y="39484"/>
                  <a:pt x="890568" y="39484"/>
                </a:cubicBezTo>
                <a:cubicBezTo>
                  <a:pt x="887480" y="39484"/>
                  <a:pt x="884748" y="40018"/>
                  <a:pt x="882372" y="41087"/>
                </a:cubicBezTo>
                <a:cubicBezTo>
                  <a:pt x="879996" y="42156"/>
                  <a:pt x="877894" y="43594"/>
                  <a:pt x="876065" y="45399"/>
                </a:cubicBezTo>
                <a:cubicBezTo>
                  <a:pt x="874235" y="47205"/>
                  <a:pt x="872668" y="49307"/>
                  <a:pt x="871361" y="51707"/>
                </a:cubicBezTo>
                <a:cubicBezTo>
                  <a:pt x="870054" y="54106"/>
                  <a:pt x="868997" y="56636"/>
                  <a:pt x="868189" y="59297"/>
                </a:cubicBezTo>
                <a:lnTo>
                  <a:pt x="875459" y="59297"/>
                </a:lnTo>
                <a:cubicBezTo>
                  <a:pt x="880448" y="59297"/>
                  <a:pt x="884617" y="58988"/>
                  <a:pt x="887967" y="58370"/>
                </a:cubicBezTo>
                <a:cubicBezTo>
                  <a:pt x="891317" y="57753"/>
                  <a:pt x="894001" y="56909"/>
                  <a:pt x="896020" y="55840"/>
                </a:cubicBezTo>
                <a:cubicBezTo>
                  <a:pt x="898040" y="54771"/>
                  <a:pt x="899465" y="53524"/>
                  <a:pt x="900297" y="52099"/>
                </a:cubicBezTo>
                <a:cubicBezTo>
                  <a:pt x="901128" y="50673"/>
                  <a:pt x="901544" y="49176"/>
                  <a:pt x="901544" y="47609"/>
                </a:cubicBezTo>
                <a:close/>
                <a:moveTo>
                  <a:pt x="975376" y="97638"/>
                </a:moveTo>
                <a:cubicBezTo>
                  <a:pt x="975233" y="98420"/>
                  <a:pt x="974734" y="98973"/>
                  <a:pt x="973879" y="99295"/>
                </a:cubicBezTo>
                <a:cubicBezTo>
                  <a:pt x="973024" y="99617"/>
                  <a:pt x="971598" y="99778"/>
                  <a:pt x="969603" y="99778"/>
                </a:cubicBezTo>
                <a:cubicBezTo>
                  <a:pt x="968605" y="99778"/>
                  <a:pt x="967797" y="99732"/>
                  <a:pt x="967179" y="99640"/>
                </a:cubicBezTo>
                <a:cubicBezTo>
                  <a:pt x="966562" y="99548"/>
                  <a:pt x="966063" y="99422"/>
                  <a:pt x="965683" y="99262"/>
                </a:cubicBezTo>
                <a:cubicBezTo>
                  <a:pt x="965303" y="99100"/>
                  <a:pt x="965053" y="98893"/>
                  <a:pt x="964934" y="98640"/>
                </a:cubicBezTo>
                <a:cubicBezTo>
                  <a:pt x="964816" y="98386"/>
                  <a:pt x="964804" y="98052"/>
                  <a:pt x="964899" y="97638"/>
                </a:cubicBezTo>
                <a:lnTo>
                  <a:pt x="967179" y="85651"/>
                </a:lnTo>
                <a:cubicBezTo>
                  <a:pt x="966562" y="87221"/>
                  <a:pt x="965445" y="88898"/>
                  <a:pt x="963830" y="90682"/>
                </a:cubicBezTo>
                <a:cubicBezTo>
                  <a:pt x="962214" y="92466"/>
                  <a:pt x="960302" y="94106"/>
                  <a:pt x="958092" y="95605"/>
                </a:cubicBezTo>
                <a:cubicBezTo>
                  <a:pt x="955883" y="97103"/>
                  <a:pt x="953424" y="98340"/>
                  <a:pt x="950716" y="99315"/>
                </a:cubicBezTo>
                <a:cubicBezTo>
                  <a:pt x="948008" y="100289"/>
                  <a:pt x="945252" y="100776"/>
                  <a:pt x="942449" y="100776"/>
                </a:cubicBezTo>
                <a:cubicBezTo>
                  <a:pt x="939645" y="100776"/>
                  <a:pt x="937210" y="100407"/>
                  <a:pt x="935143" y="99669"/>
                </a:cubicBezTo>
                <a:cubicBezTo>
                  <a:pt x="933077" y="98933"/>
                  <a:pt x="931342" y="97946"/>
                  <a:pt x="929941" y="96709"/>
                </a:cubicBezTo>
                <a:cubicBezTo>
                  <a:pt x="928539" y="95472"/>
                  <a:pt x="927399" y="94034"/>
                  <a:pt x="926520" y="92393"/>
                </a:cubicBezTo>
                <a:cubicBezTo>
                  <a:pt x="925641" y="90752"/>
                  <a:pt x="924952" y="89064"/>
                  <a:pt x="924453" y="87328"/>
                </a:cubicBezTo>
                <a:cubicBezTo>
                  <a:pt x="923954" y="85593"/>
                  <a:pt x="923621" y="83845"/>
                  <a:pt x="923455" y="82085"/>
                </a:cubicBezTo>
                <a:cubicBezTo>
                  <a:pt x="923289" y="80325"/>
                  <a:pt x="923206" y="78707"/>
                  <a:pt x="923206" y="77232"/>
                </a:cubicBezTo>
                <a:cubicBezTo>
                  <a:pt x="923206" y="74474"/>
                  <a:pt x="923467" y="71382"/>
                  <a:pt x="923990" y="67958"/>
                </a:cubicBezTo>
                <a:cubicBezTo>
                  <a:pt x="924512" y="64534"/>
                  <a:pt x="925344" y="61099"/>
                  <a:pt x="926484" y="57651"/>
                </a:cubicBezTo>
                <a:cubicBezTo>
                  <a:pt x="927624" y="54202"/>
                  <a:pt x="929086" y="50825"/>
                  <a:pt x="930867" y="47519"/>
                </a:cubicBezTo>
                <a:cubicBezTo>
                  <a:pt x="932649" y="44214"/>
                  <a:pt x="934799" y="41289"/>
                  <a:pt x="937317" y="38744"/>
                </a:cubicBezTo>
                <a:cubicBezTo>
                  <a:pt x="939835" y="36199"/>
                  <a:pt x="942746" y="34142"/>
                  <a:pt x="946048" y="32573"/>
                </a:cubicBezTo>
                <a:cubicBezTo>
                  <a:pt x="949350" y="31003"/>
                  <a:pt x="953092" y="30219"/>
                  <a:pt x="957273" y="30219"/>
                </a:cubicBezTo>
                <a:cubicBezTo>
                  <a:pt x="959316" y="30219"/>
                  <a:pt x="961240" y="30445"/>
                  <a:pt x="963046" y="30898"/>
                </a:cubicBezTo>
                <a:cubicBezTo>
                  <a:pt x="964851" y="31349"/>
                  <a:pt x="966491" y="31968"/>
                  <a:pt x="967963" y="32753"/>
                </a:cubicBezTo>
                <a:cubicBezTo>
                  <a:pt x="969436" y="33537"/>
                  <a:pt x="970790" y="34476"/>
                  <a:pt x="972026" y="35571"/>
                </a:cubicBezTo>
                <a:cubicBezTo>
                  <a:pt x="973261" y="36663"/>
                  <a:pt x="974378" y="37804"/>
                  <a:pt x="975376" y="38994"/>
                </a:cubicBezTo>
                <a:lnTo>
                  <a:pt x="982645" y="2568"/>
                </a:lnTo>
                <a:cubicBezTo>
                  <a:pt x="982693" y="2235"/>
                  <a:pt x="982835" y="1915"/>
                  <a:pt x="983073" y="1606"/>
                </a:cubicBezTo>
                <a:cubicBezTo>
                  <a:pt x="983310" y="1295"/>
                  <a:pt x="983667" y="1057"/>
                  <a:pt x="984142" y="891"/>
                </a:cubicBezTo>
                <a:cubicBezTo>
                  <a:pt x="984617" y="725"/>
                  <a:pt x="985235" y="582"/>
                  <a:pt x="985995" y="463"/>
                </a:cubicBezTo>
                <a:cubicBezTo>
                  <a:pt x="986755" y="344"/>
                  <a:pt x="987729" y="285"/>
                  <a:pt x="988917" y="285"/>
                </a:cubicBezTo>
                <a:cubicBezTo>
                  <a:pt x="990057" y="285"/>
                  <a:pt x="990996" y="344"/>
                  <a:pt x="991732" y="463"/>
                </a:cubicBezTo>
                <a:cubicBezTo>
                  <a:pt x="992469" y="582"/>
                  <a:pt x="993051" y="725"/>
                  <a:pt x="993478" y="891"/>
                </a:cubicBezTo>
                <a:cubicBezTo>
                  <a:pt x="993906" y="1057"/>
                  <a:pt x="994179" y="1295"/>
                  <a:pt x="994298" y="1606"/>
                </a:cubicBezTo>
                <a:cubicBezTo>
                  <a:pt x="994417" y="1915"/>
                  <a:pt x="994428" y="2235"/>
                  <a:pt x="994333" y="2568"/>
                </a:cubicBezTo>
                <a:lnTo>
                  <a:pt x="975376" y="97638"/>
                </a:lnTo>
                <a:moveTo>
                  <a:pt x="973095" y="50408"/>
                </a:moveTo>
                <a:cubicBezTo>
                  <a:pt x="970862" y="47124"/>
                  <a:pt x="968450" y="44625"/>
                  <a:pt x="965861" y="42911"/>
                </a:cubicBezTo>
                <a:cubicBezTo>
                  <a:pt x="963271" y="41196"/>
                  <a:pt x="960361" y="40339"/>
                  <a:pt x="957130" y="40339"/>
                </a:cubicBezTo>
                <a:cubicBezTo>
                  <a:pt x="954612" y="40339"/>
                  <a:pt x="952343" y="40922"/>
                  <a:pt x="950324" y="42087"/>
                </a:cubicBezTo>
                <a:cubicBezTo>
                  <a:pt x="948305" y="43253"/>
                  <a:pt x="946487" y="44811"/>
                  <a:pt x="944872" y="46762"/>
                </a:cubicBezTo>
                <a:cubicBezTo>
                  <a:pt x="943256" y="48713"/>
                  <a:pt x="941867" y="50950"/>
                  <a:pt x="940703" y="53473"/>
                </a:cubicBezTo>
                <a:cubicBezTo>
                  <a:pt x="939538" y="55994"/>
                  <a:pt x="938576" y="58599"/>
                  <a:pt x="937816" y="61288"/>
                </a:cubicBezTo>
                <a:cubicBezTo>
                  <a:pt x="937056" y="63975"/>
                  <a:pt x="936486" y="66628"/>
                  <a:pt x="936106" y="69246"/>
                </a:cubicBezTo>
                <a:cubicBezTo>
                  <a:pt x="935726" y="71862"/>
                  <a:pt x="935535" y="74264"/>
                  <a:pt x="935535" y="76453"/>
                </a:cubicBezTo>
                <a:cubicBezTo>
                  <a:pt x="935535" y="81068"/>
                  <a:pt x="936319" y="84601"/>
                  <a:pt x="937887" y="87052"/>
                </a:cubicBezTo>
                <a:cubicBezTo>
                  <a:pt x="939455" y="89502"/>
                  <a:pt x="941974" y="90727"/>
                  <a:pt x="945442" y="90727"/>
                </a:cubicBezTo>
                <a:cubicBezTo>
                  <a:pt x="948055" y="90727"/>
                  <a:pt x="950680" y="90014"/>
                  <a:pt x="953317" y="88587"/>
                </a:cubicBezTo>
                <a:cubicBezTo>
                  <a:pt x="955954" y="87158"/>
                  <a:pt x="958413" y="85184"/>
                  <a:pt x="960694" y="82662"/>
                </a:cubicBezTo>
                <a:cubicBezTo>
                  <a:pt x="962975" y="80141"/>
                  <a:pt x="964994" y="77144"/>
                  <a:pt x="966752" y="73671"/>
                </a:cubicBezTo>
                <a:cubicBezTo>
                  <a:pt x="968510" y="70198"/>
                  <a:pt x="969816" y="66392"/>
                  <a:pt x="970672" y="62252"/>
                </a:cubicBezTo>
                <a:lnTo>
                  <a:pt x="973095" y="50408"/>
                </a:lnTo>
                <a:close/>
                <a:moveTo>
                  <a:pt x="1093544" y="53477"/>
                </a:moveTo>
                <a:cubicBezTo>
                  <a:pt x="1093544" y="56329"/>
                  <a:pt x="1093282" y="59480"/>
                  <a:pt x="1092760" y="62929"/>
                </a:cubicBezTo>
                <a:cubicBezTo>
                  <a:pt x="1092237" y="66377"/>
                  <a:pt x="1091394" y="69849"/>
                  <a:pt x="1090230" y="73346"/>
                </a:cubicBezTo>
                <a:cubicBezTo>
                  <a:pt x="1089065" y="76841"/>
                  <a:pt x="1087604" y="80241"/>
                  <a:pt x="1085846" y="83547"/>
                </a:cubicBezTo>
                <a:cubicBezTo>
                  <a:pt x="1084088" y="86852"/>
                  <a:pt x="1081938" y="89777"/>
                  <a:pt x="1079396" y="92322"/>
                </a:cubicBezTo>
                <a:cubicBezTo>
                  <a:pt x="1076854" y="94867"/>
                  <a:pt x="1073932" y="96912"/>
                  <a:pt x="1070630" y="98458"/>
                </a:cubicBezTo>
                <a:cubicBezTo>
                  <a:pt x="1067328" y="100003"/>
                  <a:pt x="1063610" y="100776"/>
                  <a:pt x="1059476" y="100776"/>
                </a:cubicBezTo>
                <a:cubicBezTo>
                  <a:pt x="1055200" y="100776"/>
                  <a:pt x="1051542" y="99968"/>
                  <a:pt x="1048501" y="98351"/>
                </a:cubicBezTo>
                <a:cubicBezTo>
                  <a:pt x="1045460" y="96734"/>
                  <a:pt x="1042752" y="94403"/>
                  <a:pt x="1040376" y="91360"/>
                </a:cubicBezTo>
                <a:lnTo>
                  <a:pt x="1039093" y="97567"/>
                </a:lnTo>
                <a:cubicBezTo>
                  <a:pt x="1038998" y="98376"/>
                  <a:pt x="1038487" y="98947"/>
                  <a:pt x="1037561" y="99279"/>
                </a:cubicBezTo>
                <a:cubicBezTo>
                  <a:pt x="1036634" y="99612"/>
                  <a:pt x="1035221" y="99778"/>
                  <a:pt x="1033320" y="99778"/>
                </a:cubicBezTo>
                <a:cubicBezTo>
                  <a:pt x="1031325" y="99778"/>
                  <a:pt x="1029994" y="99588"/>
                  <a:pt x="1029329" y="99208"/>
                </a:cubicBezTo>
                <a:cubicBezTo>
                  <a:pt x="1028664" y="98827"/>
                  <a:pt x="1028426" y="98279"/>
                  <a:pt x="1028616" y="97567"/>
                </a:cubicBezTo>
                <a:lnTo>
                  <a:pt x="1047574" y="2283"/>
                </a:lnTo>
                <a:cubicBezTo>
                  <a:pt x="1047669" y="1903"/>
                  <a:pt x="1047824" y="1570"/>
                  <a:pt x="1048038" y="1285"/>
                </a:cubicBezTo>
                <a:cubicBezTo>
                  <a:pt x="1048251" y="999"/>
                  <a:pt x="1048608" y="760"/>
                  <a:pt x="1049107" y="570"/>
                </a:cubicBezTo>
                <a:cubicBezTo>
                  <a:pt x="1049606" y="380"/>
                  <a:pt x="1050247" y="238"/>
                  <a:pt x="1051031" y="143"/>
                </a:cubicBezTo>
                <a:cubicBezTo>
                  <a:pt x="1051815" y="48"/>
                  <a:pt x="1052801" y="0"/>
                  <a:pt x="1053989" y="0"/>
                </a:cubicBezTo>
                <a:cubicBezTo>
                  <a:pt x="1055129" y="0"/>
                  <a:pt x="1056055" y="48"/>
                  <a:pt x="1056768" y="143"/>
                </a:cubicBezTo>
                <a:cubicBezTo>
                  <a:pt x="1057481" y="238"/>
                  <a:pt x="1058051" y="380"/>
                  <a:pt x="1058479" y="570"/>
                </a:cubicBezTo>
                <a:cubicBezTo>
                  <a:pt x="1058906" y="760"/>
                  <a:pt x="1059168" y="999"/>
                  <a:pt x="1059263" y="1285"/>
                </a:cubicBezTo>
                <a:cubicBezTo>
                  <a:pt x="1059358" y="1570"/>
                  <a:pt x="1059381" y="1903"/>
                  <a:pt x="1059334" y="2283"/>
                </a:cubicBezTo>
                <a:lnTo>
                  <a:pt x="1053632" y="30989"/>
                </a:lnTo>
                <a:cubicBezTo>
                  <a:pt x="1053395" y="32228"/>
                  <a:pt x="1053110" y="33513"/>
                  <a:pt x="1052777" y="34847"/>
                </a:cubicBezTo>
                <a:cubicBezTo>
                  <a:pt x="1052444" y="36179"/>
                  <a:pt x="1052100" y="37499"/>
                  <a:pt x="1051744" y="38809"/>
                </a:cubicBezTo>
                <a:cubicBezTo>
                  <a:pt x="1051387" y="40118"/>
                  <a:pt x="1051031" y="41357"/>
                  <a:pt x="1050675" y="42524"/>
                </a:cubicBezTo>
                <a:cubicBezTo>
                  <a:pt x="1050318" y="43689"/>
                  <a:pt x="1049997" y="44701"/>
                  <a:pt x="1049712" y="45557"/>
                </a:cubicBezTo>
                <a:cubicBezTo>
                  <a:pt x="1050473" y="43893"/>
                  <a:pt x="1051672" y="42169"/>
                  <a:pt x="1053312" y="40386"/>
                </a:cubicBezTo>
                <a:cubicBezTo>
                  <a:pt x="1054951" y="38601"/>
                  <a:pt x="1056875" y="36960"/>
                  <a:pt x="1059084" y="35461"/>
                </a:cubicBezTo>
                <a:cubicBezTo>
                  <a:pt x="1061294" y="33963"/>
                  <a:pt x="1063705" y="32715"/>
                  <a:pt x="1066318" y="31717"/>
                </a:cubicBezTo>
                <a:cubicBezTo>
                  <a:pt x="1068932" y="30718"/>
                  <a:pt x="1071569" y="30219"/>
                  <a:pt x="1074229" y="30219"/>
                </a:cubicBezTo>
                <a:cubicBezTo>
                  <a:pt x="1077080" y="30219"/>
                  <a:pt x="1079527" y="30599"/>
                  <a:pt x="1081570" y="31361"/>
                </a:cubicBezTo>
                <a:cubicBezTo>
                  <a:pt x="1083613" y="32121"/>
                  <a:pt x="1085348" y="33132"/>
                  <a:pt x="1086773" y="34392"/>
                </a:cubicBezTo>
                <a:cubicBezTo>
                  <a:pt x="1088198" y="35653"/>
                  <a:pt x="1089351" y="37092"/>
                  <a:pt x="1090230" y="38709"/>
                </a:cubicBezTo>
                <a:cubicBezTo>
                  <a:pt x="1091109" y="40326"/>
                  <a:pt x="1091786" y="41990"/>
                  <a:pt x="1092261" y="43702"/>
                </a:cubicBezTo>
                <a:cubicBezTo>
                  <a:pt x="1092736" y="45414"/>
                  <a:pt x="1093068" y="47115"/>
                  <a:pt x="1093259" y="48805"/>
                </a:cubicBezTo>
                <a:cubicBezTo>
                  <a:pt x="1093449" y="50493"/>
                  <a:pt x="1093544" y="52050"/>
                  <a:pt x="1093544" y="53477"/>
                </a:cubicBezTo>
                <a:moveTo>
                  <a:pt x="1081214" y="54471"/>
                </a:moveTo>
                <a:cubicBezTo>
                  <a:pt x="1081214" y="53186"/>
                  <a:pt x="1081095" y="51712"/>
                  <a:pt x="1080858" y="50047"/>
                </a:cubicBezTo>
                <a:cubicBezTo>
                  <a:pt x="1080620" y="48381"/>
                  <a:pt x="1080157" y="46835"/>
                  <a:pt x="1079468" y="45408"/>
                </a:cubicBezTo>
                <a:cubicBezTo>
                  <a:pt x="1078779" y="43980"/>
                  <a:pt x="1077781" y="42778"/>
                  <a:pt x="1076474" y="41802"/>
                </a:cubicBezTo>
                <a:cubicBezTo>
                  <a:pt x="1075168" y="40827"/>
                  <a:pt x="1073422" y="40339"/>
                  <a:pt x="1071236" y="40339"/>
                </a:cubicBezTo>
                <a:cubicBezTo>
                  <a:pt x="1068670" y="40339"/>
                  <a:pt x="1066057" y="41077"/>
                  <a:pt x="1063396" y="42553"/>
                </a:cubicBezTo>
                <a:cubicBezTo>
                  <a:pt x="1060736" y="44027"/>
                  <a:pt x="1058265" y="46061"/>
                  <a:pt x="1055984" y="48655"/>
                </a:cubicBezTo>
                <a:cubicBezTo>
                  <a:pt x="1053704" y="51248"/>
                  <a:pt x="1051672" y="54292"/>
                  <a:pt x="1049891" y="57789"/>
                </a:cubicBezTo>
                <a:cubicBezTo>
                  <a:pt x="1048109" y="61286"/>
                  <a:pt x="1046814" y="65104"/>
                  <a:pt x="1046006" y="69243"/>
                </a:cubicBezTo>
                <a:lnTo>
                  <a:pt x="1043654" y="81085"/>
                </a:lnTo>
                <a:cubicBezTo>
                  <a:pt x="1045888" y="84371"/>
                  <a:pt x="1048287" y="86800"/>
                  <a:pt x="1050853" y="88371"/>
                </a:cubicBezTo>
                <a:cubicBezTo>
                  <a:pt x="1053418" y="89942"/>
                  <a:pt x="1056317" y="90727"/>
                  <a:pt x="1059548" y="90727"/>
                </a:cubicBezTo>
                <a:cubicBezTo>
                  <a:pt x="1062018" y="90727"/>
                  <a:pt x="1064252" y="90156"/>
                  <a:pt x="1066247" y="89014"/>
                </a:cubicBezTo>
                <a:cubicBezTo>
                  <a:pt x="1068243" y="87872"/>
                  <a:pt x="1070048" y="86350"/>
                  <a:pt x="1071664" y="84446"/>
                </a:cubicBezTo>
                <a:cubicBezTo>
                  <a:pt x="1073279" y="82543"/>
                  <a:pt x="1074681" y="80366"/>
                  <a:pt x="1075869" y="77916"/>
                </a:cubicBezTo>
                <a:cubicBezTo>
                  <a:pt x="1077056" y="75466"/>
                  <a:pt x="1078042" y="72897"/>
                  <a:pt x="1078826" y="70208"/>
                </a:cubicBezTo>
                <a:cubicBezTo>
                  <a:pt x="1079610" y="67519"/>
                  <a:pt x="1080204" y="64819"/>
                  <a:pt x="1080608" y="62108"/>
                </a:cubicBezTo>
                <a:cubicBezTo>
                  <a:pt x="1081012" y="59395"/>
                  <a:pt x="1081214" y="56849"/>
                  <a:pt x="1081214" y="54471"/>
                </a:cubicBezTo>
                <a:close/>
                <a:moveTo>
                  <a:pt x="1164485" y="32927"/>
                </a:moveTo>
                <a:cubicBezTo>
                  <a:pt x="1164485" y="33449"/>
                  <a:pt x="1164438" y="33984"/>
                  <a:pt x="1164343" y="34530"/>
                </a:cubicBezTo>
                <a:cubicBezTo>
                  <a:pt x="1164248" y="35077"/>
                  <a:pt x="1164081" y="35588"/>
                  <a:pt x="1163844" y="36063"/>
                </a:cubicBezTo>
                <a:cubicBezTo>
                  <a:pt x="1162276" y="40386"/>
                  <a:pt x="1160565" y="44888"/>
                  <a:pt x="1158712" y="49568"/>
                </a:cubicBezTo>
                <a:cubicBezTo>
                  <a:pt x="1156859" y="54249"/>
                  <a:pt x="1154697" y="59142"/>
                  <a:pt x="1152227" y="64250"/>
                </a:cubicBezTo>
                <a:cubicBezTo>
                  <a:pt x="1149756" y="69358"/>
                  <a:pt x="1146870" y="74691"/>
                  <a:pt x="1143567" y="80250"/>
                </a:cubicBezTo>
                <a:cubicBezTo>
                  <a:pt x="1140265" y="85809"/>
                  <a:pt x="1136333" y="91654"/>
                  <a:pt x="1131772" y="97783"/>
                </a:cubicBezTo>
                <a:lnTo>
                  <a:pt x="1113313" y="122941"/>
                </a:lnTo>
                <a:cubicBezTo>
                  <a:pt x="1113028" y="123321"/>
                  <a:pt x="1112672" y="123654"/>
                  <a:pt x="1112244" y="123939"/>
                </a:cubicBezTo>
                <a:cubicBezTo>
                  <a:pt x="1111816" y="124224"/>
                  <a:pt x="1111294" y="124473"/>
                  <a:pt x="1110676" y="124687"/>
                </a:cubicBezTo>
                <a:cubicBezTo>
                  <a:pt x="1110058" y="124901"/>
                  <a:pt x="1109310" y="125055"/>
                  <a:pt x="1108431" y="125151"/>
                </a:cubicBezTo>
                <a:cubicBezTo>
                  <a:pt x="1107552" y="125246"/>
                  <a:pt x="1106519" y="125293"/>
                  <a:pt x="1105331" y="125293"/>
                </a:cubicBezTo>
                <a:cubicBezTo>
                  <a:pt x="1104048" y="125293"/>
                  <a:pt x="1102991" y="125234"/>
                  <a:pt x="1102159" y="125115"/>
                </a:cubicBezTo>
                <a:cubicBezTo>
                  <a:pt x="1101328" y="124996"/>
                  <a:pt x="1100698" y="124794"/>
                  <a:pt x="1100271" y="124509"/>
                </a:cubicBezTo>
                <a:cubicBezTo>
                  <a:pt x="1099843" y="124224"/>
                  <a:pt x="1099653" y="123844"/>
                  <a:pt x="1099701" y="123369"/>
                </a:cubicBezTo>
                <a:cubicBezTo>
                  <a:pt x="1099748" y="122894"/>
                  <a:pt x="1100033" y="122323"/>
                  <a:pt x="1100556" y="121658"/>
                </a:cubicBezTo>
                <a:lnTo>
                  <a:pt x="1117946" y="99351"/>
                </a:lnTo>
                <a:lnTo>
                  <a:pt x="1107326" y="36704"/>
                </a:lnTo>
                <a:cubicBezTo>
                  <a:pt x="1107231" y="36134"/>
                  <a:pt x="1107160" y="35611"/>
                  <a:pt x="1107113" y="35136"/>
                </a:cubicBezTo>
                <a:cubicBezTo>
                  <a:pt x="1107065" y="34661"/>
                  <a:pt x="1107041" y="34257"/>
                  <a:pt x="1107041" y="33925"/>
                </a:cubicBezTo>
                <a:cubicBezTo>
                  <a:pt x="1107041" y="33402"/>
                  <a:pt x="1107124" y="32962"/>
                  <a:pt x="1107291" y="32606"/>
                </a:cubicBezTo>
                <a:cubicBezTo>
                  <a:pt x="1107457" y="32250"/>
                  <a:pt x="1107778" y="31965"/>
                  <a:pt x="1108253" y="31751"/>
                </a:cubicBezTo>
                <a:cubicBezTo>
                  <a:pt x="1108728" y="31537"/>
                  <a:pt x="1109358" y="31395"/>
                  <a:pt x="1110142" y="31323"/>
                </a:cubicBezTo>
                <a:cubicBezTo>
                  <a:pt x="1110926" y="31252"/>
                  <a:pt x="1111888" y="31216"/>
                  <a:pt x="1113028" y="31216"/>
                </a:cubicBezTo>
                <a:cubicBezTo>
                  <a:pt x="1114311" y="31216"/>
                  <a:pt x="1115321" y="31252"/>
                  <a:pt x="1116057" y="31323"/>
                </a:cubicBezTo>
                <a:cubicBezTo>
                  <a:pt x="1116793" y="31395"/>
                  <a:pt x="1117364" y="31513"/>
                  <a:pt x="1117768" y="31680"/>
                </a:cubicBezTo>
                <a:cubicBezTo>
                  <a:pt x="1118171" y="31846"/>
                  <a:pt x="1118456" y="32095"/>
                  <a:pt x="1118623" y="32428"/>
                </a:cubicBezTo>
                <a:cubicBezTo>
                  <a:pt x="1118789" y="32761"/>
                  <a:pt x="1118896" y="33164"/>
                  <a:pt x="1118943" y="33640"/>
                </a:cubicBezTo>
                <a:lnTo>
                  <a:pt x="1127282" y="85952"/>
                </a:lnTo>
                <a:lnTo>
                  <a:pt x="1127425" y="85952"/>
                </a:lnTo>
                <a:cubicBezTo>
                  <a:pt x="1130370" y="81818"/>
                  <a:pt x="1133031" y="77613"/>
                  <a:pt x="1135407" y="73337"/>
                </a:cubicBezTo>
                <a:cubicBezTo>
                  <a:pt x="1137783" y="69061"/>
                  <a:pt x="1139968" y="64725"/>
                  <a:pt x="1141964" y="60330"/>
                </a:cubicBezTo>
                <a:cubicBezTo>
                  <a:pt x="1143959" y="55935"/>
                  <a:pt x="1145800" y="51493"/>
                  <a:pt x="1147487" y="47003"/>
                </a:cubicBezTo>
                <a:cubicBezTo>
                  <a:pt x="1149174" y="42513"/>
                  <a:pt x="1150754" y="37963"/>
                  <a:pt x="1152227" y="33354"/>
                </a:cubicBezTo>
                <a:cubicBezTo>
                  <a:pt x="1152322" y="32974"/>
                  <a:pt x="1152500" y="32654"/>
                  <a:pt x="1152761" y="32392"/>
                </a:cubicBezTo>
                <a:cubicBezTo>
                  <a:pt x="1153023" y="32131"/>
                  <a:pt x="1153403" y="31905"/>
                  <a:pt x="1153902" y="31715"/>
                </a:cubicBezTo>
                <a:cubicBezTo>
                  <a:pt x="1154400" y="31525"/>
                  <a:pt x="1155077" y="31395"/>
                  <a:pt x="1155933" y="31323"/>
                </a:cubicBezTo>
                <a:cubicBezTo>
                  <a:pt x="1156788" y="31252"/>
                  <a:pt x="1157857" y="31216"/>
                  <a:pt x="1159140" y="31216"/>
                </a:cubicBezTo>
                <a:cubicBezTo>
                  <a:pt x="1161278" y="31216"/>
                  <a:pt x="1162703" y="31359"/>
                  <a:pt x="1163416" y="31644"/>
                </a:cubicBezTo>
                <a:cubicBezTo>
                  <a:pt x="1164129" y="31929"/>
                  <a:pt x="1164485" y="32357"/>
                  <a:pt x="1164485" y="32927"/>
                </a:cubicBezTo>
                <a:close/>
                <a:moveTo>
                  <a:pt x="1265923" y="53477"/>
                </a:moveTo>
                <a:cubicBezTo>
                  <a:pt x="1265923" y="56234"/>
                  <a:pt x="1265661" y="59338"/>
                  <a:pt x="1265139" y="62787"/>
                </a:cubicBezTo>
                <a:cubicBezTo>
                  <a:pt x="1264616" y="66235"/>
                  <a:pt x="1263784" y="69719"/>
                  <a:pt x="1262644" y="73239"/>
                </a:cubicBezTo>
                <a:cubicBezTo>
                  <a:pt x="1261504" y="76758"/>
                  <a:pt x="1260043" y="80170"/>
                  <a:pt x="1258261" y="83475"/>
                </a:cubicBezTo>
                <a:cubicBezTo>
                  <a:pt x="1256479" y="86780"/>
                  <a:pt x="1254329" y="89717"/>
                  <a:pt x="1251811" y="92286"/>
                </a:cubicBezTo>
                <a:cubicBezTo>
                  <a:pt x="1249293" y="94855"/>
                  <a:pt x="1246383" y="96912"/>
                  <a:pt x="1243080" y="98458"/>
                </a:cubicBezTo>
                <a:cubicBezTo>
                  <a:pt x="1239778" y="100003"/>
                  <a:pt x="1236037" y="100776"/>
                  <a:pt x="1231855" y="100776"/>
                </a:cubicBezTo>
                <a:cubicBezTo>
                  <a:pt x="1229717" y="100776"/>
                  <a:pt x="1227769" y="100562"/>
                  <a:pt x="1226011" y="100132"/>
                </a:cubicBezTo>
                <a:cubicBezTo>
                  <a:pt x="1224253" y="99705"/>
                  <a:pt x="1222638" y="99111"/>
                  <a:pt x="1221165" y="98351"/>
                </a:cubicBezTo>
                <a:cubicBezTo>
                  <a:pt x="1219692" y="97589"/>
                  <a:pt x="1218338" y="96697"/>
                  <a:pt x="1217102" y="95676"/>
                </a:cubicBezTo>
                <a:cubicBezTo>
                  <a:pt x="1215867" y="94653"/>
                  <a:pt x="1214727" y="93523"/>
                  <a:pt x="1213682" y="92286"/>
                </a:cubicBezTo>
                <a:lnTo>
                  <a:pt x="1207624" y="123012"/>
                </a:lnTo>
                <a:cubicBezTo>
                  <a:pt x="1207529" y="123393"/>
                  <a:pt x="1207374" y="123725"/>
                  <a:pt x="1207160" y="124010"/>
                </a:cubicBezTo>
                <a:cubicBezTo>
                  <a:pt x="1206946" y="124295"/>
                  <a:pt x="1206602" y="124533"/>
                  <a:pt x="1206127" y="124723"/>
                </a:cubicBezTo>
                <a:cubicBezTo>
                  <a:pt x="1205652" y="124913"/>
                  <a:pt x="1205022" y="125055"/>
                  <a:pt x="1204238" y="125151"/>
                </a:cubicBezTo>
                <a:cubicBezTo>
                  <a:pt x="1203454" y="125246"/>
                  <a:pt x="1202468" y="125293"/>
                  <a:pt x="1201280" y="125293"/>
                </a:cubicBezTo>
                <a:cubicBezTo>
                  <a:pt x="1200188" y="125293"/>
                  <a:pt x="1199273" y="125246"/>
                  <a:pt x="1198537" y="125151"/>
                </a:cubicBezTo>
                <a:cubicBezTo>
                  <a:pt x="1197800" y="125055"/>
                  <a:pt x="1197218" y="124913"/>
                  <a:pt x="1196790" y="124723"/>
                </a:cubicBezTo>
                <a:cubicBezTo>
                  <a:pt x="1196363" y="124533"/>
                  <a:pt x="1196090" y="124295"/>
                  <a:pt x="1195971" y="124010"/>
                </a:cubicBezTo>
                <a:cubicBezTo>
                  <a:pt x="1195852" y="123725"/>
                  <a:pt x="1195816" y="123393"/>
                  <a:pt x="1195864" y="123012"/>
                </a:cubicBezTo>
                <a:lnTo>
                  <a:pt x="1213895" y="33354"/>
                </a:lnTo>
                <a:cubicBezTo>
                  <a:pt x="1213990" y="32594"/>
                  <a:pt x="1214465" y="32048"/>
                  <a:pt x="1215321" y="31715"/>
                </a:cubicBezTo>
                <a:cubicBezTo>
                  <a:pt x="1216176" y="31383"/>
                  <a:pt x="1217601" y="31216"/>
                  <a:pt x="1219597" y="31216"/>
                </a:cubicBezTo>
                <a:cubicBezTo>
                  <a:pt x="1220595" y="31216"/>
                  <a:pt x="1221402" y="31252"/>
                  <a:pt x="1222020" y="31323"/>
                </a:cubicBezTo>
                <a:cubicBezTo>
                  <a:pt x="1222638" y="31395"/>
                  <a:pt x="1223137" y="31513"/>
                  <a:pt x="1223517" y="31680"/>
                </a:cubicBezTo>
                <a:cubicBezTo>
                  <a:pt x="1223897" y="31846"/>
                  <a:pt x="1224134" y="32072"/>
                  <a:pt x="1224229" y="32357"/>
                </a:cubicBezTo>
                <a:cubicBezTo>
                  <a:pt x="1224325" y="32642"/>
                  <a:pt x="1224348" y="32974"/>
                  <a:pt x="1224301" y="33354"/>
                </a:cubicBezTo>
                <a:lnTo>
                  <a:pt x="1221878" y="45557"/>
                </a:lnTo>
                <a:cubicBezTo>
                  <a:pt x="1222543" y="43988"/>
                  <a:pt x="1223671" y="42312"/>
                  <a:pt x="1225263" y="40528"/>
                </a:cubicBezTo>
                <a:cubicBezTo>
                  <a:pt x="1226855" y="38744"/>
                  <a:pt x="1228755" y="37078"/>
                  <a:pt x="1230965" y="35533"/>
                </a:cubicBezTo>
                <a:cubicBezTo>
                  <a:pt x="1233174" y="33987"/>
                  <a:pt x="1235633" y="32715"/>
                  <a:pt x="1238341" y="31717"/>
                </a:cubicBezTo>
                <a:cubicBezTo>
                  <a:pt x="1241049" y="30718"/>
                  <a:pt x="1243805" y="30219"/>
                  <a:pt x="1246608" y="30219"/>
                </a:cubicBezTo>
                <a:cubicBezTo>
                  <a:pt x="1250219" y="30219"/>
                  <a:pt x="1253248" y="30837"/>
                  <a:pt x="1255695" y="32074"/>
                </a:cubicBezTo>
                <a:cubicBezTo>
                  <a:pt x="1258142" y="33311"/>
                  <a:pt x="1260126" y="34964"/>
                  <a:pt x="1261646" y="37034"/>
                </a:cubicBezTo>
                <a:cubicBezTo>
                  <a:pt x="1263167" y="39102"/>
                  <a:pt x="1264260" y="41551"/>
                  <a:pt x="1264925" y="44381"/>
                </a:cubicBezTo>
                <a:cubicBezTo>
                  <a:pt x="1265590" y="47210"/>
                  <a:pt x="1265923" y="50242"/>
                  <a:pt x="1265923" y="53477"/>
                </a:cubicBezTo>
                <a:moveTo>
                  <a:pt x="1253593" y="54257"/>
                </a:moveTo>
                <a:cubicBezTo>
                  <a:pt x="1253593" y="52211"/>
                  <a:pt x="1253415" y="50332"/>
                  <a:pt x="1253058" y="48620"/>
                </a:cubicBezTo>
                <a:cubicBezTo>
                  <a:pt x="1252702" y="46906"/>
                  <a:pt x="1252132" y="45431"/>
                  <a:pt x="1251348" y="44194"/>
                </a:cubicBezTo>
                <a:cubicBezTo>
                  <a:pt x="1250564" y="42956"/>
                  <a:pt x="1249542" y="42004"/>
                  <a:pt x="1248283" y="41339"/>
                </a:cubicBezTo>
                <a:cubicBezTo>
                  <a:pt x="1247024" y="40672"/>
                  <a:pt x="1245468" y="40339"/>
                  <a:pt x="1243615" y="40339"/>
                </a:cubicBezTo>
                <a:cubicBezTo>
                  <a:pt x="1241049" y="40339"/>
                  <a:pt x="1238436" y="41053"/>
                  <a:pt x="1235775" y="42482"/>
                </a:cubicBezTo>
                <a:cubicBezTo>
                  <a:pt x="1233115" y="43908"/>
                  <a:pt x="1230644" y="45907"/>
                  <a:pt x="1228363" y="48477"/>
                </a:cubicBezTo>
                <a:cubicBezTo>
                  <a:pt x="1226083" y="51046"/>
                  <a:pt x="1224051" y="54079"/>
                  <a:pt x="1222270" y="57575"/>
                </a:cubicBezTo>
                <a:cubicBezTo>
                  <a:pt x="1220488" y="61072"/>
                  <a:pt x="1219193" y="64890"/>
                  <a:pt x="1218385" y="69030"/>
                </a:cubicBezTo>
                <a:lnTo>
                  <a:pt x="1216033" y="80800"/>
                </a:lnTo>
                <a:cubicBezTo>
                  <a:pt x="1218267" y="84134"/>
                  <a:pt x="1220666" y="86622"/>
                  <a:pt x="1223232" y="88264"/>
                </a:cubicBezTo>
                <a:cubicBezTo>
                  <a:pt x="1225797" y="89906"/>
                  <a:pt x="1228696" y="90727"/>
                  <a:pt x="1231927" y="90727"/>
                </a:cubicBezTo>
                <a:cubicBezTo>
                  <a:pt x="1234445" y="90727"/>
                  <a:pt x="1236737" y="90132"/>
                  <a:pt x="1238804" y="88943"/>
                </a:cubicBezTo>
                <a:cubicBezTo>
                  <a:pt x="1240871" y="87754"/>
                  <a:pt x="1242700" y="86160"/>
                  <a:pt x="1244292" y="84161"/>
                </a:cubicBezTo>
                <a:cubicBezTo>
                  <a:pt x="1245884" y="82163"/>
                  <a:pt x="1247262" y="79903"/>
                  <a:pt x="1248426" y="77382"/>
                </a:cubicBezTo>
                <a:cubicBezTo>
                  <a:pt x="1249590" y="74859"/>
                  <a:pt x="1250564" y="72242"/>
                  <a:pt x="1251348" y="69531"/>
                </a:cubicBezTo>
                <a:cubicBezTo>
                  <a:pt x="1252132" y="66818"/>
                  <a:pt x="1252702" y="64130"/>
                  <a:pt x="1253058" y="61466"/>
                </a:cubicBezTo>
                <a:cubicBezTo>
                  <a:pt x="1253415" y="58801"/>
                  <a:pt x="1253593" y="56398"/>
                  <a:pt x="1253593" y="54257"/>
                </a:cubicBezTo>
                <a:close/>
                <a:moveTo>
                  <a:pt x="1306239" y="11760"/>
                </a:moveTo>
                <a:cubicBezTo>
                  <a:pt x="1306001" y="13090"/>
                  <a:pt x="1305681" y="14207"/>
                  <a:pt x="1305277" y="15109"/>
                </a:cubicBezTo>
                <a:cubicBezTo>
                  <a:pt x="1304873" y="16012"/>
                  <a:pt x="1304338" y="16737"/>
                  <a:pt x="1303673" y="17283"/>
                </a:cubicBezTo>
                <a:cubicBezTo>
                  <a:pt x="1303008" y="17829"/>
                  <a:pt x="1302176" y="18221"/>
                  <a:pt x="1301179" y="18459"/>
                </a:cubicBezTo>
                <a:cubicBezTo>
                  <a:pt x="1300181" y="18697"/>
                  <a:pt x="1298969" y="18815"/>
                  <a:pt x="1297544" y="18815"/>
                </a:cubicBezTo>
                <a:cubicBezTo>
                  <a:pt x="1296166" y="18815"/>
                  <a:pt x="1295026" y="18697"/>
                  <a:pt x="1294123" y="18459"/>
                </a:cubicBezTo>
                <a:cubicBezTo>
                  <a:pt x="1293220" y="18221"/>
                  <a:pt x="1292555" y="17829"/>
                  <a:pt x="1292127" y="17283"/>
                </a:cubicBezTo>
                <a:cubicBezTo>
                  <a:pt x="1291700" y="16737"/>
                  <a:pt x="1291462" y="16012"/>
                  <a:pt x="1291415" y="15109"/>
                </a:cubicBezTo>
                <a:cubicBezTo>
                  <a:pt x="1291367" y="14207"/>
                  <a:pt x="1291462" y="13090"/>
                  <a:pt x="1291700" y="11760"/>
                </a:cubicBezTo>
                <a:cubicBezTo>
                  <a:pt x="1291985" y="10429"/>
                  <a:pt x="1292341" y="9325"/>
                  <a:pt x="1292769" y="8446"/>
                </a:cubicBezTo>
                <a:cubicBezTo>
                  <a:pt x="1293196" y="7567"/>
                  <a:pt x="1293731" y="6830"/>
                  <a:pt x="1294372" y="6236"/>
                </a:cubicBezTo>
                <a:cubicBezTo>
                  <a:pt x="1295014" y="5642"/>
                  <a:pt x="1295833" y="5238"/>
                  <a:pt x="1296831" y="5025"/>
                </a:cubicBezTo>
                <a:cubicBezTo>
                  <a:pt x="1297829" y="4811"/>
                  <a:pt x="1299040" y="4704"/>
                  <a:pt x="1300466" y="4704"/>
                </a:cubicBezTo>
                <a:cubicBezTo>
                  <a:pt x="1301844" y="4704"/>
                  <a:pt x="1302972" y="4811"/>
                  <a:pt x="1303851" y="5025"/>
                </a:cubicBezTo>
                <a:cubicBezTo>
                  <a:pt x="1304730" y="5238"/>
                  <a:pt x="1305395" y="5642"/>
                  <a:pt x="1305847" y="6236"/>
                </a:cubicBezTo>
                <a:cubicBezTo>
                  <a:pt x="1306298" y="6830"/>
                  <a:pt x="1306548" y="7567"/>
                  <a:pt x="1306595" y="8446"/>
                </a:cubicBezTo>
                <a:cubicBezTo>
                  <a:pt x="1306643" y="9325"/>
                  <a:pt x="1306524" y="10429"/>
                  <a:pt x="1306239" y="11760"/>
                </a:cubicBezTo>
                <a:moveTo>
                  <a:pt x="1287780" y="97569"/>
                </a:moveTo>
                <a:cubicBezTo>
                  <a:pt x="1287685" y="97949"/>
                  <a:pt x="1287518" y="98270"/>
                  <a:pt x="1287281" y="98531"/>
                </a:cubicBezTo>
                <a:cubicBezTo>
                  <a:pt x="1287043" y="98792"/>
                  <a:pt x="1286687" y="99018"/>
                  <a:pt x="1286212" y="99208"/>
                </a:cubicBezTo>
                <a:cubicBezTo>
                  <a:pt x="1285737" y="99398"/>
                  <a:pt x="1285107" y="99541"/>
                  <a:pt x="1284323" y="99636"/>
                </a:cubicBezTo>
                <a:cubicBezTo>
                  <a:pt x="1283539" y="99731"/>
                  <a:pt x="1282577" y="99778"/>
                  <a:pt x="1281437" y="99778"/>
                </a:cubicBezTo>
                <a:cubicBezTo>
                  <a:pt x="1280249" y="99778"/>
                  <a:pt x="1279287" y="99731"/>
                  <a:pt x="1278550" y="99636"/>
                </a:cubicBezTo>
                <a:cubicBezTo>
                  <a:pt x="1277814" y="99541"/>
                  <a:pt x="1277244" y="99398"/>
                  <a:pt x="1276840" y="99208"/>
                </a:cubicBezTo>
                <a:cubicBezTo>
                  <a:pt x="1276436" y="99018"/>
                  <a:pt x="1276175" y="98792"/>
                  <a:pt x="1276056" y="98531"/>
                </a:cubicBezTo>
                <a:cubicBezTo>
                  <a:pt x="1275937" y="98270"/>
                  <a:pt x="1275925" y="97949"/>
                  <a:pt x="1276020" y="97569"/>
                </a:cubicBezTo>
                <a:lnTo>
                  <a:pt x="1288778" y="33426"/>
                </a:lnTo>
                <a:cubicBezTo>
                  <a:pt x="1288825" y="33093"/>
                  <a:pt x="1288968" y="32784"/>
                  <a:pt x="1289205" y="32499"/>
                </a:cubicBezTo>
                <a:cubicBezTo>
                  <a:pt x="1289443" y="32214"/>
                  <a:pt x="1289799" y="31977"/>
                  <a:pt x="1290274" y="31787"/>
                </a:cubicBezTo>
                <a:cubicBezTo>
                  <a:pt x="1290749" y="31596"/>
                  <a:pt x="1291379" y="31454"/>
                  <a:pt x="1292163" y="31359"/>
                </a:cubicBezTo>
                <a:cubicBezTo>
                  <a:pt x="1292947" y="31264"/>
                  <a:pt x="1293933" y="31216"/>
                  <a:pt x="1295121" y="31216"/>
                </a:cubicBezTo>
                <a:cubicBezTo>
                  <a:pt x="1296261" y="31216"/>
                  <a:pt x="1297199" y="31264"/>
                  <a:pt x="1297936" y="31359"/>
                </a:cubicBezTo>
                <a:cubicBezTo>
                  <a:pt x="1298672" y="31454"/>
                  <a:pt x="1299242" y="31596"/>
                  <a:pt x="1299646" y="31787"/>
                </a:cubicBezTo>
                <a:cubicBezTo>
                  <a:pt x="1300050" y="31977"/>
                  <a:pt x="1300311" y="32214"/>
                  <a:pt x="1300430" y="32499"/>
                </a:cubicBezTo>
                <a:cubicBezTo>
                  <a:pt x="1300549" y="32784"/>
                  <a:pt x="1300585" y="33093"/>
                  <a:pt x="1300537" y="33426"/>
                </a:cubicBezTo>
                <a:lnTo>
                  <a:pt x="1287780" y="97569"/>
                </a:lnTo>
                <a:close/>
                <a:moveTo>
                  <a:pt x="1374519" y="53477"/>
                </a:moveTo>
                <a:cubicBezTo>
                  <a:pt x="1374519" y="56234"/>
                  <a:pt x="1374258" y="59338"/>
                  <a:pt x="1373735" y="62787"/>
                </a:cubicBezTo>
                <a:cubicBezTo>
                  <a:pt x="1373212" y="66235"/>
                  <a:pt x="1372381" y="69719"/>
                  <a:pt x="1371241" y="73239"/>
                </a:cubicBezTo>
                <a:cubicBezTo>
                  <a:pt x="1370100" y="76758"/>
                  <a:pt x="1368639" y="80170"/>
                  <a:pt x="1366857" y="83475"/>
                </a:cubicBezTo>
                <a:cubicBezTo>
                  <a:pt x="1365076" y="86780"/>
                  <a:pt x="1362926" y="89717"/>
                  <a:pt x="1360408" y="92286"/>
                </a:cubicBezTo>
                <a:cubicBezTo>
                  <a:pt x="1357889" y="94855"/>
                  <a:pt x="1354979" y="96912"/>
                  <a:pt x="1351677" y="98458"/>
                </a:cubicBezTo>
                <a:cubicBezTo>
                  <a:pt x="1348375" y="100003"/>
                  <a:pt x="1344633" y="100776"/>
                  <a:pt x="1340452" y="100776"/>
                </a:cubicBezTo>
                <a:cubicBezTo>
                  <a:pt x="1338314" y="100776"/>
                  <a:pt x="1336366" y="100562"/>
                  <a:pt x="1334608" y="100132"/>
                </a:cubicBezTo>
                <a:cubicBezTo>
                  <a:pt x="1332850" y="99705"/>
                  <a:pt x="1331234" y="99111"/>
                  <a:pt x="1329761" y="98351"/>
                </a:cubicBezTo>
                <a:cubicBezTo>
                  <a:pt x="1328288" y="97589"/>
                  <a:pt x="1326934" y="96697"/>
                  <a:pt x="1325699" y="95676"/>
                </a:cubicBezTo>
                <a:cubicBezTo>
                  <a:pt x="1324464" y="94653"/>
                  <a:pt x="1323323" y="93523"/>
                  <a:pt x="1322278" y="92286"/>
                </a:cubicBezTo>
                <a:lnTo>
                  <a:pt x="1316220" y="123012"/>
                </a:lnTo>
                <a:cubicBezTo>
                  <a:pt x="1316125" y="123393"/>
                  <a:pt x="1315971" y="123725"/>
                  <a:pt x="1315757" y="124010"/>
                </a:cubicBezTo>
                <a:cubicBezTo>
                  <a:pt x="1315543" y="124295"/>
                  <a:pt x="1315198" y="124533"/>
                  <a:pt x="1314723" y="124723"/>
                </a:cubicBezTo>
                <a:cubicBezTo>
                  <a:pt x="1314248" y="124913"/>
                  <a:pt x="1313619" y="125055"/>
                  <a:pt x="1312835" y="125151"/>
                </a:cubicBezTo>
                <a:cubicBezTo>
                  <a:pt x="1312051" y="125246"/>
                  <a:pt x="1311065" y="125293"/>
                  <a:pt x="1309877" y="125293"/>
                </a:cubicBezTo>
                <a:cubicBezTo>
                  <a:pt x="1308784" y="125293"/>
                  <a:pt x="1307869" y="125246"/>
                  <a:pt x="1307133" y="125151"/>
                </a:cubicBezTo>
                <a:cubicBezTo>
                  <a:pt x="1306397" y="125055"/>
                  <a:pt x="1305815" y="124913"/>
                  <a:pt x="1305387" y="124723"/>
                </a:cubicBezTo>
                <a:cubicBezTo>
                  <a:pt x="1304959" y="124533"/>
                  <a:pt x="1304686" y="124295"/>
                  <a:pt x="1304567" y="124010"/>
                </a:cubicBezTo>
                <a:cubicBezTo>
                  <a:pt x="1304448" y="123725"/>
                  <a:pt x="1304413" y="123393"/>
                  <a:pt x="1304460" y="123012"/>
                </a:cubicBezTo>
                <a:lnTo>
                  <a:pt x="1322492" y="33354"/>
                </a:lnTo>
                <a:cubicBezTo>
                  <a:pt x="1322587" y="32594"/>
                  <a:pt x="1323062" y="32048"/>
                  <a:pt x="1323917" y="31715"/>
                </a:cubicBezTo>
                <a:cubicBezTo>
                  <a:pt x="1324772" y="31383"/>
                  <a:pt x="1326198" y="31216"/>
                  <a:pt x="1328193" y="31216"/>
                </a:cubicBezTo>
                <a:cubicBezTo>
                  <a:pt x="1329191" y="31216"/>
                  <a:pt x="1329999" y="31252"/>
                  <a:pt x="1330617" y="31323"/>
                </a:cubicBezTo>
                <a:cubicBezTo>
                  <a:pt x="1331234" y="31395"/>
                  <a:pt x="1331733" y="31513"/>
                  <a:pt x="1332113" y="31680"/>
                </a:cubicBezTo>
                <a:cubicBezTo>
                  <a:pt x="1332493" y="31846"/>
                  <a:pt x="1332731" y="32072"/>
                  <a:pt x="1332826" y="32357"/>
                </a:cubicBezTo>
                <a:cubicBezTo>
                  <a:pt x="1332921" y="32642"/>
                  <a:pt x="1332945" y="32974"/>
                  <a:pt x="1332897" y="33354"/>
                </a:cubicBezTo>
                <a:lnTo>
                  <a:pt x="1330474" y="45557"/>
                </a:lnTo>
                <a:cubicBezTo>
                  <a:pt x="1331139" y="43988"/>
                  <a:pt x="1332268" y="42312"/>
                  <a:pt x="1333859" y="40528"/>
                </a:cubicBezTo>
                <a:cubicBezTo>
                  <a:pt x="1335451" y="38744"/>
                  <a:pt x="1337352" y="37078"/>
                  <a:pt x="1339561" y="35533"/>
                </a:cubicBezTo>
                <a:cubicBezTo>
                  <a:pt x="1341770" y="33987"/>
                  <a:pt x="1344229" y="32715"/>
                  <a:pt x="1346937" y="31717"/>
                </a:cubicBezTo>
                <a:cubicBezTo>
                  <a:pt x="1349646" y="30718"/>
                  <a:pt x="1352401" y="30219"/>
                  <a:pt x="1355205" y="30219"/>
                </a:cubicBezTo>
                <a:cubicBezTo>
                  <a:pt x="1358816" y="30219"/>
                  <a:pt x="1361845" y="30837"/>
                  <a:pt x="1364292" y="32074"/>
                </a:cubicBezTo>
                <a:cubicBezTo>
                  <a:pt x="1366739" y="33311"/>
                  <a:pt x="1368722" y="34964"/>
                  <a:pt x="1370243" y="37034"/>
                </a:cubicBezTo>
                <a:cubicBezTo>
                  <a:pt x="1371763" y="39102"/>
                  <a:pt x="1372856" y="41551"/>
                  <a:pt x="1373521" y="44381"/>
                </a:cubicBezTo>
                <a:cubicBezTo>
                  <a:pt x="1374186" y="47210"/>
                  <a:pt x="1374519" y="50242"/>
                  <a:pt x="1374519" y="53477"/>
                </a:cubicBezTo>
                <a:moveTo>
                  <a:pt x="1362189" y="54257"/>
                </a:moveTo>
                <a:cubicBezTo>
                  <a:pt x="1362189" y="52211"/>
                  <a:pt x="1362011" y="50332"/>
                  <a:pt x="1361655" y="48620"/>
                </a:cubicBezTo>
                <a:cubicBezTo>
                  <a:pt x="1361298" y="46906"/>
                  <a:pt x="1360728" y="45431"/>
                  <a:pt x="1359944" y="44194"/>
                </a:cubicBezTo>
                <a:cubicBezTo>
                  <a:pt x="1359160" y="42956"/>
                  <a:pt x="1358139" y="42004"/>
                  <a:pt x="1356880" y="41339"/>
                </a:cubicBezTo>
                <a:cubicBezTo>
                  <a:pt x="1355621" y="40672"/>
                  <a:pt x="1354064" y="40339"/>
                  <a:pt x="1352211" y="40339"/>
                </a:cubicBezTo>
                <a:cubicBezTo>
                  <a:pt x="1349646" y="40339"/>
                  <a:pt x="1347032" y="41053"/>
                  <a:pt x="1344372" y="42482"/>
                </a:cubicBezTo>
                <a:cubicBezTo>
                  <a:pt x="1341711" y="43908"/>
                  <a:pt x="1339240" y="45907"/>
                  <a:pt x="1336960" y="48477"/>
                </a:cubicBezTo>
                <a:cubicBezTo>
                  <a:pt x="1334679" y="51046"/>
                  <a:pt x="1332648" y="54079"/>
                  <a:pt x="1330866" y="57575"/>
                </a:cubicBezTo>
                <a:cubicBezTo>
                  <a:pt x="1329084" y="61072"/>
                  <a:pt x="1327789" y="64890"/>
                  <a:pt x="1326982" y="69030"/>
                </a:cubicBezTo>
                <a:lnTo>
                  <a:pt x="1324630" y="80800"/>
                </a:lnTo>
                <a:cubicBezTo>
                  <a:pt x="1326863" y="84134"/>
                  <a:pt x="1329262" y="86622"/>
                  <a:pt x="1331828" y="88264"/>
                </a:cubicBezTo>
                <a:cubicBezTo>
                  <a:pt x="1334394" y="89906"/>
                  <a:pt x="1337292" y="90727"/>
                  <a:pt x="1340523" y="90727"/>
                </a:cubicBezTo>
                <a:cubicBezTo>
                  <a:pt x="1343041" y="90727"/>
                  <a:pt x="1345334" y="90132"/>
                  <a:pt x="1347401" y="88943"/>
                </a:cubicBezTo>
                <a:cubicBezTo>
                  <a:pt x="1349468" y="87754"/>
                  <a:pt x="1351297" y="86160"/>
                  <a:pt x="1352888" y="84161"/>
                </a:cubicBezTo>
                <a:cubicBezTo>
                  <a:pt x="1354480" y="82163"/>
                  <a:pt x="1355858" y="79903"/>
                  <a:pt x="1357022" y="77382"/>
                </a:cubicBezTo>
                <a:cubicBezTo>
                  <a:pt x="1358186" y="74859"/>
                  <a:pt x="1359160" y="72242"/>
                  <a:pt x="1359944" y="69531"/>
                </a:cubicBezTo>
                <a:cubicBezTo>
                  <a:pt x="1360728" y="66818"/>
                  <a:pt x="1361298" y="64130"/>
                  <a:pt x="1361655" y="61466"/>
                </a:cubicBezTo>
                <a:cubicBezTo>
                  <a:pt x="1362011" y="58801"/>
                  <a:pt x="1362189" y="56398"/>
                  <a:pt x="1362189" y="54257"/>
                </a:cubicBezTo>
                <a:close/>
                <a:moveTo>
                  <a:pt x="1445908" y="46539"/>
                </a:moveTo>
                <a:cubicBezTo>
                  <a:pt x="1445908" y="49818"/>
                  <a:pt x="1445147" y="52764"/>
                  <a:pt x="1443627" y="55377"/>
                </a:cubicBezTo>
                <a:cubicBezTo>
                  <a:pt x="1442107" y="57990"/>
                  <a:pt x="1439731" y="60223"/>
                  <a:pt x="1436500" y="62076"/>
                </a:cubicBezTo>
                <a:cubicBezTo>
                  <a:pt x="1433269" y="63929"/>
                  <a:pt x="1429135" y="65355"/>
                  <a:pt x="1424099" y="66353"/>
                </a:cubicBezTo>
                <a:cubicBezTo>
                  <a:pt x="1419062" y="67350"/>
                  <a:pt x="1413028" y="67849"/>
                  <a:pt x="1405996" y="67849"/>
                </a:cubicBezTo>
                <a:lnTo>
                  <a:pt x="1398442" y="67849"/>
                </a:lnTo>
                <a:cubicBezTo>
                  <a:pt x="1398109" y="69422"/>
                  <a:pt x="1397883" y="70947"/>
                  <a:pt x="1397765" y="72424"/>
                </a:cubicBezTo>
                <a:cubicBezTo>
                  <a:pt x="1397646" y="73901"/>
                  <a:pt x="1397586" y="75284"/>
                  <a:pt x="1397586" y="76571"/>
                </a:cubicBezTo>
                <a:cubicBezTo>
                  <a:pt x="1397586" y="81337"/>
                  <a:pt x="1398762" y="84983"/>
                  <a:pt x="1401114" y="87509"/>
                </a:cubicBezTo>
                <a:cubicBezTo>
                  <a:pt x="1403466" y="90034"/>
                  <a:pt x="1407279" y="91297"/>
                  <a:pt x="1412553" y="91297"/>
                </a:cubicBezTo>
                <a:cubicBezTo>
                  <a:pt x="1415594" y="91297"/>
                  <a:pt x="1418326" y="91068"/>
                  <a:pt x="1420749" y="90609"/>
                </a:cubicBezTo>
                <a:cubicBezTo>
                  <a:pt x="1423172" y="90150"/>
                  <a:pt x="1425275" y="89655"/>
                  <a:pt x="1427057" y="89123"/>
                </a:cubicBezTo>
                <a:cubicBezTo>
                  <a:pt x="1428838" y="88592"/>
                  <a:pt x="1430299" y="88097"/>
                  <a:pt x="1431440" y="87638"/>
                </a:cubicBezTo>
                <a:cubicBezTo>
                  <a:pt x="1432580" y="87179"/>
                  <a:pt x="1433364" y="86950"/>
                  <a:pt x="1433792" y="86950"/>
                </a:cubicBezTo>
                <a:cubicBezTo>
                  <a:pt x="1434219" y="86950"/>
                  <a:pt x="1434540" y="87105"/>
                  <a:pt x="1434754" y="87415"/>
                </a:cubicBezTo>
                <a:cubicBezTo>
                  <a:pt x="1434968" y="87725"/>
                  <a:pt x="1435075" y="88167"/>
                  <a:pt x="1435075" y="88740"/>
                </a:cubicBezTo>
                <a:cubicBezTo>
                  <a:pt x="1435075" y="89218"/>
                  <a:pt x="1435027" y="89792"/>
                  <a:pt x="1434932" y="90460"/>
                </a:cubicBezTo>
                <a:cubicBezTo>
                  <a:pt x="1434837" y="91128"/>
                  <a:pt x="1434694" y="91809"/>
                  <a:pt x="1434504" y="92502"/>
                </a:cubicBezTo>
                <a:cubicBezTo>
                  <a:pt x="1434314" y="93194"/>
                  <a:pt x="1434065" y="93851"/>
                  <a:pt x="1433756" y="94473"/>
                </a:cubicBezTo>
                <a:cubicBezTo>
                  <a:pt x="1433447" y="95094"/>
                  <a:pt x="1433103" y="95619"/>
                  <a:pt x="1432723" y="96048"/>
                </a:cubicBezTo>
                <a:cubicBezTo>
                  <a:pt x="1432152" y="96621"/>
                  <a:pt x="1431143" y="97182"/>
                  <a:pt x="1429694" y="97732"/>
                </a:cubicBezTo>
                <a:cubicBezTo>
                  <a:pt x="1428244" y="98281"/>
                  <a:pt x="1426522" y="98783"/>
                  <a:pt x="1424527" y="99237"/>
                </a:cubicBezTo>
                <a:cubicBezTo>
                  <a:pt x="1422531" y="99690"/>
                  <a:pt x="1420345" y="100060"/>
                  <a:pt x="1417970" y="100346"/>
                </a:cubicBezTo>
                <a:cubicBezTo>
                  <a:pt x="1415594" y="100633"/>
                  <a:pt x="1413218" y="100776"/>
                  <a:pt x="1410843" y="100776"/>
                </a:cubicBezTo>
                <a:cubicBezTo>
                  <a:pt x="1406614" y="100776"/>
                  <a:pt x="1402908" y="100301"/>
                  <a:pt x="1399724" y="99351"/>
                </a:cubicBezTo>
                <a:cubicBezTo>
                  <a:pt x="1396541" y="98399"/>
                  <a:pt x="1393892" y="96936"/>
                  <a:pt x="1391778" y="94963"/>
                </a:cubicBezTo>
                <a:cubicBezTo>
                  <a:pt x="1389664" y="92988"/>
                  <a:pt x="1388084" y="90527"/>
                  <a:pt x="1387038" y="87578"/>
                </a:cubicBezTo>
                <a:cubicBezTo>
                  <a:pt x="1385993" y="84629"/>
                  <a:pt x="1385470" y="81157"/>
                  <a:pt x="1385470" y="77161"/>
                </a:cubicBezTo>
                <a:cubicBezTo>
                  <a:pt x="1385470" y="74070"/>
                  <a:pt x="1385767" y="70753"/>
                  <a:pt x="1386361" y="67210"/>
                </a:cubicBezTo>
                <a:cubicBezTo>
                  <a:pt x="1386955" y="63666"/>
                  <a:pt x="1387894" y="60158"/>
                  <a:pt x="1389177" y="56687"/>
                </a:cubicBezTo>
                <a:cubicBezTo>
                  <a:pt x="1390459" y="53215"/>
                  <a:pt x="1392122" y="49886"/>
                  <a:pt x="1394165" y="46700"/>
                </a:cubicBezTo>
                <a:cubicBezTo>
                  <a:pt x="1396208" y="43512"/>
                  <a:pt x="1398644" y="40706"/>
                  <a:pt x="1401471" y="38281"/>
                </a:cubicBezTo>
                <a:cubicBezTo>
                  <a:pt x="1404298" y="35855"/>
                  <a:pt x="1407564" y="33905"/>
                  <a:pt x="1411270" y="32430"/>
                </a:cubicBezTo>
                <a:cubicBezTo>
                  <a:pt x="1414976" y="30956"/>
                  <a:pt x="1419158" y="30219"/>
                  <a:pt x="1423814" y="30219"/>
                </a:cubicBezTo>
                <a:cubicBezTo>
                  <a:pt x="1427805" y="30219"/>
                  <a:pt x="1431190" y="30717"/>
                  <a:pt x="1433970" y="31715"/>
                </a:cubicBezTo>
                <a:cubicBezTo>
                  <a:pt x="1436749" y="32713"/>
                  <a:pt x="1439030" y="33996"/>
                  <a:pt x="1440812" y="35564"/>
                </a:cubicBezTo>
                <a:cubicBezTo>
                  <a:pt x="1442594" y="37132"/>
                  <a:pt x="1443888" y="38878"/>
                  <a:pt x="1444696" y="40802"/>
                </a:cubicBezTo>
                <a:cubicBezTo>
                  <a:pt x="1445504" y="42727"/>
                  <a:pt x="1445908" y="44639"/>
                  <a:pt x="1445908" y="46539"/>
                </a:cubicBezTo>
                <a:moveTo>
                  <a:pt x="1433863" y="47609"/>
                </a:moveTo>
                <a:cubicBezTo>
                  <a:pt x="1433863" y="45185"/>
                  <a:pt x="1432913" y="43225"/>
                  <a:pt x="1431012" y="41729"/>
                </a:cubicBezTo>
                <a:cubicBezTo>
                  <a:pt x="1429112" y="40232"/>
                  <a:pt x="1426403" y="39484"/>
                  <a:pt x="1422887" y="39484"/>
                </a:cubicBezTo>
                <a:cubicBezTo>
                  <a:pt x="1419799" y="39484"/>
                  <a:pt x="1417067" y="40018"/>
                  <a:pt x="1414691" y="41087"/>
                </a:cubicBezTo>
                <a:cubicBezTo>
                  <a:pt x="1412316" y="42156"/>
                  <a:pt x="1410213" y="43594"/>
                  <a:pt x="1408384" y="45399"/>
                </a:cubicBezTo>
                <a:cubicBezTo>
                  <a:pt x="1406555" y="47205"/>
                  <a:pt x="1404987" y="49307"/>
                  <a:pt x="1403680" y="51707"/>
                </a:cubicBezTo>
                <a:cubicBezTo>
                  <a:pt x="1402373" y="54106"/>
                  <a:pt x="1401316" y="56636"/>
                  <a:pt x="1400508" y="59297"/>
                </a:cubicBezTo>
                <a:lnTo>
                  <a:pt x="1407778" y="59297"/>
                </a:lnTo>
                <a:cubicBezTo>
                  <a:pt x="1412767" y="59297"/>
                  <a:pt x="1416936" y="58988"/>
                  <a:pt x="1420286" y="58370"/>
                </a:cubicBezTo>
                <a:cubicBezTo>
                  <a:pt x="1423636" y="57753"/>
                  <a:pt x="1426320" y="56909"/>
                  <a:pt x="1428339" y="55840"/>
                </a:cubicBezTo>
                <a:cubicBezTo>
                  <a:pt x="1430359" y="54771"/>
                  <a:pt x="1431784" y="53524"/>
                  <a:pt x="1432616" y="52099"/>
                </a:cubicBezTo>
                <a:cubicBezTo>
                  <a:pt x="1433447" y="50673"/>
                  <a:pt x="1433863" y="49176"/>
                  <a:pt x="1433863" y="476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(|),containingtabulardata">
            <a:extLst xmlns:a="http://schemas.openxmlformats.org/drawingml/2006/main">
              <a:ext uri="{FF2B5EF4-FFF2-40B4-BE49-F238E27FC236}">
                <a16:creationId xmlns:a16="http://schemas.microsoft.com/office/drawing/2014/main" id="{7293BE2E-A62A-49BB-9835-3A4E48F6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3087" y="1038567"/>
            <a:ext cx="1601421" cy="128286"/>
          </a:xfrm>
          <a:custGeom xmlns:a="http://schemas.openxmlformats.org/drawingml/2006/main">
            <a:pathLst>
              <a:path w="1601421" h="128286">
                <a:moveTo>
                  <a:pt x="40196" y="3922"/>
                </a:moveTo>
                <a:cubicBezTo>
                  <a:pt x="35017" y="11771"/>
                  <a:pt x="30622" y="19560"/>
                  <a:pt x="27011" y="27290"/>
                </a:cubicBezTo>
                <a:cubicBezTo>
                  <a:pt x="23400" y="35020"/>
                  <a:pt x="20466" y="42571"/>
                  <a:pt x="18210" y="49945"/>
                </a:cubicBezTo>
                <a:cubicBezTo>
                  <a:pt x="15953" y="57318"/>
                  <a:pt x="14302" y="64465"/>
                  <a:pt x="13256" y="71386"/>
                </a:cubicBezTo>
                <a:cubicBezTo>
                  <a:pt x="12211" y="78307"/>
                  <a:pt x="11688" y="84859"/>
                  <a:pt x="11688" y="91043"/>
                </a:cubicBezTo>
                <a:cubicBezTo>
                  <a:pt x="11688" y="93564"/>
                  <a:pt x="11771" y="96216"/>
                  <a:pt x="11938" y="98999"/>
                </a:cubicBezTo>
                <a:cubicBezTo>
                  <a:pt x="12104" y="101781"/>
                  <a:pt x="12342" y="104588"/>
                  <a:pt x="12650" y="107418"/>
                </a:cubicBezTo>
                <a:cubicBezTo>
                  <a:pt x="12959" y="110248"/>
                  <a:pt x="13363" y="113054"/>
                  <a:pt x="13862" y="115836"/>
                </a:cubicBezTo>
                <a:cubicBezTo>
                  <a:pt x="14361" y="118620"/>
                  <a:pt x="14943" y="121225"/>
                  <a:pt x="15608" y="123649"/>
                </a:cubicBezTo>
                <a:cubicBezTo>
                  <a:pt x="15751" y="124221"/>
                  <a:pt x="15810" y="124709"/>
                  <a:pt x="15786" y="125113"/>
                </a:cubicBezTo>
                <a:cubicBezTo>
                  <a:pt x="15763" y="125517"/>
                  <a:pt x="15584" y="125849"/>
                  <a:pt x="15252" y="126110"/>
                </a:cubicBezTo>
                <a:cubicBezTo>
                  <a:pt x="14919" y="126373"/>
                  <a:pt x="14397" y="126564"/>
                  <a:pt x="13684" y="126683"/>
                </a:cubicBezTo>
                <a:cubicBezTo>
                  <a:pt x="12971" y="126802"/>
                  <a:pt x="12021" y="126861"/>
                  <a:pt x="10833" y="126861"/>
                </a:cubicBezTo>
                <a:cubicBezTo>
                  <a:pt x="10025" y="126861"/>
                  <a:pt x="9325" y="126837"/>
                  <a:pt x="8731" y="126790"/>
                </a:cubicBezTo>
                <a:cubicBezTo>
                  <a:pt x="8137" y="126742"/>
                  <a:pt x="7638" y="126647"/>
                  <a:pt x="7234" y="126505"/>
                </a:cubicBezTo>
                <a:cubicBezTo>
                  <a:pt x="6830" y="126362"/>
                  <a:pt x="6521" y="126195"/>
                  <a:pt x="6307" y="126004"/>
                </a:cubicBezTo>
                <a:cubicBezTo>
                  <a:pt x="6094" y="125813"/>
                  <a:pt x="5939" y="125600"/>
                  <a:pt x="5844" y="125362"/>
                </a:cubicBezTo>
                <a:cubicBezTo>
                  <a:pt x="4086" y="119892"/>
                  <a:pt x="2673" y="114077"/>
                  <a:pt x="1604" y="107916"/>
                </a:cubicBezTo>
                <a:cubicBezTo>
                  <a:pt x="535" y="101758"/>
                  <a:pt x="0" y="95110"/>
                  <a:pt x="0" y="87974"/>
                </a:cubicBezTo>
                <a:cubicBezTo>
                  <a:pt x="0" y="81839"/>
                  <a:pt x="487" y="75466"/>
                  <a:pt x="1461" y="68854"/>
                </a:cubicBezTo>
                <a:cubicBezTo>
                  <a:pt x="2435" y="62240"/>
                  <a:pt x="4062" y="55390"/>
                  <a:pt x="6343" y="48303"/>
                </a:cubicBezTo>
                <a:cubicBezTo>
                  <a:pt x="8624" y="41216"/>
                  <a:pt x="11641" y="33879"/>
                  <a:pt x="15394" y="26292"/>
                </a:cubicBezTo>
                <a:cubicBezTo>
                  <a:pt x="19148" y="18705"/>
                  <a:pt x="23804" y="10915"/>
                  <a:pt x="29363" y="2924"/>
                </a:cubicBezTo>
                <a:cubicBezTo>
                  <a:pt x="29553" y="2592"/>
                  <a:pt x="29803" y="2307"/>
                  <a:pt x="30112" y="2069"/>
                </a:cubicBezTo>
                <a:cubicBezTo>
                  <a:pt x="30421" y="1830"/>
                  <a:pt x="30824" y="1627"/>
                  <a:pt x="31323" y="1461"/>
                </a:cubicBezTo>
                <a:cubicBezTo>
                  <a:pt x="31822" y="1295"/>
                  <a:pt x="32452" y="1176"/>
                  <a:pt x="33212" y="1105"/>
                </a:cubicBezTo>
                <a:cubicBezTo>
                  <a:pt x="33972" y="1033"/>
                  <a:pt x="34899" y="998"/>
                  <a:pt x="35991" y="998"/>
                </a:cubicBezTo>
                <a:cubicBezTo>
                  <a:pt x="37084" y="998"/>
                  <a:pt x="37963" y="1069"/>
                  <a:pt x="38628" y="1212"/>
                </a:cubicBezTo>
                <a:cubicBezTo>
                  <a:pt x="39294" y="1354"/>
                  <a:pt x="39804" y="1545"/>
                  <a:pt x="40161" y="1784"/>
                </a:cubicBezTo>
                <a:cubicBezTo>
                  <a:pt x="40517" y="2022"/>
                  <a:pt x="40695" y="2330"/>
                  <a:pt x="40695" y="2710"/>
                </a:cubicBezTo>
                <a:cubicBezTo>
                  <a:pt x="40695" y="3091"/>
                  <a:pt x="40529" y="3494"/>
                  <a:pt x="40196" y="3922"/>
                </a:cubicBezTo>
                <a:close/>
                <a:moveTo>
                  <a:pt x="63612" y="126004"/>
                </a:moveTo>
                <a:cubicBezTo>
                  <a:pt x="63517" y="126384"/>
                  <a:pt x="63351" y="126716"/>
                  <a:pt x="63113" y="127001"/>
                </a:cubicBezTo>
                <a:cubicBezTo>
                  <a:pt x="62875" y="127288"/>
                  <a:pt x="62531" y="127526"/>
                  <a:pt x="62080" y="127716"/>
                </a:cubicBezTo>
                <a:cubicBezTo>
                  <a:pt x="61628" y="127906"/>
                  <a:pt x="61034" y="128049"/>
                  <a:pt x="60298" y="128144"/>
                </a:cubicBezTo>
                <a:cubicBezTo>
                  <a:pt x="59561" y="128239"/>
                  <a:pt x="58670" y="128286"/>
                  <a:pt x="57625" y="128286"/>
                </a:cubicBezTo>
                <a:cubicBezTo>
                  <a:pt x="56532" y="128286"/>
                  <a:pt x="55641" y="128239"/>
                  <a:pt x="54953" y="128144"/>
                </a:cubicBezTo>
                <a:cubicBezTo>
                  <a:pt x="54264" y="128049"/>
                  <a:pt x="53729" y="127906"/>
                  <a:pt x="53349" y="127716"/>
                </a:cubicBezTo>
                <a:cubicBezTo>
                  <a:pt x="52969" y="127526"/>
                  <a:pt x="52719" y="127288"/>
                  <a:pt x="52601" y="127001"/>
                </a:cubicBezTo>
                <a:cubicBezTo>
                  <a:pt x="52482" y="126716"/>
                  <a:pt x="52470" y="126384"/>
                  <a:pt x="52565" y="126004"/>
                </a:cubicBezTo>
                <a:lnTo>
                  <a:pt x="77296" y="2212"/>
                </a:lnTo>
                <a:cubicBezTo>
                  <a:pt x="77343" y="1879"/>
                  <a:pt x="77498" y="1570"/>
                  <a:pt x="77759" y="1285"/>
                </a:cubicBezTo>
                <a:cubicBezTo>
                  <a:pt x="78020" y="999"/>
                  <a:pt x="78377" y="760"/>
                  <a:pt x="78828" y="570"/>
                </a:cubicBezTo>
                <a:cubicBezTo>
                  <a:pt x="79279" y="380"/>
                  <a:pt x="79873" y="238"/>
                  <a:pt x="80610" y="143"/>
                </a:cubicBezTo>
                <a:cubicBezTo>
                  <a:pt x="81346" y="48"/>
                  <a:pt x="82237" y="0"/>
                  <a:pt x="83282" y="0"/>
                </a:cubicBezTo>
                <a:cubicBezTo>
                  <a:pt x="84375" y="0"/>
                  <a:pt x="85266" y="48"/>
                  <a:pt x="85955" y="143"/>
                </a:cubicBezTo>
                <a:cubicBezTo>
                  <a:pt x="86644" y="238"/>
                  <a:pt x="87179" y="380"/>
                  <a:pt x="87559" y="570"/>
                </a:cubicBezTo>
                <a:cubicBezTo>
                  <a:pt x="87939" y="760"/>
                  <a:pt x="88188" y="999"/>
                  <a:pt x="88307" y="1285"/>
                </a:cubicBezTo>
                <a:cubicBezTo>
                  <a:pt x="88426" y="1570"/>
                  <a:pt x="88438" y="1879"/>
                  <a:pt x="88343" y="2212"/>
                </a:cubicBezTo>
                <a:lnTo>
                  <a:pt x="63612" y="126004"/>
                </a:lnTo>
                <a:close/>
                <a:moveTo>
                  <a:pt x="100820" y="123937"/>
                </a:moveTo>
                <a:cubicBezTo>
                  <a:pt x="105999" y="116136"/>
                  <a:pt x="110394" y="108370"/>
                  <a:pt x="114005" y="100640"/>
                </a:cubicBezTo>
                <a:cubicBezTo>
                  <a:pt x="117616" y="92910"/>
                  <a:pt x="120550" y="85335"/>
                  <a:pt x="122807" y="77914"/>
                </a:cubicBezTo>
                <a:cubicBezTo>
                  <a:pt x="125064" y="70493"/>
                  <a:pt x="126715" y="63334"/>
                  <a:pt x="127760" y="56437"/>
                </a:cubicBezTo>
                <a:cubicBezTo>
                  <a:pt x="128806" y="49540"/>
                  <a:pt x="129328" y="43000"/>
                  <a:pt x="129328" y="36816"/>
                </a:cubicBezTo>
                <a:cubicBezTo>
                  <a:pt x="129328" y="34294"/>
                  <a:pt x="129245" y="31642"/>
                  <a:pt x="129079" y="28860"/>
                </a:cubicBezTo>
                <a:cubicBezTo>
                  <a:pt x="128913" y="26077"/>
                  <a:pt x="128675" y="23271"/>
                  <a:pt x="128366" y="20441"/>
                </a:cubicBezTo>
                <a:cubicBezTo>
                  <a:pt x="128057" y="17611"/>
                  <a:pt x="127653" y="14817"/>
                  <a:pt x="127155" y="12058"/>
                </a:cubicBezTo>
                <a:cubicBezTo>
                  <a:pt x="126656" y="9299"/>
                  <a:pt x="126074" y="6683"/>
                  <a:pt x="125408" y="4209"/>
                </a:cubicBezTo>
                <a:cubicBezTo>
                  <a:pt x="125266" y="3685"/>
                  <a:pt x="125218" y="3221"/>
                  <a:pt x="125266" y="2817"/>
                </a:cubicBezTo>
                <a:cubicBezTo>
                  <a:pt x="125313" y="2414"/>
                  <a:pt x="125492" y="2069"/>
                  <a:pt x="125800" y="1784"/>
                </a:cubicBezTo>
                <a:cubicBezTo>
                  <a:pt x="126109" y="1497"/>
                  <a:pt x="126620" y="1295"/>
                  <a:pt x="127333" y="1176"/>
                </a:cubicBezTo>
                <a:cubicBezTo>
                  <a:pt x="128045" y="1057"/>
                  <a:pt x="128996" y="998"/>
                  <a:pt x="130184" y="998"/>
                </a:cubicBezTo>
                <a:cubicBezTo>
                  <a:pt x="131039" y="998"/>
                  <a:pt x="131763" y="1033"/>
                  <a:pt x="132357" y="1105"/>
                </a:cubicBezTo>
                <a:cubicBezTo>
                  <a:pt x="132951" y="1176"/>
                  <a:pt x="133450" y="1271"/>
                  <a:pt x="133854" y="1390"/>
                </a:cubicBezTo>
                <a:cubicBezTo>
                  <a:pt x="134258" y="1509"/>
                  <a:pt x="134555" y="1664"/>
                  <a:pt x="134745" y="1855"/>
                </a:cubicBezTo>
                <a:cubicBezTo>
                  <a:pt x="134935" y="2045"/>
                  <a:pt x="135077" y="2283"/>
                  <a:pt x="135172" y="2568"/>
                </a:cubicBezTo>
                <a:cubicBezTo>
                  <a:pt x="136930" y="7990"/>
                  <a:pt x="138356" y="13782"/>
                  <a:pt x="139449" y="19942"/>
                </a:cubicBezTo>
                <a:cubicBezTo>
                  <a:pt x="140541" y="26101"/>
                  <a:pt x="141088" y="32772"/>
                  <a:pt x="141088" y="39956"/>
                </a:cubicBezTo>
                <a:cubicBezTo>
                  <a:pt x="141088" y="46091"/>
                  <a:pt x="140601" y="52453"/>
                  <a:pt x="139627" y="59043"/>
                </a:cubicBezTo>
                <a:cubicBezTo>
                  <a:pt x="138653" y="65631"/>
                  <a:pt x="137014" y="72468"/>
                  <a:pt x="134709" y="79555"/>
                </a:cubicBezTo>
                <a:cubicBezTo>
                  <a:pt x="132405" y="86642"/>
                  <a:pt x="129388" y="93979"/>
                  <a:pt x="125658" y="101567"/>
                </a:cubicBezTo>
                <a:cubicBezTo>
                  <a:pt x="121928" y="109154"/>
                  <a:pt x="117284" y="116967"/>
                  <a:pt x="111725" y="125006"/>
                </a:cubicBezTo>
                <a:cubicBezTo>
                  <a:pt x="111487" y="125291"/>
                  <a:pt x="111214" y="125552"/>
                  <a:pt x="110905" y="125790"/>
                </a:cubicBezTo>
                <a:cubicBezTo>
                  <a:pt x="110596" y="126029"/>
                  <a:pt x="110192" y="126231"/>
                  <a:pt x="109693" y="126398"/>
                </a:cubicBezTo>
                <a:cubicBezTo>
                  <a:pt x="109194" y="126564"/>
                  <a:pt x="108565" y="126683"/>
                  <a:pt x="107805" y="126754"/>
                </a:cubicBezTo>
                <a:cubicBezTo>
                  <a:pt x="107044" y="126825"/>
                  <a:pt x="106118" y="126861"/>
                  <a:pt x="105025" y="126861"/>
                </a:cubicBezTo>
                <a:cubicBezTo>
                  <a:pt x="103932" y="126861"/>
                  <a:pt x="103053" y="126790"/>
                  <a:pt x="102388" y="126647"/>
                </a:cubicBezTo>
                <a:cubicBezTo>
                  <a:pt x="101723" y="126505"/>
                  <a:pt x="101224" y="126314"/>
                  <a:pt x="100891" y="126075"/>
                </a:cubicBezTo>
                <a:cubicBezTo>
                  <a:pt x="100559" y="125837"/>
                  <a:pt x="100393" y="125540"/>
                  <a:pt x="100393" y="125184"/>
                </a:cubicBezTo>
                <a:cubicBezTo>
                  <a:pt x="100393" y="124828"/>
                  <a:pt x="100535" y="124412"/>
                  <a:pt x="100820" y="123937"/>
                </a:cubicBezTo>
                <a:close/>
                <a:moveTo>
                  <a:pt x="169350" y="89943"/>
                </a:moveTo>
                <a:cubicBezTo>
                  <a:pt x="169350" y="92651"/>
                  <a:pt x="168744" y="95371"/>
                  <a:pt x="167532" y="98103"/>
                </a:cubicBezTo>
                <a:cubicBezTo>
                  <a:pt x="166321" y="100835"/>
                  <a:pt x="164598" y="103532"/>
                  <a:pt x="162365" y="106193"/>
                </a:cubicBezTo>
                <a:lnTo>
                  <a:pt x="149608" y="120874"/>
                </a:lnTo>
                <a:cubicBezTo>
                  <a:pt x="148990" y="121587"/>
                  <a:pt x="148182" y="122098"/>
                  <a:pt x="147185" y="122407"/>
                </a:cubicBezTo>
                <a:cubicBezTo>
                  <a:pt x="146187" y="122715"/>
                  <a:pt x="144809" y="122870"/>
                  <a:pt x="143051" y="122870"/>
                </a:cubicBezTo>
                <a:cubicBezTo>
                  <a:pt x="142196" y="122870"/>
                  <a:pt x="141507" y="122810"/>
                  <a:pt x="140984" y="122692"/>
                </a:cubicBezTo>
                <a:cubicBezTo>
                  <a:pt x="140462" y="122573"/>
                  <a:pt x="140105" y="122418"/>
                  <a:pt x="139915" y="122228"/>
                </a:cubicBezTo>
                <a:cubicBezTo>
                  <a:pt x="139725" y="122038"/>
                  <a:pt x="139666" y="121753"/>
                  <a:pt x="139737" y="121373"/>
                </a:cubicBezTo>
                <a:cubicBezTo>
                  <a:pt x="139808" y="120993"/>
                  <a:pt x="140010" y="120542"/>
                  <a:pt x="140343" y="120019"/>
                </a:cubicBezTo>
                <a:lnTo>
                  <a:pt x="153742" y="100420"/>
                </a:lnTo>
                <a:lnTo>
                  <a:pt x="155381" y="92010"/>
                </a:lnTo>
                <a:cubicBezTo>
                  <a:pt x="155618" y="90727"/>
                  <a:pt x="155927" y="89705"/>
                  <a:pt x="156307" y="88945"/>
                </a:cubicBezTo>
                <a:cubicBezTo>
                  <a:pt x="156687" y="88185"/>
                  <a:pt x="157174" y="87615"/>
                  <a:pt x="157768" y="87235"/>
                </a:cubicBezTo>
                <a:cubicBezTo>
                  <a:pt x="158362" y="86855"/>
                  <a:pt x="159099" y="86593"/>
                  <a:pt x="159978" y="86451"/>
                </a:cubicBezTo>
                <a:cubicBezTo>
                  <a:pt x="160857" y="86308"/>
                  <a:pt x="161961" y="86237"/>
                  <a:pt x="163292" y="86237"/>
                </a:cubicBezTo>
                <a:cubicBezTo>
                  <a:pt x="164480" y="86237"/>
                  <a:pt x="165466" y="86296"/>
                  <a:pt x="166249" y="86415"/>
                </a:cubicBezTo>
                <a:cubicBezTo>
                  <a:pt x="167033" y="86534"/>
                  <a:pt x="167651" y="86748"/>
                  <a:pt x="168103" y="87057"/>
                </a:cubicBezTo>
                <a:cubicBezTo>
                  <a:pt x="168554" y="87365"/>
                  <a:pt x="168875" y="87746"/>
                  <a:pt x="169065" y="88197"/>
                </a:cubicBezTo>
                <a:cubicBezTo>
                  <a:pt x="169255" y="88648"/>
                  <a:pt x="169350" y="89230"/>
                  <a:pt x="169350" y="89943"/>
                </a:cubicBezTo>
                <a:close/>
                <a:moveTo>
                  <a:pt x="277598" y="41907"/>
                </a:moveTo>
                <a:cubicBezTo>
                  <a:pt x="277598" y="42762"/>
                  <a:pt x="277515" y="43641"/>
                  <a:pt x="277349" y="44544"/>
                </a:cubicBezTo>
                <a:cubicBezTo>
                  <a:pt x="277182" y="45447"/>
                  <a:pt x="276933" y="46290"/>
                  <a:pt x="276600" y="47074"/>
                </a:cubicBezTo>
                <a:cubicBezTo>
                  <a:pt x="276268" y="47858"/>
                  <a:pt x="275876" y="48511"/>
                  <a:pt x="275424" y="49034"/>
                </a:cubicBezTo>
                <a:cubicBezTo>
                  <a:pt x="274973" y="49557"/>
                  <a:pt x="274462" y="49818"/>
                  <a:pt x="273892" y="49818"/>
                </a:cubicBezTo>
                <a:cubicBezTo>
                  <a:pt x="273227" y="49818"/>
                  <a:pt x="272538" y="49470"/>
                  <a:pt x="271825" y="48773"/>
                </a:cubicBezTo>
                <a:cubicBezTo>
                  <a:pt x="271112" y="48077"/>
                  <a:pt x="270174" y="47297"/>
                  <a:pt x="269010" y="46433"/>
                </a:cubicBezTo>
                <a:cubicBezTo>
                  <a:pt x="267846" y="45568"/>
                  <a:pt x="266373" y="44776"/>
                  <a:pt x="264591" y="44056"/>
                </a:cubicBezTo>
                <a:cubicBezTo>
                  <a:pt x="262809" y="43336"/>
                  <a:pt x="260541" y="42976"/>
                  <a:pt x="257785" y="42976"/>
                </a:cubicBezTo>
                <a:cubicBezTo>
                  <a:pt x="254744" y="42976"/>
                  <a:pt x="252048" y="43608"/>
                  <a:pt x="249696" y="44871"/>
                </a:cubicBezTo>
                <a:cubicBezTo>
                  <a:pt x="247344" y="46133"/>
                  <a:pt x="245301" y="47777"/>
                  <a:pt x="243566" y="49802"/>
                </a:cubicBezTo>
                <a:cubicBezTo>
                  <a:pt x="241832" y="51828"/>
                  <a:pt x="240395" y="54127"/>
                  <a:pt x="239255" y="56700"/>
                </a:cubicBezTo>
                <a:cubicBezTo>
                  <a:pt x="238114" y="59272"/>
                  <a:pt x="237188" y="61868"/>
                  <a:pt x="236475" y="64488"/>
                </a:cubicBezTo>
                <a:cubicBezTo>
                  <a:pt x="235762" y="67109"/>
                  <a:pt x="235252" y="69647"/>
                  <a:pt x="234943" y="72101"/>
                </a:cubicBezTo>
                <a:cubicBezTo>
                  <a:pt x="234634" y="74555"/>
                  <a:pt x="234480" y="76688"/>
                  <a:pt x="234480" y="78497"/>
                </a:cubicBezTo>
                <a:cubicBezTo>
                  <a:pt x="234480" y="83405"/>
                  <a:pt x="235549" y="87121"/>
                  <a:pt x="237687" y="89647"/>
                </a:cubicBezTo>
                <a:cubicBezTo>
                  <a:pt x="239825" y="92172"/>
                  <a:pt x="243008" y="93435"/>
                  <a:pt x="247237" y="93435"/>
                </a:cubicBezTo>
                <a:cubicBezTo>
                  <a:pt x="250325" y="93435"/>
                  <a:pt x="252974" y="93051"/>
                  <a:pt x="255184" y="92284"/>
                </a:cubicBezTo>
                <a:cubicBezTo>
                  <a:pt x="257393" y="91516"/>
                  <a:pt x="259270" y="90641"/>
                  <a:pt x="260814" y="89658"/>
                </a:cubicBezTo>
                <a:cubicBezTo>
                  <a:pt x="262358" y="88675"/>
                  <a:pt x="263629" y="87800"/>
                  <a:pt x="264627" y="87032"/>
                </a:cubicBezTo>
                <a:cubicBezTo>
                  <a:pt x="265625" y="86264"/>
                  <a:pt x="266504" y="85881"/>
                  <a:pt x="267264" y="85881"/>
                </a:cubicBezTo>
                <a:cubicBezTo>
                  <a:pt x="267644" y="85881"/>
                  <a:pt x="267941" y="86059"/>
                  <a:pt x="268155" y="86415"/>
                </a:cubicBezTo>
                <a:cubicBezTo>
                  <a:pt x="268369" y="86772"/>
                  <a:pt x="268475" y="87282"/>
                  <a:pt x="268475" y="87947"/>
                </a:cubicBezTo>
                <a:cubicBezTo>
                  <a:pt x="268475" y="88518"/>
                  <a:pt x="268428" y="89195"/>
                  <a:pt x="268333" y="89979"/>
                </a:cubicBezTo>
                <a:cubicBezTo>
                  <a:pt x="268238" y="90763"/>
                  <a:pt x="268083" y="91570"/>
                  <a:pt x="267870" y="92402"/>
                </a:cubicBezTo>
                <a:cubicBezTo>
                  <a:pt x="267656" y="93233"/>
                  <a:pt x="267394" y="94005"/>
                  <a:pt x="267086" y="94718"/>
                </a:cubicBezTo>
                <a:cubicBezTo>
                  <a:pt x="266777" y="95431"/>
                  <a:pt x="266337" y="96087"/>
                  <a:pt x="265767" y="96687"/>
                </a:cubicBezTo>
                <a:cubicBezTo>
                  <a:pt x="265197" y="97285"/>
                  <a:pt x="264199" y="98017"/>
                  <a:pt x="262774" y="98881"/>
                </a:cubicBezTo>
                <a:cubicBezTo>
                  <a:pt x="261348" y="99743"/>
                  <a:pt x="259697" y="100522"/>
                  <a:pt x="257821" y="101217"/>
                </a:cubicBezTo>
                <a:cubicBezTo>
                  <a:pt x="255944" y="101912"/>
                  <a:pt x="253913" y="102487"/>
                  <a:pt x="251727" y="102943"/>
                </a:cubicBezTo>
                <a:cubicBezTo>
                  <a:pt x="249541" y="103399"/>
                  <a:pt x="247284" y="103627"/>
                  <a:pt x="244956" y="103627"/>
                </a:cubicBezTo>
                <a:cubicBezTo>
                  <a:pt x="237307" y="103627"/>
                  <a:pt x="231593" y="101675"/>
                  <a:pt x="227816" y="97772"/>
                </a:cubicBezTo>
                <a:cubicBezTo>
                  <a:pt x="224038" y="93867"/>
                  <a:pt x="222150" y="88058"/>
                  <a:pt x="222150" y="80346"/>
                </a:cubicBezTo>
                <a:cubicBezTo>
                  <a:pt x="222150" y="77442"/>
                  <a:pt x="222399" y="74264"/>
                  <a:pt x="222898" y="70814"/>
                </a:cubicBezTo>
                <a:cubicBezTo>
                  <a:pt x="223397" y="67361"/>
                  <a:pt x="224240" y="63886"/>
                  <a:pt x="225428" y="60386"/>
                </a:cubicBezTo>
                <a:cubicBezTo>
                  <a:pt x="226616" y="56886"/>
                  <a:pt x="228136" y="53494"/>
                  <a:pt x="229989" y="50210"/>
                </a:cubicBezTo>
                <a:cubicBezTo>
                  <a:pt x="231843" y="46924"/>
                  <a:pt x="234123" y="44008"/>
                  <a:pt x="236831" y="41461"/>
                </a:cubicBezTo>
                <a:cubicBezTo>
                  <a:pt x="239540" y="38914"/>
                  <a:pt x="242676" y="36878"/>
                  <a:pt x="246239" y="35354"/>
                </a:cubicBezTo>
                <a:cubicBezTo>
                  <a:pt x="249803" y="33831"/>
                  <a:pt x="253889" y="33069"/>
                  <a:pt x="258498" y="33069"/>
                </a:cubicBezTo>
                <a:cubicBezTo>
                  <a:pt x="260398" y="33069"/>
                  <a:pt x="262227" y="33225"/>
                  <a:pt x="263985" y="33537"/>
                </a:cubicBezTo>
                <a:cubicBezTo>
                  <a:pt x="265743" y="33849"/>
                  <a:pt x="267394" y="34269"/>
                  <a:pt x="268939" y="34798"/>
                </a:cubicBezTo>
                <a:cubicBezTo>
                  <a:pt x="270483" y="35326"/>
                  <a:pt x="271885" y="35987"/>
                  <a:pt x="273144" y="36780"/>
                </a:cubicBezTo>
                <a:cubicBezTo>
                  <a:pt x="274403" y="37571"/>
                  <a:pt x="275377" y="38280"/>
                  <a:pt x="276066" y="38905"/>
                </a:cubicBezTo>
                <a:cubicBezTo>
                  <a:pt x="276755" y="39528"/>
                  <a:pt x="277182" y="40054"/>
                  <a:pt x="277349" y="40481"/>
                </a:cubicBezTo>
                <a:cubicBezTo>
                  <a:pt x="277515" y="40909"/>
                  <a:pt x="277598" y="41384"/>
                  <a:pt x="277598" y="41907"/>
                </a:cubicBezTo>
                <a:close/>
                <a:moveTo>
                  <a:pt x="345917" y="57540"/>
                </a:moveTo>
                <a:cubicBezTo>
                  <a:pt x="345917" y="61059"/>
                  <a:pt x="345585" y="64650"/>
                  <a:pt x="344920" y="68313"/>
                </a:cubicBezTo>
                <a:cubicBezTo>
                  <a:pt x="344254" y="71974"/>
                  <a:pt x="343245" y="75506"/>
                  <a:pt x="341891" y="78907"/>
                </a:cubicBezTo>
                <a:cubicBezTo>
                  <a:pt x="340536" y="82307"/>
                  <a:pt x="338814" y="85506"/>
                  <a:pt x="336724" y="88502"/>
                </a:cubicBezTo>
                <a:cubicBezTo>
                  <a:pt x="334633" y="91498"/>
                  <a:pt x="332174" y="94115"/>
                  <a:pt x="329347" y="96351"/>
                </a:cubicBezTo>
                <a:cubicBezTo>
                  <a:pt x="326520" y="98585"/>
                  <a:pt x="323313" y="100357"/>
                  <a:pt x="319726" y="101665"/>
                </a:cubicBezTo>
                <a:cubicBezTo>
                  <a:pt x="316138" y="102973"/>
                  <a:pt x="312135" y="103627"/>
                  <a:pt x="307717" y="103627"/>
                </a:cubicBezTo>
                <a:cubicBezTo>
                  <a:pt x="303155" y="103627"/>
                  <a:pt x="299247" y="103081"/>
                  <a:pt x="295993" y="101988"/>
                </a:cubicBezTo>
                <a:cubicBezTo>
                  <a:pt x="292738" y="100893"/>
                  <a:pt x="290065" y="99300"/>
                  <a:pt x="287975" y="97208"/>
                </a:cubicBezTo>
                <a:cubicBezTo>
                  <a:pt x="285884" y="95115"/>
                  <a:pt x="284340" y="92546"/>
                  <a:pt x="283342" y="89502"/>
                </a:cubicBezTo>
                <a:cubicBezTo>
                  <a:pt x="282344" y="86458"/>
                  <a:pt x="281845" y="83010"/>
                  <a:pt x="281845" y="79157"/>
                </a:cubicBezTo>
                <a:cubicBezTo>
                  <a:pt x="281845" y="75638"/>
                  <a:pt x="282166" y="72048"/>
                  <a:pt x="282808" y="68386"/>
                </a:cubicBezTo>
                <a:cubicBezTo>
                  <a:pt x="283449" y="64723"/>
                  <a:pt x="284459" y="61203"/>
                  <a:pt x="285837" y="57827"/>
                </a:cubicBezTo>
                <a:cubicBezTo>
                  <a:pt x="287214" y="54449"/>
                  <a:pt x="288937" y="51250"/>
                  <a:pt x="291004" y="48230"/>
                </a:cubicBezTo>
                <a:cubicBezTo>
                  <a:pt x="293071" y="45210"/>
                  <a:pt x="295517" y="42582"/>
                  <a:pt x="298345" y="40348"/>
                </a:cubicBezTo>
                <a:cubicBezTo>
                  <a:pt x="301172" y="38112"/>
                  <a:pt x="304379" y="36340"/>
                  <a:pt x="307966" y="35032"/>
                </a:cubicBezTo>
                <a:cubicBezTo>
                  <a:pt x="311553" y="33723"/>
                  <a:pt x="315556" y="33069"/>
                  <a:pt x="319975" y="33069"/>
                </a:cubicBezTo>
                <a:cubicBezTo>
                  <a:pt x="324536" y="33069"/>
                  <a:pt x="328444" y="33628"/>
                  <a:pt x="331699" y="34746"/>
                </a:cubicBezTo>
                <a:cubicBezTo>
                  <a:pt x="334954" y="35865"/>
                  <a:pt x="337638" y="37470"/>
                  <a:pt x="339753" y="39562"/>
                </a:cubicBezTo>
                <a:cubicBezTo>
                  <a:pt x="341867" y="41654"/>
                  <a:pt x="343423" y="44222"/>
                  <a:pt x="344421" y="47268"/>
                </a:cubicBezTo>
                <a:cubicBezTo>
                  <a:pt x="345419" y="50312"/>
                  <a:pt x="345917" y="53736"/>
                  <a:pt x="345917" y="57540"/>
                </a:cubicBezTo>
                <a:moveTo>
                  <a:pt x="333516" y="58250"/>
                </a:moveTo>
                <a:cubicBezTo>
                  <a:pt x="333516" y="55870"/>
                  <a:pt x="333267" y="53729"/>
                  <a:pt x="332768" y="51827"/>
                </a:cubicBezTo>
                <a:cubicBezTo>
                  <a:pt x="332269" y="49923"/>
                  <a:pt x="331438" y="48317"/>
                  <a:pt x="330274" y="47009"/>
                </a:cubicBezTo>
                <a:cubicBezTo>
                  <a:pt x="329110" y="45700"/>
                  <a:pt x="327589" y="44689"/>
                  <a:pt x="325712" y="43976"/>
                </a:cubicBezTo>
                <a:cubicBezTo>
                  <a:pt x="323836" y="43262"/>
                  <a:pt x="321567" y="42905"/>
                  <a:pt x="318906" y="42905"/>
                </a:cubicBezTo>
                <a:cubicBezTo>
                  <a:pt x="316055" y="42905"/>
                  <a:pt x="313466" y="43416"/>
                  <a:pt x="311138" y="44439"/>
                </a:cubicBezTo>
                <a:cubicBezTo>
                  <a:pt x="308809" y="45462"/>
                  <a:pt x="306731" y="46842"/>
                  <a:pt x="304901" y="48580"/>
                </a:cubicBezTo>
                <a:cubicBezTo>
                  <a:pt x="303072" y="50315"/>
                  <a:pt x="301480" y="52349"/>
                  <a:pt x="300126" y="54682"/>
                </a:cubicBezTo>
                <a:cubicBezTo>
                  <a:pt x="298772" y="57013"/>
                  <a:pt x="297656" y="59500"/>
                  <a:pt x="296777" y="62141"/>
                </a:cubicBezTo>
                <a:cubicBezTo>
                  <a:pt x="295898" y="64781"/>
                  <a:pt x="295244" y="67493"/>
                  <a:pt x="294817" y="70277"/>
                </a:cubicBezTo>
                <a:cubicBezTo>
                  <a:pt x="294389" y="73059"/>
                  <a:pt x="294175" y="75783"/>
                  <a:pt x="294175" y="78446"/>
                </a:cubicBezTo>
                <a:cubicBezTo>
                  <a:pt x="294175" y="80826"/>
                  <a:pt x="294437" y="82968"/>
                  <a:pt x="294959" y="84872"/>
                </a:cubicBezTo>
                <a:cubicBezTo>
                  <a:pt x="295482" y="86774"/>
                  <a:pt x="296325" y="88391"/>
                  <a:pt x="297489" y="89725"/>
                </a:cubicBezTo>
                <a:cubicBezTo>
                  <a:pt x="298653" y="91057"/>
                  <a:pt x="300162" y="92080"/>
                  <a:pt x="302015" y="92794"/>
                </a:cubicBezTo>
                <a:cubicBezTo>
                  <a:pt x="303868" y="93507"/>
                  <a:pt x="306125" y="93863"/>
                  <a:pt x="308786" y="93863"/>
                </a:cubicBezTo>
                <a:cubicBezTo>
                  <a:pt x="311684" y="93863"/>
                  <a:pt x="314285" y="93351"/>
                  <a:pt x="316590" y="92328"/>
                </a:cubicBezTo>
                <a:cubicBezTo>
                  <a:pt x="318894" y="91305"/>
                  <a:pt x="320961" y="89914"/>
                  <a:pt x="322790" y="88155"/>
                </a:cubicBezTo>
                <a:cubicBezTo>
                  <a:pt x="324619" y="86394"/>
                  <a:pt x="326211" y="84348"/>
                  <a:pt x="327565" y="82016"/>
                </a:cubicBezTo>
                <a:cubicBezTo>
                  <a:pt x="328919" y="79684"/>
                  <a:pt x="330036" y="77186"/>
                  <a:pt x="330915" y="74522"/>
                </a:cubicBezTo>
                <a:cubicBezTo>
                  <a:pt x="331794" y="71857"/>
                  <a:pt x="332447" y="69145"/>
                  <a:pt x="332875" y="66386"/>
                </a:cubicBezTo>
                <a:cubicBezTo>
                  <a:pt x="333303" y="63626"/>
                  <a:pt x="333516" y="60914"/>
                  <a:pt x="333516" y="58250"/>
                </a:cubicBezTo>
                <a:close/>
                <a:moveTo>
                  <a:pt x="418443" y="50459"/>
                </a:moveTo>
                <a:cubicBezTo>
                  <a:pt x="418443" y="52122"/>
                  <a:pt x="418348" y="53762"/>
                  <a:pt x="418158" y="55377"/>
                </a:cubicBezTo>
                <a:cubicBezTo>
                  <a:pt x="417968" y="56992"/>
                  <a:pt x="417707" y="58655"/>
                  <a:pt x="417374" y="60366"/>
                </a:cubicBezTo>
                <a:lnTo>
                  <a:pt x="409321" y="100420"/>
                </a:lnTo>
                <a:cubicBezTo>
                  <a:pt x="409226" y="100800"/>
                  <a:pt x="409071" y="101121"/>
                  <a:pt x="408858" y="101382"/>
                </a:cubicBezTo>
                <a:cubicBezTo>
                  <a:pt x="408644" y="101643"/>
                  <a:pt x="408287" y="101869"/>
                  <a:pt x="407789" y="102059"/>
                </a:cubicBezTo>
                <a:cubicBezTo>
                  <a:pt x="407290" y="102249"/>
                  <a:pt x="406660" y="102392"/>
                  <a:pt x="405900" y="102487"/>
                </a:cubicBezTo>
                <a:cubicBezTo>
                  <a:pt x="405140" y="102582"/>
                  <a:pt x="404166" y="102629"/>
                  <a:pt x="402978" y="102629"/>
                </a:cubicBezTo>
                <a:cubicBezTo>
                  <a:pt x="401837" y="102629"/>
                  <a:pt x="400899" y="102582"/>
                  <a:pt x="400163" y="102487"/>
                </a:cubicBezTo>
                <a:cubicBezTo>
                  <a:pt x="399426" y="102392"/>
                  <a:pt x="398856" y="102249"/>
                  <a:pt x="398452" y="102059"/>
                </a:cubicBezTo>
                <a:cubicBezTo>
                  <a:pt x="398048" y="101869"/>
                  <a:pt x="397787" y="101643"/>
                  <a:pt x="397668" y="101382"/>
                </a:cubicBezTo>
                <a:cubicBezTo>
                  <a:pt x="397549" y="101121"/>
                  <a:pt x="397514" y="100800"/>
                  <a:pt x="397561" y="100420"/>
                </a:cubicBezTo>
                <a:lnTo>
                  <a:pt x="405472" y="60794"/>
                </a:lnTo>
                <a:cubicBezTo>
                  <a:pt x="405805" y="59321"/>
                  <a:pt x="406031" y="57895"/>
                  <a:pt x="406149" y="56517"/>
                </a:cubicBezTo>
                <a:cubicBezTo>
                  <a:pt x="406268" y="55139"/>
                  <a:pt x="406327" y="53928"/>
                  <a:pt x="406327" y="52883"/>
                </a:cubicBezTo>
                <a:cubicBezTo>
                  <a:pt x="406327" y="49984"/>
                  <a:pt x="405710" y="47644"/>
                  <a:pt x="404474" y="45862"/>
                </a:cubicBezTo>
                <a:cubicBezTo>
                  <a:pt x="403239" y="44081"/>
                  <a:pt x="401172" y="43190"/>
                  <a:pt x="398274" y="43190"/>
                </a:cubicBezTo>
                <a:cubicBezTo>
                  <a:pt x="395756" y="43190"/>
                  <a:pt x="393178" y="43914"/>
                  <a:pt x="390541" y="45363"/>
                </a:cubicBezTo>
                <a:cubicBezTo>
                  <a:pt x="387904" y="46813"/>
                  <a:pt x="385457" y="48808"/>
                  <a:pt x="383200" y="51350"/>
                </a:cubicBezTo>
                <a:cubicBezTo>
                  <a:pt x="380943" y="53892"/>
                  <a:pt x="378924" y="56909"/>
                  <a:pt x="377142" y="60402"/>
                </a:cubicBezTo>
                <a:cubicBezTo>
                  <a:pt x="375361" y="63894"/>
                  <a:pt x="374066" y="67683"/>
                  <a:pt x="373258" y="71769"/>
                </a:cubicBezTo>
                <a:lnTo>
                  <a:pt x="367556" y="100420"/>
                </a:lnTo>
                <a:cubicBezTo>
                  <a:pt x="367461" y="100800"/>
                  <a:pt x="367295" y="101121"/>
                  <a:pt x="367058" y="101382"/>
                </a:cubicBezTo>
                <a:cubicBezTo>
                  <a:pt x="366820" y="101643"/>
                  <a:pt x="366464" y="101869"/>
                  <a:pt x="365989" y="102059"/>
                </a:cubicBezTo>
                <a:cubicBezTo>
                  <a:pt x="365513" y="102249"/>
                  <a:pt x="364884" y="102392"/>
                  <a:pt x="364100" y="102487"/>
                </a:cubicBezTo>
                <a:cubicBezTo>
                  <a:pt x="363316" y="102582"/>
                  <a:pt x="362354" y="102629"/>
                  <a:pt x="361213" y="102629"/>
                </a:cubicBezTo>
                <a:cubicBezTo>
                  <a:pt x="360026" y="102629"/>
                  <a:pt x="359063" y="102582"/>
                  <a:pt x="358327" y="102487"/>
                </a:cubicBezTo>
                <a:cubicBezTo>
                  <a:pt x="357591" y="102392"/>
                  <a:pt x="357020" y="102249"/>
                  <a:pt x="356616" y="102059"/>
                </a:cubicBezTo>
                <a:cubicBezTo>
                  <a:pt x="356213" y="101869"/>
                  <a:pt x="355951" y="101643"/>
                  <a:pt x="355833" y="101382"/>
                </a:cubicBezTo>
                <a:cubicBezTo>
                  <a:pt x="355714" y="101121"/>
                  <a:pt x="355702" y="100800"/>
                  <a:pt x="355797" y="100420"/>
                </a:cubicBezTo>
                <a:lnTo>
                  <a:pt x="368697" y="36205"/>
                </a:lnTo>
                <a:cubicBezTo>
                  <a:pt x="368744" y="35873"/>
                  <a:pt x="368875" y="35564"/>
                  <a:pt x="369089" y="35279"/>
                </a:cubicBezTo>
                <a:cubicBezTo>
                  <a:pt x="369303" y="34994"/>
                  <a:pt x="369635" y="34756"/>
                  <a:pt x="370087" y="34566"/>
                </a:cubicBezTo>
                <a:cubicBezTo>
                  <a:pt x="370538" y="34376"/>
                  <a:pt x="371108" y="34245"/>
                  <a:pt x="371797" y="34174"/>
                </a:cubicBezTo>
                <a:cubicBezTo>
                  <a:pt x="372486" y="34103"/>
                  <a:pt x="373306" y="34067"/>
                  <a:pt x="374256" y="34067"/>
                </a:cubicBezTo>
                <a:cubicBezTo>
                  <a:pt x="375254" y="34067"/>
                  <a:pt x="376073" y="34103"/>
                  <a:pt x="376715" y="34174"/>
                </a:cubicBezTo>
                <a:cubicBezTo>
                  <a:pt x="377356" y="34245"/>
                  <a:pt x="377855" y="34376"/>
                  <a:pt x="378211" y="34566"/>
                </a:cubicBezTo>
                <a:cubicBezTo>
                  <a:pt x="378568" y="34756"/>
                  <a:pt x="378793" y="34994"/>
                  <a:pt x="378888" y="35279"/>
                </a:cubicBezTo>
                <a:cubicBezTo>
                  <a:pt x="378983" y="35564"/>
                  <a:pt x="379007" y="35873"/>
                  <a:pt x="378960" y="36205"/>
                </a:cubicBezTo>
                <a:lnTo>
                  <a:pt x="376537" y="48464"/>
                </a:lnTo>
                <a:cubicBezTo>
                  <a:pt x="377249" y="46848"/>
                  <a:pt x="378413" y="45138"/>
                  <a:pt x="380029" y="43332"/>
                </a:cubicBezTo>
                <a:cubicBezTo>
                  <a:pt x="381644" y="41527"/>
                  <a:pt x="383569" y="39864"/>
                  <a:pt x="385802" y="38343"/>
                </a:cubicBezTo>
                <a:cubicBezTo>
                  <a:pt x="388035" y="36823"/>
                  <a:pt x="390494" y="35564"/>
                  <a:pt x="393178" y="34566"/>
                </a:cubicBezTo>
                <a:cubicBezTo>
                  <a:pt x="395863" y="33568"/>
                  <a:pt x="398654" y="33069"/>
                  <a:pt x="401552" y="33069"/>
                </a:cubicBezTo>
                <a:cubicBezTo>
                  <a:pt x="404736" y="33069"/>
                  <a:pt x="407397" y="33556"/>
                  <a:pt x="409535" y="34530"/>
                </a:cubicBezTo>
                <a:cubicBezTo>
                  <a:pt x="411673" y="35504"/>
                  <a:pt x="413407" y="36787"/>
                  <a:pt x="414737" y="38379"/>
                </a:cubicBezTo>
                <a:cubicBezTo>
                  <a:pt x="416068" y="39971"/>
                  <a:pt x="417018" y="41812"/>
                  <a:pt x="417588" y="43902"/>
                </a:cubicBezTo>
                <a:cubicBezTo>
                  <a:pt x="418158" y="45993"/>
                  <a:pt x="418443" y="48179"/>
                  <a:pt x="418443" y="50459"/>
                </a:cubicBezTo>
                <a:close/>
                <a:moveTo>
                  <a:pt x="475551" y="36918"/>
                </a:moveTo>
                <a:cubicBezTo>
                  <a:pt x="475551" y="37346"/>
                  <a:pt x="475528" y="37809"/>
                  <a:pt x="475480" y="38308"/>
                </a:cubicBezTo>
                <a:cubicBezTo>
                  <a:pt x="475432" y="38807"/>
                  <a:pt x="475337" y="39317"/>
                  <a:pt x="475195" y="39840"/>
                </a:cubicBezTo>
                <a:cubicBezTo>
                  <a:pt x="475052" y="40363"/>
                  <a:pt x="474862" y="40885"/>
                  <a:pt x="474625" y="41408"/>
                </a:cubicBezTo>
                <a:cubicBezTo>
                  <a:pt x="474387" y="41931"/>
                  <a:pt x="474138" y="42394"/>
                  <a:pt x="473876" y="42798"/>
                </a:cubicBezTo>
                <a:cubicBezTo>
                  <a:pt x="473615" y="43202"/>
                  <a:pt x="473318" y="43522"/>
                  <a:pt x="472986" y="43760"/>
                </a:cubicBezTo>
                <a:cubicBezTo>
                  <a:pt x="472653" y="43997"/>
                  <a:pt x="472273" y="44116"/>
                  <a:pt x="471845" y="44116"/>
                </a:cubicBezTo>
                <a:lnTo>
                  <a:pt x="455453" y="44116"/>
                </a:lnTo>
                <a:lnTo>
                  <a:pt x="448255" y="79987"/>
                </a:lnTo>
                <a:cubicBezTo>
                  <a:pt x="448065" y="80988"/>
                  <a:pt x="447898" y="82109"/>
                  <a:pt x="447756" y="83351"/>
                </a:cubicBezTo>
                <a:cubicBezTo>
                  <a:pt x="447613" y="84590"/>
                  <a:pt x="447542" y="85616"/>
                  <a:pt x="447542" y="86426"/>
                </a:cubicBezTo>
                <a:cubicBezTo>
                  <a:pt x="447542" y="88858"/>
                  <a:pt x="448053" y="90635"/>
                  <a:pt x="449074" y="91756"/>
                </a:cubicBezTo>
                <a:cubicBezTo>
                  <a:pt x="450096" y="92875"/>
                  <a:pt x="451747" y="93435"/>
                  <a:pt x="454028" y="93435"/>
                </a:cubicBezTo>
                <a:cubicBezTo>
                  <a:pt x="455311" y="93435"/>
                  <a:pt x="456427" y="93328"/>
                  <a:pt x="457377" y="93115"/>
                </a:cubicBezTo>
                <a:cubicBezTo>
                  <a:pt x="458328" y="92901"/>
                  <a:pt x="459147" y="92675"/>
                  <a:pt x="459836" y="92437"/>
                </a:cubicBezTo>
                <a:cubicBezTo>
                  <a:pt x="460525" y="92200"/>
                  <a:pt x="461131" y="91974"/>
                  <a:pt x="461654" y="91760"/>
                </a:cubicBezTo>
                <a:cubicBezTo>
                  <a:pt x="462176" y="91547"/>
                  <a:pt x="462628" y="91440"/>
                  <a:pt x="463008" y="91440"/>
                </a:cubicBezTo>
                <a:cubicBezTo>
                  <a:pt x="463388" y="91440"/>
                  <a:pt x="463685" y="91570"/>
                  <a:pt x="463899" y="91832"/>
                </a:cubicBezTo>
                <a:cubicBezTo>
                  <a:pt x="464112" y="92093"/>
                  <a:pt x="464219" y="92580"/>
                  <a:pt x="464219" y="93293"/>
                </a:cubicBezTo>
                <a:cubicBezTo>
                  <a:pt x="464219" y="93910"/>
                  <a:pt x="464160" y="94587"/>
                  <a:pt x="464041" y="95324"/>
                </a:cubicBezTo>
                <a:cubicBezTo>
                  <a:pt x="463922" y="96060"/>
                  <a:pt x="463768" y="96785"/>
                  <a:pt x="463578" y="97498"/>
                </a:cubicBezTo>
                <a:cubicBezTo>
                  <a:pt x="463388" y="98210"/>
                  <a:pt x="463150" y="98852"/>
                  <a:pt x="462865" y="99422"/>
                </a:cubicBezTo>
                <a:cubicBezTo>
                  <a:pt x="462580" y="99992"/>
                  <a:pt x="462271" y="100444"/>
                  <a:pt x="461939" y="100776"/>
                </a:cubicBezTo>
                <a:cubicBezTo>
                  <a:pt x="461559" y="101109"/>
                  <a:pt x="460988" y="101441"/>
                  <a:pt x="460228" y="101774"/>
                </a:cubicBezTo>
                <a:cubicBezTo>
                  <a:pt x="459468" y="102106"/>
                  <a:pt x="458589" y="102403"/>
                  <a:pt x="457591" y="102665"/>
                </a:cubicBezTo>
                <a:cubicBezTo>
                  <a:pt x="456593" y="102926"/>
                  <a:pt x="455536" y="103128"/>
                  <a:pt x="454420" y="103271"/>
                </a:cubicBezTo>
                <a:cubicBezTo>
                  <a:pt x="453303" y="103413"/>
                  <a:pt x="452198" y="103484"/>
                  <a:pt x="451106" y="103484"/>
                </a:cubicBezTo>
                <a:cubicBezTo>
                  <a:pt x="448445" y="103484"/>
                  <a:pt x="446140" y="103199"/>
                  <a:pt x="444192" y="102627"/>
                </a:cubicBezTo>
                <a:cubicBezTo>
                  <a:pt x="442244" y="102055"/>
                  <a:pt x="440605" y="101163"/>
                  <a:pt x="439275" y="99950"/>
                </a:cubicBezTo>
                <a:cubicBezTo>
                  <a:pt x="437944" y="98735"/>
                  <a:pt x="436958" y="97212"/>
                  <a:pt x="436317" y="95380"/>
                </a:cubicBezTo>
                <a:cubicBezTo>
                  <a:pt x="435676" y="93546"/>
                  <a:pt x="435355" y="91344"/>
                  <a:pt x="435355" y="88774"/>
                </a:cubicBezTo>
                <a:cubicBezTo>
                  <a:pt x="435355" y="88202"/>
                  <a:pt x="435379" y="87571"/>
                  <a:pt x="435426" y="86881"/>
                </a:cubicBezTo>
                <a:cubicBezTo>
                  <a:pt x="435474" y="86190"/>
                  <a:pt x="435557" y="85464"/>
                  <a:pt x="435676" y="84702"/>
                </a:cubicBezTo>
                <a:cubicBezTo>
                  <a:pt x="435794" y="83941"/>
                  <a:pt x="435913" y="83179"/>
                  <a:pt x="436032" y="82417"/>
                </a:cubicBezTo>
                <a:cubicBezTo>
                  <a:pt x="436151" y="81656"/>
                  <a:pt x="436281" y="80941"/>
                  <a:pt x="436424" y="80275"/>
                </a:cubicBezTo>
                <a:lnTo>
                  <a:pt x="443622" y="44116"/>
                </a:lnTo>
                <a:lnTo>
                  <a:pt x="434713" y="44116"/>
                </a:lnTo>
                <a:cubicBezTo>
                  <a:pt x="434191" y="44116"/>
                  <a:pt x="433787" y="43962"/>
                  <a:pt x="433502" y="43653"/>
                </a:cubicBezTo>
                <a:cubicBezTo>
                  <a:pt x="433217" y="43344"/>
                  <a:pt x="433074" y="42738"/>
                  <a:pt x="433074" y="41836"/>
                </a:cubicBezTo>
                <a:cubicBezTo>
                  <a:pt x="433074" y="41170"/>
                  <a:pt x="433145" y="40398"/>
                  <a:pt x="433288" y="39519"/>
                </a:cubicBezTo>
                <a:cubicBezTo>
                  <a:pt x="433431" y="38640"/>
                  <a:pt x="433644" y="37821"/>
                  <a:pt x="433929" y="37061"/>
                </a:cubicBezTo>
                <a:cubicBezTo>
                  <a:pt x="434215" y="36300"/>
                  <a:pt x="434583" y="35659"/>
                  <a:pt x="435034" y="35136"/>
                </a:cubicBezTo>
                <a:cubicBezTo>
                  <a:pt x="435486" y="34614"/>
                  <a:pt x="436020" y="34352"/>
                  <a:pt x="436638" y="34352"/>
                </a:cubicBezTo>
                <a:lnTo>
                  <a:pt x="445618" y="34352"/>
                </a:lnTo>
                <a:lnTo>
                  <a:pt x="448682" y="19100"/>
                </a:lnTo>
                <a:cubicBezTo>
                  <a:pt x="448730" y="18768"/>
                  <a:pt x="448884" y="18459"/>
                  <a:pt x="449146" y="18174"/>
                </a:cubicBezTo>
                <a:cubicBezTo>
                  <a:pt x="449407" y="17889"/>
                  <a:pt x="449775" y="17639"/>
                  <a:pt x="450250" y="17426"/>
                </a:cubicBezTo>
                <a:cubicBezTo>
                  <a:pt x="450725" y="17212"/>
                  <a:pt x="451355" y="17057"/>
                  <a:pt x="452139" y="16962"/>
                </a:cubicBezTo>
                <a:cubicBezTo>
                  <a:pt x="452923" y="16867"/>
                  <a:pt x="453885" y="16820"/>
                  <a:pt x="455025" y="16820"/>
                </a:cubicBezTo>
                <a:cubicBezTo>
                  <a:pt x="456166" y="16820"/>
                  <a:pt x="457104" y="16867"/>
                  <a:pt x="457841" y="16962"/>
                </a:cubicBezTo>
                <a:cubicBezTo>
                  <a:pt x="458577" y="17057"/>
                  <a:pt x="459147" y="17212"/>
                  <a:pt x="459551" y="17426"/>
                </a:cubicBezTo>
                <a:cubicBezTo>
                  <a:pt x="459955" y="17639"/>
                  <a:pt x="460216" y="17889"/>
                  <a:pt x="460335" y="18174"/>
                </a:cubicBezTo>
                <a:cubicBezTo>
                  <a:pt x="460454" y="18459"/>
                  <a:pt x="460490" y="18768"/>
                  <a:pt x="460442" y="19100"/>
                </a:cubicBezTo>
                <a:lnTo>
                  <a:pt x="457377" y="34352"/>
                </a:lnTo>
                <a:lnTo>
                  <a:pt x="473770" y="34352"/>
                </a:lnTo>
                <a:cubicBezTo>
                  <a:pt x="474482" y="34352"/>
                  <a:pt x="474957" y="34614"/>
                  <a:pt x="475195" y="35136"/>
                </a:cubicBezTo>
                <a:cubicBezTo>
                  <a:pt x="475432" y="35659"/>
                  <a:pt x="475551" y="36253"/>
                  <a:pt x="475551" y="36918"/>
                </a:cubicBezTo>
                <a:close/>
                <a:moveTo>
                  <a:pt x="529891" y="100420"/>
                </a:moveTo>
                <a:cubicBezTo>
                  <a:pt x="529701" y="101227"/>
                  <a:pt x="529178" y="101798"/>
                  <a:pt x="528323" y="102130"/>
                </a:cubicBezTo>
                <a:cubicBezTo>
                  <a:pt x="527468" y="102463"/>
                  <a:pt x="526043" y="102629"/>
                  <a:pt x="524047" y="102629"/>
                </a:cubicBezTo>
                <a:cubicBezTo>
                  <a:pt x="523097" y="102629"/>
                  <a:pt x="522313" y="102582"/>
                  <a:pt x="521695" y="102487"/>
                </a:cubicBezTo>
                <a:cubicBezTo>
                  <a:pt x="521077" y="102392"/>
                  <a:pt x="520578" y="102261"/>
                  <a:pt x="520198" y="102095"/>
                </a:cubicBezTo>
                <a:cubicBezTo>
                  <a:pt x="519818" y="101928"/>
                  <a:pt x="519557" y="101714"/>
                  <a:pt x="519414" y="101453"/>
                </a:cubicBezTo>
                <a:cubicBezTo>
                  <a:pt x="519272" y="101192"/>
                  <a:pt x="519272" y="100847"/>
                  <a:pt x="519414" y="100420"/>
                </a:cubicBezTo>
                <a:lnTo>
                  <a:pt x="521766" y="88304"/>
                </a:lnTo>
                <a:cubicBezTo>
                  <a:pt x="521149" y="89832"/>
                  <a:pt x="520032" y="91503"/>
                  <a:pt x="518417" y="93317"/>
                </a:cubicBezTo>
                <a:cubicBezTo>
                  <a:pt x="516801" y="95130"/>
                  <a:pt x="514889" y="96801"/>
                  <a:pt x="512679" y="98328"/>
                </a:cubicBezTo>
                <a:cubicBezTo>
                  <a:pt x="510470" y="99856"/>
                  <a:pt x="508011" y="101121"/>
                  <a:pt x="505303" y="102124"/>
                </a:cubicBezTo>
                <a:cubicBezTo>
                  <a:pt x="502595" y="103126"/>
                  <a:pt x="499839" y="103627"/>
                  <a:pt x="497036" y="103627"/>
                </a:cubicBezTo>
                <a:cubicBezTo>
                  <a:pt x="493234" y="103627"/>
                  <a:pt x="490087" y="102961"/>
                  <a:pt x="487592" y="101629"/>
                </a:cubicBezTo>
                <a:cubicBezTo>
                  <a:pt x="485098" y="100297"/>
                  <a:pt x="483114" y="98538"/>
                  <a:pt x="481641" y="96351"/>
                </a:cubicBezTo>
                <a:cubicBezTo>
                  <a:pt x="480168" y="94162"/>
                  <a:pt x="479159" y="91688"/>
                  <a:pt x="478612" y="88930"/>
                </a:cubicBezTo>
                <a:cubicBezTo>
                  <a:pt x="478066" y="86171"/>
                  <a:pt x="477793" y="83341"/>
                  <a:pt x="477793" y="80440"/>
                </a:cubicBezTo>
                <a:cubicBezTo>
                  <a:pt x="477793" y="77777"/>
                  <a:pt x="478042" y="74758"/>
                  <a:pt x="478541" y="71382"/>
                </a:cubicBezTo>
                <a:cubicBezTo>
                  <a:pt x="479040" y="68004"/>
                  <a:pt x="479848" y="64555"/>
                  <a:pt x="480964" y="61036"/>
                </a:cubicBezTo>
                <a:cubicBezTo>
                  <a:pt x="482081" y="57516"/>
                  <a:pt x="483530" y="54091"/>
                  <a:pt x="485312" y="50762"/>
                </a:cubicBezTo>
                <a:cubicBezTo>
                  <a:pt x="487093" y="47433"/>
                  <a:pt x="489243" y="44449"/>
                  <a:pt x="491762" y="41809"/>
                </a:cubicBezTo>
                <a:cubicBezTo>
                  <a:pt x="494280" y="39169"/>
                  <a:pt x="497202" y="37052"/>
                  <a:pt x="500528" y="35459"/>
                </a:cubicBezTo>
                <a:cubicBezTo>
                  <a:pt x="503854" y="33866"/>
                  <a:pt x="507631" y="33069"/>
                  <a:pt x="511860" y="33069"/>
                </a:cubicBezTo>
                <a:cubicBezTo>
                  <a:pt x="516088" y="33069"/>
                  <a:pt x="519711" y="33925"/>
                  <a:pt x="522728" y="35635"/>
                </a:cubicBezTo>
                <a:cubicBezTo>
                  <a:pt x="525746" y="37346"/>
                  <a:pt x="528442" y="39698"/>
                  <a:pt x="530818" y="42691"/>
                </a:cubicBezTo>
                <a:lnTo>
                  <a:pt x="532172" y="36205"/>
                </a:lnTo>
                <a:cubicBezTo>
                  <a:pt x="532362" y="35445"/>
                  <a:pt x="532908" y="34899"/>
                  <a:pt x="533811" y="34566"/>
                </a:cubicBezTo>
                <a:cubicBezTo>
                  <a:pt x="534714" y="34233"/>
                  <a:pt x="536115" y="34067"/>
                  <a:pt x="538016" y="34067"/>
                </a:cubicBezTo>
                <a:cubicBezTo>
                  <a:pt x="538966" y="34067"/>
                  <a:pt x="539762" y="34103"/>
                  <a:pt x="540403" y="34174"/>
                </a:cubicBezTo>
                <a:cubicBezTo>
                  <a:pt x="541045" y="34245"/>
                  <a:pt x="541556" y="34376"/>
                  <a:pt x="541936" y="34566"/>
                </a:cubicBezTo>
                <a:cubicBezTo>
                  <a:pt x="542316" y="34756"/>
                  <a:pt x="542553" y="34994"/>
                  <a:pt x="542649" y="35279"/>
                </a:cubicBezTo>
                <a:cubicBezTo>
                  <a:pt x="542744" y="35564"/>
                  <a:pt x="542767" y="35873"/>
                  <a:pt x="542720" y="36205"/>
                </a:cubicBezTo>
                <a:lnTo>
                  <a:pt x="529891" y="100420"/>
                </a:lnTo>
                <a:moveTo>
                  <a:pt x="527682" y="53025"/>
                </a:moveTo>
                <a:cubicBezTo>
                  <a:pt x="525449" y="49747"/>
                  <a:pt x="523037" y="47288"/>
                  <a:pt x="520448" y="45649"/>
                </a:cubicBezTo>
                <a:cubicBezTo>
                  <a:pt x="517858" y="44009"/>
                  <a:pt x="514948" y="43190"/>
                  <a:pt x="511717" y="43190"/>
                </a:cubicBezTo>
                <a:cubicBezTo>
                  <a:pt x="509151" y="43190"/>
                  <a:pt x="506835" y="43796"/>
                  <a:pt x="504768" y="45009"/>
                </a:cubicBezTo>
                <a:cubicBezTo>
                  <a:pt x="502702" y="46222"/>
                  <a:pt x="500872" y="47828"/>
                  <a:pt x="499281" y="49827"/>
                </a:cubicBezTo>
                <a:cubicBezTo>
                  <a:pt x="497689" y="51825"/>
                  <a:pt x="496311" y="54098"/>
                  <a:pt x="495147" y="56644"/>
                </a:cubicBezTo>
                <a:cubicBezTo>
                  <a:pt x="493983" y="59189"/>
                  <a:pt x="493033" y="61818"/>
                  <a:pt x="492296" y="64531"/>
                </a:cubicBezTo>
                <a:cubicBezTo>
                  <a:pt x="491560" y="67242"/>
                  <a:pt x="491013" y="69906"/>
                  <a:pt x="490657" y="72524"/>
                </a:cubicBezTo>
                <a:cubicBezTo>
                  <a:pt x="490301" y="75140"/>
                  <a:pt x="490122" y="77495"/>
                  <a:pt x="490122" y="79589"/>
                </a:cubicBezTo>
                <a:cubicBezTo>
                  <a:pt x="490122" y="81255"/>
                  <a:pt x="490253" y="82909"/>
                  <a:pt x="490514" y="84551"/>
                </a:cubicBezTo>
                <a:cubicBezTo>
                  <a:pt x="490776" y="86192"/>
                  <a:pt x="491275" y="87690"/>
                  <a:pt x="492011" y="89045"/>
                </a:cubicBezTo>
                <a:cubicBezTo>
                  <a:pt x="492747" y="90401"/>
                  <a:pt x="493757" y="91495"/>
                  <a:pt x="495040" y="92328"/>
                </a:cubicBezTo>
                <a:cubicBezTo>
                  <a:pt x="496323" y="93161"/>
                  <a:pt x="497986" y="93578"/>
                  <a:pt x="500029" y="93578"/>
                </a:cubicBezTo>
                <a:cubicBezTo>
                  <a:pt x="502642" y="93578"/>
                  <a:pt x="505267" y="92852"/>
                  <a:pt x="507904" y="91400"/>
                </a:cubicBezTo>
                <a:cubicBezTo>
                  <a:pt x="510541" y="89946"/>
                  <a:pt x="513000" y="87933"/>
                  <a:pt x="515281" y="85362"/>
                </a:cubicBezTo>
                <a:cubicBezTo>
                  <a:pt x="517561" y="82790"/>
                  <a:pt x="519581" y="79765"/>
                  <a:pt x="521339" y="76288"/>
                </a:cubicBezTo>
                <a:cubicBezTo>
                  <a:pt x="523097" y="72811"/>
                  <a:pt x="524403" y="68976"/>
                  <a:pt x="525259" y="64785"/>
                </a:cubicBezTo>
                <a:lnTo>
                  <a:pt x="527682" y="53025"/>
                </a:lnTo>
                <a:close/>
                <a:moveTo>
                  <a:pt x="581895" y="14610"/>
                </a:moveTo>
                <a:cubicBezTo>
                  <a:pt x="581657" y="15941"/>
                  <a:pt x="581336" y="17057"/>
                  <a:pt x="580932" y="17960"/>
                </a:cubicBezTo>
                <a:cubicBezTo>
                  <a:pt x="580528" y="18863"/>
                  <a:pt x="579994" y="19587"/>
                  <a:pt x="579329" y="20134"/>
                </a:cubicBezTo>
                <a:cubicBezTo>
                  <a:pt x="578664" y="20680"/>
                  <a:pt x="577832" y="21072"/>
                  <a:pt x="576834" y="21310"/>
                </a:cubicBezTo>
                <a:cubicBezTo>
                  <a:pt x="575837" y="21547"/>
                  <a:pt x="574625" y="21666"/>
                  <a:pt x="573200" y="21666"/>
                </a:cubicBezTo>
                <a:cubicBezTo>
                  <a:pt x="571822" y="21666"/>
                  <a:pt x="570681" y="21547"/>
                  <a:pt x="569779" y="21310"/>
                </a:cubicBezTo>
                <a:cubicBezTo>
                  <a:pt x="568876" y="21072"/>
                  <a:pt x="568211" y="20680"/>
                  <a:pt x="567783" y="20134"/>
                </a:cubicBezTo>
                <a:cubicBezTo>
                  <a:pt x="567355" y="19587"/>
                  <a:pt x="567118" y="18863"/>
                  <a:pt x="567070" y="17960"/>
                </a:cubicBezTo>
                <a:cubicBezTo>
                  <a:pt x="567023" y="17057"/>
                  <a:pt x="567118" y="15941"/>
                  <a:pt x="567355" y="14610"/>
                </a:cubicBezTo>
                <a:cubicBezTo>
                  <a:pt x="567640" y="13280"/>
                  <a:pt x="567997" y="12175"/>
                  <a:pt x="568424" y="11296"/>
                </a:cubicBezTo>
                <a:cubicBezTo>
                  <a:pt x="568852" y="10417"/>
                  <a:pt x="569387" y="9681"/>
                  <a:pt x="570028" y="9087"/>
                </a:cubicBezTo>
                <a:cubicBezTo>
                  <a:pt x="570669" y="8493"/>
                  <a:pt x="571489" y="8089"/>
                  <a:pt x="572487" y="7875"/>
                </a:cubicBezTo>
                <a:cubicBezTo>
                  <a:pt x="573485" y="7662"/>
                  <a:pt x="574696" y="7555"/>
                  <a:pt x="576122" y="7555"/>
                </a:cubicBezTo>
                <a:cubicBezTo>
                  <a:pt x="577500" y="7555"/>
                  <a:pt x="578628" y="7662"/>
                  <a:pt x="579507" y="7875"/>
                </a:cubicBezTo>
                <a:cubicBezTo>
                  <a:pt x="580386" y="8089"/>
                  <a:pt x="581051" y="8493"/>
                  <a:pt x="581503" y="9087"/>
                </a:cubicBezTo>
                <a:cubicBezTo>
                  <a:pt x="581954" y="9681"/>
                  <a:pt x="582203" y="10417"/>
                  <a:pt x="582251" y="11296"/>
                </a:cubicBezTo>
                <a:cubicBezTo>
                  <a:pt x="582298" y="12175"/>
                  <a:pt x="582180" y="13280"/>
                  <a:pt x="581895" y="14610"/>
                </a:cubicBezTo>
                <a:moveTo>
                  <a:pt x="563436" y="100420"/>
                </a:moveTo>
                <a:cubicBezTo>
                  <a:pt x="563340" y="100800"/>
                  <a:pt x="563174" y="101121"/>
                  <a:pt x="562937" y="101382"/>
                </a:cubicBezTo>
                <a:cubicBezTo>
                  <a:pt x="562699" y="101643"/>
                  <a:pt x="562343" y="101869"/>
                  <a:pt x="561868" y="102059"/>
                </a:cubicBezTo>
                <a:cubicBezTo>
                  <a:pt x="561392" y="102249"/>
                  <a:pt x="560763" y="102392"/>
                  <a:pt x="559979" y="102487"/>
                </a:cubicBezTo>
                <a:cubicBezTo>
                  <a:pt x="559195" y="102582"/>
                  <a:pt x="558233" y="102629"/>
                  <a:pt x="557092" y="102629"/>
                </a:cubicBezTo>
                <a:cubicBezTo>
                  <a:pt x="555905" y="102629"/>
                  <a:pt x="554942" y="102582"/>
                  <a:pt x="554206" y="102487"/>
                </a:cubicBezTo>
                <a:cubicBezTo>
                  <a:pt x="553470" y="102392"/>
                  <a:pt x="552899" y="102249"/>
                  <a:pt x="552496" y="102059"/>
                </a:cubicBezTo>
                <a:cubicBezTo>
                  <a:pt x="552092" y="101869"/>
                  <a:pt x="551830" y="101643"/>
                  <a:pt x="551712" y="101382"/>
                </a:cubicBezTo>
                <a:cubicBezTo>
                  <a:pt x="551593" y="101121"/>
                  <a:pt x="551581" y="100800"/>
                  <a:pt x="551676" y="100420"/>
                </a:cubicBezTo>
                <a:lnTo>
                  <a:pt x="564433" y="36277"/>
                </a:lnTo>
                <a:cubicBezTo>
                  <a:pt x="564481" y="35944"/>
                  <a:pt x="564623" y="35635"/>
                  <a:pt x="564861" y="35350"/>
                </a:cubicBezTo>
                <a:cubicBezTo>
                  <a:pt x="565098" y="35065"/>
                  <a:pt x="565455" y="34827"/>
                  <a:pt x="565930" y="34637"/>
                </a:cubicBezTo>
                <a:cubicBezTo>
                  <a:pt x="566405" y="34447"/>
                  <a:pt x="567035" y="34305"/>
                  <a:pt x="567819" y="34210"/>
                </a:cubicBezTo>
                <a:cubicBezTo>
                  <a:pt x="568603" y="34115"/>
                  <a:pt x="569589" y="34067"/>
                  <a:pt x="570776" y="34067"/>
                </a:cubicBezTo>
                <a:cubicBezTo>
                  <a:pt x="571917" y="34067"/>
                  <a:pt x="572855" y="34115"/>
                  <a:pt x="573592" y="34210"/>
                </a:cubicBezTo>
                <a:cubicBezTo>
                  <a:pt x="574328" y="34305"/>
                  <a:pt x="574898" y="34447"/>
                  <a:pt x="575302" y="34637"/>
                </a:cubicBezTo>
                <a:cubicBezTo>
                  <a:pt x="575706" y="34827"/>
                  <a:pt x="575967" y="35065"/>
                  <a:pt x="576086" y="35350"/>
                </a:cubicBezTo>
                <a:cubicBezTo>
                  <a:pt x="576205" y="35635"/>
                  <a:pt x="576240" y="35944"/>
                  <a:pt x="576193" y="36277"/>
                </a:cubicBezTo>
                <a:lnTo>
                  <a:pt x="563436" y="100420"/>
                </a:lnTo>
                <a:close/>
                <a:moveTo>
                  <a:pt x="647894" y="50459"/>
                </a:moveTo>
                <a:cubicBezTo>
                  <a:pt x="647894" y="52122"/>
                  <a:pt x="647799" y="53762"/>
                  <a:pt x="647609" y="55377"/>
                </a:cubicBezTo>
                <a:cubicBezTo>
                  <a:pt x="647419" y="56992"/>
                  <a:pt x="647158" y="58655"/>
                  <a:pt x="646825" y="60366"/>
                </a:cubicBezTo>
                <a:lnTo>
                  <a:pt x="638772" y="100420"/>
                </a:lnTo>
                <a:cubicBezTo>
                  <a:pt x="638677" y="100800"/>
                  <a:pt x="638522" y="101121"/>
                  <a:pt x="638309" y="101382"/>
                </a:cubicBezTo>
                <a:cubicBezTo>
                  <a:pt x="638095" y="101643"/>
                  <a:pt x="637738" y="101869"/>
                  <a:pt x="637239" y="102059"/>
                </a:cubicBezTo>
                <a:cubicBezTo>
                  <a:pt x="636741" y="102249"/>
                  <a:pt x="636111" y="102392"/>
                  <a:pt x="635351" y="102487"/>
                </a:cubicBezTo>
                <a:cubicBezTo>
                  <a:pt x="634591" y="102582"/>
                  <a:pt x="633617" y="102629"/>
                  <a:pt x="632429" y="102629"/>
                </a:cubicBezTo>
                <a:cubicBezTo>
                  <a:pt x="631288" y="102629"/>
                  <a:pt x="630350" y="102582"/>
                  <a:pt x="629614" y="102487"/>
                </a:cubicBezTo>
                <a:cubicBezTo>
                  <a:pt x="628877" y="102392"/>
                  <a:pt x="628307" y="102249"/>
                  <a:pt x="627903" y="102059"/>
                </a:cubicBezTo>
                <a:cubicBezTo>
                  <a:pt x="627499" y="101869"/>
                  <a:pt x="627238" y="101643"/>
                  <a:pt x="627119" y="101382"/>
                </a:cubicBezTo>
                <a:cubicBezTo>
                  <a:pt x="627000" y="101121"/>
                  <a:pt x="626965" y="100800"/>
                  <a:pt x="627012" y="100420"/>
                </a:cubicBezTo>
                <a:lnTo>
                  <a:pt x="634923" y="60794"/>
                </a:lnTo>
                <a:cubicBezTo>
                  <a:pt x="635256" y="59321"/>
                  <a:pt x="635481" y="57895"/>
                  <a:pt x="635600" y="56517"/>
                </a:cubicBezTo>
                <a:cubicBezTo>
                  <a:pt x="635719" y="55139"/>
                  <a:pt x="635778" y="53928"/>
                  <a:pt x="635778" y="52883"/>
                </a:cubicBezTo>
                <a:cubicBezTo>
                  <a:pt x="635778" y="49984"/>
                  <a:pt x="635161" y="47644"/>
                  <a:pt x="633925" y="45862"/>
                </a:cubicBezTo>
                <a:cubicBezTo>
                  <a:pt x="632690" y="44081"/>
                  <a:pt x="630623" y="43190"/>
                  <a:pt x="627725" y="43190"/>
                </a:cubicBezTo>
                <a:cubicBezTo>
                  <a:pt x="625207" y="43190"/>
                  <a:pt x="622629" y="43914"/>
                  <a:pt x="619992" y="45363"/>
                </a:cubicBezTo>
                <a:cubicBezTo>
                  <a:pt x="617355" y="46813"/>
                  <a:pt x="614908" y="48808"/>
                  <a:pt x="612651" y="51350"/>
                </a:cubicBezTo>
                <a:cubicBezTo>
                  <a:pt x="610394" y="53892"/>
                  <a:pt x="608375" y="56909"/>
                  <a:pt x="606593" y="60402"/>
                </a:cubicBezTo>
                <a:cubicBezTo>
                  <a:pt x="604812" y="63894"/>
                  <a:pt x="603517" y="67683"/>
                  <a:pt x="602709" y="71769"/>
                </a:cubicBezTo>
                <a:lnTo>
                  <a:pt x="597007" y="100420"/>
                </a:lnTo>
                <a:cubicBezTo>
                  <a:pt x="596912" y="100800"/>
                  <a:pt x="596746" y="101121"/>
                  <a:pt x="596509" y="101382"/>
                </a:cubicBezTo>
                <a:cubicBezTo>
                  <a:pt x="596271" y="101643"/>
                  <a:pt x="595915" y="101869"/>
                  <a:pt x="595439" y="102059"/>
                </a:cubicBezTo>
                <a:cubicBezTo>
                  <a:pt x="594964" y="102249"/>
                  <a:pt x="594335" y="102392"/>
                  <a:pt x="593551" y="102487"/>
                </a:cubicBezTo>
                <a:cubicBezTo>
                  <a:pt x="592767" y="102582"/>
                  <a:pt x="591805" y="102629"/>
                  <a:pt x="590664" y="102629"/>
                </a:cubicBezTo>
                <a:cubicBezTo>
                  <a:pt x="589477" y="102629"/>
                  <a:pt x="588514" y="102582"/>
                  <a:pt x="587778" y="102487"/>
                </a:cubicBezTo>
                <a:cubicBezTo>
                  <a:pt x="587041" y="102392"/>
                  <a:pt x="586471" y="102249"/>
                  <a:pt x="586067" y="102059"/>
                </a:cubicBezTo>
                <a:cubicBezTo>
                  <a:pt x="585664" y="101869"/>
                  <a:pt x="585402" y="101643"/>
                  <a:pt x="585283" y="101382"/>
                </a:cubicBezTo>
                <a:cubicBezTo>
                  <a:pt x="585165" y="101121"/>
                  <a:pt x="585153" y="100800"/>
                  <a:pt x="585248" y="100420"/>
                </a:cubicBezTo>
                <a:lnTo>
                  <a:pt x="598148" y="36205"/>
                </a:lnTo>
                <a:cubicBezTo>
                  <a:pt x="598195" y="35873"/>
                  <a:pt x="598326" y="35564"/>
                  <a:pt x="598540" y="35279"/>
                </a:cubicBezTo>
                <a:cubicBezTo>
                  <a:pt x="598754" y="34994"/>
                  <a:pt x="599086" y="34756"/>
                  <a:pt x="599538" y="34566"/>
                </a:cubicBezTo>
                <a:cubicBezTo>
                  <a:pt x="599989" y="34376"/>
                  <a:pt x="600559" y="34245"/>
                  <a:pt x="601248" y="34174"/>
                </a:cubicBezTo>
                <a:cubicBezTo>
                  <a:pt x="601937" y="34103"/>
                  <a:pt x="602757" y="34067"/>
                  <a:pt x="603707" y="34067"/>
                </a:cubicBezTo>
                <a:cubicBezTo>
                  <a:pt x="604705" y="34067"/>
                  <a:pt x="605524" y="34103"/>
                  <a:pt x="606166" y="34174"/>
                </a:cubicBezTo>
                <a:cubicBezTo>
                  <a:pt x="606807" y="34245"/>
                  <a:pt x="607306" y="34376"/>
                  <a:pt x="607662" y="34566"/>
                </a:cubicBezTo>
                <a:cubicBezTo>
                  <a:pt x="608019" y="34756"/>
                  <a:pt x="608244" y="34994"/>
                  <a:pt x="608339" y="35279"/>
                </a:cubicBezTo>
                <a:cubicBezTo>
                  <a:pt x="608434" y="35564"/>
                  <a:pt x="608458" y="35873"/>
                  <a:pt x="608411" y="36205"/>
                </a:cubicBezTo>
                <a:lnTo>
                  <a:pt x="605987" y="48464"/>
                </a:lnTo>
                <a:cubicBezTo>
                  <a:pt x="606700" y="46848"/>
                  <a:pt x="607864" y="45138"/>
                  <a:pt x="609480" y="43332"/>
                </a:cubicBezTo>
                <a:cubicBezTo>
                  <a:pt x="611095" y="41527"/>
                  <a:pt x="613019" y="39864"/>
                  <a:pt x="615253" y="38343"/>
                </a:cubicBezTo>
                <a:cubicBezTo>
                  <a:pt x="617486" y="36823"/>
                  <a:pt x="619945" y="35564"/>
                  <a:pt x="622629" y="34566"/>
                </a:cubicBezTo>
                <a:cubicBezTo>
                  <a:pt x="625314" y="33568"/>
                  <a:pt x="628105" y="33069"/>
                  <a:pt x="631003" y="33069"/>
                </a:cubicBezTo>
                <a:cubicBezTo>
                  <a:pt x="634187" y="33069"/>
                  <a:pt x="636847" y="33556"/>
                  <a:pt x="638986" y="34530"/>
                </a:cubicBezTo>
                <a:cubicBezTo>
                  <a:pt x="641124" y="35504"/>
                  <a:pt x="642858" y="36787"/>
                  <a:pt x="644188" y="38379"/>
                </a:cubicBezTo>
                <a:cubicBezTo>
                  <a:pt x="645519" y="39971"/>
                  <a:pt x="646469" y="41812"/>
                  <a:pt x="647039" y="43902"/>
                </a:cubicBezTo>
                <a:cubicBezTo>
                  <a:pt x="647609" y="45993"/>
                  <a:pt x="647894" y="48179"/>
                  <a:pt x="647894" y="50459"/>
                </a:cubicBezTo>
                <a:close/>
                <a:moveTo>
                  <a:pt x="690490" y="14610"/>
                </a:moveTo>
                <a:cubicBezTo>
                  <a:pt x="690252" y="15941"/>
                  <a:pt x="689932" y="17057"/>
                  <a:pt x="689528" y="17960"/>
                </a:cubicBezTo>
                <a:cubicBezTo>
                  <a:pt x="689124" y="18863"/>
                  <a:pt x="688589" y="19587"/>
                  <a:pt x="687924" y="20134"/>
                </a:cubicBezTo>
                <a:cubicBezTo>
                  <a:pt x="687259" y="20680"/>
                  <a:pt x="686427" y="21072"/>
                  <a:pt x="685430" y="21310"/>
                </a:cubicBezTo>
                <a:cubicBezTo>
                  <a:pt x="684432" y="21547"/>
                  <a:pt x="683220" y="21666"/>
                  <a:pt x="681795" y="21666"/>
                </a:cubicBezTo>
                <a:cubicBezTo>
                  <a:pt x="680417" y="21666"/>
                  <a:pt x="679277" y="21547"/>
                  <a:pt x="678374" y="21310"/>
                </a:cubicBezTo>
                <a:cubicBezTo>
                  <a:pt x="677471" y="21072"/>
                  <a:pt x="676806" y="20680"/>
                  <a:pt x="676378" y="20134"/>
                </a:cubicBezTo>
                <a:cubicBezTo>
                  <a:pt x="675951" y="19587"/>
                  <a:pt x="675713" y="18863"/>
                  <a:pt x="675666" y="17960"/>
                </a:cubicBezTo>
                <a:cubicBezTo>
                  <a:pt x="675618" y="17057"/>
                  <a:pt x="675713" y="15941"/>
                  <a:pt x="675951" y="14610"/>
                </a:cubicBezTo>
                <a:cubicBezTo>
                  <a:pt x="676236" y="13280"/>
                  <a:pt x="676592" y="12175"/>
                  <a:pt x="677020" y="11296"/>
                </a:cubicBezTo>
                <a:cubicBezTo>
                  <a:pt x="677447" y="10417"/>
                  <a:pt x="677982" y="9681"/>
                  <a:pt x="678623" y="9087"/>
                </a:cubicBezTo>
                <a:cubicBezTo>
                  <a:pt x="679265" y="8493"/>
                  <a:pt x="680084" y="8089"/>
                  <a:pt x="681082" y="7875"/>
                </a:cubicBezTo>
                <a:cubicBezTo>
                  <a:pt x="682080" y="7662"/>
                  <a:pt x="683292" y="7555"/>
                  <a:pt x="684717" y="7555"/>
                </a:cubicBezTo>
                <a:cubicBezTo>
                  <a:pt x="686095" y="7555"/>
                  <a:pt x="687223" y="7662"/>
                  <a:pt x="688102" y="7875"/>
                </a:cubicBezTo>
                <a:cubicBezTo>
                  <a:pt x="688981" y="8089"/>
                  <a:pt x="689646" y="8493"/>
                  <a:pt x="690098" y="9087"/>
                </a:cubicBezTo>
                <a:cubicBezTo>
                  <a:pt x="690549" y="9681"/>
                  <a:pt x="690799" y="10417"/>
                  <a:pt x="690846" y="11296"/>
                </a:cubicBezTo>
                <a:cubicBezTo>
                  <a:pt x="690894" y="12175"/>
                  <a:pt x="690775" y="13280"/>
                  <a:pt x="690490" y="14610"/>
                </a:cubicBezTo>
                <a:moveTo>
                  <a:pt x="672031" y="100420"/>
                </a:moveTo>
                <a:cubicBezTo>
                  <a:pt x="671936" y="100800"/>
                  <a:pt x="671769" y="101121"/>
                  <a:pt x="671532" y="101382"/>
                </a:cubicBezTo>
                <a:cubicBezTo>
                  <a:pt x="671294" y="101643"/>
                  <a:pt x="670938" y="101869"/>
                  <a:pt x="670463" y="102059"/>
                </a:cubicBezTo>
                <a:cubicBezTo>
                  <a:pt x="669988" y="102249"/>
                  <a:pt x="669358" y="102392"/>
                  <a:pt x="668574" y="102487"/>
                </a:cubicBezTo>
                <a:cubicBezTo>
                  <a:pt x="667790" y="102582"/>
                  <a:pt x="666828" y="102629"/>
                  <a:pt x="665688" y="102629"/>
                </a:cubicBezTo>
                <a:cubicBezTo>
                  <a:pt x="664500" y="102629"/>
                  <a:pt x="663538" y="102582"/>
                  <a:pt x="662801" y="102487"/>
                </a:cubicBezTo>
                <a:cubicBezTo>
                  <a:pt x="662065" y="102392"/>
                  <a:pt x="661495" y="102249"/>
                  <a:pt x="661091" y="102059"/>
                </a:cubicBezTo>
                <a:cubicBezTo>
                  <a:pt x="660687" y="101869"/>
                  <a:pt x="660426" y="101643"/>
                  <a:pt x="660307" y="101382"/>
                </a:cubicBezTo>
                <a:cubicBezTo>
                  <a:pt x="660188" y="101121"/>
                  <a:pt x="660176" y="100800"/>
                  <a:pt x="660271" y="100420"/>
                </a:cubicBezTo>
                <a:lnTo>
                  <a:pt x="673029" y="36277"/>
                </a:lnTo>
                <a:cubicBezTo>
                  <a:pt x="673076" y="35944"/>
                  <a:pt x="673219" y="35635"/>
                  <a:pt x="673456" y="35350"/>
                </a:cubicBezTo>
                <a:cubicBezTo>
                  <a:pt x="673694" y="35065"/>
                  <a:pt x="674050" y="34827"/>
                  <a:pt x="674525" y="34637"/>
                </a:cubicBezTo>
                <a:cubicBezTo>
                  <a:pt x="675000" y="34447"/>
                  <a:pt x="675630" y="34305"/>
                  <a:pt x="676414" y="34210"/>
                </a:cubicBezTo>
                <a:cubicBezTo>
                  <a:pt x="677198" y="34115"/>
                  <a:pt x="678184" y="34067"/>
                  <a:pt x="679372" y="34067"/>
                </a:cubicBezTo>
                <a:cubicBezTo>
                  <a:pt x="680512" y="34067"/>
                  <a:pt x="681450" y="34115"/>
                  <a:pt x="682187" y="34210"/>
                </a:cubicBezTo>
                <a:cubicBezTo>
                  <a:pt x="682923" y="34305"/>
                  <a:pt x="683493" y="34447"/>
                  <a:pt x="683897" y="34637"/>
                </a:cubicBezTo>
                <a:cubicBezTo>
                  <a:pt x="684301" y="34827"/>
                  <a:pt x="684562" y="35065"/>
                  <a:pt x="684681" y="35350"/>
                </a:cubicBezTo>
                <a:cubicBezTo>
                  <a:pt x="684800" y="35635"/>
                  <a:pt x="684836" y="35944"/>
                  <a:pt x="684788" y="36277"/>
                </a:cubicBezTo>
                <a:lnTo>
                  <a:pt x="672031" y="100420"/>
                </a:lnTo>
                <a:close/>
                <a:moveTo>
                  <a:pt x="756489" y="50459"/>
                </a:moveTo>
                <a:cubicBezTo>
                  <a:pt x="756489" y="52122"/>
                  <a:pt x="756394" y="53762"/>
                  <a:pt x="756204" y="55377"/>
                </a:cubicBezTo>
                <a:cubicBezTo>
                  <a:pt x="756014" y="56992"/>
                  <a:pt x="755752" y="58655"/>
                  <a:pt x="755420" y="60366"/>
                </a:cubicBezTo>
                <a:lnTo>
                  <a:pt x="747366" y="100420"/>
                </a:lnTo>
                <a:cubicBezTo>
                  <a:pt x="747271" y="100800"/>
                  <a:pt x="747117" y="101121"/>
                  <a:pt x="746903" y="101382"/>
                </a:cubicBezTo>
                <a:cubicBezTo>
                  <a:pt x="746689" y="101643"/>
                  <a:pt x="746333" y="101869"/>
                  <a:pt x="745834" y="102059"/>
                </a:cubicBezTo>
                <a:cubicBezTo>
                  <a:pt x="745335" y="102249"/>
                  <a:pt x="744705" y="102392"/>
                  <a:pt x="743945" y="102487"/>
                </a:cubicBezTo>
                <a:cubicBezTo>
                  <a:pt x="743185" y="102582"/>
                  <a:pt x="742211" y="102629"/>
                  <a:pt x="741023" y="102629"/>
                </a:cubicBezTo>
                <a:cubicBezTo>
                  <a:pt x="739883" y="102629"/>
                  <a:pt x="738944" y="102582"/>
                  <a:pt x="738208" y="102487"/>
                </a:cubicBezTo>
                <a:cubicBezTo>
                  <a:pt x="737472" y="102392"/>
                  <a:pt x="736901" y="102249"/>
                  <a:pt x="736498" y="102059"/>
                </a:cubicBezTo>
                <a:cubicBezTo>
                  <a:pt x="736094" y="101869"/>
                  <a:pt x="735832" y="101643"/>
                  <a:pt x="735714" y="101382"/>
                </a:cubicBezTo>
                <a:cubicBezTo>
                  <a:pt x="735595" y="101121"/>
                  <a:pt x="735559" y="100800"/>
                  <a:pt x="735607" y="100420"/>
                </a:cubicBezTo>
                <a:lnTo>
                  <a:pt x="743518" y="60794"/>
                </a:lnTo>
                <a:cubicBezTo>
                  <a:pt x="743850" y="59321"/>
                  <a:pt x="744076" y="57895"/>
                  <a:pt x="744195" y="56517"/>
                </a:cubicBezTo>
                <a:cubicBezTo>
                  <a:pt x="744313" y="55139"/>
                  <a:pt x="744373" y="53928"/>
                  <a:pt x="744373" y="52883"/>
                </a:cubicBezTo>
                <a:cubicBezTo>
                  <a:pt x="744373" y="49984"/>
                  <a:pt x="743755" y="47644"/>
                  <a:pt x="742520" y="45862"/>
                </a:cubicBezTo>
                <a:cubicBezTo>
                  <a:pt x="741284" y="44081"/>
                  <a:pt x="739218" y="43190"/>
                  <a:pt x="736319" y="43190"/>
                </a:cubicBezTo>
                <a:cubicBezTo>
                  <a:pt x="733801" y="43190"/>
                  <a:pt x="731224" y="43914"/>
                  <a:pt x="728587" y="45363"/>
                </a:cubicBezTo>
                <a:cubicBezTo>
                  <a:pt x="725950" y="46813"/>
                  <a:pt x="723503" y="48808"/>
                  <a:pt x="721246" y="51350"/>
                </a:cubicBezTo>
                <a:cubicBezTo>
                  <a:pt x="718989" y="53892"/>
                  <a:pt x="716969" y="56909"/>
                  <a:pt x="715188" y="60402"/>
                </a:cubicBezTo>
                <a:cubicBezTo>
                  <a:pt x="713406" y="63894"/>
                  <a:pt x="712111" y="67683"/>
                  <a:pt x="711303" y="71769"/>
                </a:cubicBezTo>
                <a:lnTo>
                  <a:pt x="705602" y="100420"/>
                </a:lnTo>
                <a:cubicBezTo>
                  <a:pt x="705507" y="100800"/>
                  <a:pt x="705341" y="101121"/>
                  <a:pt x="705103" y="101382"/>
                </a:cubicBezTo>
                <a:cubicBezTo>
                  <a:pt x="704865" y="101643"/>
                  <a:pt x="704509" y="101869"/>
                  <a:pt x="704034" y="102059"/>
                </a:cubicBezTo>
                <a:cubicBezTo>
                  <a:pt x="703559" y="102249"/>
                  <a:pt x="702929" y="102392"/>
                  <a:pt x="702145" y="102487"/>
                </a:cubicBezTo>
                <a:cubicBezTo>
                  <a:pt x="701361" y="102582"/>
                  <a:pt x="700399" y="102629"/>
                  <a:pt x="699259" y="102629"/>
                </a:cubicBezTo>
                <a:cubicBezTo>
                  <a:pt x="698071" y="102629"/>
                  <a:pt x="697109" y="102582"/>
                  <a:pt x="696372" y="102487"/>
                </a:cubicBezTo>
                <a:cubicBezTo>
                  <a:pt x="695636" y="102392"/>
                  <a:pt x="695066" y="102249"/>
                  <a:pt x="694662" y="102059"/>
                </a:cubicBezTo>
                <a:cubicBezTo>
                  <a:pt x="694258" y="101869"/>
                  <a:pt x="693997" y="101643"/>
                  <a:pt x="693878" y="101382"/>
                </a:cubicBezTo>
                <a:cubicBezTo>
                  <a:pt x="693759" y="101121"/>
                  <a:pt x="693747" y="100800"/>
                  <a:pt x="693842" y="100420"/>
                </a:cubicBezTo>
                <a:lnTo>
                  <a:pt x="706742" y="36205"/>
                </a:lnTo>
                <a:cubicBezTo>
                  <a:pt x="706790" y="35873"/>
                  <a:pt x="706920" y="35564"/>
                  <a:pt x="707134" y="35279"/>
                </a:cubicBezTo>
                <a:cubicBezTo>
                  <a:pt x="707348" y="34994"/>
                  <a:pt x="707681" y="34756"/>
                  <a:pt x="708132" y="34566"/>
                </a:cubicBezTo>
                <a:cubicBezTo>
                  <a:pt x="708583" y="34376"/>
                  <a:pt x="709153" y="34245"/>
                  <a:pt x="709842" y="34174"/>
                </a:cubicBezTo>
                <a:cubicBezTo>
                  <a:pt x="710531" y="34103"/>
                  <a:pt x="711351" y="34067"/>
                  <a:pt x="712301" y="34067"/>
                </a:cubicBezTo>
                <a:cubicBezTo>
                  <a:pt x="713299" y="34067"/>
                  <a:pt x="714119" y="34103"/>
                  <a:pt x="714760" y="34174"/>
                </a:cubicBezTo>
                <a:cubicBezTo>
                  <a:pt x="715402" y="34245"/>
                  <a:pt x="715900" y="34376"/>
                  <a:pt x="716257" y="34566"/>
                </a:cubicBezTo>
                <a:cubicBezTo>
                  <a:pt x="716613" y="34756"/>
                  <a:pt x="716839" y="34994"/>
                  <a:pt x="716934" y="35279"/>
                </a:cubicBezTo>
                <a:cubicBezTo>
                  <a:pt x="717029" y="35564"/>
                  <a:pt x="717053" y="35873"/>
                  <a:pt x="717005" y="36205"/>
                </a:cubicBezTo>
                <a:lnTo>
                  <a:pt x="714582" y="48464"/>
                </a:lnTo>
                <a:cubicBezTo>
                  <a:pt x="715295" y="46848"/>
                  <a:pt x="716459" y="45138"/>
                  <a:pt x="718074" y="43332"/>
                </a:cubicBezTo>
                <a:cubicBezTo>
                  <a:pt x="719690" y="41527"/>
                  <a:pt x="721614" y="39864"/>
                  <a:pt x="723847" y="38343"/>
                </a:cubicBezTo>
                <a:cubicBezTo>
                  <a:pt x="726080" y="36823"/>
                  <a:pt x="728539" y="35564"/>
                  <a:pt x="731224" y="34566"/>
                </a:cubicBezTo>
                <a:cubicBezTo>
                  <a:pt x="733908" y="33568"/>
                  <a:pt x="736699" y="33069"/>
                  <a:pt x="739598" y="33069"/>
                </a:cubicBezTo>
                <a:cubicBezTo>
                  <a:pt x="742781" y="33069"/>
                  <a:pt x="745442" y="33556"/>
                  <a:pt x="747580" y="34530"/>
                </a:cubicBezTo>
                <a:cubicBezTo>
                  <a:pt x="749718" y="35504"/>
                  <a:pt x="751452" y="36787"/>
                  <a:pt x="752783" y="38379"/>
                </a:cubicBezTo>
                <a:cubicBezTo>
                  <a:pt x="754113" y="39971"/>
                  <a:pt x="755063" y="41812"/>
                  <a:pt x="755634" y="43902"/>
                </a:cubicBezTo>
                <a:cubicBezTo>
                  <a:pt x="756204" y="45993"/>
                  <a:pt x="756489" y="48179"/>
                  <a:pt x="756489" y="50459"/>
                </a:cubicBezTo>
                <a:close/>
                <a:moveTo>
                  <a:pt x="821037" y="105533"/>
                </a:moveTo>
                <a:cubicBezTo>
                  <a:pt x="820277" y="109337"/>
                  <a:pt x="819053" y="112666"/>
                  <a:pt x="817366" y="115518"/>
                </a:cubicBezTo>
                <a:cubicBezTo>
                  <a:pt x="815680" y="118372"/>
                  <a:pt x="813530" y="120738"/>
                  <a:pt x="810917" y="122616"/>
                </a:cubicBezTo>
                <a:cubicBezTo>
                  <a:pt x="808303" y="124494"/>
                  <a:pt x="805203" y="125909"/>
                  <a:pt x="801616" y="126859"/>
                </a:cubicBezTo>
                <a:cubicBezTo>
                  <a:pt x="798028" y="127811"/>
                  <a:pt x="793954" y="128286"/>
                  <a:pt x="789393" y="128286"/>
                </a:cubicBezTo>
                <a:cubicBezTo>
                  <a:pt x="785449" y="128286"/>
                  <a:pt x="781850" y="127894"/>
                  <a:pt x="778595" y="127110"/>
                </a:cubicBezTo>
                <a:cubicBezTo>
                  <a:pt x="775341" y="126326"/>
                  <a:pt x="772739" y="125388"/>
                  <a:pt x="770791" y="124295"/>
                </a:cubicBezTo>
                <a:cubicBezTo>
                  <a:pt x="770079" y="123820"/>
                  <a:pt x="769592" y="123357"/>
                  <a:pt x="769330" y="122906"/>
                </a:cubicBezTo>
                <a:cubicBezTo>
                  <a:pt x="769069" y="122454"/>
                  <a:pt x="768938" y="121872"/>
                  <a:pt x="768938" y="121159"/>
                </a:cubicBezTo>
                <a:cubicBezTo>
                  <a:pt x="768938" y="120874"/>
                  <a:pt x="768950" y="120470"/>
                  <a:pt x="768974" y="119948"/>
                </a:cubicBezTo>
                <a:cubicBezTo>
                  <a:pt x="768998" y="119425"/>
                  <a:pt x="769069" y="118902"/>
                  <a:pt x="769188" y="118380"/>
                </a:cubicBezTo>
                <a:cubicBezTo>
                  <a:pt x="769307" y="117857"/>
                  <a:pt x="769449" y="117311"/>
                  <a:pt x="769615" y="116741"/>
                </a:cubicBezTo>
                <a:cubicBezTo>
                  <a:pt x="769782" y="116170"/>
                  <a:pt x="769996" y="115660"/>
                  <a:pt x="770257" y="115208"/>
                </a:cubicBezTo>
                <a:cubicBezTo>
                  <a:pt x="770518" y="114757"/>
                  <a:pt x="770839" y="114401"/>
                  <a:pt x="771219" y="114139"/>
                </a:cubicBezTo>
                <a:cubicBezTo>
                  <a:pt x="771599" y="113878"/>
                  <a:pt x="772003" y="113747"/>
                  <a:pt x="772431" y="113747"/>
                </a:cubicBezTo>
                <a:cubicBezTo>
                  <a:pt x="773001" y="113747"/>
                  <a:pt x="773713" y="113997"/>
                  <a:pt x="774569" y="114496"/>
                </a:cubicBezTo>
                <a:cubicBezTo>
                  <a:pt x="775424" y="114995"/>
                  <a:pt x="776564" y="115553"/>
                  <a:pt x="777990" y="116170"/>
                </a:cubicBezTo>
                <a:cubicBezTo>
                  <a:pt x="779415" y="116788"/>
                  <a:pt x="781185" y="117358"/>
                  <a:pt x="783299" y="117881"/>
                </a:cubicBezTo>
                <a:cubicBezTo>
                  <a:pt x="785414" y="118404"/>
                  <a:pt x="788015" y="118665"/>
                  <a:pt x="791103" y="118665"/>
                </a:cubicBezTo>
                <a:cubicBezTo>
                  <a:pt x="793669" y="118665"/>
                  <a:pt x="795985" y="118403"/>
                  <a:pt x="798052" y="117879"/>
                </a:cubicBezTo>
                <a:cubicBezTo>
                  <a:pt x="800119" y="117356"/>
                  <a:pt x="801925" y="116571"/>
                  <a:pt x="803469" y="115525"/>
                </a:cubicBezTo>
                <a:cubicBezTo>
                  <a:pt x="805013" y="114478"/>
                  <a:pt x="806272" y="113145"/>
                  <a:pt x="807246" y="111527"/>
                </a:cubicBezTo>
                <a:cubicBezTo>
                  <a:pt x="808220" y="109910"/>
                  <a:pt x="808945" y="107983"/>
                  <a:pt x="809420" y="105747"/>
                </a:cubicBezTo>
                <a:cubicBezTo>
                  <a:pt x="810228" y="101423"/>
                  <a:pt x="811035" y="97837"/>
                  <a:pt x="811843" y="94988"/>
                </a:cubicBezTo>
                <a:cubicBezTo>
                  <a:pt x="812651" y="92137"/>
                  <a:pt x="813316" y="89927"/>
                  <a:pt x="813839" y="88359"/>
                </a:cubicBezTo>
                <a:cubicBezTo>
                  <a:pt x="813078" y="90119"/>
                  <a:pt x="811867" y="91891"/>
                  <a:pt x="810204" y="93676"/>
                </a:cubicBezTo>
                <a:cubicBezTo>
                  <a:pt x="808541" y="95459"/>
                  <a:pt x="806617" y="97100"/>
                  <a:pt x="804431" y="98598"/>
                </a:cubicBezTo>
                <a:cubicBezTo>
                  <a:pt x="802245" y="100096"/>
                  <a:pt x="799846" y="101308"/>
                  <a:pt x="797233" y="102235"/>
                </a:cubicBezTo>
                <a:cubicBezTo>
                  <a:pt x="794619" y="103163"/>
                  <a:pt x="791959" y="103627"/>
                  <a:pt x="789250" y="103627"/>
                </a:cubicBezTo>
                <a:cubicBezTo>
                  <a:pt x="785687" y="103627"/>
                  <a:pt x="782670" y="103032"/>
                  <a:pt x="780199" y="101843"/>
                </a:cubicBezTo>
                <a:cubicBezTo>
                  <a:pt x="777728" y="100654"/>
                  <a:pt x="775745" y="99025"/>
                  <a:pt x="774248" y="96956"/>
                </a:cubicBezTo>
                <a:cubicBezTo>
                  <a:pt x="772751" y="94888"/>
                  <a:pt x="771670" y="92439"/>
                  <a:pt x="771005" y="89609"/>
                </a:cubicBezTo>
                <a:cubicBezTo>
                  <a:pt x="770340" y="86779"/>
                  <a:pt x="770007" y="83722"/>
                  <a:pt x="770007" y="80440"/>
                </a:cubicBezTo>
                <a:cubicBezTo>
                  <a:pt x="770007" y="77682"/>
                  <a:pt x="770269" y="74580"/>
                  <a:pt x="770791" y="71132"/>
                </a:cubicBezTo>
                <a:cubicBezTo>
                  <a:pt x="771314" y="67683"/>
                  <a:pt x="772146" y="64211"/>
                  <a:pt x="773286" y="60716"/>
                </a:cubicBezTo>
                <a:cubicBezTo>
                  <a:pt x="774426" y="57219"/>
                  <a:pt x="775887" y="53818"/>
                  <a:pt x="777669" y="50513"/>
                </a:cubicBezTo>
                <a:cubicBezTo>
                  <a:pt x="779451" y="47208"/>
                  <a:pt x="781601" y="44259"/>
                  <a:pt x="784119" y="41666"/>
                </a:cubicBezTo>
                <a:cubicBezTo>
                  <a:pt x="786637" y="39074"/>
                  <a:pt x="789547" y="36993"/>
                  <a:pt x="792850" y="35424"/>
                </a:cubicBezTo>
                <a:cubicBezTo>
                  <a:pt x="796152" y="33854"/>
                  <a:pt x="799893" y="33069"/>
                  <a:pt x="804075" y="33069"/>
                </a:cubicBezTo>
                <a:cubicBezTo>
                  <a:pt x="808303" y="33069"/>
                  <a:pt x="811926" y="33925"/>
                  <a:pt x="814943" y="35637"/>
                </a:cubicBezTo>
                <a:cubicBezTo>
                  <a:pt x="817960" y="37349"/>
                  <a:pt x="820657" y="39703"/>
                  <a:pt x="823032" y="42700"/>
                </a:cubicBezTo>
                <a:lnTo>
                  <a:pt x="824387" y="36207"/>
                </a:lnTo>
                <a:cubicBezTo>
                  <a:pt x="824577" y="35446"/>
                  <a:pt x="825123" y="34899"/>
                  <a:pt x="826026" y="34566"/>
                </a:cubicBezTo>
                <a:cubicBezTo>
                  <a:pt x="826929" y="34233"/>
                  <a:pt x="828330" y="34067"/>
                  <a:pt x="830231" y="34067"/>
                </a:cubicBezTo>
                <a:cubicBezTo>
                  <a:pt x="831181" y="34067"/>
                  <a:pt x="831977" y="34103"/>
                  <a:pt x="832618" y="34174"/>
                </a:cubicBezTo>
                <a:cubicBezTo>
                  <a:pt x="833260" y="34245"/>
                  <a:pt x="833771" y="34376"/>
                  <a:pt x="834151" y="34566"/>
                </a:cubicBezTo>
                <a:cubicBezTo>
                  <a:pt x="834531" y="34756"/>
                  <a:pt x="834768" y="34994"/>
                  <a:pt x="834863" y="35281"/>
                </a:cubicBezTo>
                <a:cubicBezTo>
                  <a:pt x="834958" y="35566"/>
                  <a:pt x="834982" y="35875"/>
                  <a:pt x="834935" y="36207"/>
                </a:cubicBezTo>
                <a:lnTo>
                  <a:pt x="821037" y="105533"/>
                </a:lnTo>
                <a:moveTo>
                  <a:pt x="819897" y="53045"/>
                </a:moveTo>
                <a:cubicBezTo>
                  <a:pt x="817663" y="49761"/>
                  <a:pt x="815252" y="47297"/>
                  <a:pt x="812663" y="45655"/>
                </a:cubicBezTo>
                <a:cubicBezTo>
                  <a:pt x="810073" y="44012"/>
                  <a:pt x="807163" y="43190"/>
                  <a:pt x="803932" y="43190"/>
                </a:cubicBezTo>
                <a:cubicBezTo>
                  <a:pt x="801366" y="43190"/>
                  <a:pt x="799062" y="43784"/>
                  <a:pt x="797019" y="44974"/>
                </a:cubicBezTo>
                <a:cubicBezTo>
                  <a:pt x="794976" y="46163"/>
                  <a:pt x="793158" y="47745"/>
                  <a:pt x="791567" y="49720"/>
                </a:cubicBezTo>
                <a:cubicBezTo>
                  <a:pt x="789975" y="51695"/>
                  <a:pt x="788585" y="53967"/>
                  <a:pt x="787397" y="56537"/>
                </a:cubicBezTo>
                <a:cubicBezTo>
                  <a:pt x="786210" y="59106"/>
                  <a:pt x="785247" y="61735"/>
                  <a:pt x="784511" y="64424"/>
                </a:cubicBezTo>
                <a:cubicBezTo>
                  <a:pt x="783774" y="67111"/>
                  <a:pt x="783228" y="69776"/>
                  <a:pt x="782872" y="72417"/>
                </a:cubicBezTo>
                <a:cubicBezTo>
                  <a:pt x="782515" y="75057"/>
                  <a:pt x="782337" y="77448"/>
                  <a:pt x="782337" y="79589"/>
                </a:cubicBezTo>
                <a:cubicBezTo>
                  <a:pt x="782337" y="81635"/>
                  <a:pt x="782515" y="83515"/>
                  <a:pt x="782872" y="85228"/>
                </a:cubicBezTo>
                <a:cubicBezTo>
                  <a:pt x="783228" y="86940"/>
                  <a:pt x="783798" y="88403"/>
                  <a:pt x="784582" y="89618"/>
                </a:cubicBezTo>
                <a:cubicBezTo>
                  <a:pt x="785366" y="90831"/>
                  <a:pt x="786388" y="91795"/>
                  <a:pt x="787647" y="92509"/>
                </a:cubicBezTo>
                <a:cubicBezTo>
                  <a:pt x="788906" y="93221"/>
                  <a:pt x="790438" y="93578"/>
                  <a:pt x="792244" y="93578"/>
                </a:cubicBezTo>
                <a:cubicBezTo>
                  <a:pt x="794857" y="93578"/>
                  <a:pt x="797482" y="92852"/>
                  <a:pt x="800119" y="91402"/>
                </a:cubicBezTo>
                <a:cubicBezTo>
                  <a:pt x="802756" y="89950"/>
                  <a:pt x="805215" y="87939"/>
                  <a:pt x="807496" y="85371"/>
                </a:cubicBezTo>
                <a:cubicBezTo>
                  <a:pt x="809776" y="82800"/>
                  <a:pt x="811796" y="79767"/>
                  <a:pt x="813554" y="76270"/>
                </a:cubicBezTo>
                <a:cubicBezTo>
                  <a:pt x="815312" y="72774"/>
                  <a:pt x="816618" y="68955"/>
                  <a:pt x="817473" y="64816"/>
                </a:cubicBezTo>
                <a:lnTo>
                  <a:pt x="819897" y="53045"/>
                </a:lnTo>
                <a:close/>
                <a:moveTo>
                  <a:pt x="921316" y="36918"/>
                </a:moveTo>
                <a:cubicBezTo>
                  <a:pt x="921316" y="37346"/>
                  <a:pt x="921292" y="37809"/>
                  <a:pt x="921245" y="38308"/>
                </a:cubicBezTo>
                <a:cubicBezTo>
                  <a:pt x="921197" y="38807"/>
                  <a:pt x="921102" y="39317"/>
                  <a:pt x="920960" y="39840"/>
                </a:cubicBezTo>
                <a:cubicBezTo>
                  <a:pt x="920817" y="40363"/>
                  <a:pt x="920627" y="40885"/>
                  <a:pt x="920390" y="41408"/>
                </a:cubicBezTo>
                <a:cubicBezTo>
                  <a:pt x="920152" y="41931"/>
                  <a:pt x="919903" y="42394"/>
                  <a:pt x="919641" y="42798"/>
                </a:cubicBezTo>
                <a:cubicBezTo>
                  <a:pt x="919380" y="43202"/>
                  <a:pt x="919083" y="43522"/>
                  <a:pt x="918750" y="43760"/>
                </a:cubicBezTo>
                <a:cubicBezTo>
                  <a:pt x="918418" y="43997"/>
                  <a:pt x="918038" y="44116"/>
                  <a:pt x="917610" y="44116"/>
                </a:cubicBezTo>
                <a:lnTo>
                  <a:pt x="901218" y="44116"/>
                </a:lnTo>
                <a:lnTo>
                  <a:pt x="894020" y="79987"/>
                </a:lnTo>
                <a:cubicBezTo>
                  <a:pt x="893830" y="80988"/>
                  <a:pt x="893663" y="82109"/>
                  <a:pt x="893521" y="83351"/>
                </a:cubicBezTo>
                <a:cubicBezTo>
                  <a:pt x="893378" y="84590"/>
                  <a:pt x="893307" y="85616"/>
                  <a:pt x="893307" y="86426"/>
                </a:cubicBezTo>
                <a:cubicBezTo>
                  <a:pt x="893307" y="88858"/>
                  <a:pt x="893818" y="90635"/>
                  <a:pt x="894839" y="91756"/>
                </a:cubicBezTo>
                <a:cubicBezTo>
                  <a:pt x="895861" y="92875"/>
                  <a:pt x="897512" y="93435"/>
                  <a:pt x="899793" y="93435"/>
                </a:cubicBezTo>
                <a:cubicBezTo>
                  <a:pt x="901075" y="93435"/>
                  <a:pt x="902192" y="93328"/>
                  <a:pt x="903142" y="93115"/>
                </a:cubicBezTo>
                <a:cubicBezTo>
                  <a:pt x="904092" y="92901"/>
                  <a:pt x="904912" y="92675"/>
                  <a:pt x="905601" y="92437"/>
                </a:cubicBezTo>
                <a:cubicBezTo>
                  <a:pt x="906290" y="92200"/>
                  <a:pt x="906896" y="91974"/>
                  <a:pt x="907418" y="91760"/>
                </a:cubicBezTo>
                <a:cubicBezTo>
                  <a:pt x="907941" y="91547"/>
                  <a:pt x="908392" y="91440"/>
                  <a:pt x="908773" y="91440"/>
                </a:cubicBezTo>
                <a:cubicBezTo>
                  <a:pt x="909153" y="91440"/>
                  <a:pt x="909450" y="91570"/>
                  <a:pt x="909663" y="91832"/>
                </a:cubicBezTo>
                <a:cubicBezTo>
                  <a:pt x="909877" y="92093"/>
                  <a:pt x="909984" y="92580"/>
                  <a:pt x="909984" y="93293"/>
                </a:cubicBezTo>
                <a:cubicBezTo>
                  <a:pt x="909984" y="93910"/>
                  <a:pt x="909925" y="94587"/>
                  <a:pt x="909806" y="95324"/>
                </a:cubicBezTo>
                <a:cubicBezTo>
                  <a:pt x="909687" y="96060"/>
                  <a:pt x="909533" y="96785"/>
                  <a:pt x="909343" y="97498"/>
                </a:cubicBezTo>
                <a:cubicBezTo>
                  <a:pt x="909153" y="98210"/>
                  <a:pt x="908915" y="98852"/>
                  <a:pt x="908630" y="99422"/>
                </a:cubicBezTo>
                <a:cubicBezTo>
                  <a:pt x="908345" y="99992"/>
                  <a:pt x="908036" y="100444"/>
                  <a:pt x="907704" y="100776"/>
                </a:cubicBezTo>
                <a:cubicBezTo>
                  <a:pt x="907323" y="101109"/>
                  <a:pt x="906753" y="101441"/>
                  <a:pt x="905993" y="101774"/>
                </a:cubicBezTo>
                <a:cubicBezTo>
                  <a:pt x="905233" y="102106"/>
                  <a:pt x="904354" y="102403"/>
                  <a:pt x="903356" y="102665"/>
                </a:cubicBezTo>
                <a:cubicBezTo>
                  <a:pt x="902358" y="102926"/>
                  <a:pt x="901301" y="103128"/>
                  <a:pt x="900185" y="103271"/>
                </a:cubicBezTo>
                <a:cubicBezTo>
                  <a:pt x="899068" y="103413"/>
                  <a:pt x="897963" y="103484"/>
                  <a:pt x="896870" y="103484"/>
                </a:cubicBezTo>
                <a:cubicBezTo>
                  <a:pt x="894210" y="103484"/>
                  <a:pt x="891905" y="103199"/>
                  <a:pt x="889957" y="102627"/>
                </a:cubicBezTo>
                <a:cubicBezTo>
                  <a:pt x="888009" y="102055"/>
                  <a:pt x="886370" y="101163"/>
                  <a:pt x="885040" y="99950"/>
                </a:cubicBezTo>
                <a:cubicBezTo>
                  <a:pt x="883709" y="98735"/>
                  <a:pt x="882723" y="97212"/>
                  <a:pt x="882082" y="95380"/>
                </a:cubicBezTo>
                <a:cubicBezTo>
                  <a:pt x="881440" y="93546"/>
                  <a:pt x="881120" y="91344"/>
                  <a:pt x="881120" y="88774"/>
                </a:cubicBezTo>
                <a:cubicBezTo>
                  <a:pt x="881120" y="88202"/>
                  <a:pt x="881143" y="87571"/>
                  <a:pt x="881191" y="86881"/>
                </a:cubicBezTo>
                <a:cubicBezTo>
                  <a:pt x="881239" y="86190"/>
                  <a:pt x="881322" y="85464"/>
                  <a:pt x="881440" y="84702"/>
                </a:cubicBezTo>
                <a:cubicBezTo>
                  <a:pt x="881559" y="83941"/>
                  <a:pt x="881678" y="83179"/>
                  <a:pt x="881797" y="82417"/>
                </a:cubicBezTo>
                <a:cubicBezTo>
                  <a:pt x="881916" y="81656"/>
                  <a:pt x="882046" y="80941"/>
                  <a:pt x="882189" y="80275"/>
                </a:cubicBezTo>
                <a:lnTo>
                  <a:pt x="889387" y="44116"/>
                </a:lnTo>
                <a:lnTo>
                  <a:pt x="880478" y="44116"/>
                </a:lnTo>
                <a:cubicBezTo>
                  <a:pt x="879956" y="44116"/>
                  <a:pt x="879552" y="43962"/>
                  <a:pt x="879267" y="43653"/>
                </a:cubicBezTo>
                <a:cubicBezTo>
                  <a:pt x="878982" y="43344"/>
                  <a:pt x="878839" y="42738"/>
                  <a:pt x="878839" y="41836"/>
                </a:cubicBezTo>
                <a:cubicBezTo>
                  <a:pt x="878839" y="41170"/>
                  <a:pt x="878910" y="40398"/>
                  <a:pt x="879053" y="39519"/>
                </a:cubicBezTo>
                <a:cubicBezTo>
                  <a:pt x="879195" y="38640"/>
                  <a:pt x="879409" y="37821"/>
                  <a:pt x="879694" y="37061"/>
                </a:cubicBezTo>
                <a:cubicBezTo>
                  <a:pt x="879979" y="36300"/>
                  <a:pt x="880348" y="35659"/>
                  <a:pt x="880799" y="35136"/>
                </a:cubicBezTo>
                <a:cubicBezTo>
                  <a:pt x="881250" y="34614"/>
                  <a:pt x="881785" y="34352"/>
                  <a:pt x="882403" y="34352"/>
                </a:cubicBezTo>
                <a:lnTo>
                  <a:pt x="891383" y="34352"/>
                </a:lnTo>
                <a:lnTo>
                  <a:pt x="894447" y="19100"/>
                </a:lnTo>
                <a:cubicBezTo>
                  <a:pt x="894495" y="18768"/>
                  <a:pt x="894649" y="18459"/>
                  <a:pt x="894911" y="18174"/>
                </a:cubicBezTo>
                <a:cubicBezTo>
                  <a:pt x="895172" y="17889"/>
                  <a:pt x="895540" y="17639"/>
                  <a:pt x="896015" y="17426"/>
                </a:cubicBezTo>
                <a:cubicBezTo>
                  <a:pt x="896490" y="17212"/>
                  <a:pt x="897120" y="17057"/>
                  <a:pt x="897904" y="16962"/>
                </a:cubicBezTo>
                <a:cubicBezTo>
                  <a:pt x="898688" y="16867"/>
                  <a:pt x="899650" y="16820"/>
                  <a:pt x="900790" y="16820"/>
                </a:cubicBezTo>
                <a:cubicBezTo>
                  <a:pt x="901931" y="16820"/>
                  <a:pt x="902869" y="16867"/>
                  <a:pt x="903605" y="16962"/>
                </a:cubicBezTo>
                <a:cubicBezTo>
                  <a:pt x="904342" y="17057"/>
                  <a:pt x="904912" y="17212"/>
                  <a:pt x="905316" y="17426"/>
                </a:cubicBezTo>
                <a:cubicBezTo>
                  <a:pt x="905720" y="17639"/>
                  <a:pt x="905981" y="17889"/>
                  <a:pt x="906100" y="18174"/>
                </a:cubicBezTo>
                <a:cubicBezTo>
                  <a:pt x="906219" y="18459"/>
                  <a:pt x="906254" y="18768"/>
                  <a:pt x="906207" y="19100"/>
                </a:cubicBezTo>
                <a:lnTo>
                  <a:pt x="903142" y="34352"/>
                </a:lnTo>
                <a:lnTo>
                  <a:pt x="919534" y="34352"/>
                </a:lnTo>
                <a:cubicBezTo>
                  <a:pt x="920247" y="34352"/>
                  <a:pt x="920722" y="34614"/>
                  <a:pt x="920960" y="35136"/>
                </a:cubicBezTo>
                <a:cubicBezTo>
                  <a:pt x="921197" y="35659"/>
                  <a:pt x="921316" y="36253"/>
                  <a:pt x="921316" y="36918"/>
                </a:cubicBezTo>
                <a:close/>
                <a:moveTo>
                  <a:pt x="975655" y="100420"/>
                </a:moveTo>
                <a:cubicBezTo>
                  <a:pt x="975465" y="101227"/>
                  <a:pt x="974943" y="101798"/>
                  <a:pt x="974087" y="102130"/>
                </a:cubicBezTo>
                <a:cubicBezTo>
                  <a:pt x="973232" y="102463"/>
                  <a:pt x="971807" y="102629"/>
                  <a:pt x="969811" y="102629"/>
                </a:cubicBezTo>
                <a:cubicBezTo>
                  <a:pt x="968861" y="102629"/>
                  <a:pt x="968077" y="102582"/>
                  <a:pt x="967459" y="102487"/>
                </a:cubicBezTo>
                <a:cubicBezTo>
                  <a:pt x="966842" y="102392"/>
                  <a:pt x="966343" y="102261"/>
                  <a:pt x="965963" y="102095"/>
                </a:cubicBezTo>
                <a:cubicBezTo>
                  <a:pt x="965583" y="101928"/>
                  <a:pt x="965321" y="101714"/>
                  <a:pt x="965179" y="101453"/>
                </a:cubicBezTo>
                <a:cubicBezTo>
                  <a:pt x="965036" y="101192"/>
                  <a:pt x="965036" y="100847"/>
                  <a:pt x="965179" y="100420"/>
                </a:cubicBezTo>
                <a:lnTo>
                  <a:pt x="967531" y="88304"/>
                </a:lnTo>
                <a:cubicBezTo>
                  <a:pt x="966913" y="89832"/>
                  <a:pt x="965796" y="91503"/>
                  <a:pt x="964181" y="93317"/>
                </a:cubicBezTo>
                <a:cubicBezTo>
                  <a:pt x="962565" y="95130"/>
                  <a:pt x="960653" y="96801"/>
                  <a:pt x="958444" y="98328"/>
                </a:cubicBezTo>
                <a:cubicBezTo>
                  <a:pt x="956234" y="99856"/>
                  <a:pt x="953775" y="101121"/>
                  <a:pt x="951067" y="102124"/>
                </a:cubicBezTo>
                <a:cubicBezTo>
                  <a:pt x="948359" y="103126"/>
                  <a:pt x="945603" y="103627"/>
                  <a:pt x="942800" y="103627"/>
                </a:cubicBezTo>
                <a:cubicBezTo>
                  <a:pt x="938999" y="103627"/>
                  <a:pt x="935851" y="102961"/>
                  <a:pt x="933357" y="101629"/>
                </a:cubicBezTo>
                <a:cubicBezTo>
                  <a:pt x="930862" y="100297"/>
                  <a:pt x="928878" y="98538"/>
                  <a:pt x="927405" y="96351"/>
                </a:cubicBezTo>
                <a:cubicBezTo>
                  <a:pt x="925933" y="94162"/>
                  <a:pt x="924923" y="91688"/>
                  <a:pt x="924376" y="88930"/>
                </a:cubicBezTo>
                <a:cubicBezTo>
                  <a:pt x="923830" y="86171"/>
                  <a:pt x="923557" y="83341"/>
                  <a:pt x="923557" y="80440"/>
                </a:cubicBezTo>
                <a:cubicBezTo>
                  <a:pt x="923557" y="77777"/>
                  <a:pt x="923806" y="74758"/>
                  <a:pt x="924305" y="71382"/>
                </a:cubicBezTo>
                <a:cubicBezTo>
                  <a:pt x="924804" y="68004"/>
                  <a:pt x="925612" y="64555"/>
                  <a:pt x="926728" y="61036"/>
                </a:cubicBezTo>
                <a:cubicBezTo>
                  <a:pt x="927845" y="57516"/>
                  <a:pt x="929294" y="54091"/>
                  <a:pt x="931076" y="50762"/>
                </a:cubicBezTo>
                <a:cubicBezTo>
                  <a:pt x="932858" y="47433"/>
                  <a:pt x="935008" y="44449"/>
                  <a:pt x="937526" y="41809"/>
                </a:cubicBezTo>
                <a:cubicBezTo>
                  <a:pt x="940044" y="39169"/>
                  <a:pt x="942966" y="37052"/>
                  <a:pt x="946292" y="35459"/>
                </a:cubicBezTo>
                <a:cubicBezTo>
                  <a:pt x="949618" y="33866"/>
                  <a:pt x="953395" y="33069"/>
                  <a:pt x="957624" y="33069"/>
                </a:cubicBezTo>
                <a:cubicBezTo>
                  <a:pt x="961853" y="33069"/>
                  <a:pt x="965476" y="33925"/>
                  <a:pt x="968493" y="35635"/>
                </a:cubicBezTo>
                <a:cubicBezTo>
                  <a:pt x="971510" y="37346"/>
                  <a:pt x="974206" y="39698"/>
                  <a:pt x="976582" y="42691"/>
                </a:cubicBezTo>
                <a:lnTo>
                  <a:pt x="977936" y="36205"/>
                </a:lnTo>
                <a:cubicBezTo>
                  <a:pt x="978126" y="35445"/>
                  <a:pt x="978673" y="34899"/>
                  <a:pt x="979575" y="34566"/>
                </a:cubicBezTo>
                <a:cubicBezTo>
                  <a:pt x="980478" y="34233"/>
                  <a:pt x="981880" y="34067"/>
                  <a:pt x="983780" y="34067"/>
                </a:cubicBezTo>
                <a:cubicBezTo>
                  <a:pt x="984730" y="34067"/>
                  <a:pt x="985526" y="34103"/>
                  <a:pt x="986168" y="34174"/>
                </a:cubicBezTo>
                <a:cubicBezTo>
                  <a:pt x="986809" y="34245"/>
                  <a:pt x="987320" y="34376"/>
                  <a:pt x="987700" y="34566"/>
                </a:cubicBezTo>
                <a:cubicBezTo>
                  <a:pt x="988080" y="34756"/>
                  <a:pt x="988318" y="34994"/>
                  <a:pt x="988413" y="35279"/>
                </a:cubicBezTo>
                <a:cubicBezTo>
                  <a:pt x="988508" y="35564"/>
                  <a:pt x="988532" y="35873"/>
                  <a:pt x="988484" y="36205"/>
                </a:cubicBezTo>
                <a:lnTo>
                  <a:pt x="975655" y="100420"/>
                </a:lnTo>
                <a:moveTo>
                  <a:pt x="973446" y="53025"/>
                </a:moveTo>
                <a:cubicBezTo>
                  <a:pt x="971213" y="49747"/>
                  <a:pt x="968802" y="47288"/>
                  <a:pt x="966212" y="45649"/>
                </a:cubicBezTo>
                <a:cubicBezTo>
                  <a:pt x="963623" y="44009"/>
                  <a:pt x="960712" y="43190"/>
                  <a:pt x="957482" y="43190"/>
                </a:cubicBezTo>
                <a:cubicBezTo>
                  <a:pt x="954916" y="43190"/>
                  <a:pt x="952599" y="43796"/>
                  <a:pt x="950533" y="45009"/>
                </a:cubicBezTo>
                <a:cubicBezTo>
                  <a:pt x="948466" y="46222"/>
                  <a:pt x="946637" y="47828"/>
                  <a:pt x="945045" y="49827"/>
                </a:cubicBezTo>
                <a:cubicBezTo>
                  <a:pt x="943453" y="51825"/>
                  <a:pt x="942075" y="54098"/>
                  <a:pt x="940911" y="56644"/>
                </a:cubicBezTo>
                <a:cubicBezTo>
                  <a:pt x="939747" y="59189"/>
                  <a:pt x="938797" y="61818"/>
                  <a:pt x="938060" y="64531"/>
                </a:cubicBezTo>
                <a:cubicBezTo>
                  <a:pt x="937324" y="67242"/>
                  <a:pt x="936778" y="69906"/>
                  <a:pt x="936421" y="72524"/>
                </a:cubicBezTo>
                <a:cubicBezTo>
                  <a:pt x="936065" y="75140"/>
                  <a:pt x="935887" y="77495"/>
                  <a:pt x="935887" y="79589"/>
                </a:cubicBezTo>
                <a:cubicBezTo>
                  <a:pt x="935887" y="81255"/>
                  <a:pt x="936017" y="82909"/>
                  <a:pt x="936279" y="84551"/>
                </a:cubicBezTo>
                <a:cubicBezTo>
                  <a:pt x="936540" y="86192"/>
                  <a:pt x="937039" y="87690"/>
                  <a:pt x="937775" y="89045"/>
                </a:cubicBezTo>
                <a:cubicBezTo>
                  <a:pt x="938512" y="90401"/>
                  <a:pt x="939521" y="91495"/>
                  <a:pt x="940804" y="92328"/>
                </a:cubicBezTo>
                <a:cubicBezTo>
                  <a:pt x="942087" y="93161"/>
                  <a:pt x="943750" y="93578"/>
                  <a:pt x="945793" y="93578"/>
                </a:cubicBezTo>
                <a:cubicBezTo>
                  <a:pt x="948406" y="93578"/>
                  <a:pt x="951032" y="92852"/>
                  <a:pt x="953669" y="91400"/>
                </a:cubicBezTo>
                <a:cubicBezTo>
                  <a:pt x="956306" y="89946"/>
                  <a:pt x="958764" y="87933"/>
                  <a:pt x="961045" y="85362"/>
                </a:cubicBezTo>
                <a:cubicBezTo>
                  <a:pt x="963326" y="82790"/>
                  <a:pt x="965345" y="79765"/>
                  <a:pt x="967103" y="76288"/>
                </a:cubicBezTo>
                <a:cubicBezTo>
                  <a:pt x="968861" y="72811"/>
                  <a:pt x="970168" y="68976"/>
                  <a:pt x="971023" y="64785"/>
                </a:cubicBezTo>
                <a:lnTo>
                  <a:pt x="973446" y="53025"/>
                </a:lnTo>
                <a:close/>
                <a:moveTo>
                  <a:pt x="1062368" y="56328"/>
                </a:moveTo>
                <a:cubicBezTo>
                  <a:pt x="1062368" y="59180"/>
                  <a:pt x="1062107" y="62331"/>
                  <a:pt x="1061584" y="65780"/>
                </a:cubicBezTo>
                <a:cubicBezTo>
                  <a:pt x="1061062" y="69228"/>
                  <a:pt x="1060218" y="72700"/>
                  <a:pt x="1059054" y="76197"/>
                </a:cubicBezTo>
                <a:cubicBezTo>
                  <a:pt x="1057890" y="79692"/>
                  <a:pt x="1056429" y="83092"/>
                  <a:pt x="1054671" y="86397"/>
                </a:cubicBezTo>
                <a:cubicBezTo>
                  <a:pt x="1052913" y="89702"/>
                  <a:pt x="1050763" y="92628"/>
                  <a:pt x="1048221" y="95172"/>
                </a:cubicBezTo>
                <a:cubicBezTo>
                  <a:pt x="1045679" y="97717"/>
                  <a:pt x="1042757" y="99763"/>
                  <a:pt x="1039455" y="101308"/>
                </a:cubicBezTo>
                <a:cubicBezTo>
                  <a:pt x="1036153" y="102854"/>
                  <a:pt x="1032435" y="103627"/>
                  <a:pt x="1028301" y="103627"/>
                </a:cubicBezTo>
                <a:cubicBezTo>
                  <a:pt x="1024025" y="103627"/>
                  <a:pt x="1020366" y="102818"/>
                  <a:pt x="1017325" y="101201"/>
                </a:cubicBezTo>
                <a:cubicBezTo>
                  <a:pt x="1014285" y="99585"/>
                  <a:pt x="1011576" y="97254"/>
                  <a:pt x="1009201" y="94210"/>
                </a:cubicBezTo>
                <a:lnTo>
                  <a:pt x="1007918" y="100418"/>
                </a:lnTo>
                <a:cubicBezTo>
                  <a:pt x="1007823" y="101227"/>
                  <a:pt x="1007312" y="101798"/>
                  <a:pt x="1006385" y="102130"/>
                </a:cubicBezTo>
                <a:cubicBezTo>
                  <a:pt x="1005459" y="102463"/>
                  <a:pt x="1004045" y="102629"/>
                  <a:pt x="1002145" y="102629"/>
                </a:cubicBezTo>
                <a:cubicBezTo>
                  <a:pt x="1000149" y="102629"/>
                  <a:pt x="998819" y="102439"/>
                  <a:pt x="998154" y="102059"/>
                </a:cubicBezTo>
                <a:cubicBezTo>
                  <a:pt x="997489" y="101677"/>
                  <a:pt x="997251" y="101130"/>
                  <a:pt x="997441" y="100418"/>
                </a:cubicBezTo>
                <a:lnTo>
                  <a:pt x="1016399" y="5134"/>
                </a:lnTo>
                <a:cubicBezTo>
                  <a:pt x="1016494" y="4754"/>
                  <a:pt x="1016648" y="4421"/>
                  <a:pt x="1016862" y="4136"/>
                </a:cubicBezTo>
                <a:cubicBezTo>
                  <a:pt x="1017076" y="3849"/>
                  <a:pt x="1017432" y="3611"/>
                  <a:pt x="1017931" y="3421"/>
                </a:cubicBezTo>
                <a:cubicBezTo>
                  <a:pt x="1018430" y="3231"/>
                  <a:pt x="1019072" y="3088"/>
                  <a:pt x="1019856" y="2993"/>
                </a:cubicBezTo>
                <a:cubicBezTo>
                  <a:pt x="1020640" y="2898"/>
                  <a:pt x="1021625" y="2851"/>
                  <a:pt x="1022813" y="2851"/>
                </a:cubicBezTo>
                <a:cubicBezTo>
                  <a:pt x="1023954" y="2851"/>
                  <a:pt x="1024880" y="2898"/>
                  <a:pt x="1025593" y="2993"/>
                </a:cubicBezTo>
                <a:cubicBezTo>
                  <a:pt x="1026306" y="3088"/>
                  <a:pt x="1026876" y="3231"/>
                  <a:pt x="1027303" y="3421"/>
                </a:cubicBezTo>
                <a:cubicBezTo>
                  <a:pt x="1027731" y="3611"/>
                  <a:pt x="1027992" y="3849"/>
                  <a:pt x="1028087" y="4136"/>
                </a:cubicBezTo>
                <a:cubicBezTo>
                  <a:pt x="1028182" y="4421"/>
                  <a:pt x="1028206" y="4754"/>
                  <a:pt x="1028159" y="5134"/>
                </a:cubicBezTo>
                <a:lnTo>
                  <a:pt x="1022457" y="33840"/>
                </a:lnTo>
                <a:cubicBezTo>
                  <a:pt x="1022219" y="35078"/>
                  <a:pt x="1021934" y="36364"/>
                  <a:pt x="1021602" y="37697"/>
                </a:cubicBezTo>
                <a:cubicBezTo>
                  <a:pt x="1021269" y="39029"/>
                  <a:pt x="1020925" y="40350"/>
                  <a:pt x="1020568" y="41660"/>
                </a:cubicBezTo>
                <a:cubicBezTo>
                  <a:pt x="1020212" y="42969"/>
                  <a:pt x="1019856" y="44208"/>
                  <a:pt x="1019499" y="45375"/>
                </a:cubicBezTo>
                <a:cubicBezTo>
                  <a:pt x="1019143" y="46540"/>
                  <a:pt x="1018822" y="47551"/>
                  <a:pt x="1018537" y="48408"/>
                </a:cubicBezTo>
                <a:cubicBezTo>
                  <a:pt x="1019297" y="46744"/>
                  <a:pt x="1020497" y="45020"/>
                  <a:pt x="1022136" y="43237"/>
                </a:cubicBezTo>
                <a:cubicBezTo>
                  <a:pt x="1023775" y="41452"/>
                  <a:pt x="1025700" y="39810"/>
                  <a:pt x="1027909" y="38312"/>
                </a:cubicBezTo>
                <a:cubicBezTo>
                  <a:pt x="1030118" y="36814"/>
                  <a:pt x="1032530" y="35566"/>
                  <a:pt x="1035143" y="34568"/>
                </a:cubicBezTo>
                <a:cubicBezTo>
                  <a:pt x="1037756" y="33569"/>
                  <a:pt x="1040393" y="33069"/>
                  <a:pt x="1043054" y="33069"/>
                </a:cubicBezTo>
                <a:cubicBezTo>
                  <a:pt x="1045905" y="33069"/>
                  <a:pt x="1048352" y="33450"/>
                  <a:pt x="1050395" y="34212"/>
                </a:cubicBezTo>
                <a:cubicBezTo>
                  <a:pt x="1052438" y="34972"/>
                  <a:pt x="1054172" y="35983"/>
                  <a:pt x="1055598" y="37243"/>
                </a:cubicBezTo>
                <a:cubicBezTo>
                  <a:pt x="1057023" y="38504"/>
                  <a:pt x="1058175" y="39943"/>
                  <a:pt x="1059054" y="41559"/>
                </a:cubicBezTo>
                <a:cubicBezTo>
                  <a:pt x="1059933" y="43176"/>
                  <a:pt x="1060610" y="44841"/>
                  <a:pt x="1061085" y="46553"/>
                </a:cubicBezTo>
                <a:cubicBezTo>
                  <a:pt x="1061561" y="48265"/>
                  <a:pt x="1061893" y="49966"/>
                  <a:pt x="1062083" y="51655"/>
                </a:cubicBezTo>
                <a:cubicBezTo>
                  <a:pt x="1062273" y="53344"/>
                  <a:pt x="1062368" y="54901"/>
                  <a:pt x="1062368" y="56328"/>
                </a:cubicBezTo>
                <a:moveTo>
                  <a:pt x="1050039" y="57321"/>
                </a:moveTo>
                <a:cubicBezTo>
                  <a:pt x="1050039" y="56037"/>
                  <a:pt x="1049920" y="54563"/>
                  <a:pt x="1049682" y="52898"/>
                </a:cubicBezTo>
                <a:cubicBezTo>
                  <a:pt x="1049445" y="51232"/>
                  <a:pt x="1048981" y="49686"/>
                  <a:pt x="1048292" y="48259"/>
                </a:cubicBezTo>
                <a:cubicBezTo>
                  <a:pt x="1047603" y="46830"/>
                  <a:pt x="1046606" y="45629"/>
                  <a:pt x="1045299" y="44653"/>
                </a:cubicBezTo>
                <a:cubicBezTo>
                  <a:pt x="1043992" y="43678"/>
                  <a:pt x="1042246" y="43190"/>
                  <a:pt x="1040061" y="43190"/>
                </a:cubicBezTo>
                <a:cubicBezTo>
                  <a:pt x="1037495" y="43190"/>
                  <a:pt x="1034882" y="43928"/>
                  <a:pt x="1032221" y="45404"/>
                </a:cubicBezTo>
                <a:cubicBezTo>
                  <a:pt x="1029560" y="46878"/>
                  <a:pt x="1027089" y="48912"/>
                  <a:pt x="1024809" y="51506"/>
                </a:cubicBezTo>
                <a:cubicBezTo>
                  <a:pt x="1022528" y="54099"/>
                  <a:pt x="1020497" y="57143"/>
                  <a:pt x="1018715" y="60640"/>
                </a:cubicBezTo>
                <a:cubicBezTo>
                  <a:pt x="1016933" y="64137"/>
                  <a:pt x="1015639" y="67955"/>
                  <a:pt x="1014831" y="72094"/>
                </a:cubicBezTo>
                <a:lnTo>
                  <a:pt x="1012479" y="83936"/>
                </a:lnTo>
                <a:cubicBezTo>
                  <a:pt x="1014712" y="87222"/>
                  <a:pt x="1017112" y="89651"/>
                  <a:pt x="1019677" y="91221"/>
                </a:cubicBezTo>
                <a:cubicBezTo>
                  <a:pt x="1022243" y="92792"/>
                  <a:pt x="1025141" y="93578"/>
                  <a:pt x="1028372" y="93578"/>
                </a:cubicBezTo>
                <a:cubicBezTo>
                  <a:pt x="1030843" y="93578"/>
                  <a:pt x="1033076" y="93007"/>
                  <a:pt x="1035072" y="91865"/>
                </a:cubicBezTo>
                <a:cubicBezTo>
                  <a:pt x="1037067" y="90723"/>
                  <a:pt x="1038873" y="89201"/>
                  <a:pt x="1040488" y="87297"/>
                </a:cubicBezTo>
                <a:cubicBezTo>
                  <a:pt x="1042104" y="85394"/>
                  <a:pt x="1043505" y="83217"/>
                  <a:pt x="1044693" y="80767"/>
                </a:cubicBezTo>
                <a:cubicBezTo>
                  <a:pt x="1045881" y="78317"/>
                  <a:pt x="1046867" y="75748"/>
                  <a:pt x="1047651" y="73059"/>
                </a:cubicBezTo>
                <a:cubicBezTo>
                  <a:pt x="1048435" y="70370"/>
                  <a:pt x="1049029" y="67670"/>
                  <a:pt x="1049433" y="64958"/>
                </a:cubicBezTo>
                <a:cubicBezTo>
                  <a:pt x="1049837" y="62246"/>
                  <a:pt x="1050039" y="59700"/>
                  <a:pt x="1050039" y="57321"/>
                </a:cubicBezTo>
                <a:close/>
                <a:moveTo>
                  <a:pt x="1125704" y="100420"/>
                </a:moveTo>
                <a:cubicBezTo>
                  <a:pt x="1125657" y="100800"/>
                  <a:pt x="1125514" y="101132"/>
                  <a:pt x="1125277" y="101418"/>
                </a:cubicBezTo>
                <a:cubicBezTo>
                  <a:pt x="1125039" y="101703"/>
                  <a:pt x="1124706" y="101928"/>
                  <a:pt x="1124279" y="102095"/>
                </a:cubicBezTo>
                <a:cubicBezTo>
                  <a:pt x="1123851" y="102261"/>
                  <a:pt x="1123293" y="102392"/>
                  <a:pt x="1122604" y="102487"/>
                </a:cubicBezTo>
                <a:cubicBezTo>
                  <a:pt x="1121915" y="102582"/>
                  <a:pt x="1121072" y="102629"/>
                  <a:pt x="1120074" y="102629"/>
                </a:cubicBezTo>
                <a:cubicBezTo>
                  <a:pt x="1119124" y="102629"/>
                  <a:pt x="1118328" y="102582"/>
                  <a:pt x="1117686" y="102487"/>
                </a:cubicBezTo>
                <a:cubicBezTo>
                  <a:pt x="1117045" y="102392"/>
                  <a:pt x="1116546" y="102261"/>
                  <a:pt x="1116190" y="102095"/>
                </a:cubicBezTo>
                <a:cubicBezTo>
                  <a:pt x="1115833" y="101928"/>
                  <a:pt x="1115596" y="101703"/>
                  <a:pt x="1115477" y="101418"/>
                </a:cubicBezTo>
                <a:cubicBezTo>
                  <a:pt x="1115358" y="101132"/>
                  <a:pt x="1115346" y="100800"/>
                  <a:pt x="1115441" y="100420"/>
                </a:cubicBezTo>
                <a:lnTo>
                  <a:pt x="1117793" y="88375"/>
                </a:lnTo>
                <a:cubicBezTo>
                  <a:pt x="1117033" y="89998"/>
                  <a:pt x="1115833" y="91705"/>
                  <a:pt x="1114194" y="93495"/>
                </a:cubicBezTo>
                <a:cubicBezTo>
                  <a:pt x="1112555" y="95285"/>
                  <a:pt x="1110631" y="96943"/>
                  <a:pt x="1108421" y="98471"/>
                </a:cubicBezTo>
                <a:cubicBezTo>
                  <a:pt x="1106212" y="99999"/>
                  <a:pt x="1103789" y="101240"/>
                  <a:pt x="1101152" y="102195"/>
                </a:cubicBezTo>
                <a:cubicBezTo>
                  <a:pt x="1098515" y="103150"/>
                  <a:pt x="1095842" y="103627"/>
                  <a:pt x="1093134" y="103627"/>
                </a:cubicBezTo>
                <a:cubicBezTo>
                  <a:pt x="1089903" y="103627"/>
                  <a:pt x="1087183" y="103186"/>
                  <a:pt x="1084973" y="102304"/>
                </a:cubicBezTo>
                <a:cubicBezTo>
                  <a:pt x="1082764" y="101423"/>
                  <a:pt x="1080982" y="100209"/>
                  <a:pt x="1079628" y="98660"/>
                </a:cubicBezTo>
                <a:cubicBezTo>
                  <a:pt x="1078274" y="97112"/>
                  <a:pt x="1077300" y="95278"/>
                  <a:pt x="1076706" y="93159"/>
                </a:cubicBezTo>
                <a:cubicBezTo>
                  <a:pt x="1076112" y="91039"/>
                  <a:pt x="1075815" y="88717"/>
                  <a:pt x="1075815" y="86192"/>
                </a:cubicBezTo>
                <a:cubicBezTo>
                  <a:pt x="1075815" y="84620"/>
                  <a:pt x="1075922" y="83012"/>
                  <a:pt x="1076136" y="81368"/>
                </a:cubicBezTo>
                <a:cubicBezTo>
                  <a:pt x="1076350" y="79725"/>
                  <a:pt x="1076623" y="78069"/>
                  <a:pt x="1076955" y="76402"/>
                </a:cubicBezTo>
                <a:lnTo>
                  <a:pt x="1084866" y="36205"/>
                </a:lnTo>
                <a:cubicBezTo>
                  <a:pt x="1084961" y="35873"/>
                  <a:pt x="1085128" y="35564"/>
                  <a:pt x="1085365" y="35279"/>
                </a:cubicBezTo>
                <a:cubicBezTo>
                  <a:pt x="1085603" y="34994"/>
                  <a:pt x="1085971" y="34756"/>
                  <a:pt x="1086470" y="34566"/>
                </a:cubicBezTo>
                <a:cubicBezTo>
                  <a:pt x="1086969" y="34376"/>
                  <a:pt x="1087610" y="34245"/>
                  <a:pt x="1088394" y="34174"/>
                </a:cubicBezTo>
                <a:cubicBezTo>
                  <a:pt x="1089178" y="34103"/>
                  <a:pt x="1090140" y="34067"/>
                  <a:pt x="1091281" y="34067"/>
                </a:cubicBezTo>
                <a:cubicBezTo>
                  <a:pt x="1092421" y="34067"/>
                  <a:pt x="1093359" y="34103"/>
                  <a:pt x="1094096" y="34174"/>
                </a:cubicBezTo>
                <a:cubicBezTo>
                  <a:pt x="1094832" y="34245"/>
                  <a:pt x="1095402" y="34376"/>
                  <a:pt x="1095806" y="34566"/>
                </a:cubicBezTo>
                <a:cubicBezTo>
                  <a:pt x="1096210" y="34756"/>
                  <a:pt x="1096471" y="34994"/>
                  <a:pt x="1096590" y="35279"/>
                </a:cubicBezTo>
                <a:cubicBezTo>
                  <a:pt x="1096709" y="35564"/>
                  <a:pt x="1096745" y="35873"/>
                  <a:pt x="1096697" y="36205"/>
                </a:cubicBezTo>
                <a:lnTo>
                  <a:pt x="1088857" y="75974"/>
                </a:lnTo>
                <a:cubicBezTo>
                  <a:pt x="1088572" y="77214"/>
                  <a:pt x="1088359" y="78502"/>
                  <a:pt x="1088216" y="79838"/>
                </a:cubicBezTo>
                <a:cubicBezTo>
                  <a:pt x="1088073" y="81175"/>
                  <a:pt x="1088002" y="82534"/>
                  <a:pt x="1088002" y="83916"/>
                </a:cubicBezTo>
                <a:cubicBezTo>
                  <a:pt x="1088002" y="85348"/>
                  <a:pt x="1088133" y="86648"/>
                  <a:pt x="1088394" y="87818"/>
                </a:cubicBezTo>
                <a:cubicBezTo>
                  <a:pt x="1088656" y="88987"/>
                  <a:pt x="1089107" y="90000"/>
                  <a:pt x="1089748" y="90858"/>
                </a:cubicBezTo>
                <a:cubicBezTo>
                  <a:pt x="1090390" y="91717"/>
                  <a:pt x="1091221" y="92385"/>
                  <a:pt x="1092243" y="92863"/>
                </a:cubicBezTo>
                <a:cubicBezTo>
                  <a:pt x="1093264" y="93339"/>
                  <a:pt x="1094512" y="93578"/>
                  <a:pt x="1095984" y="93578"/>
                </a:cubicBezTo>
                <a:cubicBezTo>
                  <a:pt x="1098503" y="93578"/>
                  <a:pt x="1101080" y="92852"/>
                  <a:pt x="1103717" y="91400"/>
                </a:cubicBezTo>
                <a:cubicBezTo>
                  <a:pt x="1106354" y="89946"/>
                  <a:pt x="1108813" y="87933"/>
                  <a:pt x="1111094" y="85362"/>
                </a:cubicBezTo>
                <a:cubicBezTo>
                  <a:pt x="1113374" y="82790"/>
                  <a:pt x="1115406" y="79730"/>
                  <a:pt x="1117187" y="76181"/>
                </a:cubicBezTo>
                <a:cubicBezTo>
                  <a:pt x="1118969" y="72633"/>
                  <a:pt x="1120288" y="68762"/>
                  <a:pt x="1121143" y="64571"/>
                </a:cubicBezTo>
                <a:lnTo>
                  <a:pt x="1126773" y="36205"/>
                </a:lnTo>
                <a:cubicBezTo>
                  <a:pt x="1126821" y="35873"/>
                  <a:pt x="1126975" y="35564"/>
                  <a:pt x="1127236" y="35279"/>
                </a:cubicBezTo>
                <a:cubicBezTo>
                  <a:pt x="1127498" y="34994"/>
                  <a:pt x="1127878" y="34756"/>
                  <a:pt x="1128377" y="34566"/>
                </a:cubicBezTo>
                <a:cubicBezTo>
                  <a:pt x="1128876" y="34376"/>
                  <a:pt x="1129517" y="34245"/>
                  <a:pt x="1130301" y="34174"/>
                </a:cubicBezTo>
                <a:cubicBezTo>
                  <a:pt x="1131085" y="34103"/>
                  <a:pt x="1132047" y="34067"/>
                  <a:pt x="1133188" y="34067"/>
                </a:cubicBezTo>
                <a:cubicBezTo>
                  <a:pt x="1134328" y="34067"/>
                  <a:pt x="1135266" y="34103"/>
                  <a:pt x="1136003" y="34174"/>
                </a:cubicBezTo>
                <a:cubicBezTo>
                  <a:pt x="1136739" y="34245"/>
                  <a:pt x="1137309" y="34376"/>
                  <a:pt x="1137713" y="34566"/>
                </a:cubicBezTo>
                <a:cubicBezTo>
                  <a:pt x="1138117" y="34756"/>
                  <a:pt x="1138378" y="34994"/>
                  <a:pt x="1138497" y="35279"/>
                </a:cubicBezTo>
                <a:cubicBezTo>
                  <a:pt x="1138616" y="35564"/>
                  <a:pt x="1138652" y="35873"/>
                  <a:pt x="1138604" y="36205"/>
                </a:cubicBezTo>
                <a:lnTo>
                  <a:pt x="1125704" y="100420"/>
                </a:lnTo>
                <a:close/>
                <a:moveTo>
                  <a:pt x="1159248" y="100418"/>
                </a:moveTo>
                <a:cubicBezTo>
                  <a:pt x="1159153" y="100798"/>
                  <a:pt x="1158987" y="101119"/>
                  <a:pt x="1158749" y="101382"/>
                </a:cubicBezTo>
                <a:cubicBezTo>
                  <a:pt x="1158512" y="101643"/>
                  <a:pt x="1158155" y="101869"/>
                  <a:pt x="1157680" y="102059"/>
                </a:cubicBezTo>
                <a:cubicBezTo>
                  <a:pt x="1157205" y="102249"/>
                  <a:pt x="1156575" y="102392"/>
                  <a:pt x="1155791" y="102487"/>
                </a:cubicBezTo>
                <a:cubicBezTo>
                  <a:pt x="1155007" y="102582"/>
                  <a:pt x="1154045" y="102629"/>
                  <a:pt x="1152905" y="102629"/>
                </a:cubicBezTo>
                <a:cubicBezTo>
                  <a:pt x="1151717" y="102629"/>
                  <a:pt x="1150755" y="102582"/>
                  <a:pt x="1150018" y="102487"/>
                </a:cubicBezTo>
                <a:cubicBezTo>
                  <a:pt x="1149282" y="102392"/>
                  <a:pt x="1148712" y="102249"/>
                  <a:pt x="1148308" y="102059"/>
                </a:cubicBezTo>
                <a:cubicBezTo>
                  <a:pt x="1147904" y="101869"/>
                  <a:pt x="1147643" y="101643"/>
                  <a:pt x="1147524" y="101382"/>
                </a:cubicBezTo>
                <a:cubicBezTo>
                  <a:pt x="1147405" y="101119"/>
                  <a:pt x="1147393" y="100798"/>
                  <a:pt x="1147488" y="100418"/>
                </a:cubicBezTo>
                <a:lnTo>
                  <a:pt x="1166446" y="5134"/>
                </a:lnTo>
                <a:cubicBezTo>
                  <a:pt x="1166541" y="4754"/>
                  <a:pt x="1166696" y="4421"/>
                  <a:pt x="1166910" y="4136"/>
                </a:cubicBezTo>
                <a:cubicBezTo>
                  <a:pt x="1167123" y="3849"/>
                  <a:pt x="1167480" y="3611"/>
                  <a:pt x="1167979" y="3421"/>
                </a:cubicBezTo>
                <a:cubicBezTo>
                  <a:pt x="1168477" y="3231"/>
                  <a:pt x="1169119" y="3088"/>
                  <a:pt x="1169903" y="2993"/>
                </a:cubicBezTo>
                <a:cubicBezTo>
                  <a:pt x="1170687" y="2898"/>
                  <a:pt x="1171673" y="2851"/>
                  <a:pt x="1172861" y="2851"/>
                </a:cubicBezTo>
                <a:cubicBezTo>
                  <a:pt x="1174001" y="2851"/>
                  <a:pt x="1174939" y="2898"/>
                  <a:pt x="1175676" y="2993"/>
                </a:cubicBezTo>
                <a:cubicBezTo>
                  <a:pt x="1176412" y="3088"/>
                  <a:pt x="1176982" y="3231"/>
                  <a:pt x="1177386" y="3421"/>
                </a:cubicBezTo>
                <a:cubicBezTo>
                  <a:pt x="1177790" y="3611"/>
                  <a:pt x="1178040" y="3849"/>
                  <a:pt x="1178135" y="4136"/>
                </a:cubicBezTo>
                <a:cubicBezTo>
                  <a:pt x="1178230" y="4421"/>
                  <a:pt x="1178253" y="4754"/>
                  <a:pt x="1178206" y="5134"/>
                </a:cubicBezTo>
                <a:lnTo>
                  <a:pt x="1159248" y="100418"/>
                </a:lnTo>
                <a:close/>
                <a:moveTo>
                  <a:pt x="1234299" y="100420"/>
                </a:moveTo>
                <a:cubicBezTo>
                  <a:pt x="1234109" y="101227"/>
                  <a:pt x="1233586" y="101798"/>
                  <a:pt x="1232731" y="102130"/>
                </a:cubicBezTo>
                <a:cubicBezTo>
                  <a:pt x="1231876" y="102463"/>
                  <a:pt x="1230451" y="102629"/>
                  <a:pt x="1228455" y="102629"/>
                </a:cubicBezTo>
                <a:cubicBezTo>
                  <a:pt x="1227505" y="102629"/>
                  <a:pt x="1226721" y="102582"/>
                  <a:pt x="1226103" y="102487"/>
                </a:cubicBezTo>
                <a:cubicBezTo>
                  <a:pt x="1225485" y="102392"/>
                  <a:pt x="1224987" y="102261"/>
                  <a:pt x="1224606" y="102095"/>
                </a:cubicBezTo>
                <a:cubicBezTo>
                  <a:pt x="1224226" y="101928"/>
                  <a:pt x="1223965" y="101714"/>
                  <a:pt x="1223822" y="101453"/>
                </a:cubicBezTo>
                <a:cubicBezTo>
                  <a:pt x="1223680" y="101192"/>
                  <a:pt x="1223680" y="100847"/>
                  <a:pt x="1223822" y="100420"/>
                </a:cubicBezTo>
                <a:lnTo>
                  <a:pt x="1226174" y="88304"/>
                </a:lnTo>
                <a:cubicBezTo>
                  <a:pt x="1225557" y="89832"/>
                  <a:pt x="1224440" y="91503"/>
                  <a:pt x="1222825" y="93317"/>
                </a:cubicBezTo>
                <a:cubicBezTo>
                  <a:pt x="1221209" y="95130"/>
                  <a:pt x="1219297" y="96801"/>
                  <a:pt x="1217087" y="98328"/>
                </a:cubicBezTo>
                <a:cubicBezTo>
                  <a:pt x="1214878" y="99856"/>
                  <a:pt x="1212419" y="101121"/>
                  <a:pt x="1209711" y="102124"/>
                </a:cubicBezTo>
                <a:cubicBezTo>
                  <a:pt x="1207003" y="103126"/>
                  <a:pt x="1204247" y="103627"/>
                  <a:pt x="1201444" y="103627"/>
                </a:cubicBezTo>
                <a:cubicBezTo>
                  <a:pt x="1197643" y="103627"/>
                  <a:pt x="1194495" y="102961"/>
                  <a:pt x="1192000" y="101629"/>
                </a:cubicBezTo>
                <a:cubicBezTo>
                  <a:pt x="1189506" y="100297"/>
                  <a:pt x="1187522" y="98538"/>
                  <a:pt x="1186049" y="96351"/>
                </a:cubicBezTo>
                <a:cubicBezTo>
                  <a:pt x="1184576" y="94162"/>
                  <a:pt x="1183567" y="91688"/>
                  <a:pt x="1183020" y="88930"/>
                </a:cubicBezTo>
                <a:cubicBezTo>
                  <a:pt x="1182474" y="86171"/>
                  <a:pt x="1182201" y="83341"/>
                  <a:pt x="1182201" y="80440"/>
                </a:cubicBezTo>
                <a:cubicBezTo>
                  <a:pt x="1182201" y="77777"/>
                  <a:pt x="1182450" y="74758"/>
                  <a:pt x="1182949" y="71382"/>
                </a:cubicBezTo>
                <a:cubicBezTo>
                  <a:pt x="1183448" y="68004"/>
                  <a:pt x="1184256" y="64555"/>
                  <a:pt x="1185372" y="61036"/>
                </a:cubicBezTo>
                <a:cubicBezTo>
                  <a:pt x="1186489" y="57516"/>
                  <a:pt x="1187938" y="54091"/>
                  <a:pt x="1189720" y="50762"/>
                </a:cubicBezTo>
                <a:cubicBezTo>
                  <a:pt x="1191501" y="47433"/>
                  <a:pt x="1193651" y="44449"/>
                  <a:pt x="1196170" y="41809"/>
                </a:cubicBezTo>
                <a:cubicBezTo>
                  <a:pt x="1198688" y="39169"/>
                  <a:pt x="1201610" y="37052"/>
                  <a:pt x="1204936" y="35459"/>
                </a:cubicBezTo>
                <a:cubicBezTo>
                  <a:pt x="1208262" y="33866"/>
                  <a:pt x="1212039" y="33069"/>
                  <a:pt x="1216268" y="33069"/>
                </a:cubicBezTo>
                <a:cubicBezTo>
                  <a:pt x="1220497" y="33069"/>
                  <a:pt x="1224119" y="33925"/>
                  <a:pt x="1227137" y="35635"/>
                </a:cubicBezTo>
                <a:cubicBezTo>
                  <a:pt x="1230154" y="37346"/>
                  <a:pt x="1232850" y="39698"/>
                  <a:pt x="1235226" y="42691"/>
                </a:cubicBezTo>
                <a:lnTo>
                  <a:pt x="1236580" y="36205"/>
                </a:lnTo>
                <a:cubicBezTo>
                  <a:pt x="1236770" y="35445"/>
                  <a:pt x="1237316" y="34899"/>
                  <a:pt x="1238219" y="34566"/>
                </a:cubicBezTo>
                <a:cubicBezTo>
                  <a:pt x="1239122" y="34233"/>
                  <a:pt x="1240523" y="34067"/>
                  <a:pt x="1242424" y="34067"/>
                </a:cubicBezTo>
                <a:cubicBezTo>
                  <a:pt x="1243374" y="34067"/>
                  <a:pt x="1244170" y="34103"/>
                  <a:pt x="1244812" y="34174"/>
                </a:cubicBezTo>
                <a:cubicBezTo>
                  <a:pt x="1245453" y="34245"/>
                  <a:pt x="1245964" y="34376"/>
                  <a:pt x="1246344" y="34566"/>
                </a:cubicBezTo>
                <a:cubicBezTo>
                  <a:pt x="1246724" y="34756"/>
                  <a:pt x="1246962" y="34994"/>
                  <a:pt x="1247057" y="35279"/>
                </a:cubicBezTo>
                <a:cubicBezTo>
                  <a:pt x="1247152" y="35564"/>
                  <a:pt x="1247175" y="35873"/>
                  <a:pt x="1247128" y="36205"/>
                </a:cubicBezTo>
                <a:lnTo>
                  <a:pt x="1234299" y="100420"/>
                </a:lnTo>
                <a:moveTo>
                  <a:pt x="1232090" y="53025"/>
                </a:moveTo>
                <a:cubicBezTo>
                  <a:pt x="1229857" y="49747"/>
                  <a:pt x="1227445" y="47288"/>
                  <a:pt x="1224856" y="45649"/>
                </a:cubicBezTo>
                <a:cubicBezTo>
                  <a:pt x="1222266" y="44009"/>
                  <a:pt x="1219356" y="43190"/>
                  <a:pt x="1216125" y="43190"/>
                </a:cubicBezTo>
                <a:cubicBezTo>
                  <a:pt x="1213560" y="43190"/>
                  <a:pt x="1211243" y="43796"/>
                  <a:pt x="1209176" y="45009"/>
                </a:cubicBezTo>
                <a:cubicBezTo>
                  <a:pt x="1207110" y="46222"/>
                  <a:pt x="1205280" y="47828"/>
                  <a:pt x="1203689" y="49827"/>
                </a:cubicBezTo>
                <a:cubicBezTo>
                  <a:pt x="1202097" y="51825"/>
                  <a:pt x="1200719" y="54098"/>
                  <a:pt x="1199555" y="56644"/>
                </a:cubicBezTo>
                <a:cubicBezTo>
                  <a:pt x="1198391" y="59189"/>
                  <a:pt x="1197441" y="61818"/>
                  <a:pt x="1196704" y="64531"/>
                </a:cubicBezTo>
                <a:cubicBezTo>
                  <a:pt x="1195968" y="67242"/>
                  <a:pt x="1195421" y="69906"/>
                  <a:pt x="1195065" y="72524"/>
                </a:cubicBezTo>
                <a:cubicBezTo>
                  <a:pt x="1194709" y="75140"/>
                  <a:pt x="1194530" y="77495"/>
                  <a:pt x="1194530" y="79589"/>
                </a:cubicBezTo>
                <a:cubicBezTo>
                  <a:pt x="1194530" y="81255"/>
                  <a:pt x="1194661" y="82909"/>
                  <a:pt x="1194922" y="84551"/>
                </a:cubicBezTo>
                <a:cubicBezTo>
                  <a:pt x="1195184" y="86192"/>
                  <a:pt x="1195683" y="87690"/>
                  <a:pt x="1196419" y="89045"/>
                </a:cubicBezTo>
                <a:cubicBezTo>
                  <a:pt x="1197156" y="90401"/>
                  <a:pt x="1198165" y="91495"/>
                  <a:pt x="1199448" y="92328"/>
                </a:cubicBezTo>
                <a:cubicBezTo>
                  <a:pt x="1200731" y="93161"/>
                  <a:pt x="1202394" y="93578"/>
                  <a:pt x="1204437" y="93578"/>
                </a:cubicBezTo>
                <a:cubicBezTo>
                  <a:pt x="1207050" y="93578"/>
                  <a:pt x="1209675" y="92852"/>
                  <a:pt x="1212312" y="91400"/>
                </a:cubicBezTo>
                <a:cubicBezTo>
                  <a:pt x="1214949" y="89946"/>
                  <a:pt x="1217408" y="87933"/>
                  <a:pt x="1219689" y="85362"/>
                </a:cubicBezTo>
                <a:cubicBezTo>
                  <a:pt x="1221969" y="82790"/>
                  <a:pt x="1223989" y="79765"/>
                  <a:pt x="1225747" y="76288"/>
                </a:cubicBezTo>
                <a:cubicBezTo>
                  <a:pt x="1227505" y="72811"/>
                  <a:pt x="1228811" y="68976"/>
                  <a:pt x="1229667" y="64785"/>
                </a:cubicBezTo>
                <a:lnTo>
                  <a:pt x="1232090" y="53025"/>
                </a:lnTo>
                <a:close/>
                <a:moveTo>
                  <a:pt x="1305189" y="36348"/>
                </a:moveTo>
                <a:cubicBezTo>
                  <a:pt x="1305189" y="36538"/>
                  <a:pt x="1305154" y="36906"/>
                  <a:pt x="1305082" y="37453"/>
                </a:cubicBezTo>
                <a:cubicBezTo>
                  <a:pt x="1305011" y="37999"/>
                  <a:pt x="1304928" y="38628"/>
                  <a:pt x="1304833" y="39341"/>
                </a:cubicBezTo>
                <a:cubicBezTo>
                  <a:pt x="1304738" y="40054"/>
                  <a:pt x="1304595" y="40790"/>
                  <a:pt x="1304405" y="41551"/>
                </a:cubicBezTo>
                <a:cubicBezTo>
                  <a:pt x="1304215" y="42311"/>
                  <a:pt x="1303978" y="43012"/>
                  <a:pt x="1303692" y="43653"/>
                </a:cubicBezTo>
                <a:cubicBezTo>
                  <a:pt x="1303407" y="44294"/>
                  <a:pt x="1303110" y="44829"/>
                  <a:pt x="1302802" y="45257"/>
                </a:cubicBezTo>
                <a:cubicBezTo>
                  <a:pt x="1302493" y="45684"/>
                  <a:pt x="1302148" y="45898"/>
                  <a:pt x="1301768" y="45898"/>
                </a:cubicBezTo>
                <a:cubicBezTo>
                  <a:pt x="1301388" y="45898"/>
                  <a:pt x="1300972" y="45815"/>
                  <a:pt x="1300521" y="45649"/>
                </a:cubicBezTo>
                <a:cubicBezTo>
                  <a:pt x="1300070" y="45482"/>
                  <a:pt x="1299571" y="45280"/>
                  <a:pt x="1299024" y="45043"/>
                </a:cubicBezTo>
                <a:cubicBezTo>
                  <a:pt x="1298478" y="44805"/>
                  <a:pt x="1297848" y="44603"/>
                  <a:pt x="1297136" y="44437"/>
                </a:cubicBezTo>
                <a:cubicBezTo>
                  <a:pt x="1296423" y="44271"/>
                  <a:pt x="1295591" y="44188"/>
                  <a:pt x="1294641" y="44188"/>
                </a:cubicBezTo>
                <a:cubicBezTo>
                  <a:pt x="1293026" y="44188"/>
                  <a:pt x="1291161" y="44888"/>
                  <a:pt x="1289046" y="46290"/>
                </a:cubicBezTo>
                <a:cubicBezTo>
                  <a:pt x="1286932" y="47692"/>
                  <a:pt x="1284853" y="49628"/>
                  <a:pt x="1282810" y="52099"/>
                </a:cubicBezTo>
                <a:cubicBezTo>
                  <a:pt x="1280767" y="54569"/>
                  <a:pt x="1278902" y="57491"/>
                  <a:pt x="1277216" y="60865"/>
                </a:cubicBezTo>
                <a:cubicBezTo>
                  <a:pt x="1275529" y="64238"/>
                  <a:pt x="1274282" y="67897"/>
                  <a:pt x="1273474" y="71840"/>
                </a:cubicBezTo>
                <a:lnTo>
                  <a:pt x="1267844" y="100420"/>
                </a:lnTo>
                <a:cubicBezTo>
                  <a:pt x="1267749" y="100800"/>
                  <a:pt x="1267582" y="101121"/>
                  <a:pt x="1267345" y="101382"/>
                </a:cubicBezTo>
                <a:cubicBezTo>
                  <a:pt x="1267107" y="101643"/>
                  <a:pt x="1266751" y="101869"/>
                  <a:pt x="1266276" y="102059"/>
                </a:cubicBezTo>
                <a:cubicBezTo>
                  <a:pt x="1265800" y="102249"/>
                  <a:pt x="1265171" y="102392"/>
                  <a:pt x="1264387" y="102487"/>
                </a:cubicBezTo>
                <a:cubicBezTo>
                  <a:pt x="1263603" y="102582"/>
                  <a:pt x="1262641" y="102629"/>
                  <a:pt x="1261501" y="102629"/>
                </a:cubicBezTo>
                <a:cubicBezTo>
                  <a:pt x="1260313" y="102629"/>
                  <a:pt x="1259351" y="102582"/>
                  <a:pt x="1258614" y="102487"/>
                </a:cubicBezTo>
                <a:cubicBezTo>
                  <a:pt x="1257878" y="102392"/>
                  <a:pt x="1257307" y="102249"/>
                  <a:pt x="1256904" y="102059"/>
                </a:cubicBezTo>
                <a:cubicBezTo>
                  <a:pt x="1256500" y="101869"/>
                  <a:pt x="1256238" y="101643"/>
                  <a:pt x="1256120" y="101382"/>
                </a:cubicBezTo>
                <a:cubicBezTo>
                  <a:pt x="1256001" y="101121"/>
                  <a:pt x="1255989" y="100800"/>
                  <a:pt x="1256084" y="100420"/>
                </a:cubicBezTo>
                <a:lnTo>
                  <a:pt x="1268841" y="36205"/>
                </a:lnTo>
                <a:cubicBezTo>
                  <a:pt x="1268889" y="35873"/>
                  <a:pt x="1269031" y="35564"/>
                  <a:pt x="1269269" y="35279"/>
                </a:cubicBezTo>
                <a:cubicBezTo>
                  <a:pt x="1269507" y="34994"/>
                  <a:pt x="1269863" y="34756"/>
                  <a:pt x="1270338" y="34566"/>
                </a:cubicBezTo>
                <a:cubicBezTo>
                  <a:pt x="1270813" y="34376"/>
                  <a:pt x="1271395" y="34245"/>
                  <a:pt x="1272084" y="34174"/>
                </a:cubicBezTo>
                <a:cubicBezTo>
                  <a:pt x="1272773" y="34103"/>
                  <a:pt x="1273593" y="34067"/>
                  <a:pt x="1274543" y="34067"/>
                </a:cubicBezTo>
                <a:cubicBezTo>
                  <a:pt x="1275541" y="34067"/>
                  <a:pt x="1276360" y="34103"/>
                  <a:pt x="1277002" y="34174"/>
                </a:cubicBezTo>
                <a:cubicBezTo>
                  <a:pt x="1277643" y="34245"/>
                  <a:pt x="1278142" y="34376"/>
                  <a:pt x="1278498" y="34566"/>
                </a:cubicBezTo>
                <a:cubicBezTo>
                  <a:pt x="1278855" y="34756"/>
                  <a:pt x="1279080" y="34994"/>
                  <a:pt x="1279176" y="35279"/>
                </a:cubicBezTo>
                <a:cubicBezTo>
                  <a:pt x="1279271" y="35564"/>
                  <a:pt x="1279294" y="35873"/>
                  <a:pt x="1279247" y="36205"/>
                </a:cubicBezTo>
                <a:lnTo>
                  <a:pt x="1276895" y="47894"/>
                </a:lnTo>
                <a:cubicBezTo>
                  <a:pt x="1277988" y="45946"/>
                  <a:pt x="1279282" y="44069"/>
                  <a:pt x="1280779" y="42263"/>
                </a:cubicBezTo>
                <a:cubicBezTo>
                  <a:pt x="1282276" y="40458"/>
                  <a:pt x="1283903" y="38878"/>
                  <a:pt x="1285661" y="37524"/>
                </a:cubicBezTo>
                <a:cubicBezTo>
                  <a:pt x="1287419" y="36170"/>
                  <a:pt x="1289260" y="35089"/>
                  <a:pt x="1291185" y="34281"/>
                </a:cubicBezTo>
                <a:cubicBezTo>
                  <a:pt x="1293109" y="33473"/>
                  <a:pt x="1294998" y="33069"/>
                  <a:pt x="1296851" y="33069"/>
                </a:cubicBezTo>
                <a:cubicBezTo>
                  <a:pt x="1297658" y="33069"/>
                  <a:pt x="1298478" y="33129"/>
                  <a:pt x="1299309" y="33248"/>
                </a:cubicBezTo>
                <a:cubicBezTo>
                  <a:pt x="1300141" y="33366"/>
                  <a:pt x="1300913" y="33509"/>
                  <a:pt x="1301626" y="33675"/>
                </a:cubicBezTo>
                <a:cubicBezTo>
                  <a:pt x="1302338" y="33841"/>
                  <a:pt x="1302968" y="34032"/>
                  <a:pt x="1303514" y="34245"/>
                </a:cubicBezTo>
                <a:cubicBezTo>
                  <a:pt x="1304061" y="34459"/>
                  <a:pt x="1304476" y="34709"/>
                  <a:pt x="1304762" y="34994"/>
                </a:cubicBezTo>
                <a:cubicBezTo>
                  <a:pt x="1305047" y="35279"/>
                  <a:pt x="1305189" y="35730"/>
                  <a:pt x="1305189" y="36348"/>
                </a:cubicBezTo>
                <a:close/>
                <a:moveTo>
                  <a:pt x="1391570" y="100489"/>
                </a:moveTo>
                <a:cubicBezTo>
                  <a:pt x="1391427" y="101271"/>
                  <a:pt x="1390928" y="101824"/>
                  <a:pt x="1390073" y="102146"/>
                </a:cubicBezTo>
                <a:cubicBezTo>
                  <a:pt x="1389218" y="102468"/>
                  <a:pt x="1387792" y="102629"/>
                  <a:pt x="1385797" y="102629"/>
                </a:cubicBezTo>
                <a:cubicBezTo>
                  <a:pt x="1384799" y="102629"/>
                  <a:pt x="1383991" y="102583"/>
                  <a:pt x="1383373" y="102491"/>
                </a:cubicBezTo>
                <a:cubicBezTo>
                  <a:pt x="1382756" y="102399"/>
                  <a:pt x="1382257" y="102273"/>
                  <a:pt x="1381877" y="102112"/>
                </a:cubicBezTo>
                <a:cubicBezTo>
                  <a:pt x="1381497" y="101951"/>
                  <a:pt x="1381247" y="101743"/>
                  <a:pt x="1381128" y="101491"/>
                </a:cubicBezTo>
                <a:cubicBezTo>
                  <a:pt x="1381010" y="101237"/>
                  <a:pt x="1380998" y="100903"/>
                  <a:pt x="1381093" y="100489"/>
                </a:cubicBezTo>
                <a:lnTo>
                  <a:pt x="1383373" y="88502"/>
                </a:lnTo>
                <a:cubicBezTo>
                  <a:pt x="1382756" y="90071"/>
                  <a:pt x="1381639" y="91749"/>
                  <a:pt x="1380024" y="93533"/>
                </a:cubicBezTo>
                <a:cubicBezTo>
                  <a:pt x="1378408" y="95317"/>
                  <a:pt x="1376496" y="96957"/>
                  <a:pt x="1374286" y="98455"/>
                </a:cubicBezTo>
                <a:cubicBezTo>
                  <a:pt x="1372077" y="99954"/>
                  <a:pt x="1369618" y="101190"/>
                  <a:pt x="1366910" y="102166"/>
                </a:cubicBezTo>
                <a:cubicBezTo>
                  <a:pt x="1364202" y="103140"/>
                  <a:pt x="1361446" y="103627"/>
                  <a:pt x="1358643" y="103627"/>
                </a:cubicBezTo>
                <a:cubicBezTo>
                  <a:pt x="1355839" y="103627"/>
                  <a:pt x="1353404" y="103258"/>
                  <a:pt x="1351337" y="102520"/>
                </a:cubicBezTo>
                <a:cubicBezTo>
                  <a:pt x="1349271" y="101784"/>
                  <a:pt x="1347536" y="100797"/>
                  <a:pt x="1346135" y="99560"/>
                </a:cubicBezTo>
                <a:cubicBezTo>
                  <a:pt x="1344733" y="98323"/>
                  <a:pt x="1343593" y="96884"/>
                  <a:pt x="1342714" y="95244"/>
                </a:cubicBezTo>
                <a:cubicBezTo>
                  <a:pt x="1341835" y="93603"/>
                  <a:pt x="1341146" y="91915"/>
                  <a:pt x="1340647" y="90179"/>
                </a:cubicBezTo>
                <a:cubicBezTo>
                  <a:pt x="1340148" y="88443"/>
                  <a:pt x="1339815" y="86696"/>
                  <a:pt x="1339649" y="84936"/>
                </a:cubicBezTo>
                <a:cubicBezTo>
                  <a:pt x="1339483" y="83175"/>
                  <a:pt x="1339400" y="81558"/>
                  <a:pt x="1339400" y="80083"/>
                </a:cubicBezTo>
                <a:cubicBezTo>
                  <a:pt x="1339400" y="77324"/>
                  <a:pt x="1339661" y="74233"/>
                  <a:pt x="1340184" y="70809"/>
                </a:cubicBezTo>
                <a:cubicBezTo>
                  <a:pt x="1340706" y="67385"/>
                  <a:pt x="1341538" y="63949"/>
                  <a:pt x="1342678" y="60502"/>
                </a:cubicBezTo>
                <a:cubicBezTo>
                  <a:pt x="1343818" y="57053"/>
                  <a:pt x="1345280" y="53675"/>
                  <a:pt x="1347061" y="50370"/>
                </a:cubicBezTo>
                <a:cubicBezTo>
                  <a:pt x="1348843" y="47065"/>
                  <a:pt x="1350993" y="44140"/>
                  <a:pt x="1353511" y="41595"/>
                </a:cubicBezTo>
                <a:cubicBezTo>
                  <a:pt x="1356029" y="39050"/>
                  <a:pt x="1358940" y="36993"/>
                  <a:pt x="1362242" y="35424"/>
                </a:cubicBezTo>
                <a:cubicBezTo>
                  <a:pt x="1365544" y="33854"/>
                  <a:pt x="1369286" y="33069"/>
                  <a:pt x="1373467" y="33069"/>
                </a:cubicBezTo>
                <a:cubicBezTo>
                  <a:pt x="1375510" y="33069"/>
                  <a:pt x="1377434" y="33296"/>
                  <a:pt x="1379240" y="33749"/>
                </a:cubicBezTo>
                <a:cubicBezTo>
                  <a:pt x="1381045" y="34200"/>
                  <a:pt x="1382684" y="34818"/>
                  <a:pt x="1384157" y="35604"/>
                </a:cubicBezTo>
                <a:cubicBezTo>
                  <a:pt x="1385630" y="36388"/>
                  <a:pt x="1386984" y="37327"/>
                  <a:pt x="1388220" y="38421"/>
                </a:cubicBezTo>
                <a:cubicBezTo>
                  <a:pt x="1389455" y="39514"/>
                  <a:pt x="1390572" y="40655"/>
                  <a:pt x="1391570" y="41845"/>
                </a:cubicBezTo>
                <a:lnTo>
                  <a:pt x="1398839" y="5419"/>
                </a:lnTo>
                <a:cubicBezTo>
                  <a:pt x="1398887" y="5086"/>
                  <a:pt x="1399029" y="4765"/>
                  <a:pt x="1399267" y="4457"/>
                </a:cubicBezTo>
                <a:cubicBezTo>
                  <a:pt x="1399504" y="4146"/>
                  <a:pt x="1399861" y="3908"/>
                  <a:pt x="1400336" y="3742"/>
                </a:cubicBezTo>
                <a:cubicBezTo>
                  <a:pt x="1400811" y="3575"/>
                  <a:pt x="1401429" y="3433"/>
                  <a:pt x="1402189" y="3314"/>
                </a:cubicBezTo>
                <a:cubicBezTo>
                  <a:pt x="1402949" y="3195"/>
                  <a:pt x="1403923" y="3136"/>
                  <a:pt x="1405111" y="3136"/>
                </a:cubicBezTo>
                <a:cubicBezTo>
                  <a:pt x="1406251" y="3136"/>
                  <a:pt x="1407190" y="3195"/>
                  <a:pt x="1407926" y="3314"/>
                </a:cubicBezTo>
                <a:cubicBezTo>
                  <a:pt x="1408662" y="3433"/>
                  <a:pt x="1409245" y="3575"/>
                  <a:pt x="1409672" y="3742"/>
                </a:cubicBezTo>
                <a:cubicBezTo>
                  <a:pt x="1410100" y="3908"/>
                  <a:pt x="1410373" y="4146"/>
                  <a:pt x="1410492" y="4457"/>
                </a:cubicBezTo>
                <a:cubicBezTo>
                  <a:pt x="1410611" y="4765"/>
                  <a:pt x="1410622" y="5086"/>
                  <a:pt x="1410527" y="5419"/>
                </a:cubicBezTo>
                <a:lnTo>
                  <a:pt x="1391570" y="100489"/>
                </a:lnTo>
                <a:moveTo>
                  <a:pt x="1389289" y="53259"/>
                </a:moveTo>
                <a:cubicBezTo>
                  <a:pt x="1387056" y="49975"/>
                  <a:pt x="1384644" y="47476"/>
                  <a:pt x="1382055" y="45762"/>
                </a:cubicBezTo>
                <a:cubicBezTo>
                  <a:pt x="1379465" y="44047"/>
                  <a:pt x="1376555" y="43190"/>
                  <a:pt x="1373324" y="43190"/>
                </a:cubicBezTo>
                <a:cubicBezTo>
                  <a:pt x="1370806" y="43190"/>
                  <a:pt x="1368537" y="43773"/>
                  <a:pt x="1366518" y="44938"/>
                </a:cubicBezTo>
                <a:cubicBezTo>
                  <a:pt x="1364499" y="46104"/>
                  <a:pt x="1362681" y="47662"/>
                  <a:pt x="1361066" y="49613"/>
                </a:cubicBezTo>
                <a:cubicBezTo>
                  <a:pt x="1359450" y="51564"/>
                  <a:pt x="1358061" y="53801"/>
                  <a:pt x="1356897" y="56324"/>
                </a:cubicBezTo>
                <a:cubicBezTo>
                  <a:pt x="1355732" y="58845"/>
                  <a:pt x="1354770" y="61450"/>
                  <a:pt x="1354010" y="64139"/>
                </a:cubicBezTo>
                <a:cubicBezTo>
                  <a:pt x="1353250" y="66826"/>
                  <a:pt x="1352680" y="69479"/>
                  <a:pt x="1352300" y="72097"/>
                </a:cubicBezTo>
                <a:cubicBezTo>
                  <a:pt x="1351920" y="74713"/>
                  <a:pt x="1351729" y="77115"/>
                  <a:pt x="1351729" y="79304"/>
                </a:cubicBezTo>
                <a:cubicBezTo>
                  <a:pt x="1351729" y="83918"/>
                  <a:pt x="1352513" y="87452"/>
                  <a:pt x="1354081" y="89903"/>
                </a:cubicBezTo>
                <a:cubicBezTo>
                  <a:pt x="1355649" y="92353"/>
                  <a:pt x="1358168" y="93578"/>
                  <a:pt x="1361636" y="93578"/>
                </a:cubicBezTo>
                <a:cubicBezTo>
                  <a:pt x="1364249" y="93578"/>
                  <a:pt x="1366874" y="92864"/>
                  <a:pt x="1369511" y="91437"/>
                </a:cubicBezTo>
                <a:cubicBezTo>
                  <a:pt x="1372148" y="90009"/>
                  <a:pt x="1374607" y="88034"/>
                  <a:pt x="1376888" y="85513"/>
                </a:cubicBezTo>
                <a:cubicBezTo>
                  <a:pt x="1379168" y="82992"/>
                  <a:pt x="1381188" y="79995"/>
                  <a:pt x="1382946" y="76522"/>
                </a:cubicBezTo>
                <a:cubicBezTo>
                  <a:pt x="1384704" y="73049"/>
                  <a:pt x="1386010" y="69243"/>
                  <a:pt x="1386866" y="65103"/>
                </a:cubicBezTo>
                <a:lnTo>
                  <a:pt x="1389289" y="53259"/>
                </a:lnTo>
                <a:close/>
                <a:moveTo>
                  <a:pt x="1466522" y="100420"/>
                </a:moveTo>
                <a:cubicBezTo>
                  <a:pt x="1466332" y="101227"/>
                  <a:pt x="1465810" y="101798"/>
                  <a:pt x="1464955" y="102130"/>
                </a:cubicBezTo>
                <a:cubicBezTo>
                  <a:pt x="1464099" y="102463"/>
                  <a:pt x="1462674" y="102629"/>
                  <a:pt x="1460678" y="102629"/>
                </a:cubicBezTo>
                <a:cubicBezTo>
                  <a:pt x="1459728" y="102629"/>
                  <a:pt x="1458944" y="102582"/>
                  <a:pt x="1458326" y="102487"/>
                </a:cubicBezTo>
                <a:cubicBezTo>
                  <a:pt x="1457709" y="102392"/>
                  <a:pt x="1457210" y="102261"/>
                  <a:pt x="1456830" y="102095"/>
                </a:cubicBezTo>
                <a:cubicBezTo>
                  <a:pt x="1456450" y="101928"/>
                  <a:pt x="1456188" y="101714"/>
                  <a:pt x="1456046" y="101453"/>
                </a:cubicBezTo>
                <a:cubicBezTo>
                  <a:pt x="1455903" y="101192"/>
                  <a:pt x="1455903" y="100847"/>
                  <a:pt x="1456046" y="100420"/>
                </a:cubicBezTo>
                <a:lnTo>
                  <a:pt x="1458398" y="88304"/>
                </a:lnTo>
                <a:cubicBezTo>
                  <a:pt x="1457780" y="89832"/>
                  <a:pt x="1456663" y="91503"/>
                  <a:pt x="1455048" y="93317"/>
                </a:cubicBezTo>
                <a:cubicBezTo>
                  <a:pt x="1453433" y="95130"/>
                  <a:pt x="1451520" y="96801"/>
                  <a:pt x="1449311" y="98328"/>
                </a:cubicBezTo>
                <a:cubicBezTo>
                  <a:pt x="1447101" y="99856"/>
                  <a:pt x="1444643" y="101121"/>
                  <a:pt x="1441934" y="102124"/>
                </a:cubicBezTo>
                <a:cubicBezTo>
                  <a:pt x="1439226" y="103126"/>
                  <a:pt x="1436470" y="103627"/>
                  <a:pt x="1433667" y="103627"/>
                </a:cubicBezTo>
                <a:cubicBezTo>
                  <a:pt x="1429866" y="103627"/>
                  <a:pt x="1426718" y="102961"/>
                  <a:pt x="1424224" y="101629"/>
                </a:cubicBezTo>
                <a:cubicBezTo>
                  <a:pt x="1421729" y="100297"/>
                  <a:pt x="1419745" y="98538"/>
                  <a:pt x="1418273" y="96351"/>
                </a:cubicBezTo>
                <a:cubicBezTo>
                  <a:pt x="1416800" y="94162"/>
                  <a:pt x="1415790" y="91688"/>
                  <a:pt x="1415244" y="88930"/>
                </a:cubicBezTo>
                <a:cubicBezTo>
                  <a:pt x="1414697" y="86171"/>
                  <a:pt x="1414424" y="83341"/>
                  <a:pt x="1414424" y="80440"/>
                </a:cubicBezTo>
                <a:cubicBezTo>
                  <a:pt x="1414424" y="77777"/>
                  <a:pt x="1414673" y="74758"/>
                  <a:pt x="1415172" y="71382"/>
                </a:cubicBezTo>
                <a:cubicBezTo>
                  <a:pt x="1415671" y="68004"/>
                  <a:pt x="1416479" y="64555"/>
                  <a:pt x="1417595" y="61036"/>
                </a:cubicBezTo>
                <a:cubicBezTo>
                  <a:pt x="1418712" y="57516"/>
                  <a:pt x="1420161" y="54091"/>
                  <a:pt x="1421943" y="50762"/>
                </a:cubicBezTo>
                <a:cubicBezTo>
                  <a:pt x="1423725" y="47433"/>
                  <a:pt x="1425875" y="44449"/>
                  <a:pt x="1428393" y="41809"/>
                </a:cubicBezTo>
                <a:cubicBezTo>
                  <a:pt x="1430911" y="39169"/>
                  <a:pt x="1433833" y="37052"/>
                  <a:pt x="1437159" y="35459"/>
                </a:cubicBezTo>
                <a:cubicBezTo>
                  <a:pt x="1440485" y="33866"/>
                  <a:pt x="1444262" y="33069"/>
                  <a:pt x="1448491" y="33069"/>
                </a:cubicBezTo>
                <a:cubicBezTo>
                  <a:pt x="1452720" y="33069"/>
                  <a:pt x="1456343" y="33925"/>
                  <a:pt x="1459360" y="35635"/>
                </a:cubicBezTo>
                <a:cubicBezTo>
                  <a:pt x="1462377" y="37346"/>
                  <a:pt x="1465073" y="39698"/>
                  <a:pt x="1467449" y="42691"/>
                </a:cubicBezTo>
                <a:lnTo>
                  <a:pt x="1468803" y="36205"/>
                </a:lnTo>
                <a:cubicBezTo>
                  <a:pt x="1468993" y="35445"/>
                  <a:pt x="1469540" y="34899"/>
                  <a:pt x="1470442" y="34566"/>
                </a:cubicBezTo>
                <a:cubicBezTo>
                  <a:pt x="1471345" y="34233"/>
                  <a:pt x="1472747" y="34067"/>
                  <a:pt x="1474647" y="34067"/>
                </a:cubicBezTo>
                <a:cubicBezTo>
                  <a:pt x="1475598" y="34067"/>
                  <a:pt x="1476393" y="34103"/>
                  <a:pt x="1477035" y="34174"/>
                </a:cubicBezTo>
                <a:cubicBezTo>
                  <a:pt x="1477676" y="34245"/>
                  <a:pt x="1478187" y="34376"/>
                  <a:pt x="1478567" y="34566"/>
                </a:cubicBezTo>
                <a:cubicBezTo>
                  <a:pt x="1478947" y="34756"/>
                  <a:pt x="1479185" y="34994"/>
                  <a:pt x="1479280" y="35279"/>
                </a:cubicBezTo>
                <a:cubicBezTo>
                  <a:pt x="1479375" y="35564"/>
                  <a:pt x="1479399" y="35873"/>
                  <a:pt x="1479351" y="36205"/>
                </a:cubicBezTo>
                <a:lnTo>
                  <a:pt x="1466522" y="100420"/>
                </a:lnTo>
                <a:moveTo>
                  <a:pt x="1464313" y="53025"/>
                </a:moveTo>
                <a:cubicBezTo>
                  <a:pt x="1462080" y="49747"/>
                  <a:pt x="1459669" y="47288"/>
                  <a:pt x="1457079" y="45649"/>
                </a:cubicBezTo>
                <a:cubicBezTo>
                  <a:pt x="1454490" y="44009"/>
                  <a:pt x="1451579" y="43190"/>
                  <a:pt x="1448349" y="43190"/>
                </a:cubicBezTo>
                <a:cubicBezTo>
                  <a:pt x="1445783" y="43190"/>
                  <a:pt x="1443467" y="43796"/>
                  <a:pt x="1441400" y="45009"/>
                </a:cubicBezTo>
                <a:cubicBezTo>
                  <a:pt x="1439333" y="46222"/>
                  <a:pt x="1437504" y="47828"/>
                  <a:pt x="1435912" y="49827"/>
                </a:cubicBezTo>
                <a:cubicBezTo>
                  <a:pt x="1434320" y="51825"/>
                  <a:pt x="1432942" y="54098"/>
                  <a:pt x="1431778" y="56644"/>
                </a:cubicBezTo>
                <a:cubicBezTo>
                  <a:pt x="1430614" y="59189"/>
                  <a:pt x="1429664" y="61818"/>
                  <a:pt x="1428927" y="64531"/>
                </a:cubicBezTo>
                <a:cubicBezTo>
                  <a:pt x="1428191" y="67242"/>
                  <a:pt x="1427645" y="69906"/>
                  <a:pt x="1427288" y="72524"/>
                </a:cubicBezTo>
                <a:cubicBezTo>
                  <a:pt x="1426932" y="75140"/>
                  <a:pt x="1426754" y="77495"/>
                  <a:pt x="1426754" y="79589"/>
                </a:cubicBezTo>
                <a:cubicBezTo>
                  <a:pt x="1426754" y="81255"/>
                  <a:pt x="1426884" y="82909"/>
                  <a:pt x="1427146" y="84551"/>
                </a:cubicBezTo>
                <a:cubicBezTo>
                  <a:pt x="1427407" y="86192"/>
                  <a:pt x="1427906" y="87690"/>
                  <a:pt x="1428642" y="89045"/>
                </a:cubicBezTo>
                <a:cubicBezTo>
                  <a:pt x="1429379" y="90401"/>
                  <a:pt x="1430388" y="91495"/>
                  <a:pt x="1431671" y="92328"/>
                </a:cubicBezTo>
                <a:cubicBezTo>
                  <a:pt x="1432954" y="93161"/>
                  <a:pt x="1434617" y="93578"/>
                  <a:pt x="1436660" y="93578"/>
                </a:cubicBezTo>
                <a:cubicBezTo>
                  <a:pt x="1439273" y="93578"/>
                  <a:pt x="1441899" y="92852"/>
                  <a:pt x="1444536" y="91400"/>
                </a:cubicBezTo>
                <a:cubicBezTo>
                  <a:pt x="1447173" y="89946"/>
                  <a:pt x="1449631" y="87933"/>
                  <a:pt x="1451912" y="85362"/>
                </a:cubicBezTo>
                <a:cubicBezTo>
                  <a:pt x="1454193" y="82790"/>
                  <a:pt x="1456212" y="79765"/>
                  <a:pt x="1457970" y="76288"/>
                </a:cubicBezTo>
                <a:cubicBezTo>
                  <a:pt x="1459728" y="72811"/>
                  <a:pt x="1461035" y="68976"/>
                  <a:pt x="1461890" y="64785"/>
                </a:cubicBezTo>
                <a:lnTo>
                  <a:pt x="1464313" y="53025"/>
                </a:lnTo>
                <a:close/>
                <a:moveTo>
                  <a:pt x="1534205" y="36918"/>
                </a:moveTo>
                <a:cubicBezTo>
                  <a:pt x="1534205" y="37346"/>
                  <a:pt x="1534181" y="37809"/>
                  <a:pt x="1534134" y="38308"/>
                </a:cubicBezTo>
                <a:cubicBezTo>
                  <a:pt x="1534086" y="38807"/>
                  <a:pt x="1533991" y="39317"/>
                  <a:pt x="1533849" y="39840"/>
                </a:cubicBezTo>
                <a:cubicBezTo>
                  <a:pt x="1533706" y="40363"/>
                  <a:pt x="1533516" y="40885"/>
                  <a:pt x="1533279" y="41408"/>
                </a:cubicBezTo>
                <a:cubicBezTo>
                  <a:pt x="1533041" y="41931"/>
                  <a:pt x="1532792" y="42394"/>
                  <a:pt x="1532530" y="42798"/>
                </a:cubicBezTo>
                <a:cubicBezTo>
                  <a:pt x="1532269" y="43202"/>
                  <a:pt x="1531972" y="43522"/>
                  <a:pt x="1531639" y="43760"/>
                </a:cubicBezTo>
                <a:cubicBezTo>
                  <a:pt x="1531307" y="43997"/>
                  <a:pt x="1530927" y="44116"/>
                  <a:pt x="1530499" y="44116"/>
                </a:cubicBezTo>
                <a:lnTo>
                  <a:pt x="1514107" y="44116"/>
                </a:lnTo>
                <a:lnTo>
                  <a:pt x="1506909" y="79987"/>
                </a:lnTo>
                <a:cubicBezTo>
                  <a:pt x="1506718" y="80988"/>
                  <a:pt x="1506552" y="82109"/>
                  <a:pt x="1506410" y="83351"/>
                </a:cubicBezTo>
                <a:cubicBezTo>
                  <a:pt x="1506267" y="84590"/>
                  <a:pt x="1506196" y="85616"/>
                  <a:pt x="1506196" y="86426"/>
                </a:cubicBezTo>
                <a:cubicBezTo>
                  <a:pt x="1506196" y="88858"/>
                  <a:pt x="1506707" y="90635"/>
                  <a:pt x="1507728" y="91756"/>
                </a:cubicBezTo>
                <a:cubicBezTo>
                  <a:pt x="1508750" y="92875"/>
                  <a:pt x="1510401" y="93435"/>
                  <a:pt x="1512681" y="93435"/>
                </a:cubicBezTo>
                <a:cubicBezTo>
                  <a:pt x="1513964" y="93435"/>
                  <a:pt x="1515081" y="93328"/>
                  <a:pt x="1516031" y="93115"/>
                </a:cubicBezTo>
                <a:cubicBezTo>
                  <a:pt x="1516981" y="92901"/>
                  <a:pt x="1517801" y="92675"/>
                  <a:pt x="1518490" y="92437"/>
                </a:cubicBezTo>
                <a:cubicBezTo>
                  <a:pt x="1519179" y="92200"/>
                  <a:pt x="1519785" y="91974"/>
                  <a:pt x="1520307" y="91760"/>
                </a:cubicBezTo>
                <a:cubicBezTo>
                  <a:pt x="1520830" y="91547"/>
                  <a:pt x="1521281" y="91440"/>
                  <a:pt x="1521661" y="91440"/>
                </a:cubicBezTo>
                <a:cubicBezTo>
                  <a:pt x="1522042" y="91440"/>
                  <a:pt x="1522339" y="91570"/>
                  <a:pt x="1522552" y="91832"/>
                </a:cubicBezTo>
                <a:cubicBezTo>
                  <a:pt x="1522766" y="92093"/>
                  <a:pt x="1522873" y="92580"/>
                  <a:pt x="1522873" y="93293"/>
                </a:cubicBezTo>
                <a:cubicBezTo>
                  <a:pt x="1522873" y="93910"/>
                  <a:pt x="1522814" y="94587"/>
                  <a:pt x="1522695" y="95324"/>
                </a:cubicBezTo>
                <a:cubicBezTo>
                  <a:pt x="1522576" y="96060"/>
                  <a:pt x="1522422" y="96785"/>
                  <a:pt x="1522232" y="97498"/>
                </a:cubicBezTo>
                <a:cubicBezTo>
                  <a:pt x="1522042" y="98210"/>
                  <a:pt x="1521804" y="98852"/>
                  <a:pt x="1521519" y="99422"/>
                </a:cubicBezTo>
                <a:cubicBezTo>
                  <a:pt x="1521234" y="99992"/>
                  <a:pt x="1520925" y="100444"/>
                  <a:pt x="1520592" y="100776"/>
                </a:cubicBezTo>
                <a:cubicBezTo>
                  <a:pt x="1520212" y="101109"/>
                  <a:pt x="1519642" y="101441"/>
                  <a:pt x="1518882" y="101774"/>
                </a:cubicBezTo>
                <a:cubicBezTo>
                  <a:pt x="1518122" y="102106"/>
                  <a:pt x="1517243" y="102403"/>
                  <a:pt x="1516245" y="102665"/>
                </a:cubicBezTo>
                <a:cubicBezTo>
                  <a:pt x="1515247" y="102926"/>
                  <a:pt x="1514190" y="103128"/>
                  <a:pt x="1513073" y="103271"/>
                </a:cubicBezTo>
                <a:cubicBezTo>
                  <a:pt x="1511957" y="103413"/>
                  <a:pt x="1510852" y="103484"/>
                  <a:pt x="1509759" y="103484"/>
                </a:cubicBezTo>
                <a:cubicBezTo>
                  <a:pt x="1507099" y="103484"/>
                  <a:pt x="1504794" y="103199"/>
                  <a:pt x="1502846" y="102627"/>
                </a:cubicBezTo>
                <a:cubicBezTo>
                  <a:pt x="1500898" y="102055"/>
                  <a:pt x="1499259" y="101163"/>
                  <a:pt x="1497928" y="99950"/>
                </a:cubicBezTo>
                <a:cubicBezTo>
                  <a:pt x="1496598" y="98735"/>
                  <a:pt x="1495612" y="97212"/>
                  <a:pt x="1494971" y="95380"/>
                </a:cubicBezTo>
                <a:cubicBezTo>
                  <a:pt x="1494329" y="93546"/>
                  <a:pt x="1494009" y="91344"/>
                  <a:pt x="1494009" y="88774"/>
                </a:cubicBezTo>
                <a:cubicBezTo>
                  <a:pt x="1494009" y="88202"/>
                  <a:pt x="1494032" y="87571"/>
                  <a:pt x="1494080" y="86881"/>
                </a:cubicBezTo>
                <a:cubicBezTo>
                  <a:pt x="1494127" y="86190"/>
                  <a:pt x="1494211" y="85464"/>
                  <a:pt x="1494329" y="84702"/>
                </a:cubicBezTo>
                <a:cubicBezTo>
                  <a:pt x="1494448" y="83941"/>
                  <a:pt x="1494567" y="83179"/>
                  <a:pt x="1494686" y="82417"/>
                </a:cubicBezTo>
                <a:cubicBezTo>
                  <a:pt x="1494804" y="81656"/>
                  <a:pt x="1494935" y="80941"/>
                  <a:pt x="1495078" y="80275"/>
                </a:cubicBezTo>
                <a:lnTo>
                  <a:pt x="1502276" y="44116"/>
                </a:lnTo>
                <a:lnTo>
                  <a:pt x="1493367" y="44116"/>
                </a:lnTo>
                <a:cubicBezTo>
                  <a:pt x="1492845" y="44116"/>
                  <a:pt x="1492441" y="43962"/>
                  <a:pt x="1492156" y="43653"/>
                </a:cubicBezTo>
                <a:cubicBezTo>
                  <a:pt x="1491871" y="43344"/>
                  <a:pt x="1491728" y="42738"/>
                  <a:pt x="1491728" y="41836"/>
                </a:cubicBezTo>
                <a:cubicBezTo>
                  <a:pt x="1491728" y="41170"/>
                  <a:pt x="1491799" y="40398"/>
                  <a:pt x="1491942" y="39519"/>
                </a:cubicBezTo>
                <a:cubicBezTo>
                  <a:pt x="1492084" y="38640"/>
                  <a:pt x="1492298" y="37821"/>
                  <a:pt x="1492583" y="37061"/>
                </a:cubicBezTo>
                <a:cubicBezTo>
                  <a:pt x="1492868" y="36300"/>
                  <a:pt x="1493237" y="35659"/>
                  <a:pt x="1493688" y="35136"/>
                </a:cubicBezTo>
                <a:cubicBezTo>
                  <a:pt x="1494139" y="34614"/>
                  <a:pt x="1494674" y="34352"/>
                  <a:pt x="1495291" y="34352"/>
                </a:cubicBezTo>
                <a:lnTo>
                  <a:pt x="1504272" y="34352"/>
                </a:lnTo>
                <a:lnTo>
                  <a:pt x="1507336" y="19100"/>
                </a:lnTo>
                <a:cubicBezTo>
                  <a:pt x="1507384" y="18768"/>
                  <a:pt x="1507538" y="18459"/>
                  <a:pt x="1507799" y="18174"/>
                </a:cubicBezTo>
                <a:cubicBezTo>
                  <a:pt x="1508061" y="17889"/>
                  <a:pt x="1508429" y="17639"/>
                  <a:pt x="1508904" y="17426"/>
                </a:cubicBezTo>
                <a:cubicBezTo>
                  <a:pt x="1509379" y="17212"/>
                  <a:pt x="1510009" y="17057"/>
                  <a:pt x="1510793" y="16962"/>
                </a:cubicBezTo>
                <a:cubicBezTo>
                  <a:pt x="1511577" y="16867"/>
                  <a:pt x="1512539" y="16820"/>
                  <a:pt x="1513679" y="16820"/>
                </a:cubicBezTo>
                <a:cubicBezTo>
                  <a:pt x="1514820" y="16820"/>
                  <a:pt x="1515758" y="16867"/>
                  <a:pt x="1516494" y="16962"/>
                </a:cubicBezTo>
                <a:cubicBezTo>
                  <a:pt x="1517231" y="17057"/>
                  <a:pt x="1517801" y="17212"/>
                  <a:pt x="1518205" y="17426"/>
                </a:cubicBezTo>
                <a:cubicBezTo>
                  <a:pt x="1518609" y="17639"/>
                  <a:pt x="1518870" y="17889"/>
                  <a:pt x="1518989" y="18174"/>
                </a:cubicBezTo>
                <a:cubicBezTo>
                  <a:pt x="1519108" y="18459"/>
                  <a:pt x="1519143" y="18768"/>
                  <a:pt x="1519096" y="19100"/>
                </a:cubicBezTo>
                <a:lnTo>
                  <a:pt x="1516031" y="34352"/>
                </a:lnTo>
                <a:lnTo>
                  <a:pt x="1532423" y="34352"/>
                </a:lnTo>
                <a:cubicBezTo>
                  <a:pt x="1533136" y="34352"/>
                  <a:pt x="1533611" y="34614"/>
                  <a:pt x="1533849" y="35136"/>
                </a:cubicBezTo>
                <a:cubicBezTo>
                  <a:pt x="1534086" y="35659"/>
                  <a:pt x="1534205" y="36253"/>
                  <a:pt x="1534205" y="36918"/>
                </a:cubicBezTo>
                <a:close/>
                <a:moveTo>
                  <a:pt x="1588545" y="100420"/>
                </a:moveTo>
                <a:cubicBezTo>
                  <a:pt x="1588355" y="101227"/>
                  <a:pt x="1587832" y="101798"/>
                  <a:pt x="1586977" y="102130"/>
                </a:cubicBezTo>
                <a:cubicBezTo>
                  <a:pt x="1586122" y="102463"/>
                  <a:pt x="1584697" y="102629"/>
                  <a:pt x="1582701" y="102629"/>
                </a:cubicBezTo>
                <a:cubicBezTo>
                  <a:pt x="1581751" y="102629"/>
                  <a:pt x="1580967" y="102582"/>
                  <a:pt x="1580349" y="102487"/>
                </a:cubicBezTo>
                <a:cubicBezTo>
                  <a:pt x="1579731" y="102392"/>
                  <a:pt x="1579233" y="102261"/>
                  <a:pt x="1578852" y="102095"/>
                </a:cubicBezTo>
                <a:cubicBezTo>
                  <a:pt x="1578472" y="101928"/>
                  <a:pt x="1578211" y="101714"/>
                  <a:pt x="1578068" y="101453"/>
                </a:cubicBezTo>
                <a:cubicBezTo>
                  <a:pt x="1577926" y="101192"/>
                  <a:pt x="1577926" y="100847"/>
                  <a:pt x="1578068" y="100420"/>
                </a:cubicBezTo>
                <a:lnTo>
                  <a:pt x="1580420" y="88304"/>
                </a:lnTo>
                <a:cubicBezTo>
                  <a:pt x="1579803" y="89832"/>
                  <a:pt x="1578686" y="91503"/>
                  <a:pt x="1577071" y="93317"/>
                </a:cubicBezTo>
                <a:cubicBezTo>
                  <a:pt x="1575455" y="95130"/>
                  <a:pt x="1573543" y="96801"/>
                  <a:pt x="1571333" y="98328"/>
                </a:cubicBezTo>
                <a:cubicBezTo>
                  <a:pt x="1569124" y="99856"/>
                  <a:pt x="1566665" y="101121"/>
                  <a:pt x="1563957" y="102124"/>
                </a:cubicBezTo>
                <a:cubicBezTo>
                  <a:pt x="1561249" y="103126"/>
                  <a:pt x="1558493" y="103627"/>
                  <a:pt x="1555690" y="103627"/>
                </a:cubicBezTo>
                <a:cubicBezTo>
                  <a:pt x="1551889" y="103627"/>
                  <a:pt x="1548741" y="102961"/>
                  <a:pt x="1546246" y="101629"/>
                </a:cubicBezTo>
                <a:cubicBezTo>
                  <a:pt x="1543752" y="100297"/>
                  <a:pt x="1541768" y="98538"/>
                  <a:pt x="1540295" y="96351"/>
                </a:cubicBezTo>
                <a:cubicBezTo>
                  <a:pt x="1538822" y="94162"/>
                  <a:pt x="1537813" y="91688"/>
                  <a:pt x="1537266" y="88930"/>
                </a:cubicBezTo>
                <a:cubicBezTo>
                  <a:pt x="1536720" y="86171"/>
                  <a:pt x="1536447" y="83341"/>
                  <a:pt x="1536447" y="80440"/>
                </a:cubicBezTo>
                <a:cubicBezTo>
                  <a:pt x="1536447" y="77777"/>
                  <a:pt x="1536696" y="74758"/>
                  <a:pt x="1537195" y="71382"/>
                </a:cubicBezTo>
                <a:cubicBezTo>
                  <a:pt x="1537694" y="68004"/>
                  <a:pt x="1538502" y="64555"/>
                  <a:pt x="1539618" y="61036"/>
                </a:cubicBezTo>
                <a:cubicBezTo>
                  <a:pt x="1540735" y="57516"/>
                  <a:pt x="1542184" y="54091"/>
                  <a:pt x="1543966" y="50762"/>
                </a:cubicBezTo>
                <a:cubicBezTo>
                  <a:pt x="1545747" y="47433"/>
                  <a:pt x="1547897" y="44449"/>
                  <a:pt x="1550416" y="41809"/>
                </a:cubicBezTo>
                <a:cubicBezTo>
                  <a:pt x="1552934" y="39169"/>
                  <a:pt x="1555856" y="37052"/>
                  <a:pt x="1559182" y="35459"/>
                </a:cubicBezTo>
                <a:cubicBezTo>
                  <a:pt x="1562508" y="33866"/>
                  <a:pt x="1566285" y="33069"/>
                  <a:pt x="1570514" y="33069"/>
                </a:cubicBezTo>
                <a:cubicBezTo>
                  <a:pt x="1574742" y="33069"/>
                  <a:pt x="1578365" y="33925"/>
                  <a:pt x="1581383" y="35635"/>
                </a:cubicBezTo>
                <a:cubicBezTo>
                  <a:pt x="1584400" y="37346"/>
                  <a:pt x="1587096" y="39698"/>
                  <a:pt x="1589472" y="42691"/>
                </a:cubicBezTo>
                <a:lnTo>
                  <a:pt x="1590826" y="36205"/>
                </a:lnTo>
                <a:cubicBezTo>
                  <a:pt x="1591016" y="35445"/>
                  <a:pt x="1591562" y="34899"/>
                  <a:pt x="1592465" y="34566"/>
                </a:cubicBezTo>
                <a:cubicBezTo>
                  <a:pt x="1593368" y="34233"/>
                  <a:pt x="1594769" y="34067"/>
                  <a:pt x="1596670" y="34067"/>
                </a:cubicBezTo>
                <a:cubicBezTo>
                  <a:pt x="1597620" y="34067"/>
                  <a:pt x="1598416" y="34103"/>
                  <a:pt x="1599058" y="34174"/>
                </a:cubicBezTo>
                <a:cubicBezTo>
                  <a:pt x="1599699" y="34245"/>
                  <a:pt x="1600210" y="34376"/>
                  <a:pt x="1600590" y="34566"/>
                </a:cubicBezTo>
                <a:cubicBezTo>
                  <a:pt x="1600970" y="34756"/>
                  <a:pt x="1601208" y="34994"/>
                  <a:pt x="1601303" y="35279"/>
                </a:cubicBezTo>
                <a:cubicBezTo>
                  <a:pt x="1601398" y="35564"/>
                  <a:pt x="1601421" y="35873"/>
                  <a:pt x="1601374" y="36205"/>
                </a:cubicBezTo>
                <a:lnTo>
                  <a:pt x="1588545" y="100420"/>
                </a:lnTo>
                <a:moveTo>
                  <a:pt x="1586336" y="53025"/>
                </a:moveTo>
                <a:cubicBezTo>
                  <a:pt x="1584103" y="49747"/>
                  <a:pt x="1581691" y="47288"/>
                  <a:pt x="1579102" y="45649"/>
                </a:cubicBezTo>
                <a:cubicBezTo>
                  <a:pt x="1576512" y="44009"/>
                  <a:pt x="1573602" y="43190"/>
                  <a:pt x="1570371" y="43190"/>
                </a:cubicBezTo>
                <a:cubicBezTo>
                  <a:pt x="1567806" y="43190"/>
                  <a:pt x="1565489" y="43796"/>
                  <a:pt x="1563422" y="45009"/>
                </a:cubicBezTo>
                <a:cubicBezTo>
                  <a:pt x="1561356" y="46222"/>
                  <a:pt x="1559526" y="47828"/>
                  <a:pt x="1557935" y="49827"/>
                </a:cubicBezTo>
                <a:cubicBezTo>
                  <a:pt x="1556343" y="51825"/>
                  <a:pt x="1554965" y="54098"/>
                  <a:pt x="1553801" y="56644"/>
                </a:cubicBezTo>
                <a:cubicBezTo>
                  <a:pt x="1552637" y="59189"/>
                  <a:pt x="1551687" y="61818"/>
                  <a:pt x="1550950" y="64531"/>
                </a:cubicBezTo>
                <a:cubicBezTo>
                  <a:pt x="1550214" y="67242"/>
                  <a:pt x="1549667" y="69906"/>
                  <a:pt x="1549311" y="72524"/>
                </a:cubicBezTo>
                <a:cubicBezTo>
                  <a:pt x="1548955" y="75140"/>
                  <a:pt x="1548776" y="77495"/>
                  <a:pt x="1548776" y="79589"/>
                </a:cubicBezTo>
                <a:cubicBezTo>
                  <a:pt x="1548776" y="81255"/>
                  <a:pt x="1548907" y="82909"/>
                  <a:pt x="1549168" y="84551"/>
                </a:cubicBezTo>
                <a:cubicBezTo>
                  <a:pt x="1549430" y="86192"/>
                  <a:pt x="1549929" y="87690"/>
                  <a:pt x="1550665" y="89045"/>
                </a:cubicBezTo>
                <a:cubicBezTo>
                  <a:pt x="1551401" y="90401"/>
                  <a:pt x="1552411" y="91495"/>
                  <a:pt x="1553694" y="92328"/>
                </a:cubicBezTo>
                <a:cubicBezTo>
                  <a:pt x="1554977" y="93161"/>
                  <a:pt x="1556640" y="93578"/>
                  <a:pt x="1558683" y="93578"/>
                </a:cubicBezTo>
                <a:cubicBezTo>
                  <a:pt x="1561296" y="93578"/>
                  <a:pt x="1563921" y="92852"/>
                  <a:pt x="1566558" y="91400"/>
                </a:cubicBezTo>
                <a:cubicBezTo>
                  <a:pt x="1569195" y="89946"/>
                  <a:pt x="1571654" y="87933"/>
                  <a:pt x="1573935" y="85362"/>
                </a:cubicBezTo>
                <a:cubicBezTo>
                  <a:pt x="1576215" y="82790"/>
                  <a:pt x="1578235" y="79765"/>
                  <a:pt x="1579993" y="76288"/>
                </a:cubicBezTo>
                <a:cubicBezTo>
                  <a:pt x="1581751" y="72811"/>
                  <a:pt x="1583057" y="68976"/>
                  <a:pt x="1583913" y="64785"/>
                </a:cubicBezTo>
                <a:lnTo>
                  <a:pt x="1586336" y="530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Text intextf">
            <a:extLst xmlns:a="http://schemas.openxmlformats.org/drawingml/2006/main">
              <a:ext uri="{FF2B5EF4-FFF2-40B4-BE49-F238E27FC236}">
                <a16:creationId xmlns:a16="http://schemas.microsoft.com/office/drawing/2014/main" id="{B46D98F2-EE27-424D-B3AA-85E2C05E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286" y="1215960"/>
            <a:ext cx="454207" cy="125863"/>
          </a:xfrm>
          <a:custGeom xmlns:a="http://schemas.openxmlformats.org/drawingml/2006/main">
            <a:pathLst>
              <a:path w="454207" h="125863">
                <a:moveTo>
                  <a:pt x="30314" y="12187"/>
                </a:moveTo>
                <a:cubicBezTo>
                  <a:pt x="30076" y="13518"/>
                  <a:pt x="29755" y="14634"/>
                  <a:pt x="29351" y="15537"/>
                </a:cubicBezTo>
                <a:cubicBezTo>
                  <a:pt x="28948" y="16440"/>
                  <a:pt x="28413" y="17164"/>
                  <a:pt x="27748" y="17711"/>
                </a:cubicBezTo>
                <a:cubicBezTo>
                  <a:pt x="27083" y="18257"/>
                  <a:pt x="26251" y="18649"/>
                  <a:pt x="25253" y="18887"/>
                </a:cubicBezTo>
                <a:cubicBezTo>
                  <a:pt x="24256" y="19124"/>
                  <a:pt x="23044" y="19243"/>
                  <a:pt x="21619" y="19243"/>
                </a:cubicBezTo>
                <a:cubicBezTo>
                  <a:pt x="20241" y="19243"/>
                  <a:pt x="19100" y="19124"/>
                  <a:pt x="18198" y="18887"/>
                </a:cubicBezTo>
                <a:cubicBezTo>
                  <a:pt x="17295" y="18649"/>
                  <a:pt x="16630" y="18257"/>
                  <a:pt x="16202" y="17711"/>
                </a:cubicBezTo>
                <a:cubicBezTo>
                  <a:pt x="15774" y="17164"/>
                  <a:pt x="15537" y="16440"/>
                  <a:pt x="15489" y="15537"/>
                </a:cubicBezTo>
                <a:cubicBezTo>
                  <a:pt x="15442" y="14634"/>
                  <a:pt x="15537" y="13518"/>
                  <a:pt x="15774" y="12187"/>
                </a:cubicBezTo>
                <a:cubicBezTo>
                  <a:pt x="16060" y="10857"/>
                  <a:pt x="16416" y="9752"/>
                  <a:pt x="16844" y="8873"/>
                </a:cubicBezTo>
                <a:cubicBezTo>
                  <a:pt x="17271" y="7994"/>
                  <a:pt x="17806" y="7258"/>
                  <a:pt x="18447" y="6664"/>
                </a:cubicBezTo>
                <a:cubicBezTo>
                  <a:pt x="19089" y="6070"/>
                  <a:pt x="19908" y="5666"/>
                  <a:pt x="20906" y="5452"/>
                </a:cubicBezTo>
                <a:cubicBezTo>
                  <a:pt x="21904" y="5238"/>
                  <a:pt x="23115" y="5131"/>
                  <a:pt x="24541" y="5131"/>
                </a:cubicBezTo>
                <a:cubicBezTo>
                  <a:pt x="25919" y="5131"/>
                  <a:pt x="27047" y="5238"/>
                  <a:pt x="27926" y="5452"/>
                </a:cubicBezTo>
                <a:cubicBezTo>
                  <a:pt x="28805" y="5666"/>
                  <a:pt x="29470" y="6070"/>
                  <a:pt x="29922" y="6664"/>
                </a:cubicBezTo>
                <a:cubicBezTo>
                  <a:pt x="30373" y="7258"/>
                  <a:pt x="30622" y="7994"/>
                  <a:pt x="30670" y="8873"/>
                </a:cubicBezTo>
                <a:cubicBezTo>
                  <a:pt x="30717" y="9752"/>
                  <a:pt x="30599" y="10857"/>
                  <a:pt x="30314" y="12187"/>
                </a:cubicBezTo>
                <a:moveTo>
                  <a:pt x="11855" y="97997"/>
                </a:moveTo>
                <a:cubicBezTo>
                  <a:pt x="11760" y="98377"/>
                  <a:pt x="11593" y="98697"/>
                  <a:pt x="11356" y="98959"/>
                </a:cubicBezTo>
                <a:cubicBezTo>
                  <a:pt x="11118" y="99220"/>
                  <a:pt x="10762" y="99446"/>
                  <a:pt x="10287" y="99636"/>
                </a:cubicBezTo>
                <a:cubicBezTo>
                  <a:pt x="9812" y="99826"/>
                  <a:pt x="9182" y="99968"/>
                  <a:pt x="8398" y="100063"/>
                </a:cubicBezTo>
                <a:cubicBezTo>
                  <a:pt x="7614" y="100158"/>
                  <a:pt x="6652" y="100206"/>
                  <a:pt x="5512" y="100206"/>
                </a:cubicBezTo>
                <a:cubicBezTo>
                  <a:pt x="4324" y="100206"/>
                  <a:pt x="3362" y="100158"/>
                  <a:pt x="2625" y="100063"/>
                </a:cubicBezTo>
                <a:cubicBezTo>
                  <a:pt x="1889" y="99968"/>
                  <a:pt x="1318" y="99826"/>
                  <a:pt x="915" y="99636"/>
                </a:cubicBezTo>
                <a:cubicBezTo>
                  <a:pt x="511" y="99446"/>
                  <a:pt x="249" y="99220"/>
                  <a:pt x="131" y="98959"/>
                </a:cubicBezTo>
                <a:cubicBezTo>
                  <a:pt x="12" y="98697"/>
                  <a:pt x="0" y="98377"/>
                  <a:pt x="95" y="97997"/>
                </a:cubicBezTo>
                <a:lnTo>
                  <a:pt x="12852" y="33853"/>
                </a:lnTo>
                <a:cubicBezTo>
                  <a:pt x="12900" y="33521"/>
                  <a:pt x="13042" y="33212"/>
                  <a:pt x="13280" y="32927"/>
                </a:cubicBezTo>
                <a:cubicBezTo>
                  <a:pt x="13518" y="32642"/>
                  <a:pt x="13874" y="32404"/>
                  <a:pt x="14349" y="32214"/>
                </a:cubicBezTo>
                <a:cubicBezTo>
                  <a:pt x="14824" y="32024"/>
                  <a:pt x="15454" y="31882"/>
                  <a:pt x="16238" y="31787"/>
                </a:cubicBezTo>
                <a:cubicBezTo>
                  <a:pt x="17022" y="31691"/>
                  <a:pt x="18008" y="31644"/>
                  <a:pt x="19195" y="31644"/>
                </a:cubicBezTo>
                <a:cubicBezTo>
                  <a:pt x="20336" y="31644"/>
                  <a:pt x="21274" y="31691"/>
                  <a:pt x="22011" y="31787"/>
                </a:cubicBezTo>
                <a:cubicBezTo>
                  <a:pt x="22747" y="31882"/>
                  <a:pt x="23317" y="32024"/>
                  <a:pt x="23721" y="32214"/>
                </a:cubicBezTo>
                <a:cubicBezTo>
                  <a:pt x="24125" y="32404"/>
                  <a:pt x="24386" y="32642"/>
                  <a:pt x="24505" y="32927"/>
                </a:cubicBezTo>
                <a:cubicBezTo>
                  <a:pt x="24624" y="33212"/>
                  <a:pt x="24659" y="33521"/>
                  <a:pt x="24612" y="33853"/>
                </a:cubicBezTo>
                <a:lnTo>
                  <a:pt x="11855" y="97997"/>
                </a:lnTo>
                <a:close/>
                <a:moveTo>
                  <a:pt x="96313" y="48036"/>
                </a:moveTo>
                <a:cubicBezTo>
                  <a:pt x="96313" y="49699"/>
                  <a:pt x="96218" y="51338"/>
                  <a:pt x="96028" y="52954"/>
                </a:cubicBezTo>
                <a:cubicBezTo>
                  <a:pt x="95838" y="54569"/>
                  <a:pt x="95577" y="56232"/>
                  <a:pt x="95244" y="57943"/>
                </a:cubicBezTo>
                <a:lnTo>
                  <a:pt x="87191" y="97997"/>
                </a:lnTo>
                <a:cubicBezTo>
                  <a:pt x="87096" y="98377"/>
                  <a:pt x="86941" y="98697"/>
                  <a:pt x="86728" y="98959"/>
                </a:cubicBezTo>
                <a:cubicBezTo>
                  <a:pt x="86514" y="99220"/>
                  <a:pt x="86157" y="99446"/>
                  <a:pt x="85659" y="99636"/>
                </a:cubicBezTo>
                <a:cubicBezTo>
                  <a:pt x="85160" y="99826"/>
                  <a:pt x="84530" y="99968"/>
                  <a:pt x="83770" y="100063"/>
                </a:cubicBezTo>
                <a:cubicBezTo>
                  <a:pt x="83010" y="100158"/>
                  <a:pt x="82036" y="100206"/>
                  <a:pt x="80848" y="100206"/>
                </a:cubicBezTo>
                <a:cubicBezTo>
                  <a:pt x="79708" y="100206"/>
                  <a:pt x="78769" y="100158"/>
                  <a:pt x="78033" y="100063"/>
                </a:cubicBezTo>
                <a:cubicBezTo>
                  <a:pt x="77296" y="99968"/>
                  <a:pt x="76726" y="99826"/>
                  <a:pt x="76322" y="99636"/>
                </a:cubicBezTo>
                <a:cubicBezTo>
                  <a:pt x="75918" y="99446"/>
                  <a:pt x="75657" y="99220"/>
                  <a:pt x="75538" y="98959"/>
                </a:cubicBezTo>
                <a:cubicBezTo>
                  <a:pt x="75419" y="98697"/>
                  <a:pt x="75384" y="98377"/>
                  <a:pt x="75431" y="97997"/>
                </a:cubicBezTo>
                <a:lnTo>
                  <a:pt x="83342" y="58370"/>
                </a:lnTo>
                <a:cubicBezTo>
                  <a:pt x="83675" y="56897"/>
                  <a:pt x="83901" y="55472"/>
                  <a:pt x="84019" y="54094"/>
                </a:cubicBezTo>
                <a:cubicBezTo>
                  <a:pt x="84138" y="52716"/>
                  <a:pt x="84198" y="51505"/>
                  <a:pt x="84198" y="50459"/>
                </a:cubicBezTo>
                <a:cubicBezTo>
                  <a:pt x="84198" y="47561"/>
                  <a:pt x="83580" y="45221"/>
                  <a:pt x="82345" y="43439"/>
                </a:cubicBezTo>
                <a:cubicBezTo>
                  <a:pt x="81109" y="41657"/>
                  <a:pt x="79042" y="40767"/>
                  <a:pt x="76144" y="40767"/>
                </a:cubicBezTo>
                <a:cubicBezTo>
                  <a:pt x="73626" y="40767"/>
                  <a:pt x="71048" y="41491"/>
                  <a:pt x="68411" y="42940"/>
                </a:cubicBezTo>
                <a:cubicBezTo>
                  <a:pt x="65774" y="44389"/>
                  <a:pt x="63327" y="46385"/>
                  <a:pt x="61070" y="48927"/>
                </a:cubicBezTo>
                <a:cubicBezTo>
                  <a:pt x="58813" y="51469"/>
                  <a:pt x="56794" y="54486"/>
                  <a:pt x="55012" y="57978"/>
                </a:cubicBezTo>
                <a:cubicBezTo>
                  <a:pt x="53231" y="61471"/>
                  <a:pt x="51936" y="65260"/>
                  <a:pt x="51128" y="69346"/>
                </a:cubicBezTo>
                <a:lnTo>
                  <a:pt x="45427" y="97997"/>
                </a:lnTo>
                <a:cubicBezTo>
                  <a:pt x="45331" y="98377"/>
                  <a:pt x="45165" y="98697"/>
                  <a:pt x="44928" y="98959"/>
                </a:cubicBezTo>
                <a:cubicBezTo>
                  <a:pt x="44690" y="99220"/>
                  <a:pt x="44334" y="99446"/>
                  <a:pt x="43859" y="99636"/>
                </a:cubicBezTo>
                <a:cubicBezTo>
                  <a:pt x="43383" y="99826"/>
                  <a:pt x="42754" y="99968"/>
                  <a:pt x="41970" y="100063"/>
                </a:cubicBezTo>
                <a:cubicBezTo>
                  <a:pt x="41186" y="100158"/>
                  <a:pt x="40224" y="100206"/>
                  <a:pt x="39083" y="100206"/>
                </a:cubicBezTo>
                <a:cubicBezTo>
                  <a:pt x="37896" y="100206"/>
                  <a:pt x="36933" y="100158"/>
                  <a:pt x="36197" y="100063"/>
                </a:cubicBezTo>
                <a:cubicBezTo>
                  <a:pt x="35461" y="99968"/>
                  <a:pt x="34890" y="99826"/>
                  <a:pt x="34487" y="99636"/>
                </a:cubicBezTo>
                <a:cubicBezTo>
                  <a:pt x="34083" y="99446"/>
                  <a:pt x="33821" y="99220"/>
                  <a:pt x="33703" y="98959"/>
                </a:cubicBezTo>
                <a:cubicBezTo>
                  <a:pt x="33584" y="98697"/>
                  <a:pt x="33572" y="98377"/>
                  <a:pt x="33667" y="97997"/>
                </a:cubicBezTo>
                <a:lnTo>
                  <a:pt x="46567" y="33782"/>
                </a:lnTo>
                <a:cubicBezTo>
                  <a:pt x="46614" y="33449"/>
                  <a:pt x="46745" y="33141"/>
                  <a:pt x="46959" y="32856"/>
                </a:cubicBezTo>
                <a:cubicBezTo>
                  <a:pt x="47173" y="32570"/>
                  <a:pt x="47505" y="32333"/>
                  <a:pt x="47957" y="32143"/>
                </a:cubicBezTo>
                <a:cubicBezTo>
                  <a:pt x="48408" y="31953"/>
                  <a:pt x="48978" y="31822"/>
                  <a:pt x="49667" y="31751"/>
                </a:cubicBezTo>
                <a:cubicBezTo>
                  <a:pt x="50356" y="31680"/>
                  <a:pt x="51176" y="31644"/>
                  <a:pt x="52126" y="31644"/>
                </a:cubicBezTo>
                <a:cubicBezTo>
                  <a:pt x="53124" y="31644"/>
                  <a:pt x="53943" y="31680"/>
                  <a:pt x="54585" y="31751"/>
                </a:cubicBezTo>
                <a:cubicBezTo>
                  <a:pt x="55226" y="31822"/>
                  <a:pt x="55725" y="31953"/>
                  <a:pt x="56081" y="32143"/>
                </a:cubicBezTo>
                <a:cubicBezTo>
                  <a:pt x="56438" y="32333"/>
                  <a:pt x="56663" y="32570"/>
                  <a:pt x="56758" y="32856"/>
                </a:cubicBezTo>
                <a:cubicBezTo>
                  <a:pt x="56854" y="33141"/>
                  <a:pt x="56877" y="33449"/>
                  <a:pt x="56830" y="33782"/>
                </a:cubicBezTo>
                <a:lnTo>
                  <a:pt x="54407" y="46041"/>
                </a:lnTo>
                <a:cubicBezTo>
                  <a:pt x="55119" y="44425"/>
                  <a:pt x="56283" y="42715"/>
                  <a:pt x="57899" y="40909"/>
                </a:cubicBezTo>
                <a:cubicBezTo>
                  <a:pt x="59514" y="39104"/>
                  <a:pt x="61439" y="37441"/>
                  <a:pt x="63672" y="35920"/>
                </a:cubicBezTo>
                <a:cubicBezTo>
                  <a:pt x="65905" y="34400"/>
                  <a:pt x="68364" y="33141"/>
                  <a:pt x="71048" y="32143"/>
                </a:cubicBezTo>
                <a:cubicBezTo>
                  <a:pt x="73733" y="31145"/>
                  <a:pt x="76524" y="30646"/>
                  <a:pt x="79422" y="30646"/>
                </a:cubicBezTo>
                <a:cubicBezTo>
                  <a:pt x="82606" y="30646"/>
                  <a:pt x="85267" y="31133"/>
                  <a:pt x="87405" y="32107"/>
                </a:cubicBezTo>
                <a:cubicBezTo>
                  <a:pt x="89543" y="33081"/>
                  <a:pt x="91277" y="34364"/>
                  <a:pt x="92607" y="35956"/>
                </a:cubicBezTo>
                <a:cubicBezTo>
                  <a:pt x="93938" y="37548"/>
                  <a:pt x="94888" y="39389"/>
                  <a:pt x="95458" y="41479"/>
                </a:cubicBezTo>
                <a:cubicBezTo>
                  <a:pt x="96028" y="43570"/>
                  <a:pt x="96313" y="45755"/>
                  <a:pt x="96313" y="48036"/>
                </a:cubicBezTo>
                <a:close/>
                <a:moveTo>
                  <a:pt x="187575" y="34495"/>
                </a:moveTo>
                <a:cubicBezTo>
                  <a:pt x="187575" y="34922"/>
                  <a:pt x="187551" y="35386"/>
                  <a:pt x="187503" y="35885"/>
                </a:cubicBezTo>
                <a:cubicBezTo>
                  <a:pt x="187456" y="36383"/>
                  <a:pt x="187361" y="36894"/>
                  <a:pt x="187218" y="37417"/>
                </a:cubicBezTo>
                <a:cubicBezTo>
                  <a:pt x="187076" y="37940"/>
                  <a:pt x="186886" y="38462"/>
                  <a:pt x="186648" y="38985"/>
                </a:cubicBezTo>
                <a:cubicBezTo>
                  <a:pt x="186411" y="39507"/>
                  <a:pt x="186161" y="39971"/>
                  <a:pt x="185900" y="40375"/>
                </a:cubicBezTo>
                <a:cubicBezTo>
                  <a:pt x="185639" y="40778"/>
                  <a:pt x="185342" y="41099"/>
                  <a:pt x="185009" y="41337"/>
                </a:cubicBezTo>
                <a:cubicBezTo>
                  <a:pt x="184676" y="41574"/>
                  <a:pt x="184296" y="41693"/>
                  <a:pt x="183869" y="41693"/>
                </a:cubicBezTo>
                <a:lnTo>
                  <a:pt x="167477" y="41693"/>
                </a:lnTo>
                <a:lnTo>
                  <a:pt x="160278" y="77564"/>
                </a:lnTo>
                <a:cubicBezTo>
                  <a:pt x="160088" y="78565"/>
                  <a:pt x="159922" y="79686"/>
                  <a:pt x="159779" y="80927"/>
                </a:cubicBezTo>
                <a:cubicBezTo>
                  <a:pt x="159637" y="82167"/>
                  <a:pt x="159566" y="83192"/>
                  <a:pt x="159566" y="84003"/>
                </a:cubicBezTo>
                <a:cubicBezTo>
                  <a:pt x="159566" y="86435"/>
                  <a:pt x="160076" y="88212"/>
                  <a:pt x="161098" y="89333"/>
                </a:cubicBezTo>
                <a:cubicBezTo>
                  <a:pt x="162119" y="90452"/>
                  <a:pt x="163770" y="91012"/>
                  <a:pt x="166051" y="91012"/>
                </a:cubicBezTo>
                <a:cubicBezTo>
                  <a:pt x="167334" y="91012"/>
                  <a:pt x="168451" y="90905"/>
                  <a:pt x="169401" y="90691"/>
                </a:cubicBezTo>
                <a:cubicBezTo>
                  <a:pt x="170351" y="90478"/>
                  <a:pt x="171171" y="90252"/>
                  <a:pt x="171860" y="90014"/>
                </a:cubicBezTo>
                <a:cubicBezTo>
                  <a:pt x="172549" y="89777"/>
                  <a:pt x="173154" y="89551"/>
                  <a:pt x="173677" y="89337"/>
                </a:cubicBezTo>
                <a:cubicBezTo>
                  <a:pt x="174200" y="89123"/>
                  <a:pt x="174651" y="89017"/>
                  <a:pt x="175031" y="89017"/>
                </a:cubicBezTo>
                <a:cubicBezTo>
                  <a:pt x="175411" y="89017"/>
                  <a:pt x="175708" y="89147"/>
                  <a:pt x="175922" y="89409"/>
                </a:cubicBezTo>
                <a:cubicBezTo>
                  <a:pt x="176136" y="89670"/>
                  <a:pt x="176243" y="90157"/>
                  <a:pt x="176243" y="90870"/>
                </a:cubicBezTo>
                <a:cubicBezTo>
                  <a:pt x="176243" y="91487"/>
                  <a:pt x="176183" y="92164"/>
                  <a:pt x="176065" y="92901"/>
                </a:cubicBezTo>
                <a:cubicBezTo>
                  <a:pt x="175946" y="93637"/>
                  <a:pt x="175791" y="94362"/>
                  <a:pt x="175601" y="95074"/>
                </a:cubicBezTo>
                <a:cubicBezTo>
                  <a:pt x="175411" y="95787"/>
                  <a:pt x="175174" y="96429"/>
                  <a:pt x="174889" y="96999"/>
                </a:cubicBezTo>
                <a:cubicBezTo>
                  <a:pt x="174604" y="97569"/>
                  <a:pt x="174295" y="98020"/>
                  <a:pt x="173962" y="98353"/>
                </a:cubicBezTo>
                <a:cubicBezTo>
                  <a:pt x="173582" y="98686"/>
                  <a:pt x="173012" y="99018"/>
                  <a:pt x="172252" y="99351"/>
                </a:cubicBezTo>
                <a:cubicBezTo>
                  <a:pt x="171491" y="99683"/>
                  <a:pt x="170612" y="99980"/>
                  <a:pt x="169615" y="100242"/>
                </a:cubicBezTo>
                <a:cubicBezTo>
                  <a:pt x="168617" y="100503"/>
                  <a:pt x="167560" y="100705"/>
                  <a:pt x="166443" y="100847"/>
                </a:cubicBezTo>
                <a:cubicBezTo>
                  <a:pt x="165327" y="100990"/>
                  <a:pt x="164222" y="101061"/>
                  <a:pt x="163129" y="101061"/>
                </a:cubicBezTo>
                <a:cubicBezTo>
                  <a:pt x="160468" y="101061"/>
                  <a:pt x="158164" y="100775"/>
                  <a:pt x="156216" y="100204"/>
                </a:cubicBezTo>
                <a:cubicBezTo>
                  <a:pt x="154268" y="99632"/>
                  <a:pt x="152629" y="98740"/>
                  <a:pt x="151298" y="97527"/>
                </a:cubicBezTo>
                <a:cubicBezTo>
                  <a:pt x="149968" y="96312"/>
                  <a:pt x="148982" y="94789"/>
                  <a:pt x="148340" y="92956"/>
                </a:cubicBezTo>
                <a:cubicBezTo>
                  <a:pt x="147699" y="91123"/>
                  <a:pt x="147378" y="88921"/>
                  <a:pt x="147378" y="86351"/>
                </a:cubicBezTo>
                <a:cubicBezTo>
                  <a:pt x="147378" y="85779"/>
                  <a:pt x="147402" y="85148"/>
                  <a:pt x="147450" y="84457"/>
                </a:cubicBezTo>
                <a:cubicBezTo>
                  <a:pt x="147497" y="83767"/>
                  <a:pt x="147580" y="83041"/>
                  <a:pt x="147699" y="82279"/>
                </a:cubicBezTo>
                <a:cubicBezTo>
                  <a:pt x="147818" y="81518"/>
                  <a:pt x="147937" y="80756"/>
                  <a:pt x="148055" y="79994"/>
                </a:cubicBezTo>
                <a:cubicBezTo>
                  <a:pt x="148174" y="79232"/>
                  <a:pt x="148305" y="78518"/>
                  <a:pt x="148447" y="77852"/>
                </a:cubicBezTo>
                <a:lnTo>
                  <a:pt x="155646" y="41693"/>
                </a:lnTo>
                <a:lnTo>
                  <a:pt x="146737" y="41693"/>
                </a:lnTo>
                <a:cubicBezTo>
                  <a:pt x="146214" y="41693"/>
                  <a:pt x="145810" y="41539"/>
                  <a:pt x="145525" y="41230"/>
                </a:cubicBezTo>
                <a:cubicBezTo>
                  <a:pt x="145240" y="40921"/>
                  <a:pt x="145098" y="40315"/>
                  <a:pt x="145098" y="39412"/>
                </a:cubicBezTo>
                <a:cubicBezTo>
                  <a:pt x="145098" y="38747"/>
                  <a:pt x="145169" y="37975"/>
                  <a:pt x="145312" y="37096"/>
                </a:cubicBezTo>
                <a:cubicBezTo>
                  <a:pt x="145454" y="36217"/>
                  <a:pt x="145668" y="35398"/>
                  <a:pt x="145953" y="34637"/>
                </a:cubicBezTo>
                <a:cubicBezTo>
                  <a:pt x="146238" y="33877"/>
                  <a:pt x="146606" y="33236"/>
                  <a:pt x="147058" y="32713"/>
                </a:cubicBezTo>
                <a:cubicBezTo>
                  <a:pt x="147509" y="32190"/>
                  <a:pt x="148044" y="31929"/>
                  <a:pt x="148661" y="31929"/>
                </a:cubicBezTo>
                <a:lnTo>
                  <a:pt x="157641" y="31929"/>
                </a:lnTo>
                <a:lnTo>
                  <a:pt x="160706" y="16677"/>
                </a:lnTo>
                <a:cubicBezTo>
                  <a:pt x="160753" y="16345"/>
                  <a:pt x="160908" y="16036"/>
                  <a:pt x="161169" y="15751"/>
                </a:cubicBezTo>
                <a:cubicBezTo>
                  <a:pt x="161430" y="15466"/>
                  <a:pt x="161799" y="15216"/>
                  <a:pt x="162274" y="15002"/>
                </a:cubicBezTo>
                <a:cubicBezTo>
                  <a:pt x="162749" y="14789"/>
                  <a:pt x="163379" y="14634"/>
                  <a:pt x="164162" y="14539"/>
                </a:cubicBezTo>
                <a:cubicBezTo>
                  <a:pt x="164946" y="14444"/>
                  <a:pt x="165909" y="14397"/>
                  <a:pt x="167049" y="14397"/>
                </a:cubicBezTo>
                <a:cubicBezTo>
                  <a:pt x="168189" y="14397"/>
                  <a:pt x="169128" y="14444"/>
                  <a:pt x="169864" y="14539"/>
                </a:cubicBezTo>
                <a:cubicBezTo>
                  <a:pt x="170601" y="14634"/>
                  <a:pt x="171171" y="14789"/>
                  <a:pt x="171575" y="15002"/>
                </a:cubicBezTo>
                <a:cubicBezTo>
                  <a:pt x="171978" y="15216"/>
                  <a:pt x="172240" y="15466"/>
                  <a:pt x="172359" y="15751"/>
                </a:cubicBezTo>
                <a:cubicBezTo>
                  <a:pt x="172477" y="16036"/>
                  <a:pt x="172513" y="16345"/>
                  <a:pt x="172465" y="16677"/>
                </a:cubicBezTo>
                <a:lnTo>
                  <a:pt x="169401" y="31929"/>
                </a:lnTo>
                <a:lnTo>
                  <a:pt x="185793" y="31929"/>
                </a:lnTo>
                <a:cubicBezTo>
                  <a:pt x="186506" y="31929"/>
                  <a:pt x="186981" y="32190"/>
                  <a:pt x="187218" y="32713"/>
                </a:cubicBezTo>
                <a:cubicBezTo>
                  <a:pt x="187456" y="33236"/>
                  <a:pt x="187575" y="33830"/>
                  <a:pt x="187575" y="34495"/>
                </a:cubicBezTo>
                <a:close/>
                <a:moveTo>
                  <a:pt x="250115" y="46967"/>
                </a:moveTo>
                <a:cubicBezTo>
                  <a:pt x="250115" y="50246"/>
                  <a:pt x="249355" y="53191"/>
                  <a:pt x="247834" y="55805"/>
                </a:cubicBezTo>
                <a:cubicBezTo>
                  <a:pt x="246314" y="58418"/>
                  <a:pt x="243938" y="60651"/>
                  <a:pt x="240707" y="62504"/>
                </a:cubicBezTo>
                <a:cubicBezTo>
                  <a:pt x="237476" y="64357"/>
                  <a:pt x="233343" y="65782"/>
                  <a:pt x="228306" y="66780"/>
                </a:cubicBezTo>
                <a:cubicBezTo>
                  <a:pt x="223270" y="67778"/>
                  <a:pt x="217236" y="68277"/>
                  <a:pt x="210204" y="68277"/>
                </a:cubicBezTo>
                <a:lnTo>
                  <a:pt x="202649" y="68277"/>
                </a:lnTo>
                <a:cubicBezTo>
                  <a:pt x="202316" y="69849"/>
                  <a:pt x="202091" y="71374"/>
                  <a:pt x="201972" y="72852"/>
                </a:cubicBezTo>
                <a:cubicBezTo>
                  <a:pt x="201853" y="74329"/>
                  <a:pt x="201794" y="75711"/>
                  <a:pt x="201794" y="76999"/>
                </a:cubicBezTo>
                <a:cubicBezTo>
                  <a:pt x="201794" y="81765"/>
                  <a:pt x="202970" y="85411"/>
                  <a:pt x="205322" y="87936"/>
                </a:cubicBezTo>
                <a:cubicBezTo>
                  <a:pt x="207674" y="90462"/>
                  <a:pt x="211487" y="91725"/>
                  <a:pt x="216761" y="91725"/>
                </a:cubicBezTo>
                <a:cubicBezTo>
                  <a:pt x="219801" y="91725"/>
                  <a:pt x="222533" y="91495"/>
                  <a:pt x="224957" y="91037"/>
                </a:cubicBezTo>
                <a:cubicBezTo>
                  <a:pt x="227380" y="90578"/>
                  <a:pt x="229482" y="90083"/>
                  <a:pt x="231264" y="89551"/>
                </a:cubicBezTo>
                <a:cubicBezTo>
                  <a:pt x="233046" y="89019"/>
                  <a:pt x="234507" y="88524"/>
                  <a:pt x="235647" y="88066"/>
                </a:cubicBezTo>
                <a:cubicBezTo>
                  <a:pt x="236787" y="87607"/>
                  <a:pt x="237571" y="87377"/>
                  <a:pt x="237999" y="87377"/>
                </a:cubicBezTo>
                <a:cubicBezTo>
                  <a:pt x="238427" y="87377"/>
                  <a:pt x="238747" y="87532"/>
                  <a:pt x="238961" y="87843"/>
                </a:cubicBezTo>
                <a:cubicBezTo>
                  <a:pt x="239175" y="88153"/>
                  <a:pt x="239282" y="88595"/>
                  <a:pt x="239282" y="89168"/>
                </a:cubicBezTo>
                <a:cubicBezTo>
                  <a:pt x="239282" y="89646"/>
                  <a:pt x="239234" y="90219"/>
                  <a:pt x="239139" y="90887"/>
                </a:cubicBezTo>
                <a:cubicBezTo>
                  <a:pt x="239044" y="91556"/>
                  <a:pt x="238902" y="92236"/>
                  <a:pt x="238712" y="92930"/>
                </a:cubicBezTo>
                <a:cubicBezTo>
                  <a:pt x="238522" y="93622"/>
                  <a:pt x="238272" y="94279"/>
                  <a:pt x="237963" y="94901"/>
                </a:cubicBezTo>
                <a:cubicBezTo>
                  <a:pt x="237655" y="95521"/>
                  <a:pt x="237310" y="96046"/>
                  <a:pt x="236930" y="96475"/>
                </a:cubicBezTo>
                <a:cubicBezTo>
                  <a:pt x="236360" y="97049"/>
                  <a:pt x="235350" y="97610"/>
                  <a:pt x="233901" y="98159"/>
                </a:cubicBezTo>
                <a:cubicBezTo>
                  <a:pt x="232452" y="98709"/>
                  <a:pt x="230730" y="99210"/>
                  <a:pt x="228734" y="99665"/>
                </a:cubicBezTo>
                <a:cubicBezTo>
                  <a:pt x="226738" y="100118"/>
                  <a:pt x="224553" y="100487"/>
                  <a:pt x="222177" y="100774"/>
                </a:cubicBezTo>
                <a:cubicBezTo>
                  <a:pt x="219801" y="101060"/>
                  <a:pt x="217426" y="101204"/>
                  <a:pt x="215050" y="101204"/>
                </a:cubicBezTo>
                <a:cubicBezTo>
                  <a:pt x="210821" y="101204"/>
                  <a:pt x="207115" y="100729"/>
                  <a:pt x="203932" y="99778"/>
                </a:cubicBezTo>
                <a:cubicBezTo>
                  <a:pt x="200748" y="98827"/>
                  <a:pt x="198100" y="97364"/>
                  <a:pt x="195985" y="95391"/>
                </a:cubicBezTo>
                <a:cubicBezTo>
                  <a:pt x="193871" y="93416"/>
                  <a:pt x="192291" y="90954"/>
                  <a:pt x="191246" y="88005"/>
                </a:cubicBezTo>
                <a:cubicBezTo>
                  <a:pt x="190201" y="85057"/>
                  <a:pt x="189678" y="81584"/>
                  <a:pt x="189678" y="77589"/>
                </a:cubicBezTo>
                <a:cubicBezTo>
                  <a:pt x="189678" y="74497"/>
                  <a:pt x="189975" y="71180"/>
                  <a:pt x="190569" y="67638"/>
                </a:cubicBezTo>
                <a:cubicBezTo>
                  <a:pt x="191163" y="64093"/>
                  <a:pt x="192101" y="60586"/>
                  <a:pt x="193384" y="57114"/>
                </a:cubicBezTo>
                <a:cubicBezTo>
                  <a:pt x="194667" y="53643"/>
                  <a:pt x="196330" y="50314"/>
                  <a:pt x="198373" y="47127"/>
                </a:cubicBezTo>
                <a:cubicBezTo>
                  <a:pt x="200416" y="43940"/>
                  <a:pt x="202851" y="41133"/>
                  <a:pt x="205678" y="38709"/>
                </a:cubicBezTo>
                <a:cubicBezTo>
                  <a:pt x="208505" y="36282"/>
                  <a:pt x="211772" y="34332"/>
                  <a:pt x="215478" y="32858"/>
                </a:cubicBezTo>
                <a:cubicBezTo>
                  <a:pt x="219184" y="31383"/>
                  <a:pt x="223365" y="30646"/>
                  <a:pt x="228021" y="30646"/>
                </a:cubicBezTo>
                <a:cubicBezTo>
                  <a:pt x="232012" y="30646"/>
                  <a:pt x="235398" y="31145"/>
                  <a:pt x="238177" y="32143"/>
                </a:cubicBezTo>
                <a:cubicBezTo>
                  <a:pt x="240957" y="33141"/>
                  <a:pt x="243237" y="34424"/>
                  <a:pt x="245019" y="35991"/>
                </a:cubicBezTo>
                <a:cubicBezTo>
                  <a:pt x="246801" y="37559"/>
                  <a:pt x="248096" y="39306"/>
                  <a:pt x="248903" y="41230"/>
                </a:cubicBezTo>
                <a:cubicBezTo>
                  <a:pt x="249711" y="43154"/>
                  <a:pt x="250115" y="45067"/>
                  <a:pt x="250115" y="46967"/>
                </a:cubicBezTo>
                <a:moveTo>
                  <a:pt x="238070" y="48036"/>
                </a:moveTo>
                <a:cubicBezTo>
                  <a:pt x="238070" y="45613"/>
                  <a:pt x="237120" y="43653"/>
                  <a:pt x="235220" y="42156"/>
                </a:cubicBezTo>
                <a:cubicBezTo>
                  <a:pt x="233319" y="40660"/>
                  <a:pt x="230611" y="39911"/>
                  <a:pt x="227095" y="39911"/>
                </a:cubicBezTo>
                <a:cubicBezTo>
                  <a:pt x="224006" y="39911"/>
                  <a:pt x="221274" y="40446"/>
                  <a:pt x="218899" y="41515"/>
                </a:cubicBezTo>
                <a:cubicBezTo>
                  <a:pt x="216523" y="42584"/>
                  <a:pt x="214421" y="44021"/>
                  <a:pt x="212591" y="45827"/>
                </a:cubicBezTo>
                <a:cubicBezTo>
                  <a:pt x="210762" y="47632"/>
                  <a:pt x="209194" y="49735"/>
                  <a:pt x="207887" y="52134"/>
                </a:cubicBezTo>
                <a:cubicBezTo>
                  <a:pt x="206581" y="54534"/>
                  <a:pt x="205524" y="57064"/>
                  <a:pt x="204716" y="59724"/>
                </a:cubicBezTo>
                <a:lnTo>
                  <a:pt x="211985" y="59724"/>
                </a:lnTo>
                <a:cubicBezTo>
                  <a:pt x="216974" y="59724"/>
                  <a:pt x="221144" y="59416"/>
                  <a:pt x="224493" y="58798"/>
                </a:cubicBezTo>
                <a:cubicBezTo>
                  <a:pt x="227843" y="58180"/>
                  <a:pt x="230528" y="57337"/>
                  <a:pt x="232547" y="56268"/>
                </a:cubicBezTo>
                <a:cubicBezTo>
                  <a:pt x="234566" y="55199"/>
                  <a:pt x="235992" y="53952"/>
                  <a:pt x="236823" y="52526"/>
                </a:cubicBezTo>
                <a:cubicBezTo>
                  <a:pt x="237655" y="51101"/>
                  <a:pt x="238070" y="49604"/>
                  <a:pt x="238070" y="48036"/>
                </a:cubicBezTo>
                <a:close/>
                <a:moveTo>
                  <a:pt x="290592" y="65284"/>
                </a:moveTo>
                <a:lnTo>
                  <a:pt x="304561" y="96642"/>
                </a:lnTo>
                <a:cubicBezTo>
                  <a:pt x="304846" y="97308"/>
                  <a:pt x="304953" y="97866"/>
                  <a:pt x="304882" y="98317"/>
                </a:cubicBezTo>
                <a:cubicBezTo>
                  <a:pt x="304810" y="98769"/>
                  <a:pt x="304513" y="99137"/>
                  <a:pt x="303991" y="99422"/>
                </a:cubicBezTo>
                <a:cubicBezTo>
                  <a:pt x="303468" y="99707"/>
                  <a:pt x="302743" y="99909"/>
                  <a:pt x="301817" y="100028"/>
                </a:cubicBezTo>
                <a:cubicBezTo>
                  <a:pt x="300890" y="100147"/>
                  <a:pt x="299691" y="100206"/>
                  <a:pt x="298218" y="100206"/>
                </a:cubicBezTo>
                <a:cubicBezTo>
                  <a:pt x="296887" y="100206"/>
                  <a:pt x="295842" y="100170"/>
                  <a:pt x="295082" y="100099"/>
                </a:cubicBezTo>
                <a:cubicBezTo>
                  <a:pt x="294322" y="100028"/>
                  <a:pt x="293728" y="99909"/>
                  <a:pt x="293300" y="99743"/>
                </a:cubicBezTo>
                <a:cubicBezTo>
                  <a:pt x="292873" y="99576"/>
                  <a:pt x="292587" y="99363"/>
                  <a:pt x="292445" y="99101"/>
                </a:cubicBezTo>
                <a:cubicBezTo>
                  <a:pt x="292302" y="98840"/>
                  <a:pt x="292160" y="98543"/>
                  <a:pt x="292017" y="98210"/>
                </a:cubicBezTo>
                <a:lnTo>
                  <a:pt x="281327" y="72909"/>
                </a:lnTo>
                <a:lnTo>
                  <a:pt x="261157" y="98210"/>
                </a:lnTo>
                <a:cubicBezTo>
                  <a:pt x="260872" y="98543"/>
                  <a:pt x="260575" y="98840"/>
                  <a:pt x="260266" y="99101"/>
                </a:cubicBezTo>
                <a:cubicBezTo>
                  <a:pt x="259958" y="99363"/>
                  <a:pt x="259518" y="99565"/>
                  <a:pt x="258948" y="99707"/>
                </a:cubicBezTo>
                <a:cubicBezTo>
                  <a:pt x="258378" y="99850"/>
                  <a:pt x="257653" y="99968"/>
                  <a:pt x="256774" y="100063"/>
                </a:cubicBezTo>
                <a:cubicBezTo>
                  <a:pt x="255895" y="100158"/>
                  <a:pt x="254743" y="100206"/>
                  <a:pt x="253318" y="100206"/>
                </a:cubicBezTo>
                <a:cubicBezTo>
                  <a:pt x="251940" y="100206"/>
                  <a:pt x="250823" y="100147"/>
                  <a:pt x="249968" y="100028"/>
                </a:cubicBezTo>
                <a:cubicBezTo>
                  <a:pt x="249113" y="99909"/>
                  <a:pt x="248483" y="99707"/>
                  <a:pt x="248079" y="99422"/>
                </a:cubicBezTo>
                <a:cubicBezTo>
                  <a:pt x="247675" y="99137"/>
                  <a:pt x="247509" y="98781"/>
                  <a:pt x="247580" y="98353"/>
                </a:cubicBezTo>
                <a:cubicBezTo>
                  <a:pt x="247652" y="97925"/>
                  <a:pt x="247925" y="97379"/>
                  <a:pt x="248400" y="96714"/>
                </a:cubicBezTo>
                <a:lnTo>
                  <a:pt x="275055" y="65070"/>
                </a:lnTo>
                <a:lnTo>
                  <a:pt x="261870" y="35136"/>
                </a:lnTo>
                <a:cubicBezTo>
                  <a:pt x="261585" y="34471"/>
                  <a:pt x="261466" y="33913"/>
                  <a:pt x="261514" y="33461"/>
                </a:cubicBezTo>
                <a:cubicBezTo>
                  <a:pt x="261561" y="33010"/>
                  <a:pt x="261811" y="32642"/>
                  <a:pt x="262262" y="32357"/>
                </a:cubicBezTo>
                <a:cubicBezTo>
                  <a:pt x="262713" y="32072"/>
                  <a:pt x="263390" y="31882"/>
                  <a:pt x="264293" y="31787"/>
                </a:cubicBezTo>
                <a:cubicBezTo>
                  <a:pt x="265196" y="31691"/>
                  <a:pt x="266384" y="31644"/>
                  <a:pt x="267857" y="31644"/>
                </a:cubicBezTo>
                <a:cubicBezTo>
                  <a:pt x="269187" y="31644"/>
                  <a:pt x="270232" y="31680"/>
                  <a:pt x="270993" y="31751"/>
                </a:cubicBezTo>
                <a:cubicBezTo>
                  <a:pt x="271753" y="31822"/>
                  <a:pt x="272335" y="31929"/>
                  <a:pt x="272739" y="32072"/>
                </a:cubicBezTo>
                <a:cubicBezTo>
                  <a:pt x="273143" y="32214"/>
                  <a:pt x="273428" y="32404"/>
                  <a:pt x="273594" y="32642"/>
                </a:cubicBezTo>
                <a:cubicBezTo>
                  <a:pt x="273760" y="32879"/>
                  <a:pt x="273915" y="33164"/>
                  <a:pt x="274057" y="33497"/>
                </a:cubicBezTo>
                <a:lnTo>
                  <a:pt x="284249" y="57444"/>
                </a:lnTo>
                <a:lnTo>
                  <a:pt x="303492" y="33497"/>
                </a:lnTo>
                <a:cubicBezTo>
                  <a:pt x="303777" y="33212"/>
                  <a:pt x="304062" y="32951"/>
                  <a:pt x="304347" y="32713"/>
                </a:cubicBezTo>
                <a:cubicBezTo>
                  <a:pt x="304632" y="32475"/>
                  <a:pt x="305036" y="32274"/>
                  <a:pt x="305559" y="32107"/>
                </a:cubicBezTo>
                <a:cubicBezTo>
                  <a:pt x="306081" y="31941"/>
                  <a:pt x="306735" y="31822"/>
                  <a:pt x="307519" y="31751"/>
                </a:cubicBezTo>
                <a:cubicBezTo>
                  <a:pt x="308303" y="31680"/>
                  <a:pt x="309336" y="31644"/>
                  <a:pt x="310619" y="31644"/>
                </a:cubicBezTo>
                <a:cubicBezTo>
                  <a:pt x="312044" y="31644"/>
                  <a:pt x="313208" y="31691"/>
                  <a:pt x="314111" y="31787"/>
                </a:cubicBezTo>
                <a:cubicBezTo>
                  <a:pt x="315014" y="31882"/>
                  <a:pt x="315679" y="32048"/>
                  <a:pt x="316107" y="32285"/>
                </a:cubicBezTo>
                <a:cubicBezTo>
                  <a:pt x="316534" y="32523"/>
                  <a:pt x="316712" y="32867"/>
                  <a:pt x="316641" y="33319"/>
                </a:cubicBezTo>
                <a:cubicBezTo>
                  <a:pt x="316570" y="33770"/>
                  <a:pt x="316225" y="34328"/>
                  <a:pt x="315608" y="34994"/>
                </a:cubicBezTo>
                <a:lnTo>
                  <a:pt x="290592" y="65284"/>
                </a:lnTo>
                <a:close/>
                <a:moveTo>
                  <a:pt x="364627" y="34495"/>
                </a:moveTo>
                <a:cubicBezTo>
                  <a:pt x="364627" y="34922"/>
                  <a:pt x="364603" y="35386"/>
                  <a:pt x="364556" y="35885"/>
                </a:cubicBezTo>
                <a:cubicBezTo>
                  <a:pt x="364508" y="36383"/>
                  <a:pt x="364413" y="36894"/>
                  <a:pt x="364271" y="37417"/>
                </a:cubicBezTo>
                <a:cubicBezTo>
                  <a:pt x="364128" y="37940"/>
                  <a:pt x="363938" y="38462"/>
                  <a:pt x="363700" y="38985"/>
                </a:cubicBezTo>
                <a:cubicBezTo>
                  <a:pt x="363463" y="39507"/>
                  <a:pt x="363213" y="39971"/>
                  <a:pt x="362952" y="40375"/>
                </a:cubicBezTo>
                <a:cubicBezTo>
                  <a:pt x="362691" y="40778"/>
                  <a:pt x="362394" y="41099"/>
                  <a:pt x="362061" y="41337"/>
                </a:cubicBezTo>
                <a:cubicBezTo>
                  <a:pt x="361729" y="41574"/>
                  <a:pt x="361348" y="41693"/>
                  <a:pt x="360921" y="41693"/>
                </a:cubicBezTo>
                <a:lnTo>
                  <a:pt x="344529" y="41693"/>
                </a:lnTo>
                <a:lnTo>
                  <a:pt x="337330" y="77564"/>
                </a:lnTo>
                <a:cubicBezTo>
                  <a:pt x="337140" y="78565"/>
                  <a:pt x="336974" y="79686"/>
                  <a:pt x="336831" y="80927"/>
                </a:cubicBezTo>
                <a:cubicBezTo>
                  <a:pt x="336689" y="82167"/>
                  <a:pt x="336618" y="83192"/>
                  <a:pt x="336618" y="84003"/>
                </a:cubicBezTo>
                <a:cubicBezTo>
                  <a:pt x="336618" y="86435"/>
                  <a:pt x="337128" y="88212"/>
                  <a:pt x="338150" y="89333"/>
                </a:cubicBezTo>
                <a:cubicBezTo>
                  <a:pt x="339172" y="90452"/>
                  <a:pt x="340823" y="91012"/>
                  <a:pt x="343103" y="91012"/>
                </a:cubicBezTo>
                <a:cubicBezTo>
                  <a:pt x="344386" y="91012"/>
                  <a:pt x="345503" y="90905"/>
                  <a:pt x="346453" y="90691"/>
                </a:cubicBezTo>
                <a:cubicBezTo>
                  <a:pt x="347403" y="90478"/>
                  <a:pt x="348223" y="90252"/>
                  <a:pt x="348912" y="90014"/>
                </a:cubicBezTo>
                <a:cubicBezTo>
                  <a:pt x="349601" y="89777"/>
                  <a:pt x="350207" y="89551"/>
                  <a:pt x="350729" y="89337"/>
                </a:cubicBezTo>
                <a:cubicBezTo>
                  <a:pt x="351252" y="89123"/>
                  <a:pt x="351703" y="89017"/>
                  <a:pt x="352083" y="89017"/>
                </a:cubicBezTo>
                <a:cubicBezTo>
                  <a:pt x="352463" y="89017"/>
                  <a:pt x="352760" y="89147"/>
                  <a:pt x="352974" y="89409"/>
                </a:cubicBezTo>
                <a:cubicBezTo>
                  <a:pt x="353188" y="89670"/>
                  <a:pt x="353295" y="90157"/>
                  <a:pt x="353295" y="90870"/>
                </a:cubicBezTo>
                <a:cubicBezTo>
                  <a:pt x="353295" y="91487"/>
                  <a:pt x="353236" y="92164"/>
                  <a:pt x="353117" y="92901"/>
                </a:cubicBezTo>
                <a:cubicBezTo>
                  <a:pt x="352998" y="93637"/>
                  <a:pt x="352844" y="94362"/>
                  <a:pt x="352653" y="95074"/>
                </a:cubicBezTo>
                <a:cubicBezTo>
                  <a:pt x="352463" y="95787"/>
                  <a:pt x="352226" y="96429"/>
                  <a:pt x="351941" y="96999"/>
                </a:cubicBezTo>
                <a:cubicBezTo>
                  <a:pt x="351656" y="97569"/>
                  <a:pt x="351347" y="98020"/>
                  <a:pt x="351014" y="98353"/>
                </a:cubicBezTo>
                <a:cubicBezTo>
                  <a:pt x="350634" y="98686"/>
                  <a:pt x="350064" y="99018"/>
                  <a:pt x="349304" y="99351"/>
                </a:cubicBezTo>
                <a:cubicBezTo>
                  <a:pt x="348544" y="99683"/>
                  <a:pt x="347665" y="99980"/>
                  <a:pt x="346667" y="100242"/>
                </a:cubicBezTo>
                <a:cubicBezTo>
                  <a:pt x="345669" y="100503"/>
                  <a:pt x="344612" y="100705"/>
                  <a:pt x="343495" y="100847"/>
                </a:cubicBezTo>
                <a:cubicBezTo>
                  <a:pt x="342379" y="100990"/>
                  <a:pt x="341274" y="101061"/>
                  <a:pt x="340181" y="101061"/>
                </a:cubicBezTo>
                <a:cubicBezTo>
                  <a:pt x="337520" y="101061"/>
                  <a:pt x="335216" y="100775"/>
                  <a:pt x="333268" y="100204"/>
                </a:cubicBezTo>
                <a:cubicBezTo>
                  <a:pt x="331320" y="99632"/>
                  <a:pt x="329681" y="98740"/>
                  <a:pt x="328350" y="97527"/>
                </a:cubicBezTo>
                <a:cubicBezTo>
                  <a:pt x="327020" y="96312"/>
                  <a:pt x="326034" y="94789"/>
                  <a:pt x="325393" y="92956"/>
                </a:cubicBezTo>
                <a:cubicBezTo>
                  <a:pt x="324751" y="91123"/>
                  <a:pt x="324430" y="88921"/>
                  <a:pt x="324430" y="86351"/>
                </a:cubicBezTo>
                <a:cubicBezTo>
                  <a:pt x="324430" y="85779"/>
                  <a:pt x="324454" y="85148"/>
                  <a:pt x="324502" y="84457"/>
                </a:cubicBezTo>
                <a:cubicBezTo>
                  <a:pt x="324549" y="83767"/>
                  <a:pt x="324632" y="83041"/>
                  <a:pt x="324751" y="82279"/>
                </a:cubicBezTo>
                <a:cubicBezTo>
                  <a:pt x="324870" y="81518"/>
                  <a:pt x="324989" y="80756"/>
                  <a:pt x="325108" y="79994"/>
                </a:cubicBezTo>
                <a:cubicBezTo>
                  <a:pt x="325226" y="79232"/>
                  <a:pt x="325357" y="78518"/>
                  <a:pt x="325500" y="77852"/>
                </a:cubicBezTo>
                <a:lnTo>
                  <a:pt x="332698" y="41693"/>
                </a:lnTo>
                <a:lnTo>
                  <a:pt x="323789" y="41693"/>
                </a:lnTo>
                <a:cubicBezTo>
                  <a:pt x="323266" y="41693"/>
                  <a:pt x="322863" y="41539"/>
                  <a:pt x="322577" y="41230"/>
                </a:cubicBezTo>
                <a:cubicBezTo>
                  <a:pt x="322292" y="40921"/>
                  <a:pt x="322150" y="40315"/>
                  <a:pt x="322150" y="39412"/>
                </a:cubicBezTo>
                <a:cubicBezTo>
                  <a:pt x="322150" y="38747"/>
                  <a:pt x="322221" y="37975"/>
                  <a:pt x="322364" y="37096"/>
                </a:cubicBezTo>
                <a:cubicBezTo>
                  <a:pt x="322506" y="36217"/>
                  <a:pt x="322720" y="35398"/>
                  <a:pt x="323005" y="34637"/>
                </a:cubicBezTo>
                <a:cubicBezTo>
                  <a:pt x="323290" y="33877"/>
                  <a:pt x="323658" y="33236"/>
                  <a:pt x="324110" y="32713"/>
                </a:cubicBezTo>
                <a:cubicBezTo>
                  <a:pt x="324561" y="32190"/>
                  <a:pt x="325096" y="31929"/>
                  <a:pt x="325713" y="31929"/>
                </a:cubicBezTo>
                <a:lnTo>
                  <a:pt x="334693" y="31929"/>
                </a:lnTo>
                <a:lnTo>
                  <a:pt x="337758" y="16677"/>
                </a:lnTo>
                <a:cubicBezTo>
                  <a:pt x="337806" y="16345"/>
                  <a:pt x="337960" y="16036"/>
                  <a:pt x="338221" y="15751"/>
                </a:cubicBezTo>
                <a:cubicBezTo>
                  <a:pt x="338483" y="15466"/>
                  <a:pt x="338851" y="15216"/>
                  <a:pt x="339326" y="15002"/>
                </a:cubicBezTo>
                <a:cubicBezTo>
                  <a:pt x="339801" y="14789"/>
                  <a:pt x="340431" y="14634"/>
                  <a:pt x="341215" y="14539"/>
                </a:cubicBezTo>
                <a:cubicBezTo>
                  <a:pt x="341999" y="14444"/>
                  <a:pt x="342961" y="14397"/>
                  <a:pt x="344101" y="14397"/>
                </a:cubicBezTo>
                <a:cubicBezTo>
                  <a:pt x="345241" y="14397"/>
                  <a:pt x="346180" y="14444"/>
                  <a:pt x="346916" y="14539"/>
                </a:cubicBezTo>
                <a:cubicBezTo>
                  <a:pt x="347653" y="14634"/>
                  <a:pt x="348223" y="14789"/>
                  <a:pt x="348627" y="15002"/>
                </a:cubicBezTo>
                <a:cubicBezTo>
                  <a:pt x="349031" y="15216"/>
                  <a:pt x="349292" y="15466"/>
                  <a:pt x="349411" y="15751"/>
                </a:cubicBezTo>
                <a:cubicBezTo>
                  <a:pt x="349529" y="16036"/>
                  <a:pt x="349565" y="16345"/>
                  <a:pt x="349518" y="16677"/>
                </a:cubicBezTo>
                <a:lnTo>
                  <a:pt x="346453" y="31929"/>
                </a:lnTo>
                <a:lnTo>
                  <a:pt x="362845" y="31929"/>
                </a:lnTo>
                <a:cubicBezTo>
                  <a:pt x="363558" y="31929"/>
                  <a:pt x="364033" y="32190"/>
                  <a:pt x="364271" y="32713"/>
                </a:cubicBezTo>
                <a:cubicBezTo>
                  <a:pt x="364508" y="33236"/>
                  <a:pt x="364627" y="33830"/>
                  <a:pt x="364627" y="34495"/>
                </a:cubicBezTo>
                <a:close/>
                <a:moveTo>
                  <a:pt x="454207" y="4633"/>
                </a:moveTo>
                <a:cubicBezTo>
                  <a:pt x="454207" y="4823"/>
                  <a:pt x="454183" y="5120"/>
                  <a:pt x="454136" y="5523"/>
                </a:cubicBezTo>
                <a:cubicBezTo>
                  <a:pt x="454088" y="5927"/>
                  <a:pt x="454029" y="6379"/>
                  <a:pt x="453958" y="6878"/>
                </a:cubicBezTo>
                <a:cubicBezTo>
                  <a:pt x="453886" y="7376"/>
                  <a:pt x="453780" y="7899"/>
                  <a:pt x="453637" y="8446"/>
                </a:cubicBezTo>
                <a:cubicBezTo>
                  <a:pt x="453494" y="8992"/>
                  <a:pt x="453328" y="9503"/>
                  <a:pt x="453138" y="9978"/>
                </a:cubicBezTo>
                <a:cubicBezTo>
                  <a:pt x="452948" y="10453"/>
                  <a:pt x="452734" y="10833"/>
                  <a:pt x="452497" y="11118"/>
                </a:cubicBezTo>
                <a:cubicBezTo>
                  <a:pt x="452259" y="11403"/>
                  <a:pt x="451998" y="11546"/>
                  <a:pt x="451713" y="11546"/>
                </a:cubicBezTo>
                <a:cubicBezTo>
                  <a:pt x="451380" y="11546"/>
                  <a:pt x="450964" y="11451"/>
                  <a:pt x="450465" y="11261"/>
                </a:cubicBezTo>
                <a:cubicBezTo>
                  <a:pt x="449967" y="11071"/>
                  <a:pt x="449385" y="10869"/>
                  <a:pt x="448719" y="10655"/>
                </a:cubicBezTo>
                <a:cubicBezTo>
                  <a:pt x="448054" y="10441"/>
                  <a:pt x="447270" y="10239"/>
                  <a:pt x="446367" y="10049"/>
                </a:cubicBezTo>
                <a:cubicBezTo>
                  <a:pt x="445465" y="9859"/>
                  <a:pt x="444467" y="9764"/>
                  <a:pt x="443374" y="9764"/>
                </a:cubicBezTo>
                <a:cubicBezTo>
                  <a:pt x="441331" y="9764"/>
                  <a:pt x="439585" y="10072"/>
                  <a:pt x="438136" y="10688"/>
                </a:cubicBezTo>
                <a:cubicBezTo>
                  <a:pt x="436687" y="11303"/>
                  <a:pt x="435439" y="12262"/>
                  <a:pt x="434394" y="13566"/>
                </a:cubicBezTo>
                <a:cubicBezTo>
                  <a:pt x="433349" y="14868"/>
                  <a:pt x="432470" y="16514"/>
                  <a:pt x="431757" y="18504"/>
                </a:cubicBezTo>
                <a:cubicBezTo>
                  <a:pt x="431044" y="20492"/>
                  <a:pt x="430427" y="22835"/>
                  <a:pt x="429904" y="25535"/>
                </a:cubicBezTo>
                <a:lnTo>
                  <a:pt x="428692" y="31929"/>
                </a:lnTo>
                <a:lnTo>
                  <a:pt x="443018" y="31929"/>
                </a:lnTo>
                <a:cubicBezTo>
                  <a:pt x="443540" y="31929"/>
                  <a:pt x="443956" y="32107"/>
                  <a:pt x="444265" y="32464"/>
                </a:cubicBezTo>
                <a:cubicBezTo>
                  <a:pt x="444574" y="32820"/>
                  <a:pt x="444728" y="33402"/>
                  <a:pt x="444728" y="34210"/>
                </a:cubicBezTo>
                <a:cubicBezTo>
                  <a:pt x="444728" y="34732"/>
                  <a:pt x="444681" y="35279"/>
                  <a:pt x="444586" y="35849"/>
                </a:cubicBezTo>
                <a:cubicBezTo>
                  <a:pt x="444491" y="36419"/>
                  <a:pt x="444372" y="36977"/>
                  <a:pt x="444229" y="37524"/>
                </a:cubicBezTo>
                <a:cubicBezTo>
                  <a:pt x="444087" y="38070"/>
                  <a:pt x="443909" y="38593"/>
                  <a:pt x="443695" y="39092"/>
                </a:cubicBezTo>
                <a:cubicBezTo>
                  <a:pt x="443481" y="39591"/>
                  <a:pt x="443243" y="40030"/>
                  <a:pt x="442982" y="40410"/>
                </a:cubicBezTo>
                <a:cubicBezTo>
                  <a:pt x="442721" y="40790"/>
                  <a:pt x="442424" y="41099"/>
                  <a:pt x="442091" y="41337"/>
                </a:cubicBezTo>
                <a:cubicBezTo>
                  <a:pt x="441759" y="41574"/>
                  <a:pt x="441426" y="41693"/>
                  <a:pt x="441093" y="41693"/>
                </a:cubicBezTo>
                <a:lnTo>
                  <a:pt x="426697" y="41693"/>
                </a:lnTo>
                <a:lnTo>
                  <a:pt x="414510" y="102522"/>
                </a:lnTo>
                <a:cubicBezTo>
                  <a:pt x="413702" y="106519"/>
                  <a:pt x="412609" y="109981"/>
                  <a:pt x="411231" y="112908"/>
                </a:cubicBezTo>
                <a:cubicBezTo>
                  <a:pt x="409853" y="115834"/>
                  <a:pt x="408167" y="118261"/>
                  <a:pt x="406171" y="120188"/>
                </a:cubicBezTo>
                <a:cubicBezTo>
                  <a:pt x="404175" y="122116"/>
                  <a:pt x="401871" y="123543"/>
                  <a:pt x="399258" y="124471"/>
                </a:cubicBezTo>
                <a:cubicBezTo>
                  <a:pt x="396645" y="125399"/>
                  <a:pt x="393699" y="125863"/>
                  <a:pt x="390420" y="125863"/>
                </a:cubicBezTo>
                <a:cubicBezTo>
                  <a:pt x="388282" y="125863"/>
                  <a:pt x="386536" y="125697"/>
                  <a:pt x="385182" y="125364"/>
                </a:cubicBezTo>
                <a:cubicBezTo>
                  <a:pt x="383828" y="125032"/>
                  <a:pt x="382984" y="124723"/>
                  <a:pt x="382652" y="124438"/>
                </a:cubicBezTo>
                <a:cubicBezTo>
                  <a:pt x="382462" y="124200"/>
                  <a:pt x="382319" y="123939"/>
                  <a:pt x="382224" y="123654"/>
                </a:cubicBezTo>
                <a:cubicBezTo>
                  <a:pt x="382129" y="123369"/>
                  <a:pt x="382082" y="122989"/>
                  <a:pt x="382082" y="122514"/>
                </a:cubicBezTo>
                <a:cubicBezTo>
                  <a:pt x="382082" y="122323"/>
                  <a:pt x="382117" y="122003"/>
                  <a:pt x="382189" y="121551"/>
                </a:cubicBezTo>
                <a:cubicBezTo>
                  <a:pt x="382260" y="121100"/>
                  <a:pt x="382343" y="120625"/>
                  <a:pt x="382438" y="120126"/>
                </a:cubicBezTo>
                <a:cubicBezTo>
                  <a:pt x="382533" y="119627"/>
                  <a:pt x="382652" y="119104"/>
                  <a:pt x="382794" y="118558"/>
                </a:cubicBezTo>
                <a:cubicBezTo>
                  <a:pt x="382937" y="118012"/>
                  <a:pt x="383103" y="117501"/>
                  <a:pt x="383293" y="117026"/>
                </a:cubicBezTo>
                <a:cubicBezTo>
                  <a:pt x="383483" y="116551"/>
                  <a:pt x="383697" y="116170"/>
                  <a:pt x="383935" y="115885"/>
                </a:cubicBezTo>
                <a:cubicBezTo>
                  <a:pt x="384172" y="115600"/>
                  <a:pt x="384457" y="115458"/>
                  <a:pt x="384790" y="115458"/>
                </a:cubicBezTo>
                <a:cubicBezTo>
                  <a:pt x="385123" y="115458"/>
                  <a:pt x="385443" y="115493"/>
                  <a:pt x="385752" y="115565"/>
                </a:cubicBezTo>
                <a:cubicBezTo>
                  <a:pt x="386061" y="115636"/>
                  <a:pt x="386394" y="115707"/>
                  <a:pt x="386750" y="115778"/>
                </a:cubicBezTo>
                <a:cubicBezTo>
                  <a:pt x="387106" y="115850"/>
                  <a:pt x="387534" y="115921"/>
                  <a:pt x="388033" y="115992"/>
                </a:cubicBezTo>
                <a:cubicBezTo>
                  <a:pt x="388532" y="116064"/>
                  <a:pt x="389161" y="116099"/>
                  <a:pt x="389921" y="116099"/>
                </a:cubicBezTo>
                <a:cubicBezTo>
                  <a:pt x="391917" y="116099"/>
                  <a:pt x="393639" y="115790"/>
                  <a:pt x="395088" y="115170"/>
                </a:cubicBezTo>
                <a:cubicBezTo>
                  <a:pt x="396538" y="114551"/>
                  <a:pt x="397773" y="113586"/>
                  <a:pt x="398795" y="112275"/>
                </a:cubicBezTo>
                <a:cubicBezTo>
                  <a:pt x="399816" y="110966"/>
                  <a:pt x="400671" y="109311"/>
                  <a:pt x="401360" y="107311"/>
                </a:cubicBezTo>
                <a:cubicBezTo>
                  <a:pt x="402049" y="105311"/>
                  <a:pt x="402679" y="102905"/>
                  <a:pt x="403249" y="100095"/>
                </a:cubicBezTo>
                <a:lnTo>
                  <a:pt x="414937" y="41693"/>
                </a:lnTo>
                <a:lnTo>
                  <a:pt x="405815" y="41693"/>
                </a:lnTo>
                <a:cubicBezTo>
                  <a:pt x="405340" y="41693"/>
                  <a:pt x="404971" y="41539"/>
                  <a:pt x="404710" y="41230"/>
                </a:cubicBezTo>
                <a:cubicBezTo>
                  <a:pt x="404449" y="40921"/>
                  <a:pt x="404318" y="40339"/>
                  <a:pt x="404318" y="39484"/>
                </a:cubicBezTo>
                <a:cubicBezTo>
                  <a:pt x="404318" y="39104"/>
                  <a:pt x="404342" y="38640"/>
                  <a:pt x="404389" y="38094"/>
                </a:cubicBezTo>
                <a:cubicBezTo>
                  <a:pt x="404437" y="37548"/>
                  <a:pt x="404520" y="36989"/>
                  <a:pt x="404639" y="36419"/>
                </a:cubicBezTo>
                <a:cubicBezTo>
                  <a:pt x="404757" y="35849"/>
                  <a:pt x="404912" y="35303"/>
                  <a:pt x="405102" y="34780"/>
                </a:cubicBezTo>
                <a:cubicBezTo>
                  <a:pt x="405292" y="34257"/>
                  <a:pt x="405530" y="33782"/>
                  <a:pt x="405815" y="33354"/>
                </a:cubicBezTo>
                <a:cubicBezTo>
                  <a:pt x="406100" y="32927"/>
                  <a:pt x="406397" y="32582"/>
                  <a:pt x="406706" y="32321"/>
                </a:cubicBezTo>
                <a:cubicBezTo>
                  <a:pt x="407014" y="32060"/>
                  <a:pt x="407406" y="31929"/>
                  <a:pt x="407882" y="31929"/>
                </a:cubicBezTo>
                <a:lnTo>
                  <a:pt x="416862" y="31929"/>
                </a:lnTo>
                <a:lnTo>
                  <a:pt x="418643" y="23040"/>
                </a:lnTo>
                <a:cubicBezTo>
                  <a:pt x="419404" y="19153"/>
                  <a:pt x="420496" y="15752"/>
                  <a:pt x="421922" y="12838"/>
                </a:cubicBezTo>
                <a:cubicBezTo>
                  <a:pt x="423347" y="9921"/>
                  <a:pt x="425070" y="7515"/>
                  <a:pt x="427089" y="5619"/>
                </a:cubicBezTo>
                <a:cubicBezTo>
                  <a:pt x="429108" y="3722"/>
                  <a:pt x="431436" y="2311"/>
                  <a:pt x="434073" y="1388"/>
                </a:cubicBezTo>
                <a:cubicBezTo>
                  <a:pt x="436710" y="463"/>
                  <a:pt x="439621" y="0"/>
                  <a:pt x="442804" y="0"/>
                </a:cubicBezTo>
                <a:cubicBezTo>
                  <a:pt x="443849" y="0"/>
                  <a:pt x="444942" y="59"/>
                  <a:pt x="446082" y="178"/>
                </a:cubicBezTo>
                <a:cubicBezTo>
                  <a:pt x="447223" y="297"/>
                  <a:pt x="448280" y="463"/>
                  <a:pt x="449254" y="677"/>
                </a:cubicBezTo>
                <a:cubicBezTo>
                  <a:pt x="450228" y="891"/>
                  <a:pt x="451083" y="1140"/>
                  <a:pt x="451820" y="1425"/>
                </a:cubicBezTo>
                <a:cubicBezTo>
                  <a:pt x="452556" y="1710"/>
                  <a:pt x="453067" y="1996"/>
                  <a:pt x="453352" y="2281"/>
                </a:cubicBezTo>
                <a:cubicBezTo>
                  <a:pt x="453637" y="2518"/>
                  <a:pt x="453851" y="2851"/>
                  <a:pt x="453993" y="3278"/>
                </a:cubicBezTo>
                <a:cubicBezTo>
                  <a:pt x="454136" y="3706"/>
                  <a:pt x="454207" y="4157"/>
                  <a:pt x="454207" y="46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Text ormatf">
            <a:extLst xmlns:a="http://schemas.openxmlformats.org/drawingml/2006/main">
              <a:ext uri="{FF2B5EF4-FFF2-40B4-BE49-F238E27FC236}">
                <a16:creationId xmlns:a16="http://schemas.microsoft.com/office/drawing/2014/main" id="{EF28EE94-761F-4176-B2AE-B9ADE0DB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030" y="1215960"/>
            <a:ext cx="449391" cy="125863"/>
          </a:xfrm>
          <a:custGeom xmlns:a="http://schemas.openxmlformats.org/drawingml/2006/main">
            <a:pathLst>
              <a:path w="449391" h="125863">
                <a:moveTo>
                  <a:pt x="64072" y="55116"/>
                </a:moveTo>
                <a:cubicBezTo>
                  <a:pt x="64072" y="58635"/>
                  <a:pt x="63739" y="62226"/>
                  <a:pt x="63074" y="65889"/>
                </a:cubicBezTo>
                <a:cubicBezTo>
                  <a:pt x="62409" y="69551"/>
                  <a:pt x="61399" y="73082"/>
                  <a:pt x="60045" y="76484"/>
                </a:cubicBezTo>
                <a:cubicBezTo>
                  <a:pt x="58691" y="79884"/>
                  <a:pt x="56969" y="83083"/>
                  <a:pt x="54878" y="86079"/>
                </a:cubicBezTo>
                <a:cubicBezTo>
                  <a:pt x="52787" y="89075"/>
                  <a:pt x="50329" y="91691"/>
                  <a:pt x="47502" y="93927"/>
                </a:cubicBezTo>
                <a:cubicBezTo>
                  <a:pt x="44675" y="96162"/>
                  <a:pt x="41467" y="97933"/>
                  <a:pt x="37880" y="99242"/>
                </a:cubicBezTo>
                <a:cubicBezTo>
                  <a:pt x="34293" y="100550"/>
                  <a:pt x="30290" y="101204"/>
                  <a:pt x="25871" y="101204"/>
                </a:cubicBezTo>
                <a:cubicBezTo>
                  <a:pt x="21310" y="101204"/>
                  <a:pt x="17402" y="100657"/>
                  <a:pt x="14147" y="99565"/>
                </a:cubicBezTo>
                <a:cubicBezTo>
                  <a:pt x="10892" y="98470"/>
                  <a:pt x="8220" y="96877"/>
                  <a:pt x="6129" y="94785"/>
                </a:cubicBezTo>
                <a:cubicBezTo>
                  <a:pt x="4039" y="92691"/>
                  <a:pt x="2494" y="90123"/>
                  <a:pt x="1497" y="87079"/>
                </a:cubicBezTo>
                <a:cubicBezTo>
                  <a:pt x="499" y="84035"/>
                  <a:pt x="0" y="80587"/>
                  <a:pt x="0" y="76734"/>
                </a:cubicBezTo>
                <a:cubicBezTo>
                  <a:pt x="0" y="73215"/>
                  <a:pt x="321" y="69624"/>
                  <a:pt x="962" y="65963"/>
                </a:cubicBezTo>
                <a:cubicBezTo>
                  <a:pt x="1604" y="62300"/>
                  <a:pt x="2613" y="58780"/>
                  <a:pt x="3991" y="55404"/>
                </a:cubicBezTo>
                <a:cubicBezTo>
                  <a:pt x="5369" y="52026"/>
                  <a:pt x="7091" y="48827"/>
                  <a:pt x="9158" y="45807"/>
                </a:cubicBezTo>
                <a:cubicBezTo>
                  <a:pt x="11225" y="42787"/>
                  <a:pt x="13672" y="40159"/>
                  <a:pt x="16499" y="37925"/>
                </a:cubicBezTo>
                <a:cubicBezTo>
                  <a:pt x="19326" y="35689"/>
                  <a:pt x="22533" y="33916"/>
                  <a:pt x="26121" y="32608"/>
                </a:cubicBezTo>
                <a:cubicBezTo>
                  <a:pt x="29708" y="31300"/>
                  <a:pt x="33711" y="30646"/>
                  <a:pt x="38130" y="30646"/>
                </a:cubicBezTo>
                <a:cubicBezTo>
                  <a:pt x="42691" y="30646"/>
                  <a:pt x="46599" y="31205"/>
                  <a:pt x="49854" y="32323"/>
                </a:cubicBezTo>
                <a:cubicBezTo>
                  <a:pt x="53108" y="33441"/>
                  <a:pt x="55793" y="35046"/>
                  <a:pt x="57907" y="37138"/>
                </a:cubicBezTo>
                <a:cubicBezTo>
                  <a:pt x="60021" y="39231"/>
                  <a:pt x="61577" y="41799"/>
                  <a:pt x="62575" y="44845"/>
                </a:cubicBezTo>
                <a:cubicBezTo>
                  <a:pt x="63573" y="47888"/>
                  <a:pt x="64072" y="51312"/>
                  <a:pt x="64072" y="55116"/>
                </a:cubicBezTo>
                <a:moveTo>
                  <a:pt x="51671" y="55827"/>
                </a:moveTo>
                <a:cubicBezTo>
                  <a:pt x="51671" y="53447"/>
                  <a:pt x="51421" y="51306"/>
                  <a:pt x="50923" y="49404"/>
                </a:cubicBezTo>
                <a:cubicBezTo>
                  <a:pt x="50424" y="47500"/>
                  <a:pt x="49592" y="45894"/>
                  <a:pt x="48428" y="44586"/>
                </a:cubicBezTo>
                <a:cubicBezTo>
                  <a:pt x="47264" y="43277"/>
                  <a:pt x="45744" y="42265"/>
                  <a:pt x="43867" y="41553"/>
                </a:cubicBezTo>
                <a:cubicBezTo>
                  <a:pt x="41990" y="40839"/>
                  <a:pt x="39721" y="40481"/>
                  <a:pt x="37061" y="40481"/>
                </a:cubicBezTo>
                <a:cubicBezTo>
                  <a:pt x="34210" y="40481"/>
                  <a:pt x="31620" y="40993"/>
                  <a:pt x="29292" y="42016"/>
                </a:cubicBezTo>
                <a:cubicBezTo>
                  <a:pt x="26964" y="43039"/>
                  <a:pt x="24885" y="44419"/>
                  <a:pt x="23056" y="46156"/>
                </a:cubicBezTo>
                <a:cubicBezTo>
                  <a:pt x="21227" y="47892"/>
                  <a:pt x="19635" y="49926"/>
                  <a:pt x="18281" y="52259"/>
                </a:cubicBezTo>
                <a:cubicBezTo>
                  <a:pt x="16927" y="54590"/>
                  <a:pt x="15810" y="57076"/>
                  <a:pt x="14931" y="59718"/>
                </a:cubicBezTo>
                <a:cubicBezTo>
                  <a:pt x="14052" y="62358"/>
                  <a:pt x="13399" y="65070"/>
                  <a:pt x="12971" y="67854"/>
                </a:cubicBezTo>
                <a:cubicBezTo>
                  <a:pt x="12544" y="70636"/>
                  <a:pt x="12330" y="73359"/>
                  <a:pt x="12330" y="76023"/>
                </a:cubicBezTo>
                <a:cubicBezTo>
                  <a:pt x="12330" y="78403"/>
                  <a:pt x="12591" y="80545"/>
                  <a:pt x="13114" y="82449"/>
                </a:cubicBezTo>
                <a:cubicBezTo>
                  <a:pt x="13636" y="84351"/>
                  <a:pt x="14480" y="85968"/>
                  <a:pt x="15644" y="87302"/>
                </a:cubicBezTo>
                <a:cubicBezTo>
                  <a:pt x="16808" y="88633"/>
                  <a:pt x="18316" y="89656"/>
                  <a:pt x="20169" y="90371"/>
                </a:cubicBezTo>
                <a:cubicBezTo>
                  <a:pt x="22023" y="91083"/>
                  <a:pt x="24279" y="91440"/>
                  <a:pt x="26940" y="91440"/>
                </a:cubicBezTo>
                <a:cubicBezTo>
                  <a:pt x="29838" y="91440"/>
                  <a:pt x="32440" y="90928"/>
                  <a:pt x="34744" y="89905"/>
                </a:cubicBezTo>
                <a:cubicBezTo>
                  <a:pt x="37049" y="88882"/>
                  <a:pt x="39115" y="87491"/>
                  <a:pt x="40945" y="85731"/>
                </a:cubicBezTo>
                <a:cubicBezTo>
                  <a:pt x="42774" y="83970"/>
                  <a:pt x="44366" y="81924"/>
                  <a:pt x="45720" y="79593"/>
                </a:cubicBezTo>
                <a:cubicBezTo>
                  <a:pt x="47074" y="77261"/>
                  <a:pt x="48191" y="74762"/>
                  <a:pt x="49070" y="72099"/>
                </a:cubicBezTo>
                <a:cubicBezTo>
                  <a:pt x="49949" y="69434"/>
                  <a:pt x="50602" y="66722"/>
                  <a:pt x="51029" y="63963"/>
                </a:cubicBezTo>
                <a:cubicBezTo>
                  <a:pt x="51457" y="61203"/>
                  <a:pt x="51671" y="58491"/>
                  <a:pt x="51671" y="55827"/>
                </a:cubicBezTo>
                <a:close/>
                <a:moveTo>
                  <a:pt x="123057" y="33925"/>
                </a:moveTo>
                <a:cubicBezTo>
                  <a:pt x="123057" y="34115"/>
                  <a:pt x="123021" y="34483"/>
                  <a:pt x="122950" y="35029"/>
                </a:cubicBezTo>
                <a:cubicBezTo>
                  <a:pt x="122878" y="35576"/>
                  <a:pt x="122795" y="36205"/>
                  <a:pt x="122700" y="36918"/>
                </a:cubicBezTo>
                <a:cubicBezTo>
                  <a:pt x="122605" y="37631"/>
                  <a:pt x="122463" y="38367"/>
                  <a:pt x="122273" y="39127"/>
                </a:cubicBezTo>
                <a:cubicBezTo>
                  <a:pt x="122083" y="39888"/>
                  <a:pt x="121845" y="40588"/>
                  <a:pt x="121560" y="41230"/>
                </a:cubicBezTo>
                <a:cubicBezTo>
                  <a:pt x="121275" y="41871"/>
                  <a:pt x="120978" y="42406"/>
                  <a:pt x="120669" y="42833"/>
                </a:cubicBezTo>
                <a:cubicBezTo>
                  <a:pt x="120360" y="43261"/>
                  <a:pt x="120016" y="43475"/>
                  <a:pt x="119636" y="43475"/>
                </a:cubicBezTo>
                <a:cubicBezTo>
                  <a:pt x="119256" y="43475"/>
                  <a:pt x="118840" y="43392"/>
                  <a:pt x="118388" y="43225"/>
                </a:cubicBezTo>
                <a:cubicBezTo>
                  <a:pt x="117937" y="43059"/>
                  <a:pt x="117438" y="42857"/>
                  <a:pt x="116892" y="42620"/>
                </a:cubicBezTo>
                <a:cubicBezTo>
                  <a:pt x="116345" y="42382"/>
                  <a:pt x="115716" y="42180"/>
                  <a:pt x="115003" y="42014"/>
                </a:cubicBezTo>
                <a:cubicBezTo>
                  <a:pt x="114290" y="41848"/>
                  <a:pt x="113459" y="41764"/>
                  <a:pt x="112509" y="41764"/>
                </a:cubicBezTo>
                <a:cubicBezTo>
                  <a:pt x="110893" y="41764"/>
                  <a:pt x="109028" y="42465"/>
                  <a:pt x="106914" y="43867"/>
                </a:cubicBezTo>
                <a:cubicBezTo>
                  <a:pt x="104800" y="45268"/>
                  <a:pt x="102721" y="47205"/>
                  <a:pt x="100678" y="49675"/>
                </a:cubicBezTo>
                <a:cubicBezTo>
                  <a:pt x="98635" y="52146"/>
                  <a:pt x="96770" y="55068"/>
                  <a:pt x="95083" y="58442"/>
                </a:cubicBezTo>
                <a:cubicBezTo>
                  <a:pt x="93396" y="61815"/>
                  <a:pt x="92149" y="65474"/>
                  <a:pt x="91341" y="69417"/>
                </a:cubicBezTo>
                <a:lnTo>
                  <a:pt x="85711" y="97997"/>
                </a:lnTo>
                <a:cubicBezTo>
                  <a:pt x="85616" y="98377"/>
                  <a:pt x="85450" y="98697"/>
                  <a:pt x="85212" y="98959"/>
                </a:cubicBezTo>
                <a:cubicBezTo>
                  <a:pt x="84975" y="99220"/>
                  <a:pt x="84618" y="99446"/>
                  <a:pt x="84143" y="99636"/>
                </a:cubicBezTo>
                <a:cubicBezTo>
                  <a:pt x="83668" y="99826"/>
                  <a:pt x="83038" y="99968"/>
                  <a:pt x="82254" y="100063"/>
                </a:cubicBezTo>
                <a:cubicBezTo>
                  <a:pt x="81470" y="100158"/>
                  <a:pt x="80508" y="100206"/>
                  <a:pt x="79368" y="100206"/>
                </a:cubicBezTo>
                <a:cubicBezTo>
                  <a:pt x="78180" y="100206"/>
                  <a:pt x="77218" y="100158"/>
                  <a:pt x="76482" y="100063"/>
                </a:cubicBezTo>
                <a:cubicBezTo>
                  <a:pt x="75745" y="99968"/>
                  <a:pt x="75175" y="99826"/>
                  <a:pt x="74771" y="99636"/>
                </a:cubicBezTo>
                <a:cubicBezTo>
                  <a:pt x="74367" y="99446"/>
                  <a:pt x="74106" y="99220"/>
                  <a:pt x="73987" y="98959"/>
                </a:cubicBezTo>
                <a:cubicBezTo>
                  <a:pt x="73868" y="98697"/>
                  <a:pt x="73856" y="98377"/>
                  <a:pt x="73951" y="97997"/>
                </a:cubicBezTo>
                <a:lnTo>
                  <a:pt x="86709" y="33782"/>
                </a:lnTo>
                <a:cubicBezTo>
                  <a:pt x="86756" y="33449"/>
                  <a:pt x="86899" y="33141"/>
                  <a:pt x="87136" y="32856"/>
                </a:cubicBezTo>
                <a:cubicBezTo>
                  <a:pt x="87374" y="32570"/>
                  <a:pt x="87730" y="32333"/>
                  <a:pt x="88205" y="32143"/>
                </a:cubicBezTo>
                <a:cubicBezTo>
                  <a:pt x="88681" y="31953"/>
                  <a:pt x="89263" y="31822"/>
                  <a:pt x="89952" y="31751"/>
                </a:cubicBezTo>
                <a:cubicBezTo>
                  <a:pt x="90641" y="31680"/>
                  <a:pt x="91460" y="31644"/>
                  <a:pt x="92410" y="31644"/>
                </a:cubicBezTo>
                <a:cubicBezTo>
                  <a:pt x="93408" y="31644"/>
                  <a:pt x="94228" y="31680"/>
                  <a:pt x="94869" y="31751"/>
                </a:cubicBezTo>
                <a:cubicBezTo>
                  <a:pt x="95511" y="31822"/>
                  <a:pt x="96010" y="31953"/>
                  <a:pt x="96366" y="32143"/>
                </a:cubicBezTo>
                <a:cubicBezTo>
                  <a:pt x="96722" y="32333"/>
                  <a:pt x="96948" y="32570"/>
                  <a:pt x="97043" y="32856"/>
                </a:cubicBezTo>
                <a:cubicBezTo>
                  <a:pt x="97138" y="33141"/>
                  <a:pt x="97162" y="33449"/>
                  <a:pt x="97114" y="33782"/>
                </a:cubicBezTo>
                <a:lnTo>
                  <a:pt x="94762" y="45470"/>
                </a:lnTo>
                <a:cubicBezTo>
                  <a:pt x="95855" y="43522"/>
                  <a:pt x="97150" y="41646"/>
                  <a:pt x="98647" y="39840"/>
                </a:cubicBezTo>
                <a:cubicBezTo>
                  <a:pt x="100143" y="38035"/>
                  <a:pt x="101771" y="36455"/>
                  <a:pt x="103529" y="35101"/>
                </a:cubicBezTo>
                <a:cubicBezTo>
                  <a:pt x="105287" y="33746"/>
                  <a:pt x="107128" y="32666"/>
                  <a:pt x="109052" y="31858"/>
                </a:cubicBezTo>
                <a:cubicBezTo>
                  <a:pt x="110976" y="31050"/>
                  <a:pt x="112865" y="30646"/>
                  <a:pt x="114718" y="30646"/>
                </a:cubicBezTo>
                <a:cubicBezTo>
                  <a:pt x="115526" y="30646"/>
                  <a:pt x="116345" y="30706"/>
                  <a:pt x="117177" y="30824"/>
                </a:cubicBezTo>
                <a:cubicBezTo>
                  <a:pt x="118008" y="30943"/>
                  <a:pt x="118780" y="31086"/>
                  <a:pt x="119493" y="31252"/>
                </a:cubicBezTo>
                <a:cubicBezTo>
                  <a:pt x="120206" y="31418"/>
                  <a:pt x="120835" y="31608"/>
                  <a:pt x="121382" y="31822"/>
                </a:cubicBezTo>
                <a:cubicBezTo>
                  <a:pt x="121928" y="32036"/>
                  <a:pt x="122344" y="32285"/>
                  <a:pt x="122629" y="32570"/>
                </a:cubicBezTo>
                <a:cubicBezTo>
                  <a:pt x="122914" y="32856"/>
                  <a:pt x="123057" y="33307"/>
                  <a:pt x="123057" y="33925"/>
                </a:cubicBezTo>
                <a:close/>
                <a:moveTo>
                  <a:pt x="217950" y="97997"/>
                </a:moveTo>
                <a:cubicBezTo>
                  <a:pt x="217903" y="98377"/>
                  <a:pt x="217760" y="98697"/>
                  <a:pt x="217523" y="98959"/>
                </a:cubicBezTo>
                <a:cubicBezTo>
                  <a:pt x="217285" y="99220"/>
                  <a:pt x="216917" y="99446"/>
                  <a:pt x="216418" y="99636"/>
                </a:cubicBezTo>
                <a:cubicBezTo>
                  <a:pt x="215919" y="99826"/>
                  <a:pt x="215278" y="99968"/>
                  <a:pt x="214494" y="100063"/>
                </a:cubicBezTo>
                <a:cubicBezTo>
                  <a:pt x="213710" y="100158"/>
                  <a:pt x="212748" y="100206"/>
                  <a:pt x="211607" y="100206"/>
                </a:cubicBezTo>
                <a:cubicBezTo>
                  <a:pt x="210467" y="100206"/>
                  <a:pt x="209529" y="100158"/>
                  <a:pt x="208792" y="100063"/>
                </a:cubicBezTo>
                <a:cubicBezTo>
                  <a:pt x="208056" y="99968"/>
                  <a:pt x="207486" y="99826"/>
                  <a:pt x="207082" y="99636"/>
                </a:cubicBezTo>
                <a:cubicBezTo>
                  <a:pt x="206678" y="99446"/>
                  <a:pt x="206405" y="99220"/>
                  <a:pt x="206262" y="98959"/>
                </a:cubicBezTo>
                <a:cubicBezTo>
                  <a:pt x="206120" y="98697"/>
                  <a:pt x="206096" y="98377"/>
                  <a:pt x="206191" y="97997"/>
                </a:cubicBezTo>
                <a:lnTo>
                  <a:pt x="214102" y="58370"/>
                </a:lnTo>
                <a:cubicBezTo>
                  <a:pt x="214339" y="56992"/>
                  <a:pt x="214541" y="55686"/>
                  <a:pt x="214708" y="54450"/>
                </a:cubicBezTo>
                <a:cubicBezTo>
                  <a:pt x="214874" y="53215"/>
                  <a:pt x="214957" y="51980"/>
                  <a:pt x="214957" y="50744"/>
                </a:cubicBezTo>
                <a:cubicBezTo>
                  <a:pt x="214957" y="47704"/>
                  <a:pt x="214375" y="45280"/>
                  <a:pt x="213211" y="43475"/>
                </a:cubicBezTo>
                <a:cubicBezTo>
                  <a:pt x="212047" y="41669"/>
                  <a:pt x="210016" y="40767"/>
                  <a:pt x="207117" y="40767"/>
                </a:cubicBezTo>
                <a:cubicBezTo>
                  <a:pt x="204742" y="40767"/>
                  <a:pt x="202283" y="41491"/>
                  <a:pt x="199741" y="42940"/>
                </a:cubicBezTo>
                <a:cubicBezTo>
                  <a:pt x="197199" y="44389"/>
                  <a:pt x="194788" y="46385"/>
                  <a:pt x="192507" y="48927"/>
                </a:cubicBezTo>
                <a:cubicBezTo>
                  <a:pt x="190226" y="51469"/>
                  <a:pt x="188207" y="54486"/>
                  <a:pt x="186449" y="57978"/>
                </a:cubicBezTo>
                <a:cubicBezTo>
                  <a:pt x="184691" y="61471"/>
                  <a:pt x="183408" y="65260"/>
                  <a:pt x="182600" y="69346"/>
                </a:cubicBezTo>
                <a:lnTo>
                  <a:pt x="176899" y="97997"/>
                </a:lnTo>
                <a:cubicBezTo>
                  <a:pt x="176804" y="98377"/>
                  <a:pt x="176637" y="98697"/>
                  <a:pt x="176400" y="98959"/>
                </a:cubicBezTo>
                <a:cubicBezTo>
                  <a:pt x="176162" y="99220"/>
                  <a:pt x="175794" y="99446"/>
                  <a:pt x="175295" y="99636"/>
                </a:cubicBezTo>
                <a:cubicBezTo>
                  <a:pt x="174796" y="99826"/>
                  <a:pt x="174155" y="99968"/>
                  <a:pt x="173371" y="100063"/>
                </a:cubicBezTo>
                <a:cubicBezTo>
                  <a:pt x="172587" y="100158"/>
                  <a:pt x="171625" y="100206"/>
                  <a:pt x="170484" y="100206"/>
                </a:cubicBezTo>
                <a:cubicBezTo>
                  <a:pt x="169344" y="100206"/>
                  <a:pt x="168406" y="100158"/>
                  <a:pt x="167669" y="100063"/>
                </a:cubicBezTo>
                <a:cubicBezTo>
                  <a:pt x="166933" y="99968"/>
                  <a:pt x="166375" y="99826"/>
                  <a:pt x="165994" y="99636"/>
                </a:cubicBezTo>
                <a:cubicBezTo>
                  <a:pt x="165614" y="99446"/>
                  <a:pt x="165353" y="99220"/>
                  <a:pt x="165210" y="98959"/>
                </a:cubicBezTo>
                <a:cubicBezTo>
                  <a:pt x="165068" y="98697"/>
                  <a:pt x="165020" y="98377"/>
                  <a:pt x="165068" y="97997"/>
                </a:cubicBezTo>
                <a:lnTo>
                  <a:pt x="172979" y="58370"/>
                </a:lnTo>
                <a:cubicBezTo>
                  <a:pt x="173311" y="56945"/>
                  <a:pt x="173537" y="55543"/>
                  <a:pt x="173656" y="54165"/>
                </a:cubicBezTo>
                <a:cubicBezTo>
                  <a:pt x="173775" y="52787"/>
                  <a:pt x="173834" y="51505"/>
                  <a:pt x="173834" y="50317"/>
                </a:cubicBezTo>
                <a:cubicBezTo>
                  <a:pt x="173834" y="47418"/>
                  <a:pt x="173240" y="45102"/>
                  <a:pt x="172052" y="43368"/>
                </a:cubicBezTo>
                <a:cubicBezTo>
                  <a:pt x="170865" y="41634"/>
                  <a:pt x="168845" y="40767"/>
                  <a:pt x="165994" y="40767"/>
                </a:cubicBezTo>
                <a:cubicBezTo>
                  <a:pt x="163571" y="40767"/>
                  <a:pt x="161101" y="41491"/>
                  <a:pt x="158582" y="42940"/>
                </a:cubicBezTo>
                <a:cubicBezTo>
                  <a:pt x="156064" y="44389"/>
                  <a:pt x="153665" y="46385"/>
                  <a:pt x="151384" y="48927"/>
                </a:cubicBezTo>
                <a:cubicBezTo>
                  <a:pt x="149103" y="51469"/>
                  <a:pt x="147084" y="54486"/>
                  <a:pt x="145326" y="57978"/>
                </a:cubicBezTo>
                <a:cubicBezTo>
                  <a:pt x="143568" y="61471"/>
                  <a:pt x="142285" y="65260"/>
                  <a:pt x="141477" y="69346"/>
                </a:cubicBezTo>
                <a:lnTo>
                  <a:pt x="135776" y="97997"/>
                </a:lnTo>
                <a:cubicBezTo>
                  <a:pt x="135681" y="98377"/>
                  <a:pt x="135515" y="98697"/>
                  <a:pt x="135277" y="98959"/>
                </a:cubicBezTo>
                <a:cubicBezTo>
                  <a:pt x="135039" y="99220"/>
                  <a:pt x="134683" y="99446"/>
                  <a:pt x="134208" y="99636"/>
                </a:cubicBezTo>
                <a:cubicBezTo>
                  <a:pt x="133733" y="99826"/>
                  <a:pt x="133103" y="99968"/>
                  <a:pt x="132319" y="100063"/>
                </a:cubicBezTo>
                <a:cubicBezTo>
                  <a:pt x="131535" y="100158"/>
                  <a:pt x="130573" y="100206"/>
                  <a:pt x="129433" y="100206"/>
                </a:cubicBezTo>
                <a:cubicBezTo>
                  <a:pt x="128245" y="100206"/>
                  <a:pt x="127283" y="100158"/>
                  <a:pt x="126546" y="100063"/>
                </a:cubicBezTo>
                <a:cubicBezTo>
                  <a:pt x="125810" y="99968"/>
                  <a:pt x="125240" y="99826"/>
                  <a:pt x="124836" y="99636"/>
                </a:cubicBezTo>
                <a:cubicBezTo>
                  <a:pt x="124432" y="99446"/>
                  <a:pt x="124171" y="99220"/>
                  <a:pt x="124052" y="98959"/>
                </a:cubicBezTo>
                <a:cubicBezTo>
                  <a:pt x="123933" y="98697"/>
                  <a:pt x="123921" y="98377"/>
                  <a:pt x="124016" y="97997"/>
                </a:cubicBezTo>
                <a:lnTo>
                  <a:pt x="136916" y="33782"/>
                </a:lnTo>
                <a:cubicBezTo>
                  <a:pt x="136964" y="33449"/>
                  <a:pt x="137094" y="33141"/>
                  <a:pt x="137308" y="32856"/>
                </a:cubicBezTo>
                <a:cubicBezTo>
                  <a:pt x="137522" y="32570"/>
                  <a:pt x="137855" y="32333"/>
                  <a:pt x="138306" y="32143"/>
                </a:cubicBezTo>
                <a:cubicBezTo>
                  <a:pt x="138757" y="31953"/>
                  <a:pt x="139327" y="31822"/>
                  <a:pt x="140016" y="31751"/>
                </a:cubicBezTo>
                <a:cubicBezTo>
                  <a:pt x="140705" y="31680"/>
                  <a:pt x="141525" y="31644"/>
                  <a:pt x="142475" y="31644"/>
                </a:cubicBezTo>
                <a:cubicBezTo>
                  <a:pt x="143473" y="31644"/>
                  <a:pt x="144293" y="31680"/>
                  <a:pt x="144934" y="31751"/>
                </a:cubicBezTo>
                <a:cubicBezTo>
                  <a:pt x="145575" y="31822"/>
                  <a:pt x="146074" y="31953"/>
                  <a:pt x="146431" y="32143"/>
                </a:cubicBezTo>
                <a:cubicBezTo>
                  <a:pt x="146787" y="32333"/>
                  <a:pt x="147013" y="32570"/>
                  <a:pt x="147108" y="32856"/>
                </a:cubicBezTo>
                <a:cubicBezTo>
                  <a:pt x="147203" y="33141"/>
                  <a:pt x="147227" y="33449"/>
                  <a:pt x="147179" y="33782"/>
                </a:cubicBezTo>
                <a:lnTo>
                  <a:pt x="144756" y="46041"/>
                </a:lnTo>
                <a:cubicBezTo>
                  <a:pt x="145469" y="44425"/>
                  <a:pt x="146645" y="42715"/>
                  <a:pt x="148284" y="40909"/>
                </a:cubicBezTo>
                <a:cubicBezTo>
                  <a:pt x="149923" y="39104"/>
                  <a:pt x="151835" y="37441"/>
                  <a:pt x="154021" y="35920"/>
                </a:cubicBezTo>
                <a:cubicBezTo>
                  <a:pt x="156207" y="34400"/>
                  <a:pt x="158594" y="33141"/>
                  <a:pt x="161184" y="32143"/>
                </a:cubicBezTo>
                <a:cubicBezTo>
                  <a:pt x="163773" y="31145"/>
                  <a:pt x="166422" y="30646"/>
                  <a:pt x="169130" y="30646"/>
                </a:cubicBezTo>
                <a:cubicBezTo>
                  <a:pt x="171981" y="30646"/>
                  <a:pt x="174428" y="31038"/>
                  <a:pt x="176471" y="31822"/>
                </a:cubicBezTo>
                <a:cubicBezTo>
                  <a:pt x="178514" y="32606"/>
                  <a:pt x="180189" y="33675"/>
                  <a:pt x="181496" y="35029"/>
                </a:cubicBezTo>
                <a:cubicBezTo>
                  <a:pt x="182802" y="36383"/>
                  <a:pt x="183764" y="37999"/>
                  <a:pt x="184382" y="39876"/>
                </a:cubicBezTo>
                <a:cubicBezTo>
                  <a:pt x="185000" y="41752"/>
                  <a:pt x="185380" y="43807"/>
                  <a:pt x="185522" y="46041"/>
                </a:cubicBezTo>
                <a:cubicBezTo>
                  <a:pt x="186473" y="44378"/>
                  <a:pt x="187779" y="42643"/>
                  <a:pt x="189442" y="40838"/>
                </a:cubicBezTo>
                <a:cubicBezTo>
                  <a:pt x="191105" y="39032"/>
                  <a:pt x="193030" y="37381"/>
                  <a:pt x="195215" y="35885"/>
                </a:cubicBezTo>
                <a:cubicBezTo>
                  <a:pt x="197401" y="34388"/>
                  <a:pt x="199777" y="33141"/>
                  <a:pt x="202342" y="32143"/>
                </a:cubicBezTo>
                <a:cubicBezTo>
                  <a:pt x="204908" y="31145"/>
                  <a:pt x="207521" y="30646"/>
                  <a:pt x="210182" y="30646"/>
                </a:cubicBezTo>
                <a:cubicBezTo>
                  <a:pt x="213365" y="30646"/>
                  <a:pt x="216026" y="31098"/>
                  <a:pt x="218164" y="32000"/>
                </a:cubicBezTo>
                <a:cubicBezTo>
                  <a:pt x="220302" y="32903"/>
                  <a:pt x="222037" y="34138"/>
                  <a:pt x="223367" y="35706"/>
                </a:cubicBezTo>
                <a:cubicBezTo>
                  <a:pt x="224697" y="37274"/>
                  <a:pt x="225648" y="39104"/>
                  <a:pt x="226218" y="41194"/>
                </a:cubicBezTo>
                <a:cubicBezTo>
                  <a:pt x="226788" y="43285"/>
                  <a:pt x="227073" y="45565"/>
                  <a:pt x="227073" y="48036"/>
                </a:cubicBezTo>
                <a:cubicBezTo>
                  <a:pt x="227073" y="49699"/>
                  <a:pt x="226978" y="51338"/>
                  <a:pt x="226788" y="52954"/>
                </a:cubicBezTo>
                <a:cubicBezTo>
                  <a:pt x="226598" y="54569"/>
                  <a:pt x="226337" y="56232"/>
                  <a:pt x="226004" y="57943"/>
                </a:cubicBezTo>
                <a:lnTo>
                  <a:pt x="217950" y="97997"/>
                </a:lnTo>
                <a:close/>
                <a:moveTo>
                  <a:pt x="292710" y="97997"/>
                </a:moveTo>
                <a:cubicBezTo>
                  <a:pt x="292520" y="98804"/>
                  <a:pt x="291998" y="99374"/>
                  <a:pt x="291142" y="99707"/>
                </a:cubicBezTo>
                <a:cubicBezTo>
                  <a:pt x="290287" y="100040"/>
                  <a:pt x="288862" y="100206"/>
                  <a:pt x="286866" y="100206"/>
                </a:cubicBezTo>
                <a:cubicBezTo>
                  <a:pt x="285916" y="100206"/>
                  <a:pt x="285132" y="100158"/>
                  <a:pt x="284514" y="100063"/>
                </a:cubicBezTo>
                <a:cubicBezTo>
                  <a:pt x="283897" y="99968"/>
                  <a:pt x="283398" y="99838"/>
                  <a:pt x="283018" y="99671"/>
                </a:cubicBezTo>
                <a:cubicBezTo>
                  <a:pt x="282638" y="99505"/>
                  <a:pt x="282376" y="99291"/>
                  <a:pt x="282234" y="99030"/>
                </a:cubicBezTo>
                <a:cubicBezTo>
                  <a:pt x="282091" y="98769"/>
                  <a:pt x="282091" y="98424"/>
                  <a:pt x="282234" y="97997"/>
                </a:cubicBezTo>
                <a:lnTo>
                  <a:pt x="284586" y="85881"/>
                </a:lnTo>
                <a:cubicBezTo>
                  <a:pt x="283968" y="87408"/>
                  <a:pt x="282851" y="89080"/>
                  <a:pt x="281236" y="90894"/>
                </a:cubicBezTo>
                <a:cubicBezTo>
                  <a:pt x="279620" y="92707"/>
                  <a:pt x="277708" y="94377"/>
                  <a:pt x="275499" y="95905"/>
                </a:cubicBezTo>
                <a:cubicBezTo>
                  <a:pt x="273289" y="97433"/>
                  <a:pt x="270830" y="98698"/>
                  <a:pt x="268122" y="99700"/>
                </a:cubicBezTo>
                <a:cubicBezTo>
                  <a:pt x="265414" y="100703"/>
                  <a:pt x="262658" y="101204"/>
                  <a:pt x="259855" y="101204"/>
                </a:cubicBezTo>
                <a:cubicBezTo>
                  <a:pt x="256054" y="101204"/>
                  <a:pt x="252906" y="100538"/>
                  <a:pt x="250412" y="99206"/>
                </a:cubicBezTo>
                <a:cubicBezTo>
                  <a:pt x="247917" y="97874"/>
                  <a:pt x="245933" y="96115"/>
                  <a:pt x="244460" y="93927"/>
                </a:cubicBezTo>
                <a:cubicBezTo>
                  <a:pt x="242988" y="91739"/>
                  <a:pt x="241978" y="89265"/>
                  <a:pt x="241431" y="86506"/>
                </a:cubicBezTo>
                <a:cubicBezTo>
                  <a:pt x="240885" y="83748"/>
                  <a:pt x="240612" y="80918"/>
                  <a:pt x="240612" y="78016"/>
                </a:cubicBezTo>
                <a:cubicBezTo>
                  <a:pt x="240612" y="75354"/>
                  <a:pt x="240861" y="72335"/>
                  <a:pt x="241360" y="68958"/>
                </a:cubicBezTo>
                <a:cubicBezTo>
                  <a:pt x="241859" y="65580"/>
                  <a:pt x="242667" y="62132"/>
                  <a:pt x="243783" y="58613"/>
                </a:cubicBezTo>
                <a:cubicBezTo>
                  <a:pt x="244900" y="55093"/>
                  <a:pt x="246349" y="51668"/>
                  <a:pt x="248131" y="48339"/>
                </a:cubicBezTo>
                <a:cubicBezTo>
                  <a:pt x="249913" y="45010"/>
                  <a:pt x="252063" y="42026"/>
                  <a:pt x="254581" y="39386"/>
                </a:cubicBezTo>
                <a:cubicBezTo>
                  <a:pt x="257099" y="36746"/>
                  <a:pt x="260021" y="34629"/>
                  <a:pt x="263347" y="33036"/>
                </a:cubicBezTo>
                <a:cubicBezTo>
                  <a:pt x="266673" y="31443"/>
                  <a:pt x="270450" y="30646"/>
                  <a:pt x="274679" y="30646"/>
                </a:cubicBezTo>
                <a:cubicBezTo>
                  <a:pt x="278908" y="30646"/>
                  <a:pt x="282531" y="31501"/>
                  <a:pt x="285548" y="33212"/>
                </a:cubicBezTo>
                <a:cubicBezTo>
                  <a:pt x="288565" y="34922"/>
                  <a:pt x="291261" y="37274"/>
                  <a:pt x="293637" y="40268"/>
                </a:cubicBezTo>
                <a:lnTo>
                  <a:pt x="294991" y="33782"/>
                </a:lnTo>
                <a:cubicBezTo>
                  <a:pt x="295181" y="33022"/>
                  <a:pt x="295727" y="32475"/>
                  <a:pt x="296630" y="32143"/>
                </a:cubicBezTo>
                <a:cubicBezTo>
                  <a:pt x="297533" y="31810"/>
                  <a:pt x="298935" y="31644"/>
                  <a:pt x="300835" y="31644"/>
                </a:cubicBezTo>
                <a:cubicBezTo>
                  <a:pt x="301785" y="31644"/>
                  <a:pt x="302581" y="31680"/>
                  <a:pt x="303223" y="31751"/>
                </a:cubicBezTo>
                <a:cubicBezTo>
                  <a:pt x="303864" y="31822"/>
                  <a:pt x="304375" y="31953"/>
                  <a:pt x="304755" y="32143"/>
                </a:cubicBezTo>
                <a:cubicBezTo>
                  <a:pt x="305135" y="32333"/>
                  <a:pt x="305373" y="32570"/>
                  <a:pt x="305468" y="32856"/>
                </a:cubicBezTo>
                <a:cubicBezTo>
                  <a:pt x="305563" y="33141"/>
                  <a:pt x="305587" y="33449"/>
                  <a:pt x="305539" y="33782"/>
                </a:cubicBezTo>
                <a:lnTo>
                  <a:pt x="292710" y="97997"/>
                </a:lnTo>
                <a:moveTo>
                  <a:pt x="290501" y="50602"/>
                </a:moveTo>
                <a:cubicBezTo>
                  <a:pt x="288268" y="47323"/>
                  <a:pt x="285857" y="44865"/>
                  <a:pt x="283267" y="43225"/>
                </a:cubicBezTo>
                <a:cubicBezTo>
                  <a:pt x="280678" y="41586"/>
                  <a:pt x="277767" y="40767"/>
                  <a:pt x="274536" y="40767"/>
                </a:cubicBezTo>
                <a:cubicBezTo>
                  <a:pt x="271971" y="40767"/>
                  <a:pt x="269654" y="41373"/>
                  <a:pt x="267588" y="42586"/>
                </a:cubicBezTo>
                <a:cubicBezTo>
                  <a:pt x="265521" y="43799"/>
                  <a:pt x="263692" y="45405"/>
                  <a:pt x="262100" y="47404"/>
                </a:cubicBezTo>
                <a:cubicBezTo>
                  <a:pt x="260508" y="49402"/>
                  <a:pt x="259130" y="51675"/>
                  <a:pt x="257966" y="54221"/>
                </a:cubicBezTo>
                <a:cubicBezTo>
                  <a:pt x="256802" y="56766"/>
                  <a:pt x="255852" y="59395"/>
                  <a:pt x="255115" y="62108"/>
                </a:cubicBezTo>
                <a:cubicBezTo>
                  <a:pt x="254379" y="64819"/>
                  <a:pt x="253832" y="67483"/>
                  <a:pt x="253476" y="70101"/>
                </a:cubicBezTo>
                <a:cubicBezTo>
                  <a:pt x="253120" y="72717"/>
                  <a:pt x="252942" y="75072"/>
                  <a:pt x="252942" y="77166"/>
                </a:cubicBezTo>
                <a:cubicBezTo>
                  <a:pt x="252942" y="78832"/>
                  <a:pt x="253072" y="80486"/>
                  <a:pt x="253334" y="82128"/>
                </a:cubicBezTo>
                <a:cubicBezTo>
                  <a:pt x="253595" y="83769"/>
                  <a:pt x="254094" y="85267"/>
                  <a:pt x="254830" y="86622"/>
                </a:cubicBezTo>
                <a:cubicBezTo>
                  <a:pt x="255567" y="87978"/>
                  <a:pt x="256576" y="89072"/>
                  <a:pt x="257859" y="89905"/>
                </a:cubicBezTo>
                <a:cubicBezTo>
                  <a:pt x="259142" y="90738"/>
                  <a:pt x="260805" y="91155"/>
                  <a:pt x="262848" y="91155"/>
                </a:cubicBezTo>
                <a:cubicBezTo>
                  <a:pt x="265461" y="91155"/>
                  <a:pt x="268087" y="90429"/>
                  <a:pt x="270724" y="88976"/>
                </a:cubicBezTo>
                <a:cubicBezTo>
                  <a:pt x="273361" y="87523"/>
                  <a:pt x="275819" y="85510"/>
                  <a:pt x="278100" y="82939"/>
                </a:cubicBezTo>
                <a:cubicBezTo>
                  <a:pt x="280381" y="80367"/>
                  <a:pt x="282400" y="77342"/>
                  <a:pt x="284158" y="73865"/>
                </a:cubicBezTo>
                <a:cubicBezTo>
                  <a:pt x="285916" y="70388"/>
                  <a:pt x="287223" y="66553"/>
                  <a:pt x="288078" y="62361"/>
                </a:cubicBezTo>
                <a:lnTo>
                  <a:pt x="290501" y="50602"/>
                </a:lnTo>
                <a:close/>
                <a:moveTo>
                  <a:pt x="360686" y="34495"/>
                </a:moveTo>
                <a:cubicBezTo>
                  <a:pt x="360686" y="34922"/>
                  <a:pt x="360662" y="35386"/>
                  <a:pt x="360615" y="35885"/>
                </a:cubicBezTo>
                <a:cubicBezTo>
                  <a:pt x="360567" y="36383"/>
                  <a:pt x="360472" y="36894"/>
                  <a:pt x="360330" y="37417"/>
                </a:cubicBezTo>
                <a:cubicBezTo>
                  <a:pt x="360187" y="37940"/>
                  <a:pt x="359997" y="38462"/>
                  <a:pt x="359760" y="38985"/>
                </a:cubicBezTo>
                <a:cubicBezTo>
                  <a:pt x="359522" y="39507"/>
                  <a:pt x="359273" y="39971"/>
                  <a:pt x="359011" y="40375"/>
                </a:cubicBezTo>
                <a:cubicBezTo>
                  <a:pt x="358750" y="40778"/>
                  <a:pt x="358453" y="41099"/>
                  <a:pt x="358120" y="41337"/>
                </a:cubicBezTo>
                <a:cubicBezTo>
                  <a:pt x="357788" y="41574"/>
                  <a:pt x="357408" y="41693"/>
                  <a:pt x="356980" y="41693"/>
                </a:cubicBezTo>
                <a:lnTo>
                  <a:pt x="340588" y="41693"/>
                </a:lnTo>
                <a:lnTo>
                  <a:pt x="333390" y="77564"/>
                </a:lnTo>
                <a:cubicBezTo>
                  <a:pt x="333200" y="78565"/>
                  <a:pt x="333033" y="79686"/>
                  <a:pt x="332891" y="80927"/>
                </a:cubicBezTo>
                <a:cubicBezTo>
                  <a:pt x="332748" y="82167"/>
                  <a:pt x="332677" y="83192"/>
                  <a:pt x="332677" y="84003"/>
                </a:cubicBezTo>
                <a:cubicBezTo>
                  <a:pt x="332677" y="86435"/>
                  <a:pt x="333188" y="88212"/>
                  <a:pt x="334209" y="89333"/>
                </a:cubicBezTo>
                <a:cubicBezTo>
                  <a:pt x="335231" y="90452"/>
                  <a:pt x="336882" y="91012"/>
                  <a:pt x="339163" y="91012"/>
                </a:cubicBezTo>
                <a:cubicBezTo>
                  <a:pt x="340445" y="91012"/>
                  <a:pt x="341562" y="90905"/>
                  <a:pt x="342512" y="90691"/>
                </a:cubicBezTo>
                <a:cubicBezTo>
                  <a:pt x="343462" y="90478"/>
                  <a:pt x="344282" y="90252"/>
                  <a:pt x="344971" y="90014"/>
                </a:cubicBezTo>
                <a:cubicBezTo>
                  <a:pt x="345660" y="89777"/>
                  <a:pt x="346266" y="89551"/>
                  <a:pt x="346788" y="89337"/>
                </a:cubicBezTo>
                <a:cubicBezTo>
                  <a:pt x="347311" y="89123"/>
                  <a:pt x="347762" y="89017"/>
                  <a:pt x="348143" y="89017"/>
                </a:cubicBezTo>
                <a:cubicBezTo>
                  <a:pt x="348523" y="89017"/>
                  <a:pt x="348820" y="89147"/>
                  <a:pt x="349033" y="89409"/>
                </a:cubicBezTo>
                <a:cubicBezTo>
                  <a:pt x="349247" y="89670"/>
                  <a:pt x="349354" y="90157"/>
                  <a:pt x="349354" y="90870"/>
                </a:cubicBezTo>
                <a:cubicBezTo>
                  <a:pt x="349354" y="91487"/>
                  <a:pt x="349295" y="92164"/>
                  <a:pt x="349176" y="92901"/>
                </a:cubicBezTo>
                <a:cubicBezTo>
                  <a:pt x="349057" y="93637"/>
                  <a:pt x="348903" y="94362"/>
                  <a:pt x="348713" y="95074"/>
                </a:cubicBezTo>
                <a:cubicBezTo>
                  <a:pt x="348523" y="95787"/>
                  <a:pt x="348285" y="96429"/>
                  <a:pt x="348000" y="96999"/>
                </a:cubicBezTo>
                <a:cubicBezTo>
                  <a:pt x="347715" y="97569"/>
                  <a:pt x="347406" y="98020"/>
                  <a:pt x="347074" y="98353"/>
                </a:cubicBezTo>
                <a:cubicBezTo>
                  <a:pt x="346693" y="98686"/>
                  <a:pt x="346123" y="99018"/>
                  <a:pt x="345363" y="99351"/>
                </a:cubicBezTo>
                <a:cubicBezTo>
                  <a:pt x="344603" y="99683"/>
                  <a:pt x="343724" y="99980"/>
                  <a:pt x="342726" y="100242"/>
                </a:cubicBezTo>
                <a:cubicBezTo>
                  <a:pt x="341728" y="100503"/>
                  <a:pt x="340671" y="100705"/>
                  <a:pt x="339554" y="100847"/>
                </a:cubicBezTo>
                <a:cubicBezTo>
                  <a:pt x="338438" y="100990"/>
                  <a:pt x="337333" y="101061"/>
                  <a:pt x="336240" y="101061"/>
                </a:cubicBezTo>
                <a:cubicBezTo>
                  <a:pt x="333580" y="101061"/>
                  <a:pt x="331275" y="100775"/>
                  <a:pt x="329327" y="100204"/>
                </a:cubicBezTo>
                <a:cubicBezTo>
                  <a:pt x="327379" y="99632"/>
                  <a:pt x="325740" y="98740"/>
                  <a:pt x="324410" y="97527"/>
                </a:cubicBezTo>
                <a:cubicBezTo>
                  <a:pt x="323079" y="96312"/>
                  <a:pt x="322093" y="94789"/>
                  <a:pt x="321452" y="92956"/>
                </a:cubicBezTo>
                <a:cubicBezTo>
                  <a:pt x="320810" y="91123"/>
                  <a:pt x="320490" y="88921"/>
                  <a:pt x="320490" y="86351"/>
                </a:cubicBezTo>
                <a:cubicBezTo>
                  <a:pt x="320490" y="85779"/>
                  <a:pt x="320513" y="85148"/>
                  <a:pt x="320561" y="84457"/>
                </a:cubicBezTo>
                <a:cubicBezTo>
                  <a:pt x="320608" y="83767"/>
                  <a:pt x="320692" y="83041"/>
                  <a:pt x="320810" y="82279"/>
                </a:cubicBezTo>
                <a:cubicBezTo>
                  <a:pt x="320929" y="81518"/>
                  <a:pt x="321048" y="80756"/>
                  <a:pt x="321167" y="79994"/>
                </a:cubicBezTo>
                <a:cubicBezTo>
                  <a:pt x="321286" y="79232"/>
                  <a:pt x="321416" y="78518"/>
                  <a:pt x="321559" y="77852"/>
                </a:cubicBezTo>
                <a:lnTo>
                  <a:pt x="328757" y="41693"/>
                </a:lnTo>
                <a:lnTo>
                  <a:pt x="319848" y="41693"/>
                </a:lnTo>
                <a:cubicBezTo>
                  <a:pt x="319326" y="41693"/>
                  <a:pt x="318922" y="41539"/>
                  <a:pt x="318637" y="41230"/>
                </a:cubicBezTo>
                <a:cubicBezTo>
                  <a:pt x="318352" y="40921"/>
                  <a:pt x="318209" y="40315"/>
                  <a:pt x="318209" y="39412"/>
                </a:cubicBezTo>
                <a:cubicBezTo>
                  <a:pt x="318209" y="38747"/>
                  <a:pt x="318280" y="37975"/>
                  <a:pt x="318423" y="37096"/>
                </a:cubicBezTo>
                <a:cubicBezTo>
                  <a:pt x="318565" y="36217"/>
                  <a:pt x="318779" y="35398"/>
                  <a:pt x="319064" y="34637"/>
                </a:cubicBezTo>
                <a:cubicBezTo>
                  <a:pt x="319349" y="33877"/>
                  <a:pt x="319718" y="33236"/>
                  <a:pt x="320169" y="32713"/>
                </a:cubicBezTo>
                <a:cubicBezTo>
                  <a:pt x="320620" y="32190"/>
                  <a:pt x="321155" y="31929"/>
                  <a:pt x="321773" y="31929"/>
                </a:cubicBezTo>
                <a:lnTo>
                  <a:pt x="330753" y="31929"/>
                </a:lnTo>
                <a:lnTo>
                  <a:pt x="333817" y="16677"/>
                </a:lnTo>
                <a:cubicBezTo>
                  <a:pt x="333865" y="16345"/>
                  <a:pt x="334019" y="16036"/>
                  <a:pt x="334280" y="15751"/>
                </a:cubicBezTo>
                <a:cubicBezTo>
                  <a:pt x="334542" y="15466"/>
                  <a:pt x="334910" y="15216"/>
                  <a:pt x="335385" y="15002"/>
                </a:cubicBezTo>
                <a:cubicBezTo>
                  <a:pt x="335860" y="14789"/>
                  <a:pt x="336490" y="14634"/>
                  <a:pt x="337274" y="14539"/>
                </a:cubicBezTo>
                <a:cubicBezTo>
                  <a:pt x="338058" y="14444"/>
                  <a:pt x="339020" y="14397"/>
                  <a:pt x="340160" y="14397"/>
                </a:cubicBezTo>
                <a:cubicBezTo>
                  <a:pt x="341301" y="14397"/>
                  <a:pt x="342239" y="14444"/>
                  <a:pt x="342975" y="14539"/>
                </a:cubicBezTo>
                <a:cubicBezTo>
                  <a:pt x="343712" y="14634"/>
                  <a:pt x="344282" y="14789"/>
                  <a:pt x="344686" y="15002"/>
                </a:cubicBezTo>
                <a:cubicBezTo>
                  <a:pt x="345090" y="15216"/>
                  <a:pt x="345351" y="15466"/>
                  <a:pt x="345470" y="15751"/>
                </a:cubicBezTo>
                <a:cubicBezTo>
                  <a:pt x="345589" y="16036"/>
                  <a:pt x="345624" y="16345"/>
                  <a:pt x="345577" y="16677"/>
                </a:cubicBezTo>
                <a:lnTo>
                  <a:pt x="342512" y="31929"/>
                </a:lnTo>
                <a:lnTo>
                  <a:pt x="358904" y="31929"/>
                </a:lnTo>
                <a:cubicBezTo>
                  <a:pt x="359617" y="31929"/>
                  <a:pt x="360092" y="32190"/>
                  <a:pt x="360330" y="32713"/>
                </a:cubicBezTo>
                <a:cubicBezTo>
                  <a:pt x="360567" y="33236"/>
                  <a:pt x="360686" y="33830"/>
                  <a:pt x="360686" y="34495"/>
                </a:cubicBezTo>
                <a:close/>
                <a:moveTo>
                  <a:pt x="449391" y="4633"/>
                </a:moveTo>
                <a:cubicBezTo>
                  <a:pt x="449391" y="4823"/>
                  <a:pt x="449367" y="5120"/>
                  <a:pt x="449319" y="5523"/>
                </a:cubicBezTo>
                <a:cubicBezTo>
                  <a:pt x="449272" y="5927"/>
                  <a:pt x="449212" y="6379"/>
                  <a:pt x="449141" y="6878"/>
                </a:cubicBezTo>
                <a:cubicBezTo>
                  <a:pt x="449070" y="7376"/>
                  <a:pt x="448963" y="7899"/>
                  <a:pt x="448820" y="8446"/>
                </a:cubicBezTo>
                <a:cubicBezTo>
                  <a:pt x="448678" y="8992"/>
                  <a:pt x="448512" y="9503"/>
                  <a:pt x="448322" y="9978"/>
                </a:cubicBezTo>
                <a:cubicBezTo>
                  <a:pt x="448131" y="10453"/>
                  <a:pt x="447918" y="10833"/>
                  <a:pt x="447680" y="11118"/>
                </a:cubicBezTo>
                <a:cubicBezTo>
                  <a:pt x="447443" y="11403"/>
                  <a:pt x="447181" y="11546"/>
                  <a:pt x="446896" y="11546"/>
                </a:cubicBezTo>
                <a:cubicBezTo>
                  <a:pt x="446564" y="11546"/>
                  <a:pt x="446148" y="11451"/>
                  <a:pt x="445649" y="11261"/>
                </a:cubicBezTo>
                <a:cubicBezTo>
                  <a:pt x="445150" y="11071"/>
                  <a:pt x="444568" y="10869"/>
                  <a:pt x="443903" y="10655"/>
                </a:cubicBezTo>
                <a:cubicBezTo>
                  <a:pt x="443238" y="10441"/>
                  <a:pt x="442454" y="10239"/>
                  <a:pt x="441551" y="10049"/>
                </a:cubicBezTo>
                <a:cubicBezTo>
                  <a:pt x="440648" y="9859"/>
                  <a:pt x="439650" y="9764"/>
                  <a:pt x="438557" y="9764"/>
                </a:cubicBezTo>
                <a:cubicBezTo>
                  <a:pt x="436514" y="9764"/>
                  <a:pt x="434768" y="10072"/>
                  <a:pt x="433319" y="10688"/>
                </a:cubicBezTo>
                <a:cubicBezTo>
                  <a:pt x="431870" y="11303"/>
                  <a:pt x="430623" y="12262"/>
                  <a:pt x="429577" y="13566"/>
                </a:cubicBezTo>
                <a:cubicBezTo>
                  <a:pt x="428532" y="14868"/>
                  <a:pt x="427653" y="16514"/>
                  <a:pt x="426940" y="18504"/>
                </a:cubicBezTo>
                <a:cubicBezTo>
                  <a:pt x="426228" y="20492"/>
                  <a:pt x="425610" y="22835"/>
                  <a:pt x="425087" y="25535"/>
                </a:cubicBezTo>
                <a:lnTo>
                  <a:pt x="423876" y="31929"/>
                </a:lnTo>
                <a:lnTo>
                  <a:pt x="438201" y="31929"/>
                </a:lnTo>
                <a:cubicBezTo>
                  <a:pt x="438724" y="31929"/>
                  <a:pt x="439140" y="32107"/>
                  <a:pt x="439448" y="32464"/>
                </a:cubicBezTo>
                <a:cubicBezTo>
                  <a:pt x="439757" y="32820"/>
                  <a:pt x="439912" y="33402"/>
                  <a:pt x="439912" y="34210"/>
                </a:cubicBezTo>
                <a:cubicBezTo>
                  <a:pt x="439912" y="34732"/>
                  <a:pt x="439864" y="35279"/>
                  <a:pt x="439769" y="35849"/>
                </a:cubicBezTo>
                <a:cubicBezTo>
                  <a:pt x="439674" y="36419"/>
                  <a:pt x="439555" y="36977"/>
                  <a:pt x="439413" y="37524"/>
                </a:cubicBezTo>
                <a:cubicBezTo>
                  <a:pt x="439270" y="38070"/>
                  <a:pt x="439092" y="38593"/>
                  <a:pt x="438878" y="39092"/>
                </a:cubicBezTo>
                <a:cubicBezTo>
                  <a:pt x="438664" y="39591"/>
                  <a:pt x="438427" y="40030"/>
                  <a:pt x="438166" y="40410"/>
                </a:cubicBezTo>
                <a:cubicBezTo>
                  <a:pt x="437904" y="40790"/>
                  <a:pt x="437607" y="41099"/>
                  <a:pt x="437275" y="41337"/>
                </a:cubicBezTo>
                <a:cubicBezTo>
                  <a:pt x="436942" y="41574"/>
                  <a:pt x="436609" y="41693"/>
                  <a:pt x="436277" y="41693"/>
                </a:cubicBezTo>
                <a:lnTo>
                  <a:pt x="421880" y="41693"/>
                </a:lnTo>
                <a:lnTo>
                  <a:pt x="409693" y="102522"/>
                </a:lnTo>
                <a:cubicBezTo>
                  <a:pt x="408885" y="106519"/>
                  <a:pt x="407793" y="109981"/>
                  <a:pt x="406415" y="112908"/>
                </a:cubicBezTo>
                <a:cubicBezTo>
                  <a:pt x="405037" y="115834"/>
                  <a:pt x="403350" y="118261"/>
                  <a:pt x="401354" y="120188"/>
                </a:cubicBezTo>
                <a:cubicBezTo>
                  <a:pt x="399359" y="122116"/>
                  <a:pt x="397054" y="123543"/>
                  <a:pt x="394441" y="124471"/>
                </a:cubicBezTo>
                <a:cubicBezTo>
                  <a:pt x="391828" y="125399"/>
                  <a:pt x="388882" y="125863"/>
                  <a:pt x="385604" y="125863"/>
                </a:cubicBezTo>
                <a:cubicBezTo>
                  <a:pt x="383466" y="125863"/>
                  <a:pt x="381719" y="125697"/>
                  <a:pt x="380365" y="125364"/>
                </a:cubicBezTo>
                <a:cubicBezTo>
                  <a:pt x="379011" y="125032"/>
                  <a:pt x="378168" y="124723"/>
                  <a:pt x="377835" y="124438"/>
                </a:cubicBezTo>
                <a:cubicBezTo>
                  <a:pt x="377645" y="124200"/>
                  <a:pt x="377503" y="123939"/>
                  <a:pt x="377408" y="123654"/>
                </a:cubicBezTo>
                <a:cubicBezTo>
                  <a:pt x="377313" y="123369"/>
                  <a:pt x="377265" y="122989"/>
                  <a:pt x="377265" y="122514"/>
                </a:cubicBezTo>
                <a:cubicBezTo>
                  <a:pt x="377265" y="122323"/>
                  <a:pt x="377301" y="122003"/>
                  <a:pt x="377372" y="121551"/>
                </a:cubicBezTo>
                <a:cubicBezTo>
                  <a:pt x="377443" y="121100"/>
                  <a:pt x="377526" y="120625"/>
                  <a:pt x="377621" y="120126"/>
                </a:cubicBezTo>
                <a:cubicBezTo>
                  <a:pt x="377716" y="119627"/>
                  <a:pt x="377835" y="119104"/>
                  <a:pt x="377978" y="118558"/>
                </a:cubicBezTo>
                <a:cubicBezTo>
                  <a:pt x="378120" y="118012"/>
                  <a:pt x="378287" y="117501"/>
                  <a:pt x="378477" y="117026"/>
                </a:cubicBezTo>
                <a:cubicBezTo>
                  <a:pt x="378667" y="116551"/>
                  <a:pt x="378881" y="116170"/>
                  <a:pt x="379118" y="115885"/>
                </a:cubicBezTo>
                <a:cubicBezTo>
                  <a:pt x="379356" y="115600"/>
                  <a:pt x="379641" y="115458"/>
                  <a:pt x="379973" y="115458"/>
                </a:cubicBezTo>
                <a:cubicBezTo>
                  <a:pt x="380306" y="115458"/>
                  <a:pt x="380627" y="115493"/>
                  <a:pt x="380936" y="115565"/>
                </a:cubicBezTo>
                <a:cubicBezTo>
                  <a:pt x="381244" y="115636"/>
                  <a:pt x="381577" y="115707"/>
                  <a:pt x="381933" y="115778"/>
                </a:cubicBezTo>
                <a:cubicBezTo>
                  <a:pt x="382290" y="115850"/>
                  <a:pt x="382717" y="115921"/>
                  <a:pt x="383216" y="115992"/>
                </a:cubicBezTo>
                <a:cubicBezTo>
                  <a:pt x="383715" y="116064"/>
                  <a:pt x="384345" y="116099"/>
                  <a:pt x="385105" y="116099"/>
                </a:cubicBezTo>
                <a:cubicBezTo>
                  <a:pt x="387100" y="116099"/>
                  <a:pt x="388823" y="115790"/>
                  <a:pt x="390272" y="115170"/>
                </a:cubicBezTo>
                <a:cubicBezTo>
                  <a:pt x="391721" y="114551"/>
                  <a:pt x="392956" y="113586"/>
                  <a:pt x="393978" y="112275"/>
                </a:cubicBezTo>
                <a:cubicBezTo>
                  <a:pt x="395000" y="110966"/>
                  <a:pt x="395855" y="109311"/>
                  <a:pt x="396544" y="107311"/>
                </a:cubicBezTo>
                <a:cubicBezTo>
                  <a:pt x="397233" y="105311"/>
                  <a:pt x="397862" y="102905"/>
                  <a:pt x="398432" y="100095"/>
                </a:cubicBezTo>
                <a:lnTo>
                  <a:pt x="410121" y="41693"/>
                </a:lnTo>
                <a:lnTo>
                  <a:pt x="400998" y="41693"/>
                </a:lnTo>
                <a:cubicBezTo>
                  <a:pt x="400523" y="41693"/>
                  <a:pt x="400155" y="41539"/>
                  <a:pt x="399893" y="41230"/>
                </a:cubicBezTo>
                <a:cubicBezTo>
                  <a:pt x="399632" y="40921"/>
                  <a:pt x="399501" y="40339"/>
                  <a:pt x="399501" y="39484"/>
                </a:cubicBezTo>
                <a:cubicBezTo>
                  <a:pt x="399501" y="39104"/>
                  <a:pt x="399525" y="38640"/>
                  <a:pt x="399573" y="38094"/>
                </a:cubicBezTo>
                <a:cubicBezTo>
                  <a:pt x="399620" y="37548"/>
                  <a:pt x="399703" y="36989"/>
                  <a:pt x="399822" y="36419"/>
                </a:cubicBezTo>
                <a:cubicBezTo>
                  <a:pt x="399941" y="35849"/>
                  <a:pt x="400095" y="35303"/>
                  <a:pt x="400285" y="34780"/>
                </a:cubicBezTo>
                <a:cubicBezTo>
                  <a:pt x="400475" y="34257"/>
                  <a:pt x="400713" y="33782"/>
                  <a:pt x="400998" y="33354"/>
                </a:cubicBezTo>
                <a:cubicBezTo>
                  <a:pt x="401283" y="32927"/>
                  <a:pt x="401580" y="32582"/>
                  <a:pt x="401889" y="32321"/>
                </a:cubicBezTo>
                <a:cubicBezTo>
                  <a:pt x="402198" y="32060"/>
                  <a:pt x="402590" y="31929"/>
                  <a:pt x="403065" y="31929"/>
                </a:cubicBezTo>
                <a:lnTo>
                  <a:pt x="412045" y="31929"/>
                </a:lnTo>
                <a:lnTo>
                  <a:pt x="413827" y="23040"/>
                </a:lnTo>
                <a:cubicBezTo>
                  <a:pt x="414587" y="19153"/>
                  <a:pt x="415680" y="15752"/>
                  <a:pt x="417105" y="12838"/>
                </a:cubicBezTo>
                <a:cubicBezTo>
                  <a:pt x="418531" y="9921"/>
                  <a:pt x="420253" y="7515"/>
                  <a:pt x="422272" y="5619"/>
                </a:cubicBezTo>
                <a:cubicBezTo>
                  <a:pt x="424292" y="3722"/>
                  <a:pt x="426620" y="2311"/>
                  <a:pt x="429257" y="1388"/>
                </a:cubicBezTo>
                <a:cubicBezTo>
                  <a:pt x="431894" y="463"/>
                  <a:pt x="434804" y="0"/>
                  <a:pt x="437987" y="0"/>
                </a:cubicBezTo>
                <a:cubicBezTo>
                  <a:pt x="439033" y="0"/>
                  <a:pt x="440125" y="59"/>
                  <a:pt x="441266" y="178"/>
                </a:cubicBezTo>
                <a:cubicBezTo>
                  <a:pt x="442406" y="297"/>
                  <a:pt x="443463" y="463"/>
                  <a:pt x="444437" y="677"/>
                </a:cubicBezTo>
                <a:cubicBezTo>
                  <a:pt x="445411" y="891"/>
                  <a:pt x="446267" y="1140"/>
                  <a:pt x="447003" y="1425"/>
                </a:cubicBezTo>
                <a:cubicBezTo>
                  <a:pt x="447739" y="1710"/>
                  <a:pt x="448250" y="1996"/>
                  <a:pt x="448535" y="2281"/>
                </a:cubicBezTo>
                <a:cubicBezTo>
                  <a:pt x="448820" y="2518"/>
                  <a:pt x="449034" y="2851"/>
                  <a:pt x="449177" y="3278"/>
                </a:cubicBezTo>
                <a:cubicBezTo>
                  <a:pt x="449319" y="3706"/>
                  <a:pt x="449391" y="4157"/>
                  <a:pt x="449391" y="46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roma">
            <a:extLst xmlns:a="http://schemas.openxmlformats.org/drawingml/2006/main">
              <a:ext uri="{FF2B5EF4-FFF2-40B4-BE49-F238E27FC236}">
                <a16:creationId xmlns:a16="http://schemas.microsoft.com/office/drawing/2014/main" id="{97F1E5D9-4711-405F-9D12-38F80244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249" y="1246606"/>
            <a:ext cx="338719" cy="70558"/>
          </a:xfrm>
          <a:custGeom xmlns:a="http://schemas.openxmlformats.org/drawingml/2006/main">
            <a:pathLst>
              <a:path w="338719" h="70558">
                <a:moveTo>
                  <a:pt x="49200" y="3278"/>
                </a:moveTo>
                <a:cubicBezTo>
                  <a:pt x="49200" y="3468"/>
                  <a:pt x="49165" y="3837"/>
                  <a:pt x="49093" y="4383"/>
                </a:cubicBezTo>
                <a:cubicBezTo>
                  <a:pt x="49022" y="4930"/>
                  <a:pt x="48939" y="5559"/>
                  <a:pt x="48844" y="6272"/>
                </a:cubicBezTo>
                <a:cubicBezTo>
                  <a:pt x="48749" y="6984"/>
                  <a:pt x="48606" y="7721"/>
                  <a:pt x="48416" y="8481"/>
                </a:cubicBezTo>
                <a:cubicBezTo>
                  <a:pt x="48226" y="9241"/>
                  <a:pt x="47989" y="9942"/>
                  <a:pt x="47704" y="10584"/>
                </a:cubicBezTo>
                <a:cubicBezTo>
                  <a:pt x="47418" y="11225"/>
                  <a:pt x="47121" y="11760"/>
                  <a:pt x="46813" y="12187"/>
                </a:cubicBezTo>
                <a:cubicBezTo>
                  <a:pt x="46504" y="12615"/>
                  <a:pt x="46159" y="12829"/>
                  <a:pt x="45779" y="12829"/>
                </a:cubicBezTo>
                <a:cubicBezTo>
                  <a:pt x="45399" y="12829"/>
                  <a:pt x="44983" y="12745"/>
                  <a:pt x="44532" y="12579"/>
                </a:cubicBezTo>
                <a:cubicBezTo>
                  <a:pt x="44081" y="12413"/>
                  <a:pt x="43582" y="12211"/>
                  <a:pt x="43035" y="11973"/>
                </a:cubicBezTo>
                <a:cubicBezTo>
                  <a:pt x="42489" y="11736"/>
                  <a:pt x="41859" y="11534"/>
                  <a:pt x="41147" y="11368"/>
                </a:cubicBezTo>
                <a:cubicBezTo>
                  <a:pt x="40434" y="11201"/>
                  <a:pt x="39602" y="11118"/>
                  <a:pt x="38652" y="11118"/>
                </a:cubicBezTo>
                <a:cubicBezTo>
                  <a:pt x="37037" y="11118"/>
                  <a:pt x="35172" y="11819"/>
                  <a:pt x="33058" y="13221"/>
                </a:cubicBezTo>
                <a:cubicBezTo>
                  <a:pt x="30943" y="14622"/>
                  <a:pt x="28864" y="16558"/>
                  <a:pt x="26821" y="19029"/>
                </a:cubicBezTo>
                <a:cubicBezTo>
                  <a:pt x="24778" y="21500"/>
                  <a:pt x="22913" y="24422"/>
                  <a:pt x="21227" y="27795"/>
                </a:cubicBezTo>
                <a:cubicBezTo>
                  <a:pt x="19540" y="31169"/>
                  <a:pt x="18293" y="34827"/>
                  <a:pt x="17485" y="38771"/>
                </a:cubicBezTo>
                <a:lnTo>
                  <a:pt x="11855" y="67350"/>
                </a:lnTo>
                <a:cubicBezTo>
                  <a:pt x="11760" y="67730"/>
                  <a:pt x="11593" y="68051"/>
                  <a:pt x="11356" y="68313"/>
                </a:cubicBezTo>
                <a:cubicBezTo>
                  <a:pt x="11118" y="68574"/>
                  <a:pt x="10762" y="68800"/>
                  <a:pt x="10287" y="68990"/>
                </a:cubicBezTo>
                <a:cubicBezTo>
                  <a:pt x="9812" y="69180"/>
                  <a:pt x="9182" y="69322"/>
                  <a:pt x="8398" y="69417"/>
                </a:cubicBezTo>
                <a:cubicBezTo>
                  <a:pt x="7614" y="69512"/>
                  <a:pt x="6652" y="69560"/>
                  <a:pt x="5512" y="69560"/>
                </a:cubicBezTo>
                <a:cubicBezTo>
                  <a:pt x="4324" y="69560"/>
                  <a:pt x="3362" y="69512"/>
                  <a:pt x="2625" y="69417"/>
                </a:cubicBezTo>
                <a:cubicBezTo>
                  <a:pt x="1889" y="69322"/>
                  <a:pt x="1318" y="69180"/>
                  <a:pt x="915" y="68990"/>
                </a:cubicBezTo>
                <a:cubicBezTo>
                  <a:pt x="511" y="68800"/>
                  <a:pt x="249" y="68574"/>
                  <a:pt x="131" y="68313"/>
                </a:cubicBezTo>
                <a:cubicBezTo>
                  <a:pt x="12" y="68051"/>
                  <a:pt x="0" y="67730"/>
                  <a:pt x="95" y="67350"/>
                </a:cubicBezTo>
                <a:lnTo>
                  <a:pt x="12852" y="3136"/>
                </a:lnTo>
                <a:cubicBezTo>
                  <a:pt x="12900" y="2803"/>
                  <a:pt x="13042" y="2494"/>
                  <a:pt x="13280" y="2209"/>
                </a:cubicBezTo>
                <a:cubicBezTo>
                  <a:pt x="13518" y="1924"/>
                  <a:pt x="13874" y="1687"/>
                  <a:pt x="14349" y="1497"/>
                </a:cubicBezTo>
                <a:cubicBezTo>
                  <a:pt x="14824" y="1307"/>
                  <a:pt x="15406" y="1176"/>
                  <a:pt x="16095" y="1105"/>
                </a:cubicBezTo>
                <a:cubicBezTo>
                  <a:pt x="16784" y="1033"/>
                  <a:pt x="17604" y="998"/>
                  <a:pt x="18554" y="998"/>
                </a:cubicBezTo>
                <a:cubicBezTo>
                  <a:pt x="19552" y="998"/>
                  <a:pt x="20371" y="1033"/>
                  <a:pt x="21013" y="1105"/>
                </a:cubicBezTo>
                <a:cubicBezTo>
                  <a:pt x="21654" y="1176"/>
                  <a:pt x="22153" y="1307"/>
                  <a:pt x="22510" y="1497"/>
                </a:cubicBezTo>
                <a:cubicBezTo>
                  <a:pt x="22866" y="1687"/>
                  <a:pt x="23092" y="1924"/>
                  <a:pt x="23187" y="2209"/>
                </a:cubicBezTo>
                <a:cubicBezTo>
                  <a:pt x="23282" y="2494"/>
                  <a:pt x="23305" y="2803"/>
                  <a:pt x="23258" y="3136"/>
                </a:cubicBezTo>
                <a:lnTo>
                  <a:pt x="20906" y="14824"/>
                </a:lnTo>
                <a:cubicBezTo>
                  <a:pt x="21999" y="12876"/>
                  <a:pt x="23293" y="10999"/>
                  <a:pt x="24790" y="9194"/>
                </a:cubicBezTo>
                <a:cubicBezTo>
                  <a:pt x="26287" y="7388"/>
                  <a:pt x="27914" y="5809"/>
                  <a:pt x="29672" y="4454"/>
                </a:cubicBezTo>
                <a:cubicBezTo>
                  <a:pt x="31430" y="3100"/>
                  <a:pt x="33271" y="2019"/>
                  <a:pt x="35196" y="1212"/>
                </a:cubicBezTo>
                <a:cubicBezTo>
                  <a:pt x="37120" y="404"/>
                  <a:pt x="39009" y="0"/>
                  <a:pt x="40862" y="0"/>
                </a:cubicBezTo>
                <a:cubicBezTo>
                  <a:pt x="41669" y="0"/>
                  <a:pt x="42489" y="59"/>
                  <a:pt x="43320" y="178"/>
                </a:cubicBezTo>
                <a:cubicBezTo>
                  <a:pt x="44152" y="297"/>
                  <a:pt x="44924" y="439"/>
                  <a:pt x="45637" y="606"/>
                </a:cubicBezTo>
                <a:cubicBezTo>
                  <a:pt x="46349" y="772"/>
                  <a:pt x="46979" y="962"/>
                  <a:pt x="47525" y="1176"/>
                </a:cubicBezTo>
                <a:cubicBezTo>
                  <a:pt x="48072" y="1390"/>
                  <a:pt x="48488" y="1639"/>
                  <a:pt x="48773" y="1924"/>
                </a:cubicBezTo>
                <a:cubicBezTo>
                  <a:pt x="49058" y="2209"/>
                  <a:pt x="49200" y="2661"/>
                  <a:pt x="49200" y="3278"/>
                </a:cubicBezTo>
                <a:close/>
                <a:moveTo>
                  <a:pt x="115157" y="24470"/>
                </a:moveTo>
                <a:cubicBezTo>
                  <a:pt x="115157" y="27989"/>
                  <a:pt x="114824" y="31580"/>
                  <a:pt x="114159" y="35243"/>
                </a:cubicBezTo>
                <a:cubicBezTo>
                  <a:pt x="113494" y="38905"/>
                  <a:pt x="112484" y="42436"/>
                  <a:pt x="111130" y="45838"/>
                </a:cubicBezTo>
                <a:cubicBezTo>
                  <a:pt x="109776" y="49238"/>
                  <a:pt x="108054" y="52436"/>
                  <a:pt x="105963" y="55433"/>
                </a:cubicBezTo>
                <a:cubicBezTo>
                  <a:pt x="103872" y="58429"/>
                  <a:pt x="101414" y="61045"/>
                  <a:pt x="98587" y="63281"/>
                </a:cubicBezTo>
                <a:cubicBezTo>
                  <a:pt x="95759" y="65516"/>
                  <a:pt x="92552" y="67287"/>
                  <a:pt x="88965" y="68595"/>
                </a:cubicBezTo>
                <a:cubicBezTo>
                  <a:pt x="85378" y="69903"/>
                  <a:pt x="81375" y="70558"/>
                  <a:pt x="76956" y="70558"/>
                </a:cubicBezTo>
                <a:cubicBezTo>
                  <a:pt x="72395" y="70558"/>
                  <a:pt x="68487" y="70011"/>
                  <a:pt x="65232" y="68918"/>
                </a:cubicBezTo>
                <a:cubicBezTo>
                  <a:pt x="61977" y="67824"/>
                  <a:pt x="59305" y="66231"/>
                  <a:pt x="57214" y="64139"/>
                </a:cubicBezTo>
                <a:cubicBezTo>
                  <a:pt x="55124" y="62045"/>
                  <a:pt x="53579" y="59476"/>
                  <a:pt x="52582" y="56433"/>
                </a:cubicBezTo>
                <a:cubicBezTo>
                  <a:pt x="51584" y="53389"/>
                  <a:pt x="51085" y="49940"/>
                  <a:pt x="51085" y="46087"/>
                </a:cubicBezTo>
                <a:cubicBezTo>
                  <a:pt x="51085" y="42568"/>
                  <a:pt x="51406" y="38978"/>
                  <a:pt x="52047" y="35317"/>
                </a:cubicBezTo>
                <a:cubicBezTo>
                  <a:pt x="52689" y="31654"/>
                  <a:pt x="53698" y="28134"/>
                  <a:pt x="55076" y="24757"/>
                </a:cubicBezTo>
                <a:cubicBezTo>
                  <a:pt x="56454" y="21380"/>
                  <a:pt x="58176" y="18181"/>
                  <a:pt x="60243" y="15161"/>
                </a:cubicBezTo>
                <a:cubicBezTo>
                  <a:pt x="62310" y="12140"/>
                  <a:pt x="64757" y="9513"/>
                  <a:pt x="67584" y="7278"/>
                </a:cubicBezTo>
                <a:cubicBezTo>
                  <a:pt x="70411" y="5042"/>
                  <a:pt x="73618" y="3270"/>
                  <a:pt x="77205" y="1962"/>
                </a:cubicBezTo>
                <a:cubicBezTo>
                  <a:pt x="80793" y="654"/>
                  <a:pt x="84796" y="0"/>
                  <a:pt x="89215" y="0"/>
                </a:cubicBezTo>
                <a:cubicBezTo>
                  <a:pt x="93776" y="0"/>
                  <a:pt x="97684" y="559"/>
                  <a:pt x="100938" y="1677"/>
                </a:cubicBezTo>
                <a:cubicBezTo>
                  <a:pt x="104193" y="2795"/>
                  <a:pt x="106878" y="4400"/>
                  <a:pt x="108992" y="6492"/>
                </a:cubicBezTo>
                <a:cubicBezTo>
                  <a:pt x="111106" y="8584"/>
                  <a:pt x="112662" y="11153"/>
                  <a:pt x="113660" y="14198"/>
                </a:cubicBezTo>
                <a:cubicBezTo>
                  <a:pt x="114658" y="17242"/>
                  <a:pt x="115157" y="20666"/>
                  <a:pt x="115157" y="24470"/>
                </a:cubicBezTo>
                <a:moveTo>
                  <a:pt x="102756" y="25181"/>
                </a:moveTo>
                <a:cubicBezTo>
                  <a:pt x="102756" y="22801"/>
                  <a:pt x="102506" y="20659"/>
                  <a:pt x="102008" y="18757"/>
                </a:cubicBezTo>
                <a:cubicBezTo>
                  <a:pt x="101509" y="16854"/>
                  <a:pt x="100677" y="15248"/>
                  <a:pt x="99513" y="13940"/>
                </a:cubicBezTo>
                <a:cubicBezTo>
                  <a:pt x="98349" y="12630"/>
                  <a:pt x="96829" y="11619"/>
                  <a:pt x="94952" y="10907"/>
                </a:cubicBezTo>
                <a:cubicBezTo>
                  <a:pt x="93075" y="10192"/>
                  <a:pt x="90806" y="9835"/>
                  <a:pt x="88145" y="9835"/>
                </a:cubicBezTo>
                <a:cubicBezTo>
                  <a:pt x="85295" y="9835"/>
                  <a:pt x="82705" y="10347"/>
                  <a:pt x="80377" y="11370"/>
                </a:cubicBezTo>
                <a:cubicBezTo>
                  <a:pt x="78049" y="12393"/>
                  <a:pt x="75970" y="13773"/>
                  <a:pt x="74141" y="15510"/>
                </a:cubicBezTo>
                <a:cubicBezTo>
                  <a:pt x="72312" y="17246"/>
                  <a:pt x="70720" y="19280"/>
                  <a:pt x="69366" y="21613"/>
                </a:cubicBezTo>
                <a:cubicBezTo>
                  <a:pt x="68012" y="23944"/>
                  <a:pt x="66895" y="26430"/>
                  <a:pt x="66016" y="29072"/>
                </a:cubicBezTo>
                <a:cubicBezTo>
                  <a:pt x="65137" y="31712"/>
                  <a:pt x="64484" y="34424"/>
                  <a:pt x="64056" y="37208"/>
                </a:cubicBezTo>
                <a:cubicBezTo>
                  <a:pt x="63629" y="39990"/>
                  <a:pt x="63415" y="42713"/>
                  <a:pt x="63415" y="45377"/>
                </a:cubicBezTo>
                <a:cubicBezTo>
                  <a:pt x="63415" y="47757"/>
                  <a:pt x="63676" y="49899"/>
                  <a:pt x="64199" y="51802"/>
                </a:cubicBezTo>
                <a:cubicBezTo>
                  <a:pt x="64721" y="53704"/>
                  <a:pt x="65565" y="55322"/>
                  <a:pt x="66729" y="56655"/>
                </a:cubicBezTo>
                <a:cubicBezTo>
                  <a:pt x="67893" y="57987"/>
                  <a:pt x="69401" y="59010"/>
                  <a:pt x="71254" y="59724"/>
                </a:cubicBezTo>
                <a:cubicBezTo>
                  <a:pt x="73107" y="60437"/>
                  <a:pt x="75364" y="60794"/>
                  <a:pt x="78025" y="60794"/>
                </a:cubicBezTo>
                <a:cubicBezTo>
                  <a:pt x="80923" y="60794"/>
                  <a:pt x="83525" y="60282"/>
                  <a:pt x="85829" y="59259"/>
                </a:cubicBezTo>
                <a:cubicBezTo>
                  <a:pt x="88134" y="58236"/>
                  <a:pt x="90200" y="56845"/>
                  <a:pt x="92030" y="55085"/>
                </a:cubicBezTo>
                <a:cubicBezTo>
                  <a:pt x="93859" y="53324"/>
                  <a:pt x="95451" y="51278"/>
                  <a:pt x="96805" y="48947"/>
                </a:cubicBezTo>
                <a:cubicBezTo>
                  <a:pt x="98159" y="46614"/>
                  <a:pt x="99275" y="44116"/>
                  <a:pt x="100154" y="41453"/>
                </a:cubicBezTo>
                <a:cubicBezTo>
                  <a:pt x="101033" y="38787"/>
                  <a:pt x="101687" y="36075"/>
                  <a:pt x="102114" y="33317"/>
                </a:cubicBezTo>
                <a:cubicBezTo>
                  <a:pt x="102542" y="30556"/>
                  <a:pt x="102756" y="27844"/>
                  <a:pt x="102756" y="25181"/>
                </a:cubicBezTo>
                <a:close/>
                <a:moveTo>
                  <a:pt x="219263" y="67350"/>
                </a:moveTo>
                <a:cubicBezTo>
                  <a:pt x="219216" y="67730"/>
                  <a:pt x="219073" y="68051"/>
                  <a:pt x="218836" y="68313"/>
                </a:cubicBezTo>
                <a:cubicBezTo>
                  <a:pt x="218598" y="68574"/>
                  <a:pt x="218230" y="68800"/>
                  <a:pt x="217731" y="68990"/>
                </a:cubicBezTo>
                <a:cubicBezTo>
                  <a:pt x="217232" y="69180"/>
                  <a:pt x="216590" y="69322"/>
                  <a:pt x="215807" y="69417"/>
                </a:cubicBezTo>
                <a:cubicBezTo>
                  <a:pt x="215023" y="69512"/>
                  <a:pt x="214060" y="69560"/>
                  <a:pt x="212920" y="69560"/>
                </a:cubicBezTo>
                <a:cubicBezTo>
                  <a:pt x="211780" y="69560"/>
                  <a:pt x="210841" y="69512"/>
                  <a:pt x="210105" y="69417"/>
                </a:cubicBezTo>
                <a:cubicBezTo>
                  <a:pt x="209368" y="69322"/>
                  <a:pt x="208798" y="69180"/>
                  <a:pt x="208394" y="68990"/>
                </a:cubicBezTo>
                <a:cubicBezTo>
                  <a:pt x="207991" y="68800"/>
                  <a:pt x="207717" y="68574"/>
                  <a:pt x="207575" y="68313"/>
                </a:cubicBezTo>
                <a:cubicBezTo>
                  <a:pt x="207432" y="68051"/>
                  <a:pt x="207409" y="67730"/>
                  <a:pt x="207504" y="67350"/>
                </a:cubicBezTo>
                <a:lnTo>
                  <a:pt x="215415" y="27724"/>
                </a:lnTo>
                <a:cubicBezTo>
                  <a:pt x="215652" y="26346"/>
                  <a:pt x="215854" y="25040"/>
                  <a:pt x="216020" y="23804"/>
                </a:cubicBezTo>
                <a:cubicBezTo>
                  <a:pt x="216187" y="22569"/>
                  <a:pt x="216270" y="21334"/>
                  <a:pt x="216270" y="20098"/>
                </a:cubicBezTo>
                <a:cubicBezTo>
                  <a:pt x="216270" y="17057"/>
                  <a:pt x="215688" y="14634"/>
                  <a:pt x="214524" y="12829"/>
                </a:cubicBezTo>
                <a:cubicBezTo>
                  <a:pt x="213360" y="11023"/>
                  <a:pt x="211328" y="10120"/>
                  <a:pt x="208430" y="10120"/>
                </a:cubicBezTo>
                <a:cubicBezTo>
                  <a:pt x="206054" y="10120"/>
                  <a:pt x="203596" y="10845"/>
                  <a:pt x="201054" y="12294"/>
                </a:cubicBezTo>
                <a:cubicBezTo>
                  <a:pt x="198512" y="13743"/>
                  <a:pt x="196100" y="15739"/>
                  <a:pt x="193820" y="18281"/>
                </a:cubicBezTo>
                <a:cubicBezTo>
                  <a:pt x="191539" y="20823"/>
                  <a:pt x="189520" y="23840"/>
                  <a:pt x="187762" y="27332"/>
                </a:cubicBezTo>
                <a:cubicBezTo>
                  <a:pt x="186004" y="30824"/>
                  <a:pt x="184721" y="34614"/>
                  <a:pt x="183913" y="38700"/>
                </a:cubicBezTo>
                <a:lnTo>
                  <a:pt x="178211" y="67350"/>
                </a:lnTo>
                <a:cubicBezTo>
                  <a:pt x="178116" y="67730"/>
                  <a:pt x="177950" y="68051"/>
                  <a:pt x="177713" y="68313"/>
                </a:cubicBezTo>
                <a:cubicBezTo>
                  <a:pt x="177475" y="68574"/>
                  <a:pt x="177107" y="68800"/>
                  <a:pt x="176608" y="68990"/>
                </a:cubicBezTo>
                <a:cubicBezTo>
                  <a:pt x="176109" y="69180"/>
                  <a:pt x="175468" y="69322"/>
                  <a:pt x="174684" y="69417"/>
                </a:cubicBezTo>
                <a:cubicBezTo>
                  <a:pt x="173900" y="69512"/>
                  <a:pt x="172937" y="69560"/>
                  <a:pt x="171797" y="69560"/>
                </a:cubicBezTo>
                <a:cubicBezTo>
                  <a:pt x="170657" y="69560"/>
                  <a:pt x="169718" y="69512"/>
                  <a:pt x="168982" y="69417"/>
                </a:cubicBezTo>
                <a:cubicBezTo>
                  <a:pt x="168246" y="69322"/>
                  <a:pt x="167687" y="69180"/>
                  <a:pt x="167307" y="68990"/>
                </a:cubicBezTo>
                <a:cubicBezTo>
                  <a:pt x="166927" y="68800"/>
                  <a:pt x="166666" y="68574"/>
                  <a:pt x="166523" y="68313"/>
                </a:cubicBezTo>
                <a:cubicBezTo>
                  <a:pt x="166381" y="68051"/>
                  <a:pt x="166333" y="67730"/>
                  <a:pt x="166381" y="67350"/>
                </a:cubicBezTo>
                <a:lnTo>
                  <a:pt x="174292" y="27724"/>
                </a:lnTo>
                <a:cubicBezTo>
                  <a:pt x="174624" y="26299"/>
                  <a:pt x="174850" y="24897"/>
                  <a:pt x="174969" y="23519"/>
                </a:cubicBezTo>
                <a:cubicBezTo>
                  <a:pt x="175087" y="22141"/>
                  <a:pt x="175147" y="20858"/>
                  <a:pt x="175147" y="19671"/>
                </a:cubicBezTo>
                <a:cubicBezTo>
                  <a:pt x="175147" y="16772"/>
                  <a:pt x="174553" y="14456"/>
                  <a:pt x="173365" y="12722"/>
                </a:cubicBezTo>
                <a:cubicBezTo>
                  <a:pt x="172177" y="10987"/>
                  <a:pt x="170158" y="10120"/>
                  <a:pt x="167307" y="10120"/>
                </a:cubicBezTo>
                <a:cubicBezTo>
                  <a:pt x="164884" y="10120"/>
                  <a:pt x="162413" y="10845"/>
                  <a:pt x="159895" y="12294"/>
                </a:cubicBezTo>
                <a:cubicBezTo>
                  <a:pt x="157377" y="13743"/>
                  <a:pt x="154977" y="15739"/>
                  <a:pt x="152697" y="18281"/>
                </a:cubicBezTo>
                <a:cubicBezTo>
                  <a:pt x="150416" y="20823"/>
                  <a:pt x="148397" y="23840"/>
                  <a:pt x="146639" y="27332"/>
                </a:cubicBezTo>
                <a:cubicBezTo>
                  <a:pt x="144881" y="30824"/>
                  <a:pt x="143598" y="34614"/>
                  <a:pt x="142790" y="38700"/>
                </a:cubicBezTo>
                <a:lnTo>
                  <a:pt x="137089" y="67350"/>
                </a:lnTo>
                <a:cubicBezTo>
                  <a:pt x="136994" y="67730"/>
                  <a:pt x="136827" y="68051"/>
                  <a:pt x="136590" y="68313"/>
                </a:cubicBezTo>
                <a:cubicBezTo>
                  <a:pt x="136352" y="68574"/>
                  <a:pt x="135996" y="68800"/>
                  <a:pt x="135521" y="68990"/>
                </a:cubicBezTo>
                <a:cubicBezTo>
                  <a:pt x="135045" y="69180"/>
                  <a:pt x="134416" y="69322"/>
                  <a:pt x="133632" y="69417"/>
                </a:cubicBezTo>
                <a:cubicBezTo>
                  <a:pt x="132848" y="69512"/>
                  <a:pt x="131886" y="69560"/>
                  <a:pt x="130746" y="69560"/>
                </a:cubicBezTo>
                <a:cubicBezTo>
                  <a:pt x="129558" y="69560"/>
                  <a:pt x="128596" y="69512"/>
                  <a:pt x="127859" y="69417"/>
                </a:cubicBezTo>
                <a:cubicBezTo>
                  <a:pt x="127123" y="69322"/>
                  <a:pt x="126552" y="69180"/>
                  <a:pt x="126149" y="68990"/>
                </a:cubicBezTo>
                <a:cubicBezTo>
                  <a:pt x="125745" y="68800"/>
                  <a:pt x="125483" y="68574"/>
                  <a:pt x="125365" y="68313"/>
                </a:cubicBezTo>
                <a:cubicBezTo>
                  <a:pt x="125246" y="68051"/>
                  <a:pt x="125234" y="67730"/>
                  <a:pt x="125329" y="67350"/>
                </a:cubicBezTo>
                <a:lnTo>
                  <a:pt x="138229" y="3136"/>
                </a:lnTo>
                <a:cubicBezTo>
                  <a:pt x="138276" y="2803"/>
                  <a:pt x="138407" y="2494"/>
                  <a:pt x="138621" y="2209"/>
                </a:cubicBezTo>
                <a:cubicBezTo>
                  <a:pt x="138835" y="1924"/>
                  <a:pt x="139167" y="1687"/>
                  <a:pt x="139619" y="1497"/>
                </a:cubicBezTo>
                <a:cubicBezTo>
                  <a:pt x="140070" y="1307"/>
                  <a:pt x="140640" y="1176"/>
                  <a:pt x="141329" y="1105"/>
                </a:cubicBezTo>
                <a:cubicBezTo>
                  <a:pt x="142018" y="1033"/>
                  <a:pt x="142838" y="998"/>
                  <a:pt x="143788" y="998"/>
                </a:cubicBezTo>
                <a:cubicBezTo>
                  <a:pt x="144786" y="998"/>
                  <a:pt x="145605" y="1033"/>
                  <a:pt x="146247" y="1105"/>
                </a:cubicBezTo>
                <a:cubicBezTo>
                  <a:pt x="146888" y="1176"/>
                  <a:pt x="147387" y="1307"/>
                  <a:pt x="147743" y="1497"/>
                </a:cubicBezTo>
                <a:cubicBezTo>
                  <a:pt x="148100" y="1687"/>
                  <a:pt x="148325" y="1924"/>
                  <a:pt x="148421" y="2209"/>
                </a:cubicBezTo>
                <a:cubicBezTo>
                  <a:pt x="148516" y="2494"/>
                  <a:pt x="148539" y="2803"/>
                  <a:pt x="148492" y="3136"/>
                </a:cubicBezTo>
                <a:lnTo>
                  <a:pt x="146069" y="15394"/>
                </a:lnTo>
                <a:cubicBezTo>
                  <a:pt x="146781" y="13779"/>
                  <a:pt x="147957" y="12068"/>
                  <a:pt x="149596" y="10263"/>
                </a:cubicBezTo>
                <a:cubicBezTo>
                  <a:pt x="151236" y="8457"/>
                  <a:pt x="153148" y="6794"/>
                  <a:pt x="155334" y="5274"/>
                </a:cubicBezTo>
                <a:cubicBezTo>
                  <a:pt x="157519" y="3754"/>
                  <a:pt x="159907" y="2494"/>
                  <a:pt x="162496" y="1497"/>
                </a:cubicBezTo>
                <a:cubicBezTo>
                  <a:pt x="165086" y="499"/>
                  <a:pt x="167735" y="0"/>
                  <a:pt x="170443" y="0"/>
                </a:cubicBezTo>
                <a:cubicBezTo>
                  <a:pt x="173294" y="0"/>
                  <a:pt x="175741" y="392"/>
                  <a:pt x="177784" y="1176"/>
                </a:cubicBezTo>
                <a:cubicBezTo>
                  <a:pt x="179827" y="1960"/>
                  <a:pt x="181502" y="3029"/>
                  <a:pt x="182808" y="4383"/>
                </a:cubicBezTo>
                <a:cubicBezTo>
                  <a:pt x="184115" y="5737"/>
                  <a:pt x="185077" y="7353"/>
                  <a:pt x="185695" y="9229"/>
                </a:cubicBezTo>
                <a:cubicBezTo>
                  <a:pt x="186313" y="11106"/>
                  <a:pt x="186693" y="13161"/>
                  <a:pt x="186835" y="15394"/>
                </a:cubicBezTo>
                <a:cubicBezTo>
                  <a:pt x="187785" y="13731"/>
                  <a:pt x="189092" y="11997"/>
                  <a:pt x="190755" y="10192"/>
                </a:cubicBezTo>
                <a:cubicBezTo>
                  <a:pt x="192418" y="8386"/>
                  <a:pt x="194342" y="6735"/>
                  <a:pt x="196528" y="5238"/>
                </a:cubicBezTo>
                <a:cubicBezTo>
                  <a:pt x="198714" y="3742"/>
                  <a:pt x="201089" y="2494"/>
                  <a:pt x="203655" y="1497"/>
                </a:cubicBezTo>
                <a:cubicBezTo>
                  <a:pt x="206221" y="499"/>
                  <a:pt x="208834" y="0"/>
                  <a:pt x="211495" y="0"/>
                </a:cubicBezTo>
                <a:cubicBezTo>
                  <a:pt x="214678" y="0"/>
                  <a:pt x="217339" y="451"/>
                  <a:pt x="219477" y="1354"/>
                </a:cubicBezTo>
                <a:cubicBezTo>
                  <a:pt x="221615" y="2257"/>
                  <a:pt x="223349" y="3492"/>
                  <a:pt x="224680" y="5060"/>
                </a:cubicBezTo>
                <a:cubicBezTo>
                  <a:pt x="226010" y="6628"/>
                  <a:pt x="226960" y="8457"/>
                  <a:pt x="227530" y="10548"/>
                </a:cubicBezTo>
                <a:cubicBezTo>
                  <a:pt x="228101" y="12639"/>
                  <a:pt x="228386" y="14919"/>
                  <a:pt x="228386" y="17390"/>
                </a:cubicBezTo>
                <a:cubicBezTo>
                  <a:pt x="228386" y="19053"/>
                  <a:pt x="228291" y="20692"/>
                  <a:pt x="228101" y="22308"/>
                </a:cubicBezTo>
                <a:cubicBezTo>
                  <a:pt x="227911" y="23923"/>
                  <a:pt x="227649" y="25586"/>
                  <a:pt x="227317" y="27296"/>
                </a:cubicBezTo>
                <a:lnTo>
                  <a:pt x="219263" y="67350"/>
                </a:lnTo>
                <a:close/>
                <a:moveTo>
                  <a:pt x="325843" y="67350"/>
                </a:moveTo>
                <a:cubicBezTo>
                  <a:pt x="325653" y="68158"/>
                  <a:pt x="325130" y="68728"/>
                  <a:pt x="324275" y="69061"/>
                </a:cubicBezTo>
                <a:cubicBezTo>
                  <a:pt x="323420" y="69393"/>
                  <a:pt x="321994" y="69560"/>
                  <a:pt x="319999" y="69560"/>
                </a:cubicBezTo>
                <a:cubicBezTo>
                  <a:pt x="319049" y="69560"/>
                  <a:pt x="318265" y="69512"/>
                  <a:pt x="317647" y="69417"/>
                </a:cubicBezTo>
                <a:cubicBezTo>
                  <a:pt x="317029" y="69322"/>
                  <a:pt x="316530" y="69192"/>
                  <a:pt x="316150" y="69025"/>
                </a:cubicBezTo>
                <a:cubicBezTo>
                  <a:pt x="315770" y="68859"/>
                  <a:pt x="315509" y="68645"/>
                  <a:pt x="315366" y="68384"/>
                </a:cubicBezTo>
                <a:cubicBezTo>
                  <a:pt x="315224" y="68122"/>
                  <a:pt x="315224" y="67778"/>
                  <a:pt x="315366" y="67350"/>
                </a:cubicBezTo>
                <a:lnTo>
                  <a:pt x="317718" y="55234"/>
                </a:lnTo>
                <a:cubicBezTo>
                  <a:pt x="317101" y="56762"/>
                  <a:pt x="315984" y="58433"/>
                  <a:pt x="314369" y="60248"/>
                </a:cubicBezTo>
                <a:cubicBezTo>
                  <a:pt x="312753" y="62061"/>
                  <a:pt x="310841" y="63731"/>
                  <a:pt x="308631" y="65259"/>
                </a:cubicBezTo>
                <a:cubicBezTo>
                  <a:pt x="306422" y="66787"/>
                  <a:pt x="303963" y="68052"/>
                  <a:pt x="301255" y="69054"/>
                </a:cubicBezTo>
                <a:cubicBezTo>
                  <a:pt x="298547" y="70056"/>
                  <a:pt x="295791" y="70558"/>
                  <a:pt x="292988" y="70558"/>
                </a:cubicBezTo>
                <a:cubicBezTo>
                  <a:pt x="289186" y="70558"/>
                  <a:pt x="286039" y="69892"/>
                  <a:pt x="283544" y="68560"/>
                </a:cubicBezTo>
                <a:cubicBezTo>
                  <a:pt x="281050" y="67228"/>
                  <a:pt x="279066" y="65468"/>
                  <a:pt x="277593" y="63281"/>
                </a:cubicBezTo>
                <a:cubicBezTo>
                  <a:pt x="276120" y="61093"/>
                  <a:pt x="275111" y="58619"/>
                  <a:pt x="274564" y="55860"/>
                </a:cubicBezTo>
                <a:cubicBezTo>
                  <a:pt x="274018" y="53102"/>
                  <a:pt x="273745" y="50271"/>
                  <a:pt x="273745" y="47370"/>
                </a:cubicBezTo>
                <a:cubicBezTo>
                  <a:pt x="273745" y="44708"/>
                  <a:pt x="273994" y="41689"/>
                  <a:pt x="274493" y="38312"/>
                </a:cubicBezTo>
                <a:cubicBezTo>
                  <a:pt x="274992" y="34934"/>
                  <a:pt x="275800" y="31486"/>
                  <a:pt x="276916" y="27967"/>
                </a:cubicBezTo>
                <a:cubicBezTo>
                  <a:pt x="278033" y="24446"/>
                  <a:pt x="279482" y="21022"/>
                  <a:pt x="281264" y="17693"/>
                </a:cubicBezTo>
                <a:cubicBezTo>
                  <a:pt x="283045" y="14364"/>
                  <a:pt x="285195" y="11379"/>
                  <a:pt x="287714" y="8740"/>
                </a:cubicBezTo>
                <a:cubicBezTo>
                  <a:pt x="290232" y="6100"/>
                  <a:pt x="293154" y="3983"/>
                  <a:pt x="296480" y="2390"/>
                </a:cubicBezTo>
                <a:cubicBezTo>
                  <a:pt x="299806" y="797"/>
                  <a:pt x="303583" y="0"/>
                  <a:pt x="307812" y="0"/>
                </a:cubicBezTo>
                <a:cubicBezTo>
                  <a:pt x="312040" y="0"/>
                  <a:pt x="315663" y="855"/>
                  <a:pt x="318680" y="2566"/>
                </a:cubicBezTo>
                <a:cubicBezTo>
                  <a:pt x="321698" y="4276"/>
                  <a:pt x="324394" y="6628"/>
                  <a:pt x="326770" y="9621"/>
                </a:cubicBezTo>
                <a:lnTo>
                  <a:pt x="328124" y="3136"/>
                </a:lnTo>
                <a:cubicBezTo>
                  <a:pt x="328314" y="2376"/>
                  <a:pt x="328860" y="1829"/>
                  <a:pt x="329763" y="1497"/>
                </a:cubicBezTo>
                <a:cubicBezTo>
                  <a:pt x="330666" y="1164"/>
                  <a:pt x="332067" y="998"/>
                  <a:pt x="333968" y="998"/>
                </a:cubicBezTo>
                <a:cubicBezTo>
                  <a:pt x="334918" y="998"/>
                  <a:pt x="335714" y="1033"/>
                  <a:pt x="336355" y="1105"/>
                </a:cubicBezTo>
                <a:cubicBezTo>
                  <a:pt x="336997" y="1176"/>
                  <a:pt x="337508" y="1307"/>
                  <a:pt x="337888" y="1497"/>
                </a:cubicBezTo>
                <a:cubicBezTo>
                  <a:pt x="338268" y="1687"/>
                  <a:pt x="338505" y="1924"/>
                  <a:pt x="338600" y="2209"/>
                </a:cubicBezTo>
                <a:cubicBezTo>
                  <a:pt x="338695" y="2494"/>
                  <a:pt x="338719" y="2803"/>
                  <a:pt x="338672" y="3136"/>
                </a:cubicBezTo>
                <a:lnTo>
                  <a:pt x="325843" y="67350"/>
                </a:lnTo>
                <a:moveTo>
                  <a:pt x="323634" y="19956"/>
                </a:moveTo>
                <a:cubicBezTo>
                  <a:pt x="321401" y="16677"/>
                  <a:pt x="318989" y="14218"/>
                  <a:pt x="316400" y="12579"/>
                </a:cubicBezTo>
                <a:cubicBezTo>
                  <a:pt x="313810" y="10940"/>
                  <a:pt x="310900" y="10120"/>
                  <a:pt x="307669" y="10120"/>
                </a:cubicBezTo>
                <a:cubicBezTo>
                  <a:pt x="305103" y="10120"/>
                  <a:pt x="302787" y="10727"/>
                  <a:pt x="300720" y="11940"/>
                </a:cubicBezTo>
                <a:cubicBezTo>
                  <a:pt x="298653" y="13153"/>
                  <a:pt x="296824" y="14759"/>
                  <a:pt x="295233" y="16757"/>
                </a:cubicBezTo>
                <a:cubicBezTo>
                  <a:pt x="293641" y="18756"/>
                  <a:pt x="292263" y="21028"/>
                  <a:pt x="291099" y="23575"/>
                </a:cubicBezTo>
                <a:cubicBezTo>
                  <a:pt x="289935" y="26120"/>
                  <a:pt x="288985" y="28749"/>
                  <a:pt x="288248" y="31461"/>
                </a:cubicBezTo>
                <a:cubicBezTo>
                  <a:pt x="287512" y="34173"/>
                  <a:pt x="286965" y="36837"/>
                  <a:pt x="286609" y="39455"/>
                </a:cubicBezTo>
                <a:cubicBezTo>
                  <a:pt x="286252" y="42071"/>
                  <a:pt x="286074" y="44426"/>
                  <a:pt x="286074" y="46519"/>
                </a:cubicBezTo>
                <a:cubicBezTo>
                  <a:pt x="286074" y="48185"/>
                  <a:pt x="286205" y="49839"/>
                  <a:pt x="286466" y="51482"/>
                </a:cubicBezTo>
                <a:cubicBezTo>
                  <a:pt x="286728" y="53122"/>
                  <a:pt x="287227" y="54620"/>
                  <a:pt x="287963" y="55976"/>
                </a:cubicBezTo>
                <a:cubicBezTo>
                  <a:pt x="288699" y="57332"/>
                  <a:pt x="289709" y="58426"/>
                  <a:pt x="290992" y="59259"/>
                </a:cubicBezTo>
                <a:cubicBezTo>
                  <a:pt x="292275" y="60092"/>
                  <a:pt x="293938" y="60508"/>
                  <a:pt x="295981" y="60508"/>
                </a:cubicBezTo>
                <a:cubicBezTo>
                  <a:pt x="298594" y="60508"/>
                  <a:pt x="301219" y="59782"/>
                  <a:pt x="303856" y="58330"/>
                </a:cubicBezTo>
                <a:cubicBezTo>
                  <a:pt x="306493" y="56877"/>
                  <a:pt x="308952" y="54864"/>
                  <a:pt x="311233" y="52292"/>
                </a:cubicBezTo>
                <a:cubicBezTo>
                  <a:pt x="313513" y="49721"/>
                  <a:pt x="315533" y="46696"/>
                  <a:pt x="317291" y="43219"/>
                </a:cubicBezTo>
                <a:cubicBezTo>
                  <a:pt x="319049" y="39741"/>
                  <a:pt x="320355" y="35907"/>
                  <a:pt x="321211" y="31715"/>
                </a:cubicBezTo>
                <a:lnTo>
                  <a:pt x="323634" y="199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Text websiteandataxonomyto">
            <a:extLst xmlns:a="http://schemas.openxmlformats.org/drawingml/2006/main">
              <a:ext uri="{FF2B5EF4-FFF2-40B4-BE49-F238E27FC236}">
                <a16:creationId xmlns:a16="http://schemas.microsoft.com/office/drawing/2014/main" id="{B525539A-4050-40D8-A0F4-A505EB31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940" y="1391357"/>
            <a:ext cx="1576850" cy="125293"/>
          </a:xfrm>
          <a:custGeom xmlns:a="http://schemas.openxmlformats.org/drawingml/2006/main">
            <a:pathLst>
              <a:path w="1576850" h="125293">
                <a:moveTo>
                  <a:pt x="94861" y="32856"/>
                </a:moveTo>
                <a:cubicBezTo>
                  <a:pt x="94861" y="33378"/>
                  <a:pt x="94801" y="33913"/>
                  <a:pt x="94682" y="34459"/>
                </a:cubicBezTo>
                <a:cubicBezTo>
                  <a:pt x="94564" y="35006"/>
                  <a:pt x="94433" y="35469"/>
                  <a:pt x="94291" y="35849"/>
                </a:cubicBezTo>
                <a:cubicBezTo>
                  <a:pt x="92485" y="41028"/>
                  <a:pt x="90501" y="46266"/>
                  <a:pt x="88339" y="51564"/>
                </a:cubicBezTo>
                <a:cubicBezTo>
                  <a:pt x="86178" y="56862"/>
                  <a:pt x="83802" y="62136"/>
                  <a:pt x="81212" y="67386"/>
                </a:cubicBezTo>
                <a:cubicBezTo>
                  <a:pt x="78623" y="72636"/>
                  <a:pt x="75832" y="77791"/>
                  <a:pt x="72838" y="82852"/>
                </a:cubicBezTo>
                <a:cubicBezTo>
                  <a:pt x="69845" y="87912"/>
                  <a:pt x="66638" y="92794"/>
                  <a:pt x="63217" y="97498"/>
                </a:cubicBezTo>
                <a:cubicBezTo>
                  <a:pt x="62884" y="98020"/>
                  <a:pt x="62468" y="98424"/>
                  <a:pt x="61969" y="98709"/>
                </a:cubicBezTo>
                <a:cubicBezTo>
                  <a:pt x="61471" y="98994"/>
                  <a:pt x="60900" y="99220"/>
                  <a:pt x="60259" y="99386"/>
                </a:cubicBezTo>
                <a:cubicBezTo>
                  <a:pt x="59618" y="99553"/>
                  <a:pt x="58893" y="99660"/>
                  <a:pt x="58085" y="99707"/>
                </a:cubicBezTo>
                <a:cubicBezTo>
                  <a:pt x="57278" y="99755"/>
                  <a:pt x="56375" y="99778"/>
                  <a:pt x="55377" y="99778"/>
                </a:cubicBezTo>
                <a:cubicBezTo>
                  <a:pt x="54142" y="99778"/>
                  <a:pt x="53108" y="99731"/>
                  <a:pt x="52277" y="99636"/>
                </a:cubicBezTo>
                <a:cubicBezTo>
                  <a:pt x="51445" y="99541"/>
                  <a:pt x="50780" y="99398"/>
                  <a:pt x="50281" y="99208"/>
                </a:cubicBezTo>
                <a:cubicBezTo>
                  <a:pt x="49782" y="99018"/>
                  <a:pt x="49426" y="98757"/>
                  <a:pt x="49212" y="98424"/>
                </a:cubicBezTo>
                <a:cubicBezTo>
                  <a:pt x="48998" y="98092"/>
                  <a:pt x="48891" y="97688"/>
                  <a:pt x="48891" y="97213"/>
                </a:cubicBezTo>
                <a:lnTo>
                  <a:pt x="44116" y="50174"/>
                </a:lnTo>
                <a:lnTo>
                  <a:pt x="22521" y="96999"/>
                </a:lnTo>
                <a:cubicBezTo>
                  <a:pt x="22284" y="97521"/>
                  <a:pt x="21975" y="97961"/>
                  <a:pt x="21595" y="98317"/>
                </a:cubicBezTo>
                <a:cubicBezTo>
                  <a:pt x="21215" y="98674"/>
                  <a:pt x="20716" y="98959"/>
                  <a:pt x="20098" y="99173"/>
                </a:cubicBezTo>
                <a:cubicBezTo>
                  <a:pt x="19481" y="99386"/>
                  <a:pt x="18708" y="99541"/>
                  <a:pt x="17782" y="99636"/>
                </a:cubicBezTo>
                <a:cubicBezTo>
                  <a:pt x="16855" y="99731"/>
                  <a:pt x="15727" y="99778"/>
                  <a:pt x="14397" y="99778"/>
                </a:cubicBezTo>
                <a:cubicBezTo>
                  <a:pt x="13066" y="99778"/>
                  <a:pt x="11926" y="99731"/>
                  <a:pt x="10976" y="99636"/>
                </a:cubicBezTo>
                <a:cubicBezTo>
                  <a:pt x="10025" y="99541"/>
                  <a:pt x="9253" y="99398"/>
                  <a:pt x="8659" y="99208"/>
                </a:cubicBezTo>
                <a:cubicBezTo>
                  <a:pt x="8065" y="99018"/>
                  <a:pt x="7626" y="98757"/>
                  <a:pt x="7341" y="98424"/>
                </a:cubicBezTo>
                <a:cubicBezTo>
                  <a:pt x="7056" y="98092"/>
                  <a:pt x="6913" y="97688"/>
                  <a:pt x="6913" y="97213"/>
                </a:cubicBezTo>
                <a:lnTo>
                  <a:pt x="143" y="36277"/>
                </a:lnTo>
                <a:cubicBezTo>
                  <a:pt x="95" y="35849"/>
                  <a:pt x="59" y="35433"/>
                  <a:pt x="36" y="35029"/>
                </a:cubicBezTo>
                <a:cubicBezTo>
                  <a:pt x="12" y="34625"/>
                  <a:pt x="0" y="34281"/>
                  <a:pt x="0" y="33996"/>
                </a:cubicBezTo>
                <a:cubicBezTo>
                  <a:pt x="0" y="33426"/>
                  <a:pt x="95" y="32962"/>
                  <a:pt x="285" y="32606"/>
                </a:cubicBezTo>
                <a:cubicBezTo>
                  <a:pt x="475" y="32250"/>
                  <a:pt x="796" y="31965"/>
                  <a:pt x="1247" y="31751"/>
                </a:cubicBezTo>
                <a:cubicBezTo>
                  <a:pt x="1699" y="31537"/>
                  <a:pt x="2316" y="31395"/>
                  <a:pt x="3100" y="31323"/>
                </a:cubicBezTo>
                <a:cubicBezTo>
                  <a:pt x="3884" y="31252"/>
                  <a:pt x="4894" y="31216"/>
                  <a:pt x="6129" y="31216"/>
                </a:cubicBezTo>
                <a:cubicBezTo>
                  <a:pt x="7365" y="31216"/>
                  <a:pt x="8350" y="31252"/>
                  <a:pt x="9087" y="31323"/>
                </a:cubicBezTo>
                <a:cubicBezTo>
                  <a:pt x="9823" y="31395"/>
                  <a:pt x="10394" y="31513"/>
                  <a:pt x="10797" y="31680"/>
                </a:cubicBezTo>
                <a:cubicBezTo>
                  <a:pt x="11201" y="31846"/>
                  <a:pt x="11475" y="32083"/>
                  <a:pt x="11617" y="32392"/>
                </a:cubicBezTo>
                <a:cubicBezTo>
                  <a:pt x="11760" y="32701"/>
                  <a:pt x="11855" y="33069"/>
                  <a:pt x="11902" y="33497"/>
                </a:cubicBezTo>
                <a:lnTo>
                  <a:pt x="16891" y="86522"/>
                </a:lnTo>
                <a:lnTo>
                  <a:pt x="16891" y="87163"/>
                </a:lnTo>
                <a:lnTo>
                  <a:pt x="17176" y="86522"/>
                </a:lnTo>
                <a:lnTo>
                  <a:pt x="41479" y="33497"/>
                </a:lnTo>
                <a:cubicBezTo>
                  <a:pt x="41669" y="33117"/>
                  <a:pt x="41883" y="32772"/>
                  <a:pt x="42121" y="32464"/>
                </a:cubicBezTo>
                <a:cubicBezTo>
                  <a:pt x="42358" y="32155"/>
                  <a:pt x="42691" y="31905"/>
                  <a:pt x="43118" y="31715"/>
                </a:cubicBezTo>
                <a:cubicBezTo>
                  <a:pt x="43546" y="31525"/>
                  <a:pt x="44116" y="31395"/>
                  <a:pt x="44829" y="31323"/>
                </a:cubicBezTo>
                <a:cubicBezTo>
                  <a:pt x="45542" y="31252"/>
                  <a:pt x="46444" y="31216"/>
                  <a:pt x="47537" y="31216"/>
                </a:cubicBezTo>
                <a:cubicBezTo>
                  <a:pt x="48630" y="31216"/>
                  <a:pt x="49545" y="31252"/>
                  <a:pt x="50281" y="31323"/>
                </a:cubicBezTo>
                <a:cubicBezTo>
                  <a:pt x="51018" y="31395"/>
                  <a:pt x="51600" y="31513"/>
                  <a:pt x="52027" y="31680"/>
                </a:cubicBezTo>
                <a:cubicBezTo>
                  <a:pt x="52455" y="31846"/>
                  <a:pt x="52764" y="32072"/>
                  <a:pt x="52954" y="32357"/>
                </a:cubicBezTo>
                <a:cubicBezTo>
                  <a:pt x="53144" y="32642"/>
                  <a:pt x="53263" y="32974"/>
                  <a:pt x="53310" y="33354"/>
                </a:cubicBezTo>
                <a:lnTo>
                  <a:pt x="58584" y="86166"/>
                </a:lnTo>
                <a:lnTo>
                  <a:pt x="58584" y="86736"/>
                </a:lnTo>
                <a:lnTo>
                  <a:pt x="58940" y="86166"/>
                </a:lnTo>
                <a:cubicBezTo>
                  <a:pt x="61126" y="82745"/>
                  <a:pt x="63312" y="78956"/>
                  <a:pt x="65497" y="74798"/>
                </a:cubicBezTo>
                <a:cubicBezTo>
                  <a:pt x="67683" y="70641"/>
                  <a:pt x="69797" y="66269"/>
                  <a:pt x="71840" y="61684"/>
                </a:cubicBezTo>
                <a:cubicBezTo>
                  <a:pt x="73883" y="57099"/>
                  <a:pt x="75820" y="52407"/>
                  <a:pt x="77649" y="47609"/>
                </a:cubicBezTo>
                <a:cubicBezTo>
                  <a:pt x="79478" y="42810"/>
                  <a:pt x="81153" y="38106"/>
                  <a:pt x="82673" y="33497"/>
                </a:cubicBezTo>
                <a:cubicBezTo>
                  <a:pt x="82768" y="33069"/>
                  <a:pt x="82959" y="32701"/>
                  <a:pt x="83244" y="32392"/>
                </a:cubicBezTo>
                <a:cubicBezTo>
                  <a:pt x="83529" y="32083"/>
                  <a:pt x="83921" y="31846"/>
                  <a:pt x="84420" y="31680"/>
                </a:cubicBezTo>
                <a:cubicBezTo>
                  <a:pt x="84918" y="31513"/>
                  <a:pt x="85572" y="31395"/>
                  <a:pt x="86380" y="31323"/>
                </a:cubicBezTo>
                <a:cubicBezTo>
                  <a:pt x="87187" y="31252"/>
                  <a:pt x="88209" y="31216"/>
                  <a:pt x="89444" y="31216"/>
                </a:cubicBezTo>
                <a:cubicBezTo>
                  <a:pt x="90584" y="31216"/>
                  <a:pt x="91523" y="31252"/>
                  <a:pt x="92259" y="31323"/>
                </a:cubicBezTo>
                <a:cubicBezTo>
                  <a:pt x="92996" y="31395"/>
                  <a:pt x="93554" y="31490"/>
                  <a:pt x="93934" y="31608"/>
                </a:cubicBezTo>
                <a:cubicBezTo>
                  <a:pt x="94314" y="31727"/>
                  <a:pt x="94564" y="31893"/>
                  <a:pt x="94682" y="32107"/>
                </a:cubicBezTo>
                <a:cubicBezTo>
                  <a:pt x="94801" y="32321"/>
                  <a:pt x="94861" y="32570"/>
                  <a:pt x="94861" y="32856"/>
                </a:cubicBezTo>
                <a:close/>
                <a:moveTo>
                  <a:pt x="160096" y="46539"/>
                </a:moveTo>
                <a:cubicBezTo>
                  <a:pt x="160096" y="49818"/>
                  <a:pt x="159335" y="52764"/>
                  <a:pt x="157815" y="55377"/>
                </a:cubicBezTo>
                <a:cubicBezTo>
                  <a:pt x="156294" y="57990"/>
                  <a:pt x="153919" y="60223"/>
                  <a:pt x="150688" y="62076"/>
                </a:cubicBezTo>
                <a:cubicBezTo>
                  <a:pt x="147457" y="63929"/>
                  <a:pt x="143323" y="65355"/>
                  <a:pt x="138287" y="66353"/>
                </a:cubicBezTo>
                <a:cubicBezTo>
                  <a:pt x="133250" y="67350"/>
                  <a:pt x="127216" y="67849"/>
                  <a:pt x="120184" y="67849"/>
                </a:cubicBezTo>
                <a:lnTo>
                  <a:pt x="112630" y="67849"/>
                </a:lnTo>
                <a:cubicBezTo>
                  <a:pt x="112297" y="69422"/>
                  <a:pt x="112071" y="70947"/>
                  <a:pt x="111952" y="72424"/>
                </a:cubicBezTo>
                <a:cubicBezTo>
                  <a:pt x="111834" y="73901"/>
                  <a:pt x="111774" y="75284"/>
                  <a:pt x="111774" y="76571"/>
                </a:cubicBezTo>
                <a:cubicBezTo>
                  <a:pt x="111774" y="81337"/>
                  <a:pt x="112950" y="84983"/>
                  <a:pt x="115302" y="87509"/>
                </a:cubicBezTo>
                <a:cubicBezTo>
                  <a:pt x="117654" y="90034"/>
                  <a:pt x="121467" y="91297"/>
                  <a:pt x="126741" y="91297"/>
                </a:cubicBezTo>
                <a:cubicBezTo>
                  <a:pt x="129782" y="91297"/>
                  <a:pt x="132514" y="91068"/>
                  <a:pt x="134937" y="90609"/>
                </a:cubicBezTo>
                <a:cubicBezTo>
                  <a:pt x="137360" y="90150"/>
                  <a:pt x="139463" y="89655"/>
                  <a:pt x="141245" y="89123"/>
                </a:cubicBezTo>
                <a:cubicBezTo>
                  <a:pt x="143026" y="88592"/>
                  <a:pt x="144487" y="88097"/>
                  <a:pt x="145628" y="87638"/>
                </a:cubicBezTo>
                <a:cubicBezTo>
                  <a:pt x="146768" y="87179"/>
                  <a:pt x="147552" y="86950"/>
                  <a:pt x="147980" y="86950"/>
                </a:cubicBezTo>
                <a:cubicBezTo>
                  <a:pt x="148407" y="86950"/>
                  <a:pt x="148728" y="87105"/>
                  <a:pt x="148942" y="87415"/>
                </a:cubicBezTo>
                <a:cubicBezTo>
                  <a:pt x="149156" y="87725"/>
                  <a:pt x="149262" y="88167"/>
                  <a:pt x="149262" y="88740"/>
                </a:cubicBezTo>
                <a:cubicBezTo>
                  <a:pt x="149262" y="89218"/>
                  <a:pt x="149215" y="89792"/>
                  <a:pt x="149120" y="90460"/>
                </a:cubicBezTo>
                <a:cubicBezTo>
                  <a:pt x="149025" y="91128"/>
                  <a:pt x="148882" y="91809"/>
                  <a:pt x="148692" y="92502"/>
                </a:cubicBezTo>
                <a:cubicBezTo>
                  <a:pt x="148502" y="93194"/>
                  <a:pt x="148253" y="93851"/>
                  <a:pt x="147944" y="94473"/>
                </a:cubicBezTo>
                <a:cubicBezTo>
                  <a:pt x="147635" y="95094"/>
                  <a:pt x="147291" y="95619"/>
                  <a:pt x="146911" y="96048"/>
                </a:cubicBezTo>
                <a:cubicBezTo>
                  <a:pt x="146340" y="96621"/>
                  <a:pt x="145331" y="97182"/>
                  <a:pt x="143882" y="97732"/>
                </a:cubicBezTo>
                <a:cubicBezTo>
                  <a:pt x="142432" y="98281"/>
                  <a:pt x="140710" y="98783"/>
                  <a:pt x="138714" y="99237"/>
                </a:cubicBezTo>
                <a:cubicBezTo>
                  <a:pt x="136719" y="99690"/>
                  <a:pt x="134533" y="100060"/>
                  <a:pt x="132158" y="100346"/>
                </a:cubicBezTo>
                <a:cubicBezTo>
                  <a:pt x="129782" y="100633"/>
                  <a:pt x="127406" y="100776"/>
                  <a:pt x="125031" y="100776"/>
                </a:cubicBezTo>
                <a:cubicBezTo>
                  <a:pt x="120802" y="100776"/>
                  <a:pt x="117096" y="100301"/>
                  <a:pt x="113912" y="99351"/>
                </a:cubicBezTo>
                <a:cubicBezTo>
                  <a:pt x="110729" y="98399"/>
                  <a:pt x="108080" y="96936"/>
                  <a:pt x="105966" y="94963"/>
                </a:cubicBezTo>
                <a:cubicBezTo>
                  <a:pt x="103851" y="92988"/>
                  <a:pt x="102272" y="90527"/>
                  <a:pt x="101226" y="87578"/>
                </a:cubicBezTo>
                <a:cubicBezTo>
                  <a:pt x="100181" y="84629"/>
                  <a:pt x="99658" y="81157"/>
                  <a:pt x="99658" y="77161"/>
                </a:cubicBezTo>
                <a:cubicBezTo>
                  <a:pt x="99658" y="74070"/>
                  <a:pt x="99955" y="70753"/>
                  <a:pt x="100549" y="67210"/>
                </a:cubicBezTo>
                <a:cubicBezTo>
                  <a:pt x="101143" y="63666"/>
                  <a:pt x="102082" y="60158"/>
                  <a:pt x="103364" y="56687"/>
                </a:cubicBezTo>
                <a:cubicBezTo>
                  <a:pt x="104647" y="53215"/>
                  <a:pt x="106310" y="49886"/>
                  <a:pt x="108353" y="46700"/>
                </a:cubicBezTo>
                <a:cubicBezTo>
                  <a:pt x="110396" y="43512"/>
                  <a:pt x="112831" y="40706"/>
                  <a:pt x="115659" y="38281"/>
                </a:cubicBezTo>
                <a:cubicBezTo>
                  <a:pt x="118486" y="35855"/>
                  <a:pt x="121752" y="33905"/>
                  <a:pt x="125458" y="32430"/>
                </a:cubicBezTo>
                <a:cubicBezTo>
                  <a:pt x="129164" y="30956"/>
                  <a:pt x="133345" y="30219"/>
                  <a:pt x="138002" y="30219"/>
                </a:cubicBezTo>
                <a:cubicBezTo>
                  <a:pt x="141993" y="30219"/>
                  <a:pt x="145378" y="30717"/>
                  <a:pt x="148158" y="31715"/>
                </a:cubicBezTo>
                <a:cubicBezTo>
                  <a:pt x="150937" y="32713"/>
                  <a:pt x="153218" y="33996"/>
                  <a:pt x="155000" y="35564"/>
                </a:cubicBezTo>
                <a:cubicBezTo>
                  <a:pt x="156781" y="37132"/>
                  <a:pt x="158076" y="38878"/>
                  <a:pt x="158884" y="40802"/>
                </a:cubicBezTo>
                <a:cubicBezTo>
                  <a:pt x="159692" y="42727"/>
                  <a:pt x="160096" y="44639"/>
                  <a:pt x="160096" y="46539"/>
                </a:cubicBezTo>
                <a:moveTo>
                  <a:pt x="148051" y="47609"/>
                </a:moveTo>
                <a:cubicBezTo>
                  <a:pt x="148051" y="45185"/>
                  <a:pt x="147101" y="43225"/>
                  <a:pt x="145200" y="41729"/>
                </a:cubicBezTo>
                <a:cubicBezTo>
                  <a:pt x="143299" y="40232"/>
                  <a:pt x="140591" y="39484"/>
                  <a:pt x="137075" y="39484"/>
                </a:cubicBezTo>
                <a:cubicBezTo>
                  <a:pt x="133987" y="39484"/>
                  <a:pt x="131255" y="40018"/>
                  <a:pt x="128879" y="41087"/>
                </a:cubicBezTo>
                <a:cubicBezTo>
                  <a:pt x="126503" y="42156"/>
                  <a:pt x="124401" y="43594"/>
                  <a:pt x="122572" y="45399"/>
                </a:cubicBezTo>
                <a:cubicBezTo>
                  <a:pt x="120742" y="47205"/>
                  <a:pt x="119175" y="49307"/>
                  <a:pt x="117868" y="51707"/>
                </a:cubicBezTo>
                <a:cubicBezTo>
                  <a:pt x="116561" y="54106"/>
                  <a:pt x="115504" y="56636"/>
                  <a:pt x="114696" y="59297"/>
                </a:cubicBezTo>
                <a:lnTo>
                  <a:pt x="121966" y="59297"/>
                </a:lnTo>
                <a:cubicBezTo>
                  <a:pt x="126955" y="59297"/>
                  <a:pt x="131124" y="58988"/>
                  <a:pt x="134474" y="58370"/>
                </a:cubicBezTo>
                <a:cubicBezTo>
                  <a:pt x="137824" y="57753"/>
                  <a:pt x="140508" y="56909"/>
                  <a:pt x="142527" y="55840"/>
                </a:cubicBezTo>
                <a:cubicBezTo>
                  <a:pt x="144547" y="54771"/>
                  <a:pt x="145972" y="53524"/>
                  <a:pt x="146804" y="52099"/>
                </a:cubicBezTo>
                <a:cubicBezTo>
                  <a:pt x="147635" y="50673"/>
                  <a:pt x="148051" y="49176"/>
                  <a:pt x="148051" y="47609"/>
                </a:cubicBezTo>
                <a:close/>
                <a:moveTo>
                  <a:pt x="233500" y="53477"/>
                </a:moveTo>
                <a:cubicBezTo>
                  <a:pt x="233500" y="56329"/>
                  <a:pt x="233238" y="59480"/>
                  <a:pt x="232716" y="62929"/>
                </a:cubicBezTo>
                <a:cubicBezTo>
                  <a:pt x="232193" y="66377"/>
                  <a:pt x="231350" y="69849"/>
                  <a:pt x="230186" y="73346"/>
                </a:cubicBezTo>
                <a:cubicBezTo>
                  <a:pt x="229021" y="76841"/>
                  <a:pt x="227560" y="80241"/>
                  <a:pt x="225802" y="83547"/>
                </a:cubicBezTo>
                <a:cubicBezTo>
                  <a:pt x="224044" y="86852"/>
                  <a:pt x="221894" y="89777"/>
                  <a:pt x="219352" y="92322"/>
                </a:cubicBezTo>
                <a:cubicBezTo>
                  <a:pt x="216810" y="94867"/>
                  <a:pt x="213888" y="96912"/>
                  <a:pt x="210586" y="98458"/>
                </a:cubicBezTo>
                <a:cubicBezTo>
                  <a:pt x="207284" y="100003"/>
                  <a:pt x="203566" y="100776"/>
                  <a:pt x="199432" y="100776"/>
                </a:cubicBezTo>
                <a:cubicBezTo>
                  <a:pt x="195156" y="100776"/>
                  <a:pt x="191498" y="99968"/>
                  <a:pt x="188457" y="98351"/>
                </a:cubicBezTo>
                <a:cubicBezTo>
                  <a:pt x="185416" y="96734"/>
                  <a:pt x="182708" y="94403"/>
                  <a:pt x="180332" y="91360"/>
                </a:cubicBezTo>
                <a:lnTo>
                  <a:pt x="179049" y="97567"/>
                </a:lnTo>
                <a:cubicBezTo>
                  <a:pt x="178954" y="98376"/>
                  <a:pt x="178443" y="98947"/>
                  <a:pt x="177517" y="99279"/>
                </a:cubicBezTo>
                <a:cubicBezTo>
                  <a:pt x="176590" y="99612"/>
                  <a:pt x="175177" y="99778"/>
                  <a:pt x="173276" y="99778"/>
                </a:cubicBezTo>
                <a:cubicBezTo>
                  <a:pt x="171281" y="99778"/>
                  <a:pt x="169950" y="99588"/>
                  <a:pt x="169285" y="99208"/>
                </a:cubicBezTo>
                <a:cubicBezTo>
                  <a:pt x="168620" y="98827"/>
                  <a:pt x="168382" y="98279"/>
                  <a:pt x="168572" y="97567"/>
                </a:cubicBezTo>
                <a:lnTo>
                  <a:pt x="187530" y="2283"/>
                </a:lnTo>
                <a:cubicBezTo>
                  <a:pt x="187625" y="1903"/>
                  <a:pt x="187780" y="1570"/>
                  <a:pt x="187994" y="1285"/>
                </a:cubicBezTo>
                <a:cubicBezTo>
                  <a:pt x="188207" y="999"/>
                  <a:pt x="188564" y="760"/>
                  <a:pt x="189063" y="570"/>
                </a:cubicBezTo>
                <a:cubicBezTo>
                  <a:pt x="189561" y="380"/>
                  <a:pt x="190203" y="238"/>
                  <a:pt x="190987" y="143"/>
                </a:cubicBezTo>
                <a:cubicBezTo>
                  <a:pt x="191771" y="48"/>
                  <a:pt x="192757" y="0"/>
                  <a:pt x="193945" y="0"/>
                </a:cubicBezTo>
                <a:cubicBezTo>
                  <a:pt x="195085" y="0"/>
                  <a:pt x="196011" y="48"/>
                  <a:pt x="196724" y="143"/>
                </a:cubicBezTo>
                <a:cubicBezTo>
                  <a:pt x="197437" y="238"/>
                  <a:pt x="198007" y="380"/>
                  <a:pt x="198435" y="570"/>
                </a:cubicBezTo>
                <a:cubicBezTo>
                  <a:pt x="198862" y="760"/>
                  <a:pt x="199124" y="999"/>
                  <a:pt x="199219" y="1285"/>
                </a:cubicBezTo>
                <a:cubicBezTo>
                  <a:pt x="199314" y="1570"/>
                  <a:pt x="199337" y="1903"/>
                  <a:pt x="199290" y="2283"/>
                </a:cubicBezTo>
                <a:lnTo>
                  <a:pt x="193588" y="30989"/>
                </a:lnTo>
                <a:cubicBezTo>
                  <a:pt x="193351" y="32228"/>
                  <a:pt x="193066" y="33513"/>
                  <a:pt x="192733" y="34847"/>
                </a:cubicBezTo>
                <a:cubicBezTo>
                  <a:pt x="192400" y="36179"/>
                  <a:pt x="192056" y="37499"/>
                  <a:pt x="191700" y="38809"/>
                </a:cubicBezTo>
                <a:cubicBezTo>
                  <a:pt x="191343" y="40118"/>
                  <a:pt x="190987" y="41357"/>
                  <a:pt x="190631" y="42524"/>
                </a:cubicBezTo>
                <a:cubicBezTo>
                  <a:pt x="190274" y="43689"/>
                  <a:pt x="189953" y="44701"/>
                  <a:pt x="189668" y="45557"/>
                </a:cubicBezTo>
                <a:cubicBezTo>
                  <a:pt x="190429" y="43893"/>
                  <a:pt x="191628" y="42169"/>
                  <a:pt x="193268" y="40386"/>
                </a:cubicBezTo>
                <a:cubicBezTo>
                  <a:pt x="194907" y="38601"/>
                  <a:pt x="196831" y="36960"/>
                  <a:pt x="199040" y="35461"/>
                </a:cubicBezTo>
                <a:cubicBezTo>
                  <a:pt x="201250" y="33963"/>
                  <a:pt x="203661" y="32715"/>
                  <a:pt x="206274" y="31717"/>
                </a:cubicBezTo>
                <a:cubicBezTo>
                  <a:pt x="208888" y="30718"/>
                  <a:pt x="211525" y="30219"/>
                  <a:pt x="214185" y="30219"/>
                </a:cubicBezTo>
                <a:cubicBezTo>
                  <a:pt x="217036" y="30219"/>
                  <a:pt x="219483" y="30599"/>
                  <a:pt x="221526" y="31361"/>
                </a:cubicBezTo>
                <a:cubicBezTo>
                  <a:pt x="223569" y="32121"/>
                  <a:pt x="225304" y="33132"/>
                  <a:pt x="226729" y="34392"/>
                </a:cubicBezTo>
                <a:cubicBezTo>
                  <a:pt x="228154" y="35653"/>
                  <a:pt x="229307" y="37092"/>
                  <a:pt x="230186" y="38709"/>
                </a:cubicBezTo>
                <a:cubicBezTo>
                  <a:pt x="231065" y="40326"/>
                  <a:pt x="231742" y="41990"/>
                  <a:pt x="232217" y="43702"/>
                </a:cubicBezTo>
                <a:cubicBezTo>
                  <a:pt x="232692" y="45414"/>
                  <a:pt x="233024" y="47115"/>
                  <a:pt x="233214" y="48805"/>
                </a:cubicBezTo>
                <a:cubicBezTo>
                  <a:pt x="233405" y="50493"/>
                  <a:pt x="233500" y="52050"/>
                  <a:pt x="233500" y="53477"/>
                </a:cubicBezTo>
                <a:moveTo>
                  <a:pt x="221170" y="54471"/>
                </a:moveTo>
                <a:cubicBezTo>
                  <a:pt x="221170" y="53186"/>
                  <a:pt x="221051" y="51712"/>
                  <a:pt x="220813" y="50047"/>
                </a:cubicBezTo>
                <a:cubicBezTo>
                  <a:pt x="220576" y="48381"/>
                  <a:pt x="220113" y="46835"/>
                  <a:pt x="219424" y="45408"/>
                </a:cubicBezTo>
                <a:cubicBezTo>
                  <a:pt x="218735" y="43980"/>
                  <a:pt x="217737" y="42778"/>
                  <a:pt x="216430" y="41802"/>
                </a:cubicBezTo>
                <a:cubicBezTo>
                  <a:pt x="215124" y="40827"/>
                  <a:pt x="213378" y="40339"/>
                  <a:pt x="211192" y="40339"/>
                </a:cubicBezTo>
                <a:cubicBezTo>
                  <a:pt x="208626" y="40339"/>
                  <a:pt x="206013" y="41077"/>
                  <a:pt x="203352" y="42553"/>
                </a:cubicBezTo>
                <a:cubicBezTo>
                  <a:pt x="200692" y="44027"/>
                  <a:pt x="198221" y="46061"/>
                  <a:pt x="195940" y="48655"/>
                </a:cubicBezTo>
                <a:cubicBezTo>
                  <a:pt x="193660" y="51248"/>
                  <a:pt x="191628" y="54292"/>
                  <a:pt x="189847" y="57789"/>
                </a:cubicBezTo>
                <a:cubicBezTo>
                  <a:pt x="188065" y="61286"/>
                  <a:pt x="186770" y="65104"/>
                  <a:pt x="185962" y="69243"/>
                </a:cubicBezTo>
                <a:lnTo>
                  <a:pt x="183610" y="81085"/>
                </a:lnTo>
                <a:cubicBezTo>
                  <a:pt x="185844" y="84371"/>
                  <a:pt x="188243" y="86800"/>
                  <a:pt x="190809" y="88371"/>
                </a:cubicBezTo>
                <a:cubicBezTo>
                  <a:pt x="193374" y="89942"/>
                  <a:pt x="196273" y="90727"/>
                  <a:pt x="199504" y="90727"/>
                </a:cubicBezTo>
                <a:cubicBezTo>
                  <a:pt x="201974" y="90727"/>
                  <a:pt x="204208" y="90156"/>
                  <a:pt x="206203" y="89014"/>
                </a:cubicBezTo>
                <a:cubicBezTo>
                  <a:pt x="208199" y="87872"/>
                  <a:pt x="210004" y="86350"/>
                  <a:pt x="211620" y="84446"/>
                </a:cubicBezTo>
                <a:cubicBezTo>
                  <a:pt x="213235" y="82543"/>
                  <a:pt x="214637" y="80366"/>
                  <a:pt x="215825" y="77916"/>
                </a:cubicBezTo>
                <a:cubicBezTo>
                  <a:pt x="217012" y="75466"/>
                  <a:pt x="217998" y="72897"/>
                  <a:pt x="218782" y="70208"/>
                </a:cubicBezTo>
                <a:cubicBezTo>
                  <a:pt x="219566" y="67519"/>
                  <a:pt x="220160" y="64819"/>
                  <a:pt x="220564" y="62108"/>
                </a:cubicBezTo>
                <a:cubicBezTo>
                  <a:pt x="220968" y="59395"/>
                  <a:pt x="221170" y="56849"/>
                  <a:pt x="221170" y="54471"/>
                </a:cubicBezTo>
                <a:close/>
                <a:moveTo>
                  <a:pt x="291181" y="36989"/>
                </a:moveTo>
                <a:cubicBezTo>
                  <a:pt x="291181" y="37464"/>
                  <a:pt x="291110" y="38094"/>
                  <a:pt x="290967" y="38878"/>
                </a:cubicBezTo>
                <a:cubicBezTo>
                  <a:pt x="290824" y="39662"/>
                  <a:pt x="290623" y="40434"/>
                  <a:pt x="290361" y="41194"/>
                </a:cubicBezTo>
                <a:cubicBezTo>
                  <a:pt x="290100" y="41954"/>
                  <a:pt x="289791" y="42596"/>
                  <a:pt x="289435" y="43118"/>
                </a:cubicBezTo>
                <a:cubicBezTo>
                  <a:pt x="289078" y="43641"/>
                  <a:pt x="288686" y="43902"/>
                  <a:pt x="288259" y="43902"/>
                </a:cubicBezTo>
                <a:cubicBezTo>
                  <a:pt x="287689" y="43902"/>
                  <a:pt x="287011" y="43673"/>
                  <a:pt x="286228" y="43214"/>
                </a:cubicBezTo>
                <a:cubicBezTo>
                  <a:pt x="285444" y="42755"/>
                  <a:pt x="284481" y="42237"/>
                  <a:pt x="283341" y="41657"/>
                </a:cubicBezTo>
                <a:cubicBezTo>
                  <a:pt x="282201" y="41078"/>
                  <a:pt x="280835" y="40548"/>
                  <a:pt x="279243" y="40065"/>
                </a:cubicBezTo>
                <a:cubicBezTo>
                  <a:pt x="277651" y="39582"/>
                  <a:pt x="275763" y="39341"/>
                  <a:pt x="273577" y="39341"/>
                </a:cubicBezTo>
                <a:cubicBezTo>
                  <a:pt x="271486" y="39341"/>
                  <a:pt x="269633" y="39639"/>
                  <a:pt x="268018" y="40234"/>
                </a:cubicBezTo>
                <a:cubicBezTo>
                  <a:pt x="266403" y="40828"/>
                  <a:pt x="265048" y="41637"/>
                  <a:pt x="263956" y="42662"/>
                </a:cubicBezTo>
                <a:cubicBezTo>
                  <a:pt x="262863" y="43685"/>
                  <a:pt x="262031" y="44851"/>
                  <a:pt x="261461" y="46161"/>
                </a:cubicBezTo>
                <a:cubicBezTo>
                  <a:pt x="260891" y="47469"/>
                  <a:pt x="260606" y="48837"/>
                  <a:pt x="260606" y="50266"/>
                </a:cubicBezTo>
                <a:cubicBezTo>
                  <a:pt x="260606" y="52168"/>
                  <a:pt x="261235" y="53749"/>
                  <a:pt x="262495" y="55009"/>
                </a:cubicBezTo>
                <a:cubicBezTo>
                  <a:pt x="263754" y="56270"/>
                  <a:pt x="265333" y="57400"/>
                  <a:pt x="267234" y="58399"/>
                </a:cubicBezTo>
                <a:cubicBezTo>
                  <a:pt x="269135" y="59397"/>
                  <a:pt x="271190" y="60384"/>
                  <a:pt x="273399" y="61359"/>
                </a:cubicBezTo>
                <a:cubicBezTo>
                  <a:pt x="275608" y="62335"/>
                  <a:pt x="277651" y="63524"/>
                  <a:pt x="279528" y="64927"/>
                </a:cubicBezTo>
                <a:cubicBezTo>
                  <a:pt x="281405" y="66330"/>
                  <a:pt x="282973" y="68019"/>
                  <a:pt x="284232" y="69992"/>
                </a:cubicBezTo>
                <a:cubicBezTo>
                  <a:pt x="285491" y="71965"/>
                  <a:pt x="286121" y="74450"/>
                  <a:pt x="286121" y="77446"/>
                </a:cubicBezTo>
                <a:cubicBezTo>
                  <a:pt x="286121" y="80777"/>
                  <a:pt x="285467" y="83881"/>
                  <a:pt x="284161" y="86758"/>
                </a:cubicBezTo>
                <a:cubicBezTo>
                  <a:pt x="282854" y="89636"/>
                  <a:pt x="280977" y="92109"/>
                  <a:pt x="278530" y="94177"/>
                </a:cubicBezTo>
                <a:cubicBezTo>
                  <a:pt x="276083" y="96245"/>
                  <a:pt x="273126" y="97862"/>
                  <a:pt x="269657" y="99028"/>
                </a:cubicBezTo>
                <a:cubicBezTo>
                  <a:pt x="266189" y="100193"/>
                  <a:pt x="262316" y="100776"/>
                  <a:pt x="258040" y="100776"/>
                </a:cubicBezTo>
                <a:cubicBezTo>
                  <a:pt x="255807" y="100776"/>
                  <a:pt x="253705" y="100608"/>
                  <a:pt x="251733" y="100271"/>
                </a:cubicBezTo>
                <a:cubicBezTo>
                  <a:pt x="249761" y="99933"/>
                  <a:pt x="247979" y="99501"/>
                  <a:pt x="246387" y="98972"/>
                </a:cubicBezTo>
                <a:cubicBezTo>
                  <a:pt x="244796" y="98442"/>
                  <a:pt x="243430" y="97852"/>
                  <a:pt x="242289" y="97201"/>
                </a:cubicBezTo>
                <a:cubicBezTo>
                  <a:pt x="241149" y="96551"/>
                  <a:pt x="240270" y="95937"/>
                  <a:pt x="239652" y="95360"/>
                </a:cubicBezTo>
                <a:cubicBezTo>
                  <a:pt x="239272" y="94979"/>
                  <a:pt x="238999" y="94587"/>
                  <a:pt x="238833" y="94184"/>
                </a:cubicBezTo>
                <a:cubicBezTo>
                  <a:pt x="238667" y="93780"/>
                  <a:pt x="238583" y="93293"/>
                  <a:pt x="238583" y="92723"/>
                </a:cubicBezTo>
                <a:cubicBezTo>
                  <a:pt x="238583" y="92342"/>
                  <a:pt x="238607" y="91891"/>
                  <a:pt x="238655" y="91368"/>
                </a:cubicBezTo>
                <a:cubicBezTo>
                  <a:pt x="238702" y="90846"/>
                  <a:pt x="238797" y="90299"/>
                  <a:pt x="238940" y="89729"/>
                </a:cubicBezTo>
                <a:cubicBezTo>
                  <a:pt x="239082" y="89159"/>
                  <a:pt x="239237" y="88613"/>
                  <a:pt x="239403" y="88090"/>
                </a:cubicBezTo>
                <a:cubicBezTo>
                  <a:pt x="239569" y="87567"/>
                  <a:pt x="239771" y="87092"/>
                  <a:pt x="240009" y="86665"/>
                </a:cubicBezTo>
                <a:cubicBezTo>
                  <a:pt x="240246" y="86237"/>
                  <a:pt x="240484" y="85893"/>
                  <a:pt x="240721" y="85631"/>
                </a:cubicBezTo>
                <a:cubicBezTo>
                  <a:pt x="240959" y="85370"/>
                  <a:pt x="241244" y="85239"/>
                  <a:pt x="241577" y="85239"/>
                </a:cubicBezTo>
                <a:cubicBezTo>
                  <a:pt x="242147" y="85239"/>
                  <a:pt x="242836" y="85564"/>
                  <a:pt x="243644" y="86212"/>
                </a:cubicBezTo>
                <a:cubicBezTo>
                  <a:pt x="244451" y="86861"/>
                  <a:pt x="245508" y="87558"/>
                  <a:pt x="246815" y="88304"/>
                </a:cubicBezTo>
                <a:cubicBezTo>
                  <a:pt x="248122" y="89049"/>
                  <a:pt x="249749" y="89746"/>
                  <a:pt x="251697" y="90395"/>
                </a:cubicBezTo>
                <a:cubicBezTo>
                  <a:pt x="253645" y="91044"/>
                  <a:pt x="256068" y="91368"/>
                  <a:pt x="258967" y="91368"/>
                </a:cubicBezTo>
                <a:cubicBezTo>
                  <a:pt x="261580" y="91368"/>
                  <a:pt x="263825" y="91047"/>
                  <a:pt x="265702" y="90404"/>
                </a:cubicBezTo>
                <a:cubicBezTo>
                  <a:pt x="267578" y="89761"/>
                  <a:pt x="269135" y="88904"/>
                  <a:pt x="270370" y="87834"/>
                </a:cubicBezTo>
                <a:cubicBezTo>
                  <a:pt x="271605" y="86763"/>
                  <a:pt x="272520" y="85514"/>
                  <a:pt x="273114" y="84086"/>
                </a:cubicBezTo>
                <a:cubicBezTo>
                  <a:pt x="273708" y="82657"/>
                  <a:pt x="274005" y="81157"/>
                  <a:pt x="274005" y="79587"/>
                </a:cubicBezTo>
                <a:cubicBezTo>
                  <a:pt x="274005" y="77590"/>
                  <a:pt x="273387" y="75961"/>
                  <a:pt x="272152" y="74700"/>
                </a:cubicBezTo>
                <a:cubicBezTo>
                  <a:pt x="270916" y="73440"/>
                  <a:pt x="269360" y="72298"/>
                  <a:pt x="267483" y="71277"/>
                </a:cubicBezTo>
                <a:cubicBezTo>
                  <a:pt x="265607" y="70254"/>
                  <a:pt x="263575" y="69243"/>
                  <a:pt x="261390" y="68243"/>
                </a:cubicBezTo>
                <a:cubicBezTo>
                  <a:pt x="259204" y="67244"/>
                  <a:pt x="257173" y="66067"/>
                  <a:pt x="255296" y="64711"/>
                </a:cubicBezTo>
                <a:cubicBezTo>
                  <a:pt x="253419" y="63356"/>
                  <a:pt x="251852" y="61691"/>
                  <a:pt x="250592" y="59718"/>
                </a:cubicBezTo>
                <a:cubicBezTo>
                  <a:pt x="249333" y="57744"/>
                  <a:pt x="248704" y="55236"/>
                  <a:pt x="248704" y="52192"/>
                </a:cubicBezTo>
                <a:cubicBezTo>
                  <a:pt x="248704" y="49053"/>
                  <a:pt x="249321" y="46140"/>
                  <a:pt x="250557" y="43453"/>
                </a:cubicBezTo>
                <a:cubicBezTo>
                  <a:pt x="251792" y="40765"/>
                  <a:pt x="253538" y="38435"/>
                  <a:pt x="255795" y="36461"/>
                </a:cubicBezTo>
                <a:cubicBezTo>
                  <a:pt x="258052" y="34487"/>
                  <a:pt x="260760" y="32953"/>
                  <a:pt x="263920" y="31860"/>
                </a:cubicBezTo>
                <a:cubicBezTo>
                  <a:pt x="267080" y="30766"/>
                  <a:pt x="270584" y="30219"/>
                  <a:pt x="274432" y="30219"/>
                </a:cubicBezTo>
                <a:cubicBezTo>
                  <a:pt x="276238" y="30219"/>
                  <a:pt x="277984" y="30363"/>
                  <a:pt x="279671" y="30653"/>
                </a:cubicBezTo>
                <a:cubicBezTo>
                  <a:pt x="281357" y="30942"/>
                  <a:pt x="282913" y="31305"/>
                  <a:pt x="284339" y="31740"/>
                </a:cubicBezTo>
                <a:cubicBezTo>
                  <a:pt x="285764" y="32173"/>
                  <a:pt x="287000" y="32656"/>
                  <a:pt x="288045" y="33187"/>
                </a:cubicBezTo>
                <a:cubicBezTo>
                  <a:pt x="289090" y="33718"/>
                  <a:pt x="289874" y="34248"/>
                  <a:pt x="290397" y="34780"/>
                </a:cubicBezTo>
                <a:cubicBezTo>
                  <a:pt x="290919" y="35255"/>
                  <a:pt x="291181" y="35991"/>
                  <a:pt x="291181" y="36989"/>
                </a:cubicBezTo>
                <a:close/>
                <a:moveTo>
                  <a:pt x="329572" y="11760"/>
                </a:moveTo>
                <a:cubicBezTo>
                  <a:pt x="329334" y="13090"/>
                  <a:pt x="329013" y="14207"/>
                  <a:pt x="328609" y="15109"/>
                </a:cubicBezTo>
                <a:cubicBezTo>
                  <a:pt x="328206" y="16012"/>
                  <a:pt x="327671" y="16737"/>
                  <a:pt x="327006" y="17283"/>
                </a:cubicBezTo>
                <a:cubicBezTo>
                  <a:pt x="326341" y="17829"/>
                  <a:pt x="325509" y="18221"/>
                  <a:pt x="324511" y="18459"/>
                </a:cubicBezTo>
                <a:cubicBezTo>
                  <a:pt x="323514" y="18697"/>
                  <a:pt x="322302" y="18815"/>
                  <a:pt x="320877" y="18815"/>
                </a:cubicBezTo>
                <a:cubicBezTo>
                  <a:pt x="319499" y="18815"/>
                  <a:pt x="318358" y="18697"/>
                  <a:pt x="317456" y="18459"/>
                </a:cubicBezTo>
                <a:cubicBezTo>
                  <a:pt x="316553" y="18221"/>
                  <a:pt x="315888" y="17829"/>
                  <a:pt x="315460" y="17283"/>
                </a:cubicBezTo>
                <a:cubicBezTo>
                  <a:pt x="315032" y="16737"/>
                  <a:pt x="314795" y="16012"/>
                  <a:pt x="314747" y="15109"/>
                </a:cubicBezTo>
                <a:cubicBezTo>
                  <a:pt x="314700" y="14207"/>
                  <a:pt x="314795" y="13090"/>
                  <a:pt x="315032" y="11760"/>
                </a:cubicBezTo>
                <a:cubicBezTo>
                  <a:pt x="315318" y="10429"/>
                  <a:pt x="315674" y="9325"/>
                  <a:pt x="316102" y="8446"/>
                </a:cubicBezTo>
                <a:cubicBezTo>
                  <a:pt x="316529" y="7567"/>
                  <a:pt x="317064" y="6830"/>
                  <a:pt x="317705" y="6236"/>
                </a:cubicBezTo>
                <a:cubicBezTo>
                  <a:pt x="318347" y="5642"/>
                  <a:pt x="319166" y="5238"/>
                  <a:pt x="320164" y="5025"/>
                </a:cubicBezTo>
                <a:cubicBezTo>
                  <a:pt x="321162" y="4811"/>
                  <a:pt x="322373" y="4704"/>
                  <a:pt x="323799" y="4704"/>
                </a:cubicBezTo>
                <a:cubicBezTo>
                  <a:pt x="325177" y="4704"/>
                  <a:pt x="326305" y="4811"/>
                  <a:pt x="327184" y="5025"/>
                </a:cubicBezTo>
                <a:cubicBezTo>
                  <a:pt x="328063" y="5238"/>
                  <a:pt x="328728" y="5642"/>
                  <a:pt x="329180" y="6236"/>
                </a:cubicBezTo>
                <a:cubicBezTo>
                  <a:pt x="329631" y="6830"/>
                  <a:pt x="329880" y="7567"/>
                  <a:pt x="329928" y="8446"/>
                </a:cubicBezTo>
                <a:cubicBezTo>
                  <a:pt x="329975" y="9325"/>
                  <a:pt x="329857" y="10429"/>
                  <a:pt x="329572" y="11760"/>
                </a:cubicBezTo>
                <a:moveTo>
                  <a:pt x="311113" y="97569"/>
                </a:moveTo>
                <a:cubicBezTo>
                  <a:pt x="311018" y="97949"/>
                  <a:pt x="310851" y="98270"/>
                  <a:pt x="310614" y="98531"/>
                </a:cubicBezTo>
                <a:cubicBezTo>
                  <a:pt x="310376" y="98792"/>
                  <a:pt x="310020" y="99018"/>
                  <a:pt x="309545" y="99208"/>
                </a:cubicBezTo>
                <a:cubicBezTo>
                  <a:pt x="309070" y="99398"/>
                  <a:pt x="308440" y="99541"/>
                  <a:pt x="307656" y="99636"/>
                </a:cubicBezTo>
                <a:cubicBezTo>
                  <a:pt x="306872" y="99731"/>
                  <a:pt x="305910" y="99778"/>
                  <a:pt x="304770" y="99778"/>
                </a:cubicBezTo>
                <a:cubicBezTo>
                  <a:pt x="303582" y="99778"/>
                  <a:pt x="302620" y="99731"/>
                  <a:pt x="301883" y="99636"/>
                </a:cubicBezTo>
                <a:cubicBezTo>
                  <a:pt x="301147" y="99541"/>
                  <a:pt x="300577" y="99398"/>
                  <a:pt x="300173" y="99208"/>
                </a:cubicBezTo>
                <a:cubicBezTo>
                  <a:pt x="299769" y="99018"/>
                  <a:pt x="299507" y="98792"/>
                  <a:pt x="299389" y="98531"/>
                </a:cubicBezTo>
                <a:cubicBezTo>
                  <a:pt x="299270" y="98270"/>
                  <a:pt x="299258" y="97949"/>
                  <a:pt x="299353" y="97569"/>
                </a:cubicBezTo>
                <a:lnTo>
                  <a:pt x="312110" y="33426"/>
                </a:lnTo>
                <a:cubicBezTo>
                  <a:pt x="312158" y="33093"/>
                  <a:pt x="312300" y="32784"/>
                  <a:pt x="312538" y="32499"/>
                </a:cubicBezTo>
                <a:cubicBezTo>
                  <a:pt x="312776" y="32214"/>
                  <a:pt x="313132" y="31977"/>
                  <a:pt x="313607" y="31787"/>
                </a:cubicBezTo>
                <a:cubicBezTo>
                  <a:pt x="314082" y="31596"/>
                  <a:pt x="314712" y="31454"/>
                  <a:pt x="315496" y="31359"/>
                </a:cubicBezTo>
                <a:cubicBezTo>
                  <a:pt x="316280" y="31264"/>
                  <a:pt x="317266" y="31216"/>
                  <a:pt x="318453" y="31216"/>
                </a:cubicBezTo>
                <a:cubicBezTo>
                  <a:pt x="319594" y="31216"/>
                  <a:pt x="320532" y="31264"/>
                  <a:pt x="321269" y="31359"/>
                </a:cubicBezTo>
                <a:cubicBezTo>
                  <a:pt x="322005" y="31454"/>
                  <a:pt x="322575" y="31596"/>
                  <a:pt x="322979" y="31787"/>
                </a:cubicBezTo>
                <a:cubicBezTo>
                  <a:pt x="323383" y="31977"/>
                  <a:pt x="323644" y="32214"/>
                  <a:pt x="323763" y="32499"/>
                </a:cubicBezTo>
                <a:cubicBezTo>
                  <a:pt x="323882" y="32784"/>
                  <a:pt x="323918" y="33093"/>
                  <a:pt x="323870" y="33426"/>
                </a:cubicBezTo>
                <a:lnTo>
                  <a:pt x="311113" y="97569"/>
                </a:lnTo>
                <a:close/>
                <a:moveTo>
                  <a:pt x="378822" y="34067"/>
                </a:moveTo>
                <a:cubicBezTo>
                  <a:pt x="378822" y="34495"/>
                  <a:pt x="378799" y="34958"/>
                  <a:pt x="378751" y="35457"/>
                </a:cubicBezTo>
                <a:cubicBezTo>
                  <a:pt x="378704" y="35956"/>
                  <a:pt x="378609" y="36467"/>
                  <a:pt x="378466" y="36989"/>
                </a:cubicBezTo>
                <a:cubicBezTo>
                  <a:pt x="378324" y="37512"/>
                  <a:pt x="378133" y="38035"/>
                  <a:pt x="377896" y="38557"/>
                </a:cubicBezTo>
                <a:cubicBezTo>
                  <a:pt x="377658" y="39080"/>
                  <a:pt x="377409" y="39543"/>
                  <a:pt x="377148" y="39947"/>
                </a:cubicBezTo>
                <a:cubicBezTo>
                  <a:pt x="376886" y="40351"/>
                  <a:pt x="376589" y="40672"/>
                  <a:pt x="376257" y="40909"/>
                </a:cubicBezTo>
                <a:cubicBezTo>
                  <a:pt x="375924" y="41147"/>
                  <a:pt x="375544" y="41265"/>
                  <a:pt x="375116" y="41265"/>
                </a:cubicBezTo>
                <a:lnTo>
                  <a:pt x="358724" y="41265"/>
                </a:lnTo>
                <a:lnTo>
                  <a:pt x="351526" y="77137"/>
                </a:lnTo>
                <a:cubicBezTo>
                  <a:pt x="351336" y="78137"/>
                  <a:pt x="351170" y="79258"/>
                  <a:pt x="351027" y="80500"/>
                </a:cubicBezTo>
                <a:cubicBezTo>
                  <a:pt x="350884" y="81740"/>
                  <a:pt x="350813" y="82765"/>
                  <a:pt x="350813" y="83575"/>
                </a:cubicBezTo>
                <a:cubicBezTo>
                  <a:pt x="350813" y="86008"/>
                  <a:pt x="351324" y="87784"/>
                  <a:pt x="352346" y="88905"/>
                </a:cubicBezTo>
                <a:cubicBezTo>
                  <a:pt x="353367" y="90025"/>
                  <a:pt x="355018" y="90584"/>
                  <a:pt x="357299" y="90584"/>
                </a:cubicBezTo>
                <a:cubicBezTo>
                  <a:pt x="358582" y="90584"/>
                  <a:pt x="359698" y="90478"/>
                  <a:pt x="360648" y="90264"/>
                </a:cubicBezTo>
                <a:cubicBezTo>
                  <a:pt x="361599" y="90050"/>
                  <a:pt x="362418" y="89824"/>
                  <a:pt x="363107" y="89587"/>
                </a:cubicBezTo>
                <a:cubicBezTo>
                  <a:pt x="363796" y="89349"/>
                  <a:pt x="364402" y="89123"/>
                  <a:pt x="364925" y="88910"/>
                </a:cubicBezTo>
                <a:cubicBezTo>
                  <a:pt x="365447" y="88696"/>
                  <a:pt x="365899" y="88589"/>
                  <a:pt x="366279" y="88589"/>
                </a:cubicBezTo>
                <a:cubicBezTo>
                  <a:pt x="366659" y="88589"/>
                  <a:pt x="366956" y="88720"/>
                  <a:pt x="367170" y="88981"/>
                </a:cubicBezTo>
                <a:cubicBezTo>
                  <a:pt x="367384" y="89242"/>
                  <a:pt x="367490" y="89729"/>
                  <a:pt x="367490" y="90442"/>
                </a:cubicBezTo>
                <a:cubicBezTo>
                  <a:pt x="367490" y="91060"/>
                  <a:pt x="367431" y="91737"/>
                  <a:pt x="367312" y="92473"/>
                </a:cubicBezTo>
                <a:cubicBezTo>
                  <a:pt x="367193" y="93210"/>
                  <a:pt x="367039" y="93934"/>
                  <a:pt x="366849" y="94647"/>
                </a:cubicBezTo>
                <a:cubicBezTo>
                  <a:pt x="366659" y="95360"/>
                  <a:pt x="366421" y="96001"/>
                  <a:pt x="366136" y="96571"/>
                </a:cubicBezTo>
                <a:cubicBezTo>
                  <a:pt x="365851" y="97141"/>
                  <a:pt x="365542" y="97593"/>
                  <a:pt x="365210" y="97925"/>
                </a:cubicBezTo>
                <a:cubicBezTo>
                  <a:pt x="364830" y="98258"/>
                  <a:pt x="364260" y="98590"/>
                  <a:pt x="363499" y="98923"/>
                </a:cubicBezTo>
                <a:cubicBezTo>
                  <a:pt x="362739" y="99256"/>
                  <a:pt x="361860" y="99553"/>
                  <a:pt x="360862" y="99814"/>
                </a:cubicBezTo>
                <a:cubicBezTo>
                  <a:pt x="359865" y="100075"/>
                  <a:pt x="358807" y="100277"/>
                  <a:pt x="357691" y="100420"/>
                </a:cubicBezTo>
                <a:cubicBezTo>
                  <a:pt x="356574" y="100562"/>
                  <a:pt x="355470" y="100634"/>
                  <a:pt x="354377" y="100634"/>
                </a:cubicBezTo>
                <a:cubicBezTo>
                  <a:pt x="351716" y="100634"/>
                  <a:pt x="349412" y="100348"/>
                  <a:pt x="347463" y="99776"/>
                </a:cubicBezTo>
                <a:cubicBezTo>
                  <a:pt x="345515" y="99204"/>
                  <a:pt x="343876" y="98312"/>
                  <a:pt x="342546" y="97099"/>
                </a:cubicBezTo>
                <a:cubicBezTo>
                  <a:pt x="341215" y="95884"/>
                  <a:pt x="340230" y="94361"/>
                  <a:pt x="339588" y="92529"/>
                </a:cubicBezTo>
                <a:cubicBezTo>
                  <a:pt x="338947" y="90695"/>
                  <a:pt x="338626" y="88493"/>
                  <a:pt x="338626" y="85923"/>
                </a:cubicBezTo>
                <a:cubicBezTo>
                  <a:pt x="338626" y="85351"/>
                  <a:pt x="338650" y="84720"/>
                  <a:pt x="338697" y="84030"/>
                </a:cubicBezTo>
                <a:cubicBezTo>
                  <a:pt x="338745" y="83339"/>
                  <a:pt x="338828" y="82613"/>
                  <a:pt x="338947" y="81852"/>
                </a:cubicBezTo>
                <a:cubicBezTo>
                  <a:pt x="339065" y="81090"/>
                  <a:pt x="339184" y="80328"/>
                  <a:pt x="339303" y="79567"/>
                </a:cubicBezTo>
                <a:cubicBezTo>
                  <a:pt x="339422" y="78805"/>
                  <a:pt x="339553" y="78091"/>
                  <a:pt x="339695" y="77424"/>
                </a:cubicBezTo>
                <a:lnTo>
                  <a:pt x="346893" y="41265"/>
                </a:lnTo>
                <a:lnTo>
                  <a:pt x="337985" y="41265"/>
                </a:lnTo>
                <a:cubicBezTo>
                  <a:pt x="337462" y="41265"/>
                  <a:pt x="337058" y="41111"/>
                  <a:pt x="336773" y="40802"/>
                </a:cubicBezTo>
                <a:cubicBezTo>
                  <a:pt x="336488" y="40493"/>
                  <a:pt x="336345" y="39888"/>
                  <a:pt x="336345" y="38985"/>
                </a:cubicBezTo>
                <a:cubicBezTo>
                  <a:pt x="336345" y="38320"/>
                  <a:pt x="336417" y="37548"/>
                  <a:pt x="336559" y="36669"/>
                </a:cubicBezTo>
                <a:cubicBezTo>
                  <a:pt x="336702" y="35790"/>
                  <a:pt x="336916" y="34970"/>
                  <a:pt x="337201" y="34210"/>
                </a:cubicBezTo>
                <a:cubicBezTo>
                  <a:pt x="337486" y="33449"/>
                  <a:pt x="337854" y="32808"/>
                  <a:pt x="338305" y="32285"/>
                </a:cubicBezTo>
                <a:cubicBezTo>
                  <a:pt x="338757" y="31763"/>
                  <a:pt x="339291" y="31501"/>
                  <a:pt x="339909" y="31501"/>
                </a:cubicBezTo>
                <a:lnTo>
                  <a:pt x="348889" y="31501"/>
                </a:lnTo>
                <a:lnTo>
                  <a:pt x="351954" y="16250"/>
                </a:lnTo>
                <a:cubicBezTo>
                  <a:pt x="352001" y="15917"/>
                  <a:pt x="352155" y="15608"/>
                  <a:pt x="352417" y="15323"/>
                </a:cubicBezTo>
                <a:cubicBezTo>
                  <a:pt x="352678" y="15038"/>
                  <a:pt x="353046" y="14789"/>
                  <a:pt x="353521" y="14575"/>
                </a:cubicBezTo>
                <a:cubicBezTo>
                  <a:pt x="353997" y="14361"/>
                  <a:pt x="354626" y="14207"/>
                  <a:pt x="355410" y="14112"/>
                </a:cubicBezTo>
                <a:cubicBezTo>
                  <a:pt x="356194" y="14016"/>
                  <a:pt x="357156" y="13969"/>
                  <a:pt x="358297" y="13969"/>
                </a:cubicBezTo>
                <a:cubicBezTo>
                  <a:pt x="359437" y="13969"/>
                  <a:pt x="360375" y="14016"/>
                  <a:pt x="361112" y="14112"/>
                </a:cubicBezTo>
                <a:cubicBezTo>
                  <a:pt x="361848" y="14207"/>
                  <a:pt x="362418" y="14361"/>
                  <a:pt x="362822" y="14575"/>
                </a:cubicBezTo>
                <a:cubicBezTo>
                  <a:pt x="363226" y="14789"/>
                  <a:pt x="363487" y="15038"/>
                  <a:pt x="363606" y="15323"/>
                </a:cubicBezTo>
                <a:cubicBezTo>
                  <a:pt x="363725" y="15608"/>
                  <a:pt x="363761" y="15917"/>
                  <a:pt x="363713" y="16250"/>
                </a:cubicBezTo>
                <a:lnTo>
                  <a:pt x="360648" y="31501"/>
                </a:lnTo>
                <a:lnTo>
                  <a:pt x="377041" y="31501"/>
                </a:lnTo>
                <a:cubicBezTo>
                  <a:pt x="377753" y="31501"/>
                  <a:pt x="378228" y="31763"/>
                  <a:pt x="378466" y="32285"/>
                </a:cubicBezTo>
                <a:cubicBezTo>
                  <a:pt x="378704" y="32808"/>
                  <a:pt x="378822" y="33402"/>
                  <a:pt x="378822" y="34067"/>
                </a:cubicBezTo>
                <a:close/>
                <a:moveTo>
                  <a:pt x="441508" y="46539"/>
                </a:moveTo>
                <a:cubicBezTo>
                  <a:pt x="441508" y="49818"/>
                  <a:pt x="440748" y="52764"/>
                  <a:pt x="439228" y="55377"/>
                </a:cubicBezTo>
                <a:cubicBezTo>
                  <a:pt x="437707" y="57990"/>
                  <a:pt x="435332" y="60223"/>
                  <a:pt x="432101" y="62076"/>
                </a:cubicBezTo>
                <a:cubicBezTo>
                  <a:pt x="428870" y="63929"/>
                  <a:pt x="424736" y="65355"/>
                  <a:pt x="419700" y="66353"/>
                </a:cubicBezTo>
                <a:cubicBezTo>
                  <a:pt x="414663" y="67350"/>
                  <a:pt x="408629" y="67849"/>
                  <a:pt x="401597" y="67849"/>
                </a:cubicBezTo>
                <a:lnTo>
                  <a:pt x="394042" y="67849"/>
                </a:lnTo>
                <a:cubicBezTo>
                  <a:pt x="393710" y="69422"/>
                  <a:pt x="393484" y="70947"/>
                  <a:pt x="393365" y="72424"/>
                </a:cubicBezTo>
                <a:cubicBezTo>
                  <a:pt x="393247" y="73901"/>
                  <a:pt x="393187" y="75284"/>
                  <a:pt x="393187" y="76571"/>
                </a:cubicBezTo>
                <a:cubicBezTo>
                  <a:pt x="393187" y="81337"/>
                  <a:pt x="394363" y="84983"/>
                  <a:pt x="396715" y="87509"/>
                </a:cubicBezTo>
                <a:cubicBezTo>
                  <a:pt x="399067" y="90034"/>
                  <a:pt x="402880" y="91297"/>
                  <a:pt x="408154" y="91297"/>
                </a:cubicBezTo>
                <a:cubicBezTo>
                  <a:pt x="411195" y="91297"/>
                  <a:pt x="413927" y="91068"/>
                  <a:pt x="416350" y="90609"/>
                </a:cubicBezTo>
                <a:cubicBezTo>
                  <a:pt x="418773" y="90150"/>
                  <a:pt x="420876" y="89655"/>
                  <a:pt x="422657" y="89123"/>
                </a:cubicBezTo>
                <a:cubicBezTo>
                  <a:pt x="424439" y="88592"/>
                  <a:pt x="425900" y="88097"/>
                  <a:pt x="427041" y="87638"/>
                </a:cubicBezTo>
                <a:cubicBezTo>
                  <a:pt x="428181" y="87179"/>
                  <a:pt x="428965" y="86950"/>
                  <a:pt x="429392" y="86950"/>
                </a:cubicBezTo>
                <a:cubicBezTo>
                  <a:pt x="429820" y="86950"/>
                  <a:pt x="430141" y="87105"/>
                  <a:pt x="430355" y="87415"/>
                </a:cubicBezTo>
                <a:cubicBezTo>
                  <a:pt x="430568" y="87725"/>
                  <a:pt x="430675" y="88167"/>
                  <a:pt x="430675" y="88740"/>
                </a:cubicBezTo>
                <a:cubicBezTo>
                  <a:pt x="430675" y="89218"/>
                  <a:pt x="430628" y="89792"/>
                  <a:pt x="430533" y="90460"/>
                </a:cubicBezTo>
                <a:cubicBezTo>
                  <a:pt x="430438" y="91128"/>
                  <a:pt x="430295" y="91809"/>
                  <a:pt x="430105" y="92502"/>
                </a:cubicBezTo>
                <a:cubicBezTo>
                  <a:pt x="429915" y="93194"/>
                  <a:pt x="429666" y="93851"/>
                  <a:pt x="429357" y="94473"/>
                </a:cubicBezTo>
                <a:cubicBezTo>
                  <a:pt x="429048" y="95094"/>
                  <a:pt x="428704" y="95619"/>
                  <a:pt x="428323" y="96048"/>
                </a:cubicBezTo>
                <a:cubicBezTo>
                  <a:pt x="427753" y="96621"/>
                  <a:pt x="426744" y="97182"/>
                  <a:pt x="425294" y="97732"/>
                </a:cubicBezTo>
                <a:cubicBezTo>
                  <a:pt x="423845" y="98281"/>
                  <a:pt x="422123" y="98783"/>
                  <a:pt x="420127" y="99237"/>
                </a:cubicBezTo>
                <a:cubicBezTo>
                  <a:pt x="418132" y="99690"/>
                  <a:pt x="415946" y="100060"/>
                  <a:pt x="413570" y="100346"/>
                </a:cubicBezTo>
                <a:cubicBezTo>
                  <a:pt x="411195" y="100633"/>
                  <a:pt x="408819" y="100776"/>
                  <a:pt x="406443" y="100776"/>
                </a:cubicBezTo>
                <a:cubicBezTo>
                  <a:pt x="402215" y="100776"/>
                  <a:pt x="398509" y="100301"/>
                  <a:pt x="395325" y="99351"/>
                </a:cubicBezTo>
                <a:cubicBezTo>
                  <a:pt x="392142" y="98399"/>
                  <a:pt x="389493" y="96936"/>
                  <a:pt x="387379" y="94963"/>
                </a:cubicBezTo>
                <a:cubicBezTo>
                  <a:pt x="385264" y="92988"/>
                  <a:pt x="383684" y="90527"/>
                  <a:pt x="382639" y="87578"/>
                </a:cubicBezTo>
                <a:cubicBezTo>
                  <a:pt x="381594" y="84629"/>
                  <a:pt x="381071" y="81157"/>
                  <a:pt x="381071" y="77161"/>
                </a:cubicBezTo>
                <a:cubicBezTo>
                  <a:pt x="381071" y="74070"/>
                  <a:pt x="381368" y="70753"/>
                  <a:pt x="381962" y="67210"/>
                </a:cubicBezTo>
                <a:cubicBezTo>
                  <a:pt x="382556" y="63666"/>
                  <a:pt x="383494" y="60158"/>
                  <a:pt x="384777" y="56687"/>
                </a:cubicBezTo>
                <a:cubicBezTo>
                  <a:pt x="386060" y="53215"/>
                  <a:pt x="387723" y="49886"/>
                  <a:pt x="389766" y="46700"/>
                </a:cubicBezTo>
                <a:cubicBezTo>
                  <a:pt x="391809" y="43512"/>
                  <a:pt x="394244" y="40706"/>
                  <a:pt x="397071" y="38281"/>
                </a:cubicBezTo>
                <a:cubicBezTo>
                  <a:pt x="399898" y="35855"/>
                  <a:pt x="403165" y="33905"/>
                  <a:pt x="406871" y="32430"/>
                </a:cubicBezTo>
                <a:cubicBezTo>
                  <a:pt x="410577" y="30956"/>
                  <a:pt x="414758" y="30219"/>
                  <a:pt x="419415" y="30219"/>
                </a:cubicBezTo>
                <a:cubicBezTo>
                  <a:pt x="423406" y="30219"/>
                  <a:pt x="426791" y="30717"/>
                  <a:pt x="429571" y="31715"/>
                </a:cubicBezTo>
                <a:cubicBezTo>
                  <a:pt x="432350" y="32713"/>
                  <a:pt x="434631" y="33996"/>
                  <a:pt x="436413" y="35564"/>
                </a:cubicBezTo>
                <a:cubicBezTo>
                  <a:pt x="438194" y="37132"/>
                  <a:pt x="439489" y="38878"/>
                  <a:pt x="440297" y="40802"/>
                </a:cubicBezTo>
                <a:cubicBezTo>
                  <a:pt x="441105" y="42727"/>
                  <a:pt x="441508" y="44639"/>
                  <a:pt x="441508" y="46539"/>
                </a:cubicBezTo>
                <a:moveTo>
                  <a:pt x="429464" y="47609"/>
                </a:moveTo>
                <a:cubicBezTo>
                  <a:pt x="429464" y="45185"/>
                  <a:pt x="428513" y="43225"/>
                  <a:pt x="426613" y="41729"/>
                </a:cubicBezTo>
                <a:cubicBezTo>
                  <a:pt x="424712" y="40232"/>
                  <a:pt x="422004" y="39484"/>
                  <a:pt x="418488" y="39484"/>
                </a:cubicBezTo>
                <a:cubicBezTo>
                  <a:pt x="415400" y="39484"/>
                  <a:pt x="412668" y="40018"/>
                  <a:pt x="410292" y="41087"/>
                </a:cubicBezTo>
                <a:cubicBezTo>
                  <a:pt x="407916" y="42156"/>
                  <a:pt x="405814" y="43594"/>
                  <a:pt x="403985" y="45399"/>
                </a:cubicBezTo>
                <a:cubicBezTo>
                  <a:pt x="402155" y="47205"/>
                  <a:pt x="400587" y="49307"/>
                  <a:pt x="399281" y="51707"/>
                </a:cubicBezTo>
                <a:cubicBezTo>
                  <a:pt x="397974" y="54106"/>
                  <a:pt x="396917" y="56636"/>
                  <a:pt x="396109" y="59297"/>
                </a:cubicBezTo>
                <a:lnTo>
                  <a:pt x="403379" y="59297"/>
                </a:lnTo>
                <a:cubicBezTo>
                  <a:pt x="408368" y="59297"/>
                  <a:pt x="412537" y="58988"/>
                  <a:pt x="415887" y="58370"/>
                </a:cubicBezTo>
                <a:cubicBezTo>
                  <a:pt x="419236" y="57753"/>
                  <a:pt x="421921" y="56909"/>
                  <a:pt x="423940" y="55840"/>
                </a:cubicBezTo>
                <a:cubicBezTo>
                  <a:pt x="425960" y="54771"/>
                  <a:pt x="427385" y="53524"/>
                  <a:pt x="428216" y="52099"/>
                </a:cubicBezTo>
                <a:cubicBezTo>
                  <a:pt x="429048" y="50673"/>
                  <a:pt x="429464" y="49176"/>
                  <a:pt x="429464" y="47609"/>
                </a:cubicBezTo>
                <a:close/>
                <a:moveTo>
                  <a:pt x="535628" y="97569"/>
                </a:moveTo>
                <a:cubicBezTo>
                  <a:pt x="535438" y="98377"/>
                  <a:pt x="534915" y="98947"/>
                  <a:pt x="534060" y="99279"/>
                </a:cubicBezTo>
                <a:cubicBezTo>
                  <a:pt x="533204" y="99612"/>
                  <a:pt x="531779" y="99778"/>
                  <a:pt x="529783" y="99778"/>
                </a:cubicBezTo>
                <a:cubicBezTo>
                  <a:pt x="528833" y="99778"/>
                  <a:pt x="528049" y="99731"/>
                  <a:pt x="527432" y="99636"/>
                </a:cubicBezTo>
                <a:cubicBezTo>
                  <a:pt x="526814" y="99541"/>
                  <a:pt x="526315" y="99410"/>
                  <a:pt x="525935" y="99244"/>
                </a:cubicBezTo>
                <a:cubicBezTo>
                  <a:pt x="525555" y="99077"/>
                  <a:pt x="525293" y="98864"/>
                  <a:pt x="525151" y="98602"/>
                </a:cubicBezTo>
                <a:cubicBezTo>
                  <a:pt x="525008" y="98341"/>
                  <a:pt x="525008" y="97997"/>
                  <a:pt x="525151" y="97569"/>
                </a:cubicBezTo>
                <a:lnTo>
                  <a:pt x="527503" y="85453"/>
                </a:lnTo>
                <a:cubicBezTo>
                  <a:pt x="526885" y="86981"/>
                  <a:pt x="525769" y="88652"/>
                  <a:pt x="524153" y="90466"/>
                </a:cubicBezTo>
                <a:cubicBezTo>
                  <a:pt x="522538" y="92279"/>
                  <a:pt x="520625" y="93950"/>
                  <a:pt x="518416" y="95478"/>
                </a:cubicBezTo>
                <a:cubicBezTo>
                  <a:pt x="516206" y="97005"/>
                  <a:pt x="513748" y="98271"/>
                  <a:pt x="511039" y="99273"/>
                </a:cubicBezTo>
                <a:cubicBezTo>
                  <a:pt x="508331" y="100275"/>
                  <a:pt x="505575" y="100776"/>
                  <a:pt x="502772" y="100776"/>
                </a:cubicBezTo>
                <a:cubicBezTo>
                  <a:pt x="498971" y="100776"/>
                  <a:pt x="495823" y="100110"/>
                  <a:pt x="493329" y="98778"/>
                </a:cubicBezTo>
                <a:cubicBezTo>
                  <a:pt x="490834" y="97446"/>
                  <a:pt x="488851" y="95687"/>
                  <a:pt x="487378" y="93500"/>
                </a:cubicBezTo>
                <a:cubicBezTo>
                  <a:pt x="485905" y="91311"/>
                  <a:pt x="484895" y="88838"/>
                  <a:pt x="484349" y="86079"/>
                </a:cubicBezTo>
                <a:cubicBezTo>
                  <a:pt x="483802" y="83320"/>
                  <a:pt x="483529" y="80490"/>
                  <a:pt x="483529" y="77589"/>
                </a:cubicBezTo>
                <a:cubicBezTo>
                  <a:pt x="483529" y="74927"/>
                  <a:pt x="483779" y="71907"/>
                  <a:pt x="484277" y="68531"/>
                </a:cubicBezTo>
                <a:cubicBezTo>
                  <a:pt x="484776" y="65153"/>
                  <a:pt x="485584" y="61704"/>
                  <a:pt x="486701" y="58185"/>
                </a:cubicBezTo>
                <a:cubicBezTo>
                  <a:pt x="487817" y="54665"/>
                  <a:pt x="489266" y="51240"/>
                  <a:pt x="491048" y="47911"/>
                </a:cubicBezTo>
                <a:cubicBezTo>
                  <a:pt x="492830" y="44583"/>
                  <a:pt x="494980" y="41598"/>
                  <a:pt x="497498" y="38958"/>
                </a:cubicBezTo>
                <a:cubicBezTo>
                  <a:pt x="500016" y="36318"/>
                  <a:pt x="502938" y="34202"/>
                  <a:pt x="506264" y="32608"/>
                </a:cubicBezTo>
                <a:cubicBezTo>
                  <a:pt x="509590" y="31015"/>
                  <a:pt x="513368" y="30219"/>
                  <a:pt x="517596" y="30219"/>
                </a:cubicBezTo>
                <a:cubicBezTo>
                  <a:pt x="521825" y="30219"/>
                  <a:pt x="525448" y="31074"/>
                  <a:pt x="528465" y="32784"/>
                </a:cubicBezTo>
                <a:cubicBezTo>
                  <a:pt x="531482" y="34495"/>
                  <a:pt x="534178" y="36847"/>
                  <a:pt x="536554" y="39840"/>
                </a:cubicBezTo>
                <a:lnTo>
                  <a:pt x="537908" y="33354"/>
                </a:lnTo>
                <a:cubicBezTo>
                  <a:pt x="538098" y="32594"/>
                  <a:pt x="538645" y="32048"/>
                  <a:pt x="539547" y="31715"/>
                </a:cubicBezTo>
                <a:cubicBezTo>
                  <a:pt x="540450" y="31383"/>
                  <a:pt x="541852" y="31216"/>
                  <a:pt x="543752" y="31216"/>
                </a:cubicBezTo>
                <a:cubicBezTo>
                  <a:pt x="544703" y="31216"/>
                  <a:pt x="545499" y="31252"/>
                  <a:pt x="546140" y="31323"/>
                </a:cubicBezTo>
                <a:cubicBezTo>
                  <a:pt x="546781" y="31395"/>
                  <a:pt x="547292" y="31525"/>
                  <a:pt x="547672" y="31715"/>
                </a:cubicBezTo>
                <a:cubicBezTo>
                  <a:pt x="548052" y="31905"/>
                  <a:pt x="548290" y="32143"/>
                  <a:pt x="548385" y="32428"/>
                </a:cubicBezTo>
                <a:cubicBezTo>
                  <a:pt x="548480" y="32713"/>
                  <a:pt x="548504" y="33022"/>
                  <a:pt x="548456" y="33354"/>
                </a:cubicBezTo>
                <a:lnTo>
                  <a:pt x="535628" y="97569"/>
                </a:lnTo>
                <a:moveTo>
                  <a:pt x="533418" y="50174"/>
                </a:moveTo>
                <a:cubicBezTo>
                  <a:pt x="531185" y="46896"/>
                  <a:pt x="528774" y="44437"/>
                  <a:pt x="526184" y="42798"/>
                </a:cubicBezTo>
                <a:cubicBezTo>
                  <a:pt x="523595" y="41159"/>
                  <a:pt x="520685" y="40339"/>
                  <a:pt x="517454" y="40339"/>
                </a:cubicBezTo>
                <a:cubicBezTo>
                  <a:pt x="514888" y="40339"/>
                  <a:pt x="512572" y="40945"/>
                  <a:pt x="510505" y="42159"/>
                </a:cubicBezTo>
                <a:cubicBezTo>
                  <a:pt x="508438" y="43372"/>
                  <a:pt x="506609" y="44977"/>
                  <a:pt x="505017" y="46976"/>
                </a:cubicBezTo>
                <a:cubicBezTo>
                  <a:pt x="503425" y="48975"/>
                  <a:pt x="502047" y="51247"/>
                  <a:pt x="500883" y="53793"/>
                </a:cubicBezTo>
                <a:cubicBezTo>
                  <a:pt x="499719" y="56338"/>
                  <a:pt x="498769" y="58967"/>
                  <a:pt x="498033" y="61680"/>
                </a:cubicBezTo>
                <a:cubicBezTo>
                  <a:pt x="497296" y="64391"/>
                  <a:pt x="496750" y="67056"/>
                  <a:pt x="496393" y="69673"/>
                </a:cubicBezTo>
                <a:cubicBezTo>
                  <a:pt x="496037" y="72290"/>
                  <a:pt x="495859" y="74644"/>
                  <a:pt x="495859" y="76738"/>
                </a:cubicBezTo>
                <a:cubicBezTo>
                  <a:pt x="495859" y="78404"/>
                  <a:pt x="495990" y="80058"/>
                  <a:pt x="496251" y="81700"/>
                </a:cubicBezTo>
                <a:cubicBezTo>
                  <a:pt x="496512" y="83341"/>
                  <a:pt x="497011" y="84839"/>
                  <a:pt x="497747" y="86195"/>
                </a:cubicBezTo>
                <a:cubicBezTo>
                  <a:pt x="498484" y="87550"/>
                  <a:pt x="499494" y="88645"/>
                  <a:pt x="500776" y="89478"/>
                </a:cubicBezTo>
                <a:cubicBezTo>
                  <a:pt x="502059" y="90311"/>
                  <a:pt x="503722" y="90727"/>
                  <a:pt x="505765" y="90727"/>
                </a:cubicBezTo>
                <a:cubicBezTo>
                  <a:pt x="508379" y="90727"/>
                  <a:pt x="511004" y="90001"/>
                  <a:pt x="513641" y="88549"/>
                </a:cubicBezTo>
                <a:cubicBezTo>
                  <a:pt x="516278" y="87095"/>
                  <a:pt x="518737" y="85083"/>
                  <a:pt x="521017" y="82511"/>
                </a:cubicBezTo>
                <a:cubicBezTo>
                  <a:pt x="523298" y="79939"/>
                  <a:pt x="525317" y="76915"/>
                  <a:pt x="527075" y="73437"/>
                </a:cubicBezTo>
                <a:cubicBezTo>
                  <a:pt x="528833" y="69960"/>
                  <a:pt x="530140" y="66125"/>
                  <a:pt x="530995" y="61934"/>
                </a:cubicBezTo>
                <a:lnTo>
                  <a:pt x="533418" y="50174"/>
                </a:lnTo>
                <a:close/>
                <a:moveTo>
                  <a:pt x="620060" y="47609"/>
                </a:moveTo>
                <a:cubicBezTo>
                  <a:pt x="620060" y="49271"/>
                  <a:pt x="619965" y="50911"/>
                  <a:pt x="619775" y="52526"/>
                </a:cubicBezTo>
                <a:cubicBezTo>
                  <a:pt x="619585" y="54142"/>
                  <a:pt x="619323" y="55805"/>
                  <a:pt x="618991" y="57515"/>
                </a:cubicBezTo>
                <a:lnTo>
                  <a:pt x="610937" y="97569"/>
                </a:lnTo>
                <a:cubicBezTo>
                  <a:pt x="610842" y="97949"/>
                  <a:pt x="610688" y="98270"/>
                  <a:pt x="610474" y="98531"/>
                </a:cubicBezTo>
                <a:cubicBezTo>
                  <a:pt x="610260" y="98792"/>
                  <a:pt x="609904" y="99018"/>
                  <a:pt x="609405" y="99208"/>
                </a:cubicBezTo>
                <a:cubicBezTo>
                  <a:pt x="608906" y="99398"/>
                  <a:pt x="608276" y="99541"/>
                  <a:pt x="607516" y="99636"/>
                </a:cubicBezTo>
                <a:cubicBezTo>
                  <a:pt x="606756" y="99731"/>
                  <a:pt x="605782" y="99778"/>
                  <a:pt x="604594" y="99778"/>
                </a:cubicBezTo>
                <a:cubicBezTo>
                  <a:pt x="603454" y="99778"/>
                  <a:pt x="602515" y="99731"/>
                  <a:pt x="601779" y="99636"/>
                </a:cubicBezTo>
                <a:cubicBezTo>
                  <a:pt x="601043" y="99541"/>
                  <a:pt x="600472" y="99398"/>
                  <a:pt x="600069" y="99208"/>
                </a:cubicBezTo>
                <a:cubicBezTo>
                  <a:pt x="599665" y="99018"/>
                  <a:pt x="599403" y="98792"/>
                  <a:pt x="599285" y="98531"/>
                </a:cubicBezTo>
                <a:cubicBezTo>
                  <a:pt x="599166" y="98270"/>
                  <a:pt x="599130" y="97949"/>
                  <a:pt x="599178" y="97569"/>
                </a:cubicBezTo>
                <a:lnTo>
                  <a:pt x="607089" y="57943"/>
                </a:lnTo>
                <a:cubicBezTo>
                  <a:pt x="607421" y="56470"/>
                  <a:pt x="607647" y="55044"/>
                  <a:pt x="607766" y="53666"/>
                </a:cubicBezTo>
                <a:cubicBezTo>
                  <a:pt x="607884" y="52289"/>
                  <a:pt x="607944" y="51077"/>
                  <a:pt x="607944" y="50032"/>
                </a:cubicBezTo>
                <a:cubicBezTo>
                  <a:pt x="607944" y="47133"/>
                  <a:pt x="607326" y="44793"/>
                  <a:pt x="606091" y="43012"/>
                </a:cubicBezTo>
                <a:cubicBezTo>
                  <a:pt x="604856" y="41230"/>
                  <a:pt x="602789" y="40339"/>
                  <a:pt x="599890" y="40339"/>
                </a:cubicBezTo>
                <a:cubicBezTo>
                  <a:pt x="597372" y="40339"/>
                  <a:pt x="594795" y="41064"/>
                  <a:pt x="592158" y="42513"/>
                </a:cubicBezTo>
                <a:cubicBezTo>
                  <a:pt x="589521" y="43962"/>
                  <a:pt x="587074" y="45957"/>
                  <a:pt x="584817" y="48499"/>
                </a:cubicBezTo>
                <a:cubicBezTo>
                  <a:pt x="582560" y="51041"/>
                  <a:pt x="580540" y="54058"/>
                  <a:pt x="578759" y="57551"/>
                </a:cubicBezTo>
                <a:cubicBezTo>
                  <a:pt x="576977" y="61043"/>
                  <a:pt x="575682" y="64832"/>
                  <a:pt x="574874" y="68918"/>
                </a:cubicBezTo>
                <a:lnTo>
                  <a:pt x="569173" y="97569"/>
                </a:lnTo>
                <a:cubicBezTo>
                  <a:pt x="569078" y="97949"/>
                  <a:pt x="568912" y="98270"/>
                  <a:pt x="568674" y="98531"/>
                </a:cubicBezTo>
                <a:cubicBezTo>
                  <a:pt x="568436" y="98792"/>
                  <a:pt x="568080" y="99018"/>
                  <a:pt x="567605" y="99208"/>
                </a:cubicBezTo>
                <a:cubicBezTo>
                  <a:pt x="567130" y="99398"/>
                  <a:pt x="566500" y="99541"/>
                  <a:pt x="565716" y="99636"/>
                </a:cubicBezTo>
                <a:cubicBezTo>
                  <a:pt x="564932" y="99731"/>
                  <a:pt x="563970" y="99778"/>
                  <a:pt x="562830" y="99778"/>
                </a:cubicBezTo>
                <a:cubicBezTo>
                  <a:pt x="561642" y="99778"/>
                  <a:pt x="560680" y="99731"/>
                  <a:pt x="559943" y="99636"/>
                </a:cubicBezTo>
                <a:cubicBezTo>
                  <a:pt x="559207" y="99541"/>
                  <a:pt x="558637" y="99398"/>
                  <a:pt x="558233" y="99208"/>
                </a:cubicBezTo>
                <a:cubicBezTo>
                  <a:pt x="557829" y="99018"/>
                  <a:pt x="557568" y="98792"/>
                  <a:pt x="557449" y="98531"/>
                </a:cubicBezTo>
                <a:cubicBezTo>
                  <a:pt x="557330" y="98270"/>
                  <a:pt x="557318" y="97949"/>
                  <a:pt x="557413" y="97569"/>
                </a:cubicBezTo>
                <a:lnTo>
                  <a:pt x="570313" y="33354"/>
                </a:lnTo>
                <a:cubicBezTo>
                  <a:pt x="570361" y="33022"/>
                  <a:pt x="570491" y="32713"/>
                  <a:pt x="570705" y="32428"/>
                </a:cubicBezTo>
                <a:cubicBezTo>
                  <a:pt x="570919" y="32143"/>
                  <a:pt x="571252" y="31905"/>
                  <a:pt x="571703" y="31715"/>
                </a:cubicBezTo>
                <a:cubicBezTo>
                  <a:pt x="572154" y="31525"/>
                  <a:pt x="572725" y="31395"/>
                  <a:pt x="573413" y="31323"/>
                </a:cubicBezTo>
                <a:cubicBezTo>
                  <a:pt x="574102" y="31252"/>
                  <a:pt x="574922" y="31216"/>
                  <a:pt x="575872" y="31216"/>
                </a:cubicBezTo>
                <a:cubicBezTo>
                  <a:pt x="576870" y="31216"/>
                  <a:pt x="577690" y="31252"/>
                  <a:pt x="578331" y="31323"/>
                </a:cubicBezTo>
                <a:cubicBezTo>
                  <a:pt x="578973" y="31395"/>
                  <a:pt x="579471" y="31525"/>
                  <a:pt x="579828" y="31715"/>
                </a:cubicBezTo>
                <a:cubicBezTo>
                  <a:pt x="580184" y="31905"/>
                  <a:pt x="580410" y="32143"/>
                  <a:pt x="580505" y="32428"/>
                </a:cubicBezTo>
                <a:cubicBezTo>
                  <a:pt x="580600" y="32713"/>
                  <a:pt x="580624" y="33022"/>
                  <a:pt x="580576" y="33354"/>
                </a:cubicBezTo>
                <a:lnTo>
                  <a:pt x="578153" y="45613"/>
                </a:lnTo>
                <a:cubicBezTo>
                  <a:pt x="578866" y="43997"/>
                  <a:pt x="580030" y="42287"/>
                  <a:pt x="581645" y="40481"/>
                </a:cubicBezTo>
                <a:cubicBezTo>
                  <a:pt x="583261" y="38676"/>
                  <a:pt x="585185" y="37013"/>
                  <a:pt x="587418" y="35493"/>
                </a:cubicBezTo>
                <a:cubicBezTo>
                  <a:pt x="589651" y="33972"/>
                  <a:pt x="592110" y="32713"/>
                  <a:pt x="594795" y="31715"/>
                </a:cubicBezTo>
                <a:cubicBezTo>
                  <a:pt x="597479" y="30717"/>
                  <a:pt x="600270" y="30219"/>
                  <a:pt x="603169" y="30219"/>
                </a:cubicBezTo>
                <a:cubicBezTo>
                  <a:pt x="606352" y="30219"/>
                  <a:pt x="609013" y="30706"/>
                  <a:pt x="611151" y="31680"/>
                </a:cubicBezTo>
                <a:cubicBezTo>
                  <a:pt x="613289" y="32654"/>
                  <a:pt x="615023" y="33937"/>
                  <a:pt x="616354" y="35528"/>
                </a:cubicBezTo>
                <a:cubicBezTo>
                  <a:pt x="617684" y="37120"/>
                  <a:pt x="618634" y="38961"/>
                  <a:pt x="619205" y="41052"/>
                </a:cubicBezTo>
                <a:cubicBezTo>
                  <a:pt x="619775" y="43142"/>
                  <a:pt x="620060" y="45328"/>
                  <a:pt x="620060" y="47609"/>
                </a:cubicBezTo>
                <a:close/>
                <a:moveTo>
                  <a:pt x="685746" y="97638"/>
                </a:moveTo>
                <a:cubicBezTo>
                  <a:pt x="685604" y="98420"/>
                  <a:pt x="685105" y="98973"/>
                  <a:pt x="684250" y="99295"/>
                </a:cubicBezTo>
                <a:cubicBezTo>
                  <a:pt x="683394" y="99617"/>
                  <a:pt x="681969" y="99778"/>
                  <a:pt x="679973" y="99778"/>
                </a:cubicBezTo>
                <a:cubicBezTo>
                  <a:pt x="678976" y="99778"/>
                  <a:pt x="678168" y="99732"/>
                  <a:pt x="677550" y="99640"/>
                </a:cubicBezTo>
                <a:cubicBezTo>
                  <a:pt x="676932" y="99548"/>
                  <a:pt x="676434" y="99422"/>
                  <a:pt x="676053" y="99262"/>
                </a:cubicBezTo>
                <a:cubicBezTo>
                  <a:pt x="675673" y="99100"/>
                  <a:pt x="675424" y="98893"/>
                  <a:pt x="675305" y="98640"/>
                </a:cubicBezTo>
                <a:cubicBezTo>
                  <a:pt x="675186" y="98386"/>
                  <a:pt x="675174" y="98052"/>
                  <a:pt x="675269" y="97638"/>
                </a:cubicBezTo>
                <a:lnTo>
                  <a:pt x="677550" y="85651"/>
                </a:lnTo>
                <a:cubicBezTo>
                  <a:pt x="676932" y="87221"/>
                  <a:pt x="675816" y="88898"/>
                  <a:pt x="674200" y="90682"/>
                </a:cubicBezTo>
                <a:cubicBezTo>
                  <a:pt x="672585" y="92466"/>
                  <a:pt x="670673" y="94106"/>
                  <a:pt x="668463" y="95605"/>
                </a:cubicBezTo>
                <a:cubicBezTo>
                  <a:pt x="666254" y="97103"/>
                  <a:pt x="663795" y="98340"/>
                  <a:pt x="661087" y="99315"/>
                </a:cubicBezTo>
                <a:cubicBezTo>
                  <a:pt x="658378" y="100289"/>
                  <a:pt x="655623" y="100776"/>
                  <a:pt x="652819" y="100776"/>
                </a:cubicBezTo>
                <a:cubicBezTo>
                  <a:pt x="650016" y="100776"/>
                  <a:pt x="647581" y="100407"/>
                  <a:pt x="645514" y="99669"/>
                </a:cubicBezTo>
                <a:cubicBezTo>
                  <a:pt x="643447" y="98933"/>
                  <a:pt x="641713" y="97946"/>
                  <a:pt x="640311" y="96709"/>
                </a:cubicBezTo>
                <a:cubicBezTo>
                  <a:pt x="638910" y="95472"/>
                  <a:pt x="637769" y="94034"/>
                  <a:pt x="636890" y="92393"/>
                </a:cubicBezTo>
                <a:cubicBezTo>
                  <a:pt x="636011" y="90752"/>
                  <a:pt x="635323" y="89064"/>
                  <a:pt x="634824" y="87328"/>
                </a:cubicBezTo>
                <a:cubicBezTo>
                  <a:pt x="634325" y="85593"/>
                  <a:pt x="633992" y="83845"/>
                  <a:pt x="633826" y="82085"/>
                </a:cubicBezTo>
                <a:cubicBezTo>
                  <a:pt x="633660" y="80325"/>
                  <a:pt x="633576" y="78707"/>
                  <a:pt x="633576" y="77232"/>
                </a:cubicBezTo>
                <a:cubicBezTo>
                  <a:pt x="633576" y="74474"/>
                  <a:pt x="633838" y="71382"/>
                  <a:pt x="634360" y="67958"/>
                </a:cubicBezTo>
                <a:cubicBezTo>
                  <a:pt x="634883" y="64534"/>
                  <a:pt x="635715" y="61099"/>
                  <a:pt x="636855" y="57651"/>
                </a:cubicBezTo>
                <a:cubicBezTo>
                  <a:pt x="637995" y="54202"/>
                  <a:pt x="639456" y="50825"/>
                  <a:pt x="641238" y="47519"/>
                </a:cubicBezTo>
                <a:cubicBezTo>
                  <a:pt x="643020" y="44214"/>
                  <a:pt x="645170" y="41289"/>
                  <a:pt x="647688" y="38744"/>
                </a:cubicBezTo>
                <a:cubicBezTo>
                  <a:pt x="650206" y="36199"/>
                  <a:pt x="653116" y="34142"/>
                  <a:pt x="656419" y="32573"/>
                </a:cubicBezTo>
                <a:cubicBezTo>
                  <a:pt x="659721" y="31003"/>
                  <a:pt x="663462" y="30219"/>
                  <a:pt x="667644" y="30219"/>
                </a:cubicBezTo>
                <a:cubicBezTo>
                  <a:pt x="669687" y="30219"/>
                  <a:pt x="671611" y="30445"/>
                  <a:pt x="673416" y="30898"/>
                </a:cubicBezTo>
                <a:cubicBezTo>
                  <a:pt x="675222" y="31349"/>
                  <a:pt x="676861" y="31968"/>
                  <a:pt x="678334" y="32753"/>
                </a:cubicBezTo>
                <a:cubicBezTo>
                  <a:pt x="679807" y="33537"/>
                  <a:pt x="681161" y="34476"/>
                  <a:pt x="682397" y="35571"/>
                </a:cubicBezTo>
                <a:cubicBezTo>
                  <a:pt x="683632" y="36663"/>
                  <a:pt x="684748" y="37804"/>
                  <a:pt x="685746" y="38994"/>
                </a:cubicBezTo>
                <a:lnTo>
                  <a:pt x="693016" y="2568"/>
                </a:lnTo>
                <a:cubicBezTo>
                  <a:pt x="693063" y="2235"/>
                  <a:pt x="693206" y="1915"/>
                  <a:pt x="693443" y="1606"/>
                </a:cubicBezTo>
                <a:cubicBezTo>
                  <a:pt x="693681" y="1295"/>
                  <a:pt x="694037" y="1057"/>
                  <a:pt x="694512" y="891"/>
                </a:cubicBezTo>
                <a:cubicBezTo>
                  <a:pt x="694988" y="725"/>
                  <a:pt x="695605" y="582"/>
                  <a:pt x="696365" y="463"/>
                </a:cubicBezTo>
                <a:cubicBezTo>
                  <a:pt x="697126" y="344"/>
                  <a:pt x="698100" y="285"/>
                  <a:pt x="699288" y="285"/>
                </a:cubicBezTo>
                <a:cubicBezTo>
                  <a:pt x="700428" y="285"/>
                  <a:pt x="701366" y="344"/>
                  <a:pt x="702103" y="463"/>
                </a:cubicBezTo>
                <a:cubicBezTo>
                  <a:pt x="702839" y="582"/>
                  <a:pt x="703421" y="725"/>
                  <a:pt x="703849" y="891"/>
                </a:cubicBezTo>
                <a:cubicBezTo>
                  <a:pt x="704276" y="1057"/>
                  <a:pt x="704550" y="1295"/>
                  <a:pt x="704668" y="1606"/>
                </a:cubicBezTo>
                <a:cubicBezTo>
                  <a:pt x="704787" y="1915"/>
                  <a:pt x="704799" y="2235"/>
                  <a:pt x="704704" y="2568"/>
                </a:cubicBezTo>
                <a:lnTo>
                  <a:pt x="685746" y="97638"/>
                </a:lnTo>
                <a:moveTo>
                  <a:pt x="683466" y="50408"/>
                </a:moveTo>
                <a:cubicBezTo>
                  <a:pt x="681232" y="47124"/>
                  <a:pt x="678821" y="44625"/>
                  <a:pt x="676232" y="42911"/>
                </a:cubicBezTo>
                <a:cubicBezTo>
                  <a:pt x="673642" y="41196"/>
                  <a:pt x="670732" y="40339"/>
                  <a:pt x="667501" y="40339"/>
                </a:cubicBezTo>
                <a:cubicBezTo>
                  <a:pt x="664983" y="40339"/>
                  <a:pt x="662714" y="40922"/>
                  <a:pt x="660695" y="42087"/>
                </a:cubicBezTo>
                <a:cubicBezTo>
                  <a:pt x="658675" y="43253"/>
                  <a:pt x="656858" y="44811"/>
                  <a:pt x="655243" y="46762"/>
                </a:cubicBezTo>
                <a:cubicBezTo>
                  <a:pt x="653627" y="48713"/>
                  <a:pt x="652237" y="50950"/>
                  <a:pt x="651073" y="53473"/>
                </a:cubicBezTo>
                <a:cubicBezTo>
                  <a:pt x="649909" y="55994"/>
                  <a:pt x="648947" y="58599"/>
                  <a:pt x="648187" y="61288"/>
                </a:cubicBezTo>
                <a:cubicBezTo>
                  <a:pt x="647427" y="63975"/>
                  <a:pt x="646856" y="66628"/>
                  <a:pt x="646476" y="69246"/>
                </a:cubicBezTo>
                <a:cubicBezTo>
                  <a:pt x="646096" y="71862"/>
                  <a:pt x="645906" y="74264"/>
                  <a:pt x="645906" y="76453"/>
                </a:cubicBezTo>
                <a:cubicBezTo>
                  <a:pt x="645906" y="81068"/>
                  <a:pt x="646690" y="84601"/>
                  <a:pt x="648258" y="87052"/>
                </a:cubicBezTo>
                <a:cubicBezTo>
                  <a:pt x="649826" y="89502"/>
                  <a:pt x="652344" y="90727"/>
                  <a:pt x="655813" y="90727"/>
                </a:cubicBezTo>
                <a:cubicBezTo>
                  <a:pt x="658426" y="90727"/>
                  <a:pt x="661051" y="90014"/>
                  <a:pt x="663688" y="88587"/>
                </a:cubicBezTo>
                <a:cubicBezTo>
                  <a:pt x="666325" y="87158"/>
                  <a:pt x="668784" y="85184"/>
                  <a:pt x="671065" y="82662"/>
                </a:cubicBezTo>
                <a:cubicBezTo>
                  <a:pt x="673345" y="80141"/>
                  <a:pt x="675365" y="77144"/>
                  <a:pt x="677123" y="73671"/>
                </a:cubicBezTo>
                <a:cubicBezTo>
                  <a:pt x="678881" y="70198"/>
                  <a:pt x="680187" y="66392"/>
                  <a:pt x="681042" y="62252"/>
                </a:cubicBezTo>
                <a:lnTo>
                  <a:pt x="683466" y="50408"/>
                </a:lnTo>
                <a:close/>
                <a:moveTo>
                  <a:pt x="792956" y="97569"/>
                </a:moveTo>
                <a:cubicBezTo>
                  <a:pt x="792766" y="98377"/>
                  <a:pt x="792244" y="98947"/>
                  <a:pt x="791388" y="99279"/>
                </a:cubicBezTo>
                <a:cubicBezTo>
                  <a:pt x="790533" y="99612"/>
                  <a:pt x="789108" y="99778"/>
                  <a:pt x="787112" y="99778"/>
                </a:cubicBezTo>
                <a:cubicBezTo>
                  <a:pt x="786162" y="99778"/>
                  <a:pt x="785378" y="99731"/>
                  <a:pt x="784760" y="99636"/>
                </a:cubicBezTo>
                <a:cubicBezTo>
                  <a:pt x="784143" y="99541"/>
                  <a:pt x="783644" y="99410"/>
                  <a:pt x="783264" y="99244"/>
                </a:cubicBezTo>
                <a:cubicBezTo>
                  <a:pt x="782884" y="99077"/>
                  <a:pt x="782622" y="98864"/>
                  <a:pt x="782480" y="98602"/>
                </a:cubicBezTo>
                <a:cubicBezTo>
                  <a:pt x="782337" y="98341"/>
                  <a:pt x="782337" y="97997"/>
                  <a:pt x="782480" y="97569"/>
                </a:cubicBezTo>
                <a:lnTo>
                  <a:pt x="784832" y="85453"/>
                </a:lnTo>
                <a:cubicBezTo>
                  <a:pt x="784214" y="86981"/>
                  <a:pt x="783097" y="88652"/>
                  <a:pt x="781482" y="90466"/>
                </a:cubicBezTo>
                <a:cubicBezTo>
                  <a:pt x="779866" y="92279"/>
                  <a:pt x="777954" y="93950"/>
                  <a:pt x="775745" y="95478"/>
                </a:cubicBezTo>
                <a:cubicBezTo>
                  <a:pt x="773535" y="97005"/>
                  <a:pt x="771076" y="98271"/>
                  <a:pt x="768368" y="99273"/>
                </a:cubicBezTo>
                <a:cubicBezTo>
                  <a:pt x="765660" y="100275"/>
                  <a:pt x="762904" y="100776"/>
                  <a:pt x="760101" y="100776"/>
                </a:cubicBezTo>
                <a:cubicBezTo>
                  <a:pt x="756300" y="100776"/>
                  <a:pt x="753152" y="100110"/>
                  <a:pt x="750657" y="98778"/>
                </a:cubicBezTo>
                <a:cubicBezTo>
                  <a:pt x="748163" y="97446"/>
                  <a:pt x="746179" y="95687"/>
                  <a:pt x="744706" y="93500"/>
                </a:cubicBezTo>
                <a:cubicBezTo>
                  <a:pt x="743233" y="91311"/>
                  <a:pt x="742224" y="88838"/>
                  <a:pt x="741677" y="86079"/>
                </a:cubicBezTo>
                <a:cubicBezTo>
                  <a:pt x="741131" y="83320"/>
                  <a:pt x="740858" y="80490"/>
                  <a:pt x="740858" y="77589"/>
                </a:cubicBezTo>
                <a:cubicBezTo>
                  <a:pt x="740858" y="74927"/>
                  <a:pt x="741107" y="71907"/>
                  <a:pt x="741606" y="68531"/>
                </a:cubicBezTo>
                <a:cubicBezTo>
                  <a:pt x="742105" y="65153"/>
                  <a:pt x="742913" y="61704"/>
                  <a:pt x="744029" y="58185"/>
                </a:cubicBezTo>
                <a:cubicBezTo>
                  <a:pt x="745146" y="54665"/>
                  <a:pt x="746595" y="51240"/>
                  <a:pt x="748377" y="47911"/>
                </a:cubicBezTo>
                <a:cubicBezTo>
                  <a:pt x="750159" y="44583"/>
                  <a:pt x="752309" y="41598"/>
                  <a:pt x="754827" y="38958"/>
                </a:cubicBezTo>
                <a:cubicBezTo>
                  <a:pt x="757345" y="36318"/>
                  <a:pt x="760267" y="34202"/>
                  <a:pt x="763593" y="32608"/>
                </a:cubicBezTo>
                <a:cubicBezTo>
                  <a:pt x="766919" y="31015"/>
                  <a:pt x="770696" y="30219"/>
                  <a:pt x="774925" y="30219"/>
                </a:cubicBezTo>
                <a:cubicBezTo>
                  <a:pt x="779154" y="30219"/>
                  <a:pt x="782777" y="31074"/>
                  <a:pt x="785794" y="32784"/>
                </a:cubicBezTo>
                <a:cubicBezTo>
                  <a:pt x="788811" y="34495"/>
                  <a:pt x="791507" y="36847"/>
                  <a:pt x="793883" y="39840"/>
                </a:cubicBezTo>
                <a:lnTo>
                  <a:pt x="795237" y="33354"/>
                </a:lnTo>
                <a:cubicBezTo>
                  <a:pt x="795427" y="32594"/>
                  <a:pt x="795973" y="32048"/>
                  <a:pt x="796876" y="31715"/>
                </a:cubicBezTo>
                <a:cubicBezTo>
                  <a:pt x="797779" y="31383"/>
                  <a:pt x="799181" y="31216"/>
                  <a:pt x="801081" y="31216"/>
                </a:cubicBezTo>
                <a:cubicBezTo>
                  <a:pt x="802031" y="31216"/>
                  <a:pt x="802827" y="31252"/>
                  <a:pt x="803469" y="31323"/>
                </a:cubicBezTo>
                <a:cubicBezTo>
                  <a:pt x="804110" y="31395"/>
                  <a:pt x="804621" y="31525"/>
                  <a:pt x="805001" y="31715"/>
                </a:cubicBezTo>
                <a:cubicBezTo>
                  <a:pt x="805381" y="31905"/>
                  <a:pt x="805619" y="32143"/>
                  <a:pt x="805714" y="32428"/>
                </a:cubicBezTo>
                <a:cubicBezTo>
                  <a:pt x="805809" y="32713"/>
                  <a:pt x="805833" y="33022"/>
                  <a:pt x="805785" y="33354"/>
                </a:cubicBezTo>
                <a:lnTo>
                  <a:pt x="792956" y="97569"/>
                </a:lnTo>
                <a:moveTo>
                  <a:pt x="790747" y="50174"/>
                </a:moveTo>
                <a:cubicBezTo>
                  <a:pt x="788514" y="46896"/>
                  <a:pt x="786103" y="44437"/>
                  <a:pt x="783513" y="42798"/>
                </a:cubicBezTo>
                <a:cubicBezTo>
                  <a:pt x="780924" y="41159"/>
                  <a:pt x="778013" y="40339"/>
                  <a:pt x="774782" y="40339"/>
                </a:cubicBezTo>
                <a:cubicBezTo>
                  <a:pt x="772217" y="40339"/>
                  <a:pt x="769900" y="40945"/>
                  <a:pt x="767834" y="42159"/>
                </a:cubicBezTo>
                <a:cubicBezTo>
                  <a:pt x="765767" y="43372"/>
                  <a:pt x="763937" y="44977"/>
                  <a:pt x="762346" y="46976"/>
                </a:cubicBezTo>
                <a:cubicBezTo>
                  <a:pt x="760754" y="48975"/>
                  <a:pt x="759376" y="51247"/>
                  <a:pt x="758212" y="53793"/>
                </a:cubicBezTo>
                <a:cubicBezTo>
                  <a:pt x="757048" y="56338"/>
                  <a:pt x="756098" y="58967"/>
                  <a:pt x="755361" y="61680"/>
                </a:cubicBezTo>
                <a:cubicBezTo>
                  <a:pt x="754625" y="64391"/>
                  <a:pt x="754078" y="67056"/>
                  <a:pt x="753722" y="69673"/>
                </a:cubicBezTo>
                <a:cubicBezTo>
                  <a:pt x="753366" y="72290"/>
                  <a:pt x="753188" y="74644"/>
                  <a:pt x="753188" y="76738"/>
                </a:cubicBezTo>
                <a:cubicBezTo>
                  <a:pt x="753188" y="78404"/>
                  <a:pt x="753318" y="80058"/>
                  <a:pt x="753580" y="81700"/>
                </a:cubicBezTo>
                <a:cubicBezTo>
                  <a:pt x="753841" y="83341"/>
                  <a:pt x="754340" y="84839"/>
                  <a:pt x="755076" y="86195"/>
                </a:cubicBezTo>
                <a:cubicBezTo>
                  <a:pt x="755813" y="87550"/>
                  <a:pt x="756822" y="88645"/>
                  <a:pt x="758105" y="89478"/>
                </a:cubicBezTo>
                <a:cubicBezTo>
                  <a:pt x="759388" y="90311"/>
                  <a:pt x="761051" y="90727"/>
                  <a:pt x="763094" y="90727"/>
                </a:cubicBezTo>
                <a:cubicBezTo>
                  <a:pt x="765707" y="90727"/>
                  <a:pt x="768332" y="90001"/>
                  <a:pt x="770969" y="88549"/>
                </a:cubicBezTo>
                <a:cubicBezTo>
                  <a:pt x="773606" y="87095"/>
                  <a:pt x="776065" y="85083"/>
                  <a:pt x="778346" y="82511"/>
                </a:cubicBezTo>
                <a:cubicBezTo>
                  <a:pt x="780627" y="79939"/>
                  <a:pt x="782646" y="76915"/>
                  <a:pt x="784404" y="73437"/>
                </a:cubicBezTo>
                <a:cubicBezTo>
                  <a:pt x="786162" y="69960"/>
                  <a:pt x="787469" y="66125"/>
                  <a:pt x="788324" y="61934"/>
                </a:cubicBezTo>
                <a:lnTo>
                  <a:pt x="790747" y="50174"/>
                </a:lnTo>
                <a:close/>
                <a:moveTo>
                  <a:pt x="893626" y="34067"/>
                </a:moveTo>
                <a:cubicBezTo>
                  <a:pt x="893626" y="34495"/>
                  <a:pt x="893603" y="34958"/>
                  <a:pt x="893555" y="35457"/>
                </a:cubicBezTo>
                <a:cubicBezTo>
                  <a:pt x="893508" y="35956"/>
                  <a:pt x="893413" y="36467"/>
                  <a:pt x="893270" y="36989"/>
                </a:cubicBezTo>
                <a:cubicBezTo>
                  <a:pt x="893128" y="37512"/>
                  <a:pt x="892938" y="38035"/>
                  <a:pt x="892700" y="38557"/>
                </a:cubicBezTo>
                <a:cubicBezTo>
                  <a:pt x="892462" y="39080"/>
                  <a:pt x="892213" y="39543"/>
                  <a:pt x="891952" y="39947"/>
                </a:cubicBezTo>
                <a:cubicBezTo>
                  <a:pt x="891690" y="40351"/>
                  <a:pt x="891393" y="40672"/>
                  <a:pt x="891061" y="40909"/>
                </a:cubicBezTo>
                <a:cubicBezTo>
                  <a:pt x="890728" y="41147"/>
                  <a:pt x="890348" y="41265"/>
                  <a:pt x="889920" y="41265"/>
                </a:cubicBezTo>
                <a:lnTo>
                  <a:pt x="873528" y="41265"/>
                </a:lnTo>
                <a:lnTo>
                  <a:pt x="866330" y="77137"/>
                </a:lnTo>
                <a:cubicBezTo>
                  <a:pt x="866140" y="78137"/>
                  <a:pt x="865974" y="79258"/>
                  <a:pt x="865831" y="80500"/>
                </a:cubicBezTo>
                <a:cubicBezTo>
                  <a:pt x="865689" y="81740"/>
                  <a:pt x="865617" y="82765"/>
                  <a:pt x="865617" y="83575"/>
                </a:cubicBezTo>
                <a:cubicBezTo>
                  <a:pt x="865617" y="86008"/>
                  <a:pt x="866128" y="87784"/>
                  <a:pt x="867150" y="88905"/>
                </a:cubicBezTo>
                <a:cubicBezTo>
                  <a:pt x="868171" y="90025"/>
                  <a:pt x="869822" y="90584"/>
                  <a:pt x="872103" y="90584"/>
                </a:cubicBezTo>
                <a:cubicBezTo>
                  <a:pt x="873386" y="90584"/>
                  <a:pt x="874502" y="90478"/>
                  <a:pt x="875453" y="90264"/>
                </a:cubicBezTo>
                <a:cubicBezTo>
                  <a:pt x="876403" y="90050"/>
                  <a:pt x="877222" y="89824"/>
                  <a:pt x="877911" y="89587"/>
                </a:cubicBezTo>
                <a:cubicBezTo>
                  <a:pt x="878600" y="89349"/>
                  <a:pt x="879206" y="89123"/>
                  <a:pt x="879729" y="88910"/>
                </a:cubicBezTo>
                <a:cubicBezTo>
                  <a:pt x="880251" y="88696"/>
                  <a:pt x="880703" y="88589"/>
                  <a:pt x="881083" y="88589"/>
                </a:cubicBezTo>
                <a:cubicBezTo>
                  <a:pt x="881463" y="88589"/>
                  <a:pt x="881760" y="88720"/>
                  <a:pt x="881974" y="88981"/>
                </a:cubicBezTo>
                <a:cubicBezTo>
                  <a:pt x="882188" y="89242"/>
                  <a:pt x="882294" y="89729"/>
                  <a:pt x="882294" y="90442"/>
                </a:cubicBezTo>
                <a:cubicBezTo>
                  <a:pt x="882294" y="91060"/>
                  <a:pt x="882235" y="91737"/>
                  <a:pt x="882116" y="92473"/>
                </a:cubicBezTo>
                <a:cubicBezTo>
                  <a:pt x="881998" y="93210"/>
                  <a:pt x="881843" y="93934"/>
                  <a:pt x="881653" y="94647"/>
                </a:cubicBezTo>
                <a:cubicBezTo>
                  <a:pt x="881463" y="95360"/>
                  <a:pt x="881225" y="96001"/>
                  <a:pt x="880940" y="96571"/>
                </a:cubicBezTo>
                <a:cubicBezTo>
                  <a:pt x="880655" y="97141"/>
                  <a:pt x="880346" y="97593"/>
                  <a:pt x="880014" y="97925"/>
                </a:cubicBezTo>
                <a:cubicBezTo>
                  <a:pt x="879634" y="98258"/>
                  <a:pt x="879064" y="98590"/>
                  <a:pt x="878303" y="98923"/>
                </a:cubicBezTo>
                <a:cubicBezTo>
                  <a:pt x="877543" y="99256"/>
                  <a:pt x="876664" y="99553"/>
                  <a:pt x="875666" y="99814"/>
                </a:cubicBezTo>
                <a:cubicBezTo>
                  <a:pt x="874669" y="100075"/>
                  <a:pt x="873611" y="100277"/>
                  <a:pt x="872495" y="100420"/>
                </a:cubicBezTo>
                <a:cubicBezTo>
                  <a:pt x="871378" y="100562"/>
                  <a:pt x="870274" y="100634"/>
                  <a:pt x="869181" y="100634"/>
                </a:cubicBezTo>
                <a:cubicBezTo>
                  <a:pt x="866520" y="100634"/>
                  <a:pt x="864216" y="100348"/>
                  <a:pt x="862268" y="99776"/>
                </a:cubicBezTo>
                <a:cubicBezTo>
                  <a:pt x="860320" y="99204"/>
                  <a:pt x="858680" y="98312"/>
                  <a:pt x="857350" y="97099"/>
                </a:cubicBezTo>
                <a:cubicBezTo>
                  <a:pt x="856020" y="95884"/>
                  <a:pt x="855034" y="94361"/>
                  <a:pt x="854392" y="92529"/>
                </a:cubicBezTo>
                <a:cubicBezTo>
                  <a:pt x="853751" y="90695"/>
                  <a:pt x="853430" y="88493"/>
                  <a:pt x="853430" y="85923"/>
                </a:cubicBezTo>
                <a:cubicBezTo>
                  <a:pt x="853430" y="85351"/>
                  <a:pt x="853454" y="84720"/>
                  <a:pt x="853501" y="84030"/>
                </a:cubicBezTo>
                <a:cubicBezTo>
                  <a:pt x="853549" y="83339"/>
                  <a:pt x="853632" y="82613"/>
                  <a:pt x="853751" y="81852"/>
                </a:cubicBezTo>
                <a:cubicBezTo>
                  <a:pt x="853870" y="81090"/>
                  <a:pt x="853988" y="80328"/>
                  <a:pt x="854107" y="79567"/>
                </a:cubicBezTo>
                <a:cubicBezTo>
                  <a:pt x="854226" y="78805"/>
                  <a:pt x="854357" y="78091"/>
                  <a:pt x="854499" y="77424"/>
                </a:cubicBezTo>
                <a:lnTo>
                  <a:pt x="861697" y="41265"/>
                </a:lnTo>
                <a:lnTo>
                  <a:pt x="852789" y="41265"/>
                </a:lnTo>
                <a:cubicBezTo>
                  <a:pt x="852266" y="41265"/>
                  <a:pt x="851862" y="41111"/>
                  <a:pt x="851577" y="40802"/>
                </a:cubicBezTo>
                <a:cubicBezTo>
                  <a:pt x="851292" y="40493"/>
                  <a:pt x="851149" y="39888"/>
                  <a:pt x="851149" y="38985"/>
                </a:cubicBezTo>
                <a:cubicBezTo>
                  <a:pt x="851149" y="38320"/>
                  <a:pt x="851221" y="37548"/>
                  <a:pt x="851363" y="36669"/>
                </a:cubicBezTo>
                <a:cubicBezTo>
                  <a:pt x="851506" y="35790"/>
                  <a:pt x="851720" y="34970"/>
                  <a:pt x="852005" y="34210"/>
                </a:cubicBezTo>
                <a:cubicBezTo>
                  <a:pt x="852290" y="33449"/>
                  <a:pt x="852658" y="32808"/>
                  <a:pt x="853109" y="32285"/>
                </a:cubicBezTo>
                <a:cubicBezTo>
                  <a:pt x="853561" y="31763"/>
                  <a:pt x="854095" y="31501"/>
                  <a:pt x="854713" y="31501"/>
                </a:cubicBezTo>
                <a:lnTo>
                  <a:pt x="863693" y="31501"/>
                </a:lnTo>
                <a:lnTo>
                  <a:pt x="866758" y="16250"/>
                </a:lnTo>
                <a:cubicBezTo>
                  <a:pt x="866805" y="15917"/>
                  <a:pt x="866960" y="15608"/>
                  <a:pt x="867221" y="15323"/>
                </a:cubicBezTo>
                <a:cubicBezTo>
                  <a:pt x="867482" y="15038"/>
                  <a:pt x="867850" y="14789"/>
                  <a:pt x="868326" y="14575"/>
                </a:cubicBezTo>
                <a:cubicBezTo>
                  <a:pt x="868801" y="14361"/>
                  <a:pt x="869430" y="14207"/>
                  <a:pt x="870214" y="14112"/>
                </a:cubicBezTo>
                <a:cubicBezTo>
                  <a:pt x="870998" y="14016"/>
                  <a:pt x="871960" y="13969"/>
                  <a:pt x="873101" y="13969"/>
                </a:cubicBezTo>
                <a:cubicBezTo>
                  <a:pt x="874241" y="13969"/>
                  <a:pt x="875179" y="14016"/>
                  <a:pt x="875916" y="14112"/>
                </a:cubicBezTo>
                <a:cubicBezTo>
                  <a:pt x="876652" y="14207"/>
                  <a:pt x="877222" y="14361"/>
                  <a:pt x="877626" y="14575"/>
                </a:cubicBezTo>
                <a:cubicBezTo>
                  <a:pt x="878030" y="14789"/>
                  <a:pt x="878291" y="15038"/>
                  <a:pt x="878410" y="15323"/>
                </a:cubicBezTo>
                <a:cubicBezTo>
                  <a:pt x="878529" y="15608"/>
                  <a:pt x="878565" y="15917"/>
                  <a:pt x="878517" y="16250"/>
                </a:cubicBezTo>
                <a:lnTo>
                  <a:pt x="875453" y="31501"/>
                </a:lnTo>
                <a:lnTo>
                  <a:pt x="891845" y="31501"/>
                </a:lnTo>
                <a:cubicBezTo>
                  <a:pt x="892557" y="31501"/>
                  <a:pt x="893033" y="31763"/>
                  <a:pt x="893270" y="32285"/>
                </a:cubicBezTo>
                <a:cubicBezTo>
                  <a:pt x="893508" y="32808"/>
                  <a:pt x="893626" y="33402"/>
                  <a:pt x="893626" y="34067"/>
                </a:cubicBezTo>
                <a:close/>
                <a:moveTo>
                  <a:pt x="947675" y="97569"/>
                </a:moveTo>
                <a:cubicBezTo>
                  <a:pt x="947485" y="98377"/>
                  <a:pt x="946963" y="98947"/>
                  <a:pt x="946107" y="99279"/>
                </a:cubicBezTo>
                <a:cubicBezTo>
                  <a:pt x="945252" y="99612"/>
                  <a:pt x="943827" y="99778"/>
                  <a:pt x="941831" y="99778"/>
                </a:cubicBezTo>
                <a:cubicBezTo>
                  <a:pt x="940881" y="99778"/>
                  <a:pt x="940097" y="99731"/>
                  <a:pt x="939479" y="99636"/>
                </a:cubicBezTo>
                <a:cubicBezTo>
                  <a:pt x="938862" y="99541"/>
                  <a:pt x="938363" y="99410"/>
                  <a:pt x="937983" y="99244"/>
                </a:cubicBezTo>
                <a:cubicBezTo>
                  <a:pt x="937603" y="99077"/>
                  <a:pt x="937341" y="98864"/>
                  <a:pt x="937199" y="98602"/>
                </a:cubicBezTo>
                <a:cubicBezTo>
                  <a:pt x="937056" y="98341"/>
                  <a:pt x="937056" y="97997"/>
                  <a:pt x="937199" y="97569"/>
                </a:cubicBezTo>
                <a:lnTo>
                  <a:pt x="939551" y="85453"/>
                </a:lnTo>
                <a:cubicBezTo>
                  <a:pt x="938933" y="86981"/>
                  <a:pt x="937816" y="88652"/>
                  <a:pt x="936201" y="90466"/>
                </a:cubicBezTo>
                <a:cubicBezTo>
                  <a:pt x="934585" y="92279"/>
                  <a:pt x="932673" y="93950"/>
                  <a:pt x="930464" y="95478"/>
                </a:cubicBezTo>
                <a:cubicBezTo>
                  <a:pt x="928254" y="97005"/>
                  <a:pt x="925795" y="98271"/>
                  <a:pt x="923087" y="99273"/>
                </a:cubicBezTo>
                <a:cubicBezTo>
                  <a:pt x="920379" y="100275"/>
                  <a:pt x="917623" y="100776"/>
                  <a:pt x="914820" y="100776"/>
                </a:cubicBezTo>
                <a:cubicBezTo>
                  <a:pt x="911019" y="100776"/>
                  <a:pt x="907871" y="100110"/>
                  <a:pt x="905377" y="98778"/>
                </a:cubicBezTo>
                <a:cubicBezTo>
                  <a:pt x="902882" y="97446"/>
                  <a:pt x="900898" y="95687"/>
                  <a:pt x="899425" y="93500"/>
                </a:cubicBezTo>
                <a:cubicBezTo>
                  <a:pt x="897953" y="91311"/>
                  <a:pt x="896943" y="88838"/>
                  <a:pt x="896396" y="86079"/>
                </a:cubicBezTo>
                <a:cubicBezTo>
                  <a:pt x="895850" y="83320"/>
                  <a:pt x="895577" y="80490"/>
                  <a:pt x="895577" y="77589"/>
                </a:cubicBezTo>
                <a:cubicBezTo>
                  <a:pt x="895577" y="74927"/>
                  <a:pt x="895826" y="71907"/>
                  <a:pt x="896325" y="68531"/>
                </a:cubicBezTo>
                <a:cubicBezTo>
                  <a:pt x="896824" y="65153"/>
                  <a:pt x="897632" y="61704"/>
                  <a:pt x="898748" y="58185"/>
                </a:cubicBezTo>
                <a:cubicBezTo>
                  <a:pt x="899865" y="54665"/>
                  <a:pt x="901314" y="51240"/>
                  <a:pt x="903096" y="47911"/>
                </a:cubicBezTo>
                <a:cubicBezTo>
                  <a:pt x="904878" y="44583"/>
                  <a:pt x="907028" y="41598"/>
                  <a:pt x="909546" y="38958"/>
                </a:cubicBezTo>
                <a:cubicBezTo>
                  <a:pt x="912064" y="36318"/>
                  <a:pt x="914986" y="34202"/>
                  <a:pt x="918312" y="32608"/>
                </a:cubicBezTo>
                <a:cubicBezTo>
                  <a:pt x="921638" y="31015"/>
                  <a:pt x="925415" y="30219"/>
                  <a:pt x="929644" y="30219"/>
                </a:cubicBezTo>
                <a:cubicBezTo>
                  <a:pt x="933873" y="30219"/>
                  <a:pt x="937496" y="31074"/>
                  <a:pt x="940513" y="32784"/>
                </a:cubicBezTo>
                <a:cubicBezTo>
                  <a:pt x="943530" y="34495"/>
                  <a:pt x="946226" y="36847"/>
                  <a:pt x="948602" y="39840"/>
                </a:cubicBezTo>
                <a:lnTo>
                  <a:pt x="949956" y="33354"/>
                </a:lnTo>
                <a:cubicBezTo>
                  <a:pt x="950146" y="32594"/>
                  <a:pt x="950693" y="32048"/>
                  <a:pt x="951595" y="31715"/>
                </a:cubicBezTo>
                <a:cubicBezTo>
                  <a:pt x="952498" y="31383"/>
                  <a:pt x="953900" y="31216"/>
                  <a:pt x="955800" y="31216"/>
                </a:cubicBezTo>
                <a:cubicBezTo>
                  <a:pt x="956750" y="31216"/>
                  <a:pt x="957546" y="31252"/>
                  <a:pt x="958188" y="31323"/>
                </a:cubicBezTo>
                <a:cubicBezTo>
                  <a:pt x="958829" y="31395"/>
                  <a:pt x="959340" y="31525"/>
                  <a:pt x="959720" y="31715"/>
                </a:cubicBezTo>
                <a:cubicBezTo>
                  <a:pt x="960100" y="31905"/>
                  <a:pt x="960338" y="32143"/>
                  <a:pt x="960433" y="32428"/>
                </a:cubicBezTo>
                <a:cubicBezTo>
                  <a:pt x="960528" y="32713"/>
                  <a:pt x="960552" y="33022"/>
                  <a:pt x="960504" y="33354"/>
                </a:cubicBezTo>
                <a:lnTo>
                  <a:pt x="947675" y="97569"/>
                </a:lnTo>
                <a:moveTo>
                  <a:pt x="945466" y="50174"/>
                </a:moveTo>
                <a:cubicBezTo>
                  <a:pt x="943233" y="46896"/>
                  <a:pt x="940822" y="44437"/>
                  <a:pt x="938232" y="42798"/>
                </a:cubicBezTo>
                <a:cubicBezTo>
                  <a:pt x="935643" y="41159"/>
                  <a:pt x="932732" y="40339"/>
                  <a:pt x="929502" y="40339"/>
                </a:cubicBezTo>
                <a:cubicBezTo>
                  <a:pt x="926936" y="40339"/>
                  <a:pt x="924619" y="40945"/>
                  <a:pt x="922553" y="42159"/>
                </a:cubicBezTo>
                <a:cubicBezTo>
                  <a:pt x="920486" y="43372"/>
                  <a:pt x="918657" y="44977"/>
                  <a:pt x="917065" y="46976"/>
                </a:cubicBezTo>
                <a:cubicBezTo>
                  <a:pt x="915473" y="48975"/>
                  <a:pt x="914095" y="51247"/>
                  <a:pt x="912931" y="53793"/>
                </a:cubicBezTo>
                <a:cubicBezTo>
                  <a:pt x="911767" y="56338"/>
                  <a:pt x="910817" y="58967"/>
                  <a:pt x="910080" y="61680"/>
                </a:cubicBezTo>
                <a:cubicBezTo>
                  <a:pt x="909344" y="64391"/>
                  <a:pt x="908798" y="67056"/>
                  <a:pt x="908441" y="69673"/>
                </a:cubicBezTo>
                <a:cubicBezTo>
                  <a:pt x="908085" y="72290"/>
                  <a:pt x="907907" y="74644"/>
                  <a:pt x="907907" y="76738"/>
                </a:cubicBezTo>
                <a:cubicBezTo>
                  <a:pt x="907907" y="78404"/>
                  <a:pt x="908037" y="80058"/>
                  <a:pt x="908299" y="81700"/>
                </a:cubicBezTo>
                <a:cubicBezTo>
                  <a:pt x="908560" y="83341"/>
                  <a:pt x="909059" y="84839"/>
                  <a:pt x="909795" y="86195"/>
                </a:cubicBezTo>
                <a:cubicBezTo>
                  <a:pt x="910532" y="87550"/>
                  <a:pt x="911541" y="88645"/>
                  <a:pt x="912824" y="89478"/>
                </a:cubicBezTo>
                <a:cubicBezTo>
                  <a:pt x="914107" y="90311"/>
                  <a:pt x="915770" y="90727"/>
                  <a:pt x="917813" y="90727"/>
                </a:cubicBezTo>
                <a:cubicBezTo>
                  <a:pt x="920426" y="90727"/>
                  <a:pt x="923052" y="90001"/>
                  <a:pt x="925689" y="88549"/>
                </a:cubicBezTo>
                <a:cubicBezTo>
                  <a:pt x="928326" y="87095"/>
                  <a:pt x="930784" y="85083"/>
                  <a:pt x="933065" y="82511"/>
                </a:cubicBezTo>
                <a:cubicBezTo>
                  <a:pt x="935346" y="79939"/>
                  <a:pt x="937365" y="76915"/>
                  <a:pt x="939123" y="73437"/>
                </a:cubicBezTo>
                <a:cubicBezTo>
                  <a:pt x="940881" y="69960"/>
                  <a:pt x="942188" y="66125"/>
                  <a:pt x="943043" y="61934"/>
                </a:cubicBezTo>
                <a:lnTo>
                  <a:pt x="945466" y="50174"/>
                </a:lnTo>
                <a:close/>
                <a:moveTo>
                  <a:pt x="1004526" y="64856"/>
                </a:moveTo>
                <a:lnTo>
                  <a:pt x="1018495" y="96215"/>
                </a:lnTo>
                <a:cubicBezTo>
                  <a:pt x="1018780" y="96880"/>
                  <a:pt x="1018887" y="97438"/>
                  <a:pt x="1018815" y="97890"/>
                </a:cubicBezTo>
                <a:cubicBezTo>
                  <a:pt x="1018744" y="98341"/>
                  <a:pt x="1018447" y="98709"/>
                  <a:pt x="1017925" y="98994"/>
                </a:cubicBezTo>
                <a:cubicBezTo>
                  <a:pt x="1017402" y="99279"/>
                  <a:pt x="1016677" y="99481"/>
                  <a:pt x="1015751" y="99600"/>
                </a:cubicBezTo>
                <a:cubicBezTo>
                  <a:pt x="1014824" y="99719"/>
                  <a:pt x="1013625" y="99778"/>
                  <a:pt x="1012152" y="99778"/>
                </a:cubicBezTo>
                <a:cubicBezTo>
                  <a:pt x="1010821" y="99778"/>
                  <a:pt x="1009776" y="99743"/>
                  <a:pt x="1009016" y="99671"/>
                </a:cubicBezTo>
                <a:cubicBezTo>
                  <a:pt x="1008256" y="99600"/>
                  <a:pt x="1007662" y="99481"/>
                  <a:pt x="1007234" y="99315"/>
                </a:cubicBezTo>
                <a:cubicBezTo>
                  <a:pt x="1006806" y="99149"/>
                  <a:pt x="1006521" y="98935"/>
                  <a:pt x="1006379" y="98674"/>
                </a:cubicBezTo>
                <a:cubicBezTo>
                  <a:pt x="1006236" y="98412"/>
                  <a:pt x="1006094" y="98115"/>
                  <a:pt x="1005951" y="97783"/>
                </a:cubicBezTo>
                <a:lnTo>
                  <a:pt x="995261" y="72482"/>
                </a:lnTo>
                <a:lnTo>
                  <a:pt x="975091" y="97783"/>
                </a:lnTo>
                <a:cubicBezTo>
                  <a:pt x="974806" y="98115"/>
                  <a:pt x="974509" y="98412"/>
                  <a:pt x="974200" y="98674"/>
                </a:cubicBezTo>
                <a:cubicBezTo>
                  <a:pt x="973891" y="98935"/>
                  <a:pt x="973452" y="99137"/>
                  <a:pt x="972882" y="99279"/>
                </a:cubicBezTo>
                <a:cubicBezTo>
                  <a:pt x="972312" y="99422"/>
                  <a:pt x="971587" y="99541"/>
                  <a:pt x="970708" y="99636"/>
                </a:cubicBezTo>
                <a:cubicBezTo>
                  <a:pt x="969829" y="99731"/>
                  <a:pt x="968677" y="99778"/>
                  <a:pt x="967251" y="99778"/>
                </a:cubicBezTo>
                <a:cubicBezTo>
                  <a:pt x="965874" y="99778"/>
                  <a:pt x="964757" y="99719"/>
                  <a:pt x="963902" y="99600"/>
                </a:cubicBezTo>
                <a:cubicBezTo>
                  <a:pt x="963046" y="99481"/>
                  <a:pt x="962417" y="99279"/>
                  <a:pt x="962013" y="98994"/>
                </a:cubicBezTo>
                <a:cubicBezTo>
                  <a:pt x="961609" y="98709"/>
                  <a:pt x="961443" y="98353"/>
                  <a:pt x="961514" y="97925"/>
                </a:cubicBezTo>
                <a:cubicBezTo>
                  <a:pt x="961585" y="97498"/>
                  <a:pt x="961859" y="96951"/>
                  <a:pt x="962334" y="96286"/>
                </a:cubicBezTo>
                <a:lnTo>
                  <a:pt x="988989" y="64642"/>
                </a:lnTo>
                <a:lnTo>
                  <a:pt x="975804" y="34709"/>
                </a:lnTo>
                <a:cubicBezTo>
                  <a:pt x="975519" y="34043"/>
                  <a:pt x="975400" y="33485"/>
                  <a:pt x="975447" y="33034"/>
                </a:cubicBezTo>
                <a:cubicBezTo>
                  <a:pt x="975495" y="32582"/>
                  <a:pt x="975744" y="32214"/>
                  <a:pt x="976196" y="31929"/>
                </a:cubicBezTo>
                <a:cubicBezTo>
                  <a:pt x="976647" y="31644"/>
                  <a:pt x="977324" y="31454"/>
                  <a:pt x="978227" y="31359"/>
                </a:cubicBezTo>
                <a:cubicBezTo>
                  <a:pt x="979130" y="31264"/>
                  <a:pt x="980318" y="31216"/>
                  <a:pt x="981791" y="31216"/>
                </a:cubicBezTo>
                <a:cubicBezTo>
                  <a:pt x="983121" y="31216"/>
                  <a:pt x="984166" y="31252"/>
                  <a:pt x="984926" y="31323"/>
                </a:cubicBezTo>
                <a:cubicBezTo>
                  <a:pt x="985687" y="31395"/>
                  <a:pt x="986269" y="31501"/>
                  <a:pt x="986673" y="31644"/>
                </a:cubicBezTo>
                <a:cubicBezTo>
                  <a:pt x="987076" y="31787"/>
                  <a:pt x="987361" y="31977"/>
                  <a:pt x="987528" y="32214"/>
                </a:cubicBezTo>
                <a:cubicBezTo>
                  <a:pt x="987694" y="32452"/>
                  <a:pt x="987849" y="32737"/>
                  <a:pt x="987991" y="33069"/>
                </a:cubicBezTo>
                <a:lnTo>
                  <a:pt x="998183" y="57016"/>
                </a:lnTo>
                <a:lnTo>
                  <a:pt x="1017426" y="33069"/>
                </a:lnTo>
                <a:cubicBezTo>
                  <a:pt x="1017711" y="32784"/>
                  <a:pt x="1017996" y="32523"/>
                  <a:pt x="1018281" y="32285"/>
                </a:cubicBezTo>
                <a:cubicBezTo>
                  <a:pt x="1018566" y="32048"/>
                  <a:pt x="1018970" y="31846"/>
                  <a:pt x="1019492" y="31680"/>
                </a:cubicBezTo>
                <a:cubicBezTo>
                  <a:pt x="1020015" y="31513"/>
                  <a:pt x="1020668" y="31395"/>
                  <a:pt x="1021452" y="31323"/>
                </a:cubicBezTo>
                <a:cubicBezTo>
                  <a:pt x="1022236" y="31252"/>
                  <a:pt x="1023270" y="31216"/>
                  <a:pt x="1024553" y="31216"/>
                </a:cubicBezTo>
                <a:cubicBezTo>
                  <a:pt x="1025978" y="31216"/>
                  <a:pt x="1027142" y="31264"/>
                  <a:pt x="1028045" y="31359"/>
                </a:cubicBezTo>
                <a:cubicBezTo>
                  <a:pt x="1028948" y="31454"/>
                  <a:pt x="1029613" y="31620"/>
                  <a:pt x="1030040" y="31858"/>
                </a:cubicBezTo>
                <a:cubicBezTo>
                  <a:pt x="1030468" y="32095"/>
                  <a:pt x="1030646" y="32440"/>
                  <a:pt x="1030575" y="32891"/>
                </a:cubicBezTo>
                <a:cubicBezTo>
                  <a:pt x="1030504" y="33343"/>
                  <a:pt x="1030159" y="33901"/>
                  <a:pt x="1029542" y="34566"/>
                </a:cubicBezTo>
                <a:lnTo>
                  <a:pt x="1004526" y="64856"/>
                </a:lnTo>
                <a:close/>
                <a:moveTo>
                  <a:pt x="1094741" y="54689"/>
                </a:moveTo>
                <a:cubicBezTo>
                  <a:pt x="1094741" y="58208"/>
                  <a:pt x="1094409" y="61799"/>
                  <a:pt x="1093744" y="65462"/>
                </a:cubicBezTo>
                <a:cubicBezTo>
                  <a:pt x="1093078" y="69123"/>
                  <a:pt x="1092069" y="72655"/>
                  <a:pt x="1090715" y="76056"/>
                </a:cubicBezTo>
                <a:cubicBezTo>
                  <a:pt x="1089360" y="79457"/>
                  <a:pt x="1087638" y="82655"/>
                  <a:pt x="1085547" y="85651"/>
                </a:cubicBezTo>
                <a:cubicBezTo>
                  <a:pt x="1083457" y="88648"/>
                  <a:pt x="1080998" y="91264"/>
                  <a:pt x="1078171" y="93500"/>
                </a:cubicBezTo>
                <a:cubicBezTo>
                  <a:pt x="1075344" y="95734"/>
                  <a:pt x="1072137" y="97506"/>
                  <a:pt x="1068550" y="98814"/>
                </a:cubicBezTo>
                <a:cubicBezTo>
                  <a:pt x="1064962" y="100122"/>
                  <a:pt x="1060959" y="100776"/>
                  <a:pt x="1056540" y="100776"/>
                </a:cubicBezTo>
                <a:cubicBezTo>
                  <a:pt x="1051979" y="100776"/>
                  <a:pt x="1048071" y="100230"/>
                  <a:pt x="1044817" y="99137"/>
                </a:cubicBezTo>
                <a:cubicBezTo>
                  <a:pt x="1041562" y="98043"/>
                  <a:pt x="1038889" y="96449"/>
                  <a:pt x="1036799" y="94357"/>
                </a:cubicBezTo>
                <a:cubicBezTo>
                  <a:pt x="1034708" y="92264"/>
                  <a:pt x="1033164" y="89695"/>
                  <a:pt x="1032166" y="86651"/>
                </a:cubicBezTo>
                <a:cubicBezTo>
                  <a:pt x="1031168" y="83607"/>
                  <a:pt x="1030669" y="80159"/>
                  <a:pt x="1030669" y="76306"/>
                </a:cubicBezTo>
                <a:cubicBezTo>
                  <a:pt x="1030669" y="72787"/>
                  <a:pt x="1030990" y="69197"/>
                  <a:pt x="1031632" y="65535"/>
                </a:cubicBezTo>
                <a:cubicBezTo>
                  <a:pt x="1032273" y="61872"/>
                  <a:pt x="1033283" y="58353"/>
                  <a:pt x="1034661" y="54976"/>
                </a:cubicBezTo>
                <a:cubicBezTo>
                  <a:pt x="1036038" y="51598"/>
                  <a:pt x="1037761" y="48399"/>
                  <a:pt x="1039828" y="45379"/>
                </a:cubicBezTo>
                <a:cubicBezTo>
                  <a:pt x="1041894" y="42359"/>
                  <a:pt x="1044341" y="39732"/>
                  <a:pt x="1047168" y="37497"/>
                </a:cubicBezTo>
                <a:cubicBezTo>
                  <a:pt x="1049996" y="35261"/>
                  <a:pt x="1053203" y="33489"/>
                  <a:pt x="1056790" y="32181"/>
                </a:cubicBezTo>
                <a:cubicBezTo>
                  <a:pt x="1060377" y="30873"/>
                  <a:pt x="1064380" y="30219"/>
                  <a:pt x="1068799" y="30219"/>
                </a:cubicBezTo>
                <a:cubicBezTo>
                  <a:pt x="1073360" y="30219"/>
                  <a:pt x="1077268" y="30778"/>
                  <a:pt x="1080523" y="31896"/>
                </a:cubicBezTo>
                <a:cubicBezTo>
                  <a:pt x="1083778" y="33014"/>
                  <a:pt x="1086462" y="34619"/>
                  <a:pt x="1088576" y="36711"/>
                </a:cubicBezTo>
                <a:cubicBezTo>
                  <a:pt x="1090691" y="38803"/>
                  <a:pt x="1092247" y="41372"/>
                  <a:pt x="1093245" y="44417"/>
                </a:cubicBezTo>
                <a:cubicBezTo>
                  <a:pt x="1094242" y="47461"/>
                  <a:pt x="1094741" y="50885"/>
                  <a:pt x="1094741" y="54689"/>
                </a:cubicBezTo>
                <a:moveTo>
                  <a:pt x="1082340" y="55399"/>
                </a:moveTo>
                <a:cubicBezTo>
                  <a:pt x="1082340" y="53019"/>
                  <a:pt x="1082091" y="50878"/>
                  <a:pt x="1081592" y="48976"/>
                </a:cubicBezTo>
                <a:cubicBezTo>
                  <a:pt x="1081093" y="47073"/>
                  <a:pt x="1080262" y="45467"/>
                  <a:pt x="1079098" y="44159"/>
                </a:cubicBezTo>
                <a:cubicBezTo>
                  <a:pt x="1077933" y="42849"/>
                  <a:pt x="1076413" y="41838"/>
                  <a:pt x="1074536" y="41125"/>
                </a:cubicBezTo>
                <a:cubicBezTo>
                  <a:pt x="1072659" y="40411"/>
                  <a:pt x="1070391" y="40054"/>
                  <a:pt x="1067730" y="40054"/>
                </a:cubicBezTo>
                <a:cubicBezTo>
                  <a:pt x="1064879" y="40054"/>
                  <a:pt x="1062290" y="40565"/>
                  <a:pt x="1059961" y="41588"/>
                </a:cubicBezTo>
                <a:cubicBezTo>
                  <a:pt x="1057633" y="42611"/>
                  <a:pt x="1055555" y="43992"/>
                  <a:pt x="1053725" y="45729"/>
                </a:cubicBezTo>
                <a:cubicBezTo>
                  <a:pt x="1051896" y="47464"/>
                  <a:pt x="1050304" y="49499"/>
                  <a:pt x="1048950" y="51831"/>
                </a:cubicBezTo>
                <a:cubicBezTo>
                  <a:pt x="1047596" y="54162"/>
                  <a:pt x="1046480" y="56649"/>
                  <a:pt x="1045601" y="59290"/>
                </a:cubicBezTo>
                <a:cubicBezTo>
                  <a:pt x="1044722" y="61930"/>
                  <a:pt x="1044068" y="64642"/>
                  <a:pt x="1043641" y="67426"/>
                </a:cubicBezTo>
                <a:cubicBezTo>
                  <a:pt x="1043213" y="70209"/>
                  <a:pt x="1042999" y="72932"/>
                  <a:pt x="1042999" y="75595"/>
                </a:cubicBezTo>
                <a:cubicBezTo>
                  <a:pt x="1042999" y="77976"/>
                  <a:pt x="1043260" y="80117"/>
                  <a:pt x="1043783" y="82021"/>
                </a:cubicBezTo>
                <a:cubicBezTo>
                  <a:pt x="1044306" y="83923"/>
                  <a:pt x="1045149" y="85541"/>
                  <a:pt x="1046313" y="86874"/>
                </a:cubicBezTo>
                <a:cubicBezTo>
                  <a:pt x="1047477" y="88206"/>
                  <a:pt x="1048986" y="89229"/>
                  <a:pt x="1050839" y="89943"/>
                </a:cubicBezTo>
                <a:cubicBezTo>
                  <a:pt x="1052692" y="90656"/>
                  <a:pt x="1054949" y="91012"/>
                  <a:pt x="1057610" y="91012"/>
                </a:cubicBezTo>
                <a:cubicBezTo>
                  <a:pt x="1060508" y="91012"/>
                  <a:pt x="1063109" y="90501"/>
                  <a:pt x="1065414" y="89478"/>
                </a:cubicBezTo>
                <a:cubicBezTo>
                  <a:pt x="1067718" y="88455"/>
                  <a:pt x="1069785" y="87063"/>
                  <a:pt x="1071614" y="85304"/>
                </a:cubicBezTo>
                <a:cubicBezTo>
                  <a:pt x="1073443" y="83543"/>
                  <a:pt x="1075035" y="81497"/>
                  <a:pt x="1076389" y="79166"/>
                </a:cubicBezTo>
                <a:cubicBezTo>
                  <a:pt x="1077743" y="76833"/>
                  <a:pt x="1078860" y="74335"/>
                  <a:pt x="1079739" y="71671"/>
                </a:cubicBezTo>
                <a:cubicBezTo>
                  <a:pt x="1080618" y="69006"/>
                  <a:pt x="1081271" y="66294"/>
                  <a:pt x="1081699" y="63535"/>
                </a:cubicBezTo>
                <a:cubicBezTo>
                  <a:pt x="1082127" y="60775"/>
                  <a:pt x="1082340" y="58063"/>
                  <a:pt x="1082340" y="55399"/>
                </a:cubicBezTo>
                <a:close/>
                <a:moveTo>
                  <a:pt x="1167267" y="47609"/>
                </a:moveTo>
                <a:cubicBezTo>
                  <a:pt x="1167267" y="49271"/>
                  <a:pt x="1167172" y="50911"/>
                  <a:pt x="1166982" y="52526"/>
                </a:cubicBezTo>
                <a:cubicBezTo>
                  <a:pt x="1166792" y="54142"/>
                  <a:pt x="1166531" y="55805"/>
                  <a:pt x="1166198" y="57515"/>
                </a:cubicBezTo>
                <a:lnTo>
                  <a:pt x="1158145" y="97569"/>
                </a:lnTo>
                <a:cubicBezTo>
                  <a:pt x="1158050" y="97949"/>
                  <a:pt x="1157895" y="98270"/>
                  <a:pt x="1157682" y="98531"/>
                </a:cubicBezTo>
                <a:cubicBezTo>
                  <a:pt x="1157468" y="98792"/>
                  <a:pt x="1157111" y="99018"/>
                  <a:pt x="1156612" y="99208"/>
                </a:cubicBezTo>
                <a:cubicBezTo>
                  <a:pt x="1156114" y="99398"/>
                  <a:pt x="1155484" y="99541"/>
                  <a:pt x="1154724" y="99636"/>
                </a:cubicBezTo>
                <a:cubicBezTo>
                  <a:pt x="1153964" y="99731"/>
                  <a:pt x="1152990" y="99778"/>
                  <a:pt x="1151802" y="99778"/>
                </a:cubicBezTo>
                <a:cubicBezTo>
                  <a:pt x="1150661" y="99778"/>
                  <a:pt x="1149723" y="99731"/>
                  <a:pt x="1148987" y="99636"/>
                </a:cubicBezTo>
                <a:cubicBezTo>
                  <a:pt x="1148250" y="99541"/>
                  <a:pt x="1147680" y="99398"/>
                  <a:pt x="1147276" y="99208"/>
                </a:cubicBezTo>
                <a:cubicBezTo>
                  <a:pt x="1146872" y="99018"/>
                  <a:pt x="1146611" y="98792"/>
                  <a:pt x="1146492" y="98531"/>
                </a:cubicBezTo>
                <a:cubicBezTo>
                  <a:pt x="1146373" y="98270"/>
                  <a:pt x="1146338" y="97949"/>
                  <a:pt x="1146385" y="97569"/>
                </a:cubicBezTo>
                <a:lnTo>
                  <a:pt x="1154296" y="57943"/>
                </a:lnTo>
                <a:cubicBezTo>
                  <a:pt x="1154629" y="56470"/>
                  <a:pt x="1154854" y="55044"/>
                  <a:pt x="1154973" y="53666"/>
                </a:cubicBezTo>
                <a:cubicBezTo>
                  <a:pt x="1155092" y="52289"/>
                  <a:pt x="1155151" y="51077"/>
                  <a:pt x="1155151" y="50032"/>
                </a:cubicBezTo>
                <a:cubicBezTo>
                  <a:pt x="1155151" y="47133"/>
                  <a:pt x="1154534" y="44793"/>
                  <a:pt x="1153298" y="43012"/>
                </a:cubicBezTo>
                <a:cubicBezTo>
                  <a:pt x="1152063" y="41230"/>
                  <a:pt x="1149996" y="40339"/>
                  <a:pt x="1147098" y="40339"/>
                </a:cubicBezTo>
                <a:cubicBezTo>
                  <a:pt x="1144580" y="40339"/>
                  <a:pt x="1142002" y="41064"/>
                  <a:pt x="1139365" y="42513"/>
                </a:cubicBezTo>
                <a:cubicBezTo>
                  <a:pt x="1136728" y="43962"/>
                  <a:pt x="1134281" y="45957"/>
                  <a:pt x="1132024" y="48499"/>
                </a:cubicBezTo>
                <a:cubicBezTo>
                  <a:pt x="1129767" y="51041"/>
                  <a:pt x="1127748" y="54058"/>
                  <a:pt x="1125966" y="57551"/>
                </a:cubicBezTo>
                <a:cubicBezTo>
                  <a:pt x="1124184" y="61043"/>
                  <a:pt x="1122890" y="64832"/>
                  <a:pt x="1122082" y="68918"/>
                </a:cubicBezTo>
                <a:lnTo>
                  <a:pt x="1116380" y="97569"/>
                </a:lnTo>
                <a:cubicBezTo>
                  <a:pt x="1116285" y="97949"/>
                  <a:pt x="1116119" y="98270"/>
                  <a:pt x="1115882" y="98531"/>
                </a:cubicBezTo>
                <a:cubicBezTo>
                  <a:pt x="1115644" y="98792"/>
                  <a:pt x="1115288" y="99018"/>
                  <a:pt x="1114812" y="99208"/>
                </a:cubicBezTo>
                <a:cubicBezTo>
                  <a:pt x="1114337" y="99398"/>
                  <a:pt x="1113708" y="99541"/>
                  <a:pt x="1112924" y="99636"/>
                </a:cubicBezTo>
                <a:cubicBezTo>
                  <a:pt x="1112140" y="99731"/>
                  <a:pt x="1111178" y="99778"/>
                  <a:pt x="1110037" y="99778"/>
                </a:cubicBezTo>
                <a:cubicBezTo>
                  <a:pt x="1108850" y="99778"/>
                  <a:pt x="1107887" y="99731"/>
                  <a:pt x="1107151" y="99636"/>
                </a:cubicBezTo>
                <a:cubicBezTo>
                  <a:pt x="1106414" y="99541"/>
                  <a:pt x="1105844" y="99398"/>
                  <a:pt x="1105440" y="99208"/>
                </a:cubicBezTo>
                <a:cubicBezTo>
                  <a:pt x="1105037" y="99018"/>
                  <a:pt x="1104775" y="98792"/>
                  <a:pt x="1104656" y="98531"/>
                </a:cubicBezTo>
                <a:cubicBezTo>
                  <a:pt x="1104538" y="98270"/>
                  <a:pt x="1104526" y="97949"/>
                  <a:pt x="1104621" y="97569"/>
                </a:cubicBezTo>
                <a:lnTo>
                  <a:pt x="1117521" y="33354"/>
                </a:lnTo>
                <a:cubicBezTo>
                  <a:pt x="1117568" y="33022"/>
                  <a:pt x="1117699" y="32713"/>
                  <a:pt x="1117913" y="32428"/>
                </a:cubicBezTo>
                <a:cubicBezTo>
                  <a:pt x="1118127" y="32143"/>
                  <a:pt x="1118459" y="31905"/>
                  <a:pt x="1118911" y="31715"/>
                </a:cubicBezTo>
                <a:cubicBezTo>
                  <a:pt x="1119362" y="31525"/>
                  <a:pt x="1119932" y="31395"/>
                  <a:pt x="1120621" y="31323"/>
                </a:cubicBezTo>
                <a:cubicBezTo>
                  <a:pt x="1121310" y="31252"/>
                  <a:pt x="1122130" y="31216"/>
                  <a:pt x="1123080" y="31216"/>
                </a:cubicBezTo>
                <a:cubicBezTo>
                  <a:pt x="1124078" y="31216"/>
                  <a:pt x="1124897" y="31252"/>
                  <a:pt x="1125539" y="31323"/>
                </a:cubicBezTo>
                <a:cubicBezTo>
                  <a:pt x="1126180" y="31395"/>
                  <a:pt x="1126679" y="31525"/>
                  <a:pt x="1127035" y="31715"/>
                </a:cubicBezTo>
                <a:cubicBezTo>
                  <a:pt x="1127392" y="31905"/>
                  <a:pt x="1127617" y="32143"/>
                  <a:pt x="1127712" y="32428"/>
                </a:cubicBezTo>
                <a:cubicBezTo>
                  <a:pt x="1127807" y="32713"/>
                  <a:pt x="1127831" y="33022"/>
                  <a:pt x="1127784" y="33354"/>
                </a:cubicBezTo>
                <a:lnTo>
                  <a:pt x="1125360" y="45613"/>
                </a:lnTo>
                <a:cubicBezTo>
                  <a:pt x="1126073" y="43997"/>
                  <a:pt x="1127237" y="42287"/>
                  <a:pt x="1128853" y="40481"/>
                </a:cubicBezTo>
                <a:cubicBezTo>
                  <a:pt x="1130468" y="38676"/>
                  <a:pt x="1132392" y="37013"/>
                  <a:pt x="1134626" y="35493"/>
                </a:cubicBezTo>
                <a:cubicBezTo>
                  <a:pt x="1136859" y="33972"/>
                  <a:pt x="1139318" y="32713"/>
                  <a:pt x="1142002" y="31715"/>
                </a:cubicBezTo>
                <a:cubicBezTo>
                  <a:pt x="1144687" y="30717"/>
                  <a:pt x="1147478" y="30219"/>
                  <a:pt x="1150376" y="30219"/>
                </a:cubicBezTo>
                <a:cubicBezTo>
                  <a:pt x="1153560" y="30219"/>
                  <a:pt x="1156220" y="30706"/>
                  <a:pt x="1158359" y="31680"/>
                </a:cubicBezTo>
                <a:cubicBezTo>
                  <a:pt x="1160497" y="32654"/>
                  <a:pt x="1162231" y="33937"/>
                  <a:pt x="1163561" y="35528"/>
                </a:cubicBezTo>
                <a:cubicBezTo>
                  <a:pt x="1164892" y="37120"/>
                  <a:pt x="1165842" y="38961"/>
                  <a:pt x="1166412" y="41052"/>
                </a:cubicBezTo>
                <a:cubicBezTo>
                  <a:pt x="1166982" y="43142"/>
                  <a:pt x="1167267" y="45328"/>
                  <a:pt x="1167267" y="47609"/>
                </a:cubicBezTo>
                <a:close/>
                <a:moveTo>
                  <a:pt x="1244643" y="54689"/>
                </a:moveTo>
                <a:cubicBezTo>
                  <a:pt x="1244643" y="58208"/>
                  <a:pt x="1244310" y="61799"/>
                  <a:pt x="1243645" y="65462"/>
                </a:cubicBezTo>
                <a:cubicBezTo>
                  <a:pt x="1242980" y="69123"/>
                  <a:pt x="1241970" y="72655"/>
                  <a:pt x="1240616" y="76056"/>
                </a:cubicBezTo>
                <a:cubicBezTo>
                  <a:pt x="1239262" y="79457"/>
                  <a:pt x="1237540" y="82655"/>
                  <a:pt x="1235449" y="85651"/>
                </a:cubicBezTo>
                <a:cubicBezTo>
                  <a:pt x="1233358" y="88648"/>
                  <a:pt x="1230900" y="91264"/>
                  <a:pt x="1228073" y="93500"/>
                </a:cubicBezTo>
                <a:cubicBezTo>
                  <a:pt x="1225246" y="95734"/>
                  <a:pt x="1222038" y="97506"/>
                  <a:pt x="1218451" y="98814"/>
                </a:cubicBezTo>
                <a:cubicBezTo>
                  <a:pt x="1214864" y="100122"/>
                  <a:pt x="1210861" y="100776"/>
                  <a:pt x="1206442" y="100776"/>
                </a:cubicBezTo>
                <a:cubicBezTo>
                  <a:pt x="1201881" y="100776"/>
                  <a:pt x="1197973" y="100230"/>
                  <a:pt x="1194718" y="99137"/>
                </a:cubicBezTo>
                <a:cubicBezTo>
                  <a:pt x="1191463" y="98043"/>
                  <a:pt x="1188791" y="96449"/>
                  <a:pt x="1186700" y="94357"/>
                </a:cubicBezTo>
                <a:cubicBezTo>
                  <a:pt x="1184610" y="92264"/>
                  <a:pt x="1183065" y="89695"/>
                  <a:pt x="1182068" y="86651"/>
                </a:cubicBezTo>
                <a:cubicBezTo>
                  <a:pt x="1181070" y="83607"/>
                  <a:pt x="1180571" y="80159"/>
                  <a:pt x="1180571" y="76306"/>
                </a:cubicBezTo>
                <a:cubicBezTo>
                  <a:pt x="1180571" y="72787"/>
                  <a:pt x="1180892" y="69197"/>
                  <a:pt x="1181533" y="65535"/>
                </a:cubicBezTo>
                <a:cubicBezTo>
                  <a:pt x="1182175" y="61872"/>
                  <a:pt x="1183184" y="58353"/>
                  <a:pt x="1184562" y="54976"/>
                </a:cubicBezTo>
                <a:cubicBezTo>
                  <a:pt x="1185940" y="51598"/>
                  <a:pt x="1187662" y="48399"/>
                  <a:pt x="1189729" y="45379"/>
                </a:cubicBezTo>
                <a:cubicBezTo>
                  <a:pt x="1191796" y="42359"/>
                  <a:pt x="1194243" y="39732"/>
                  <a:pt x="1197070" y="37497"/>
                </a:cubicBezTo>
                <a:cubicBezTo>
                  <a:pt x="1199897" y="35261"/>
                  <a:pt x="1203104" y="33489"/>
                  <a:pt x="1206692" y="32181"/>
                </a:cubicBezTo>
                <a:cubicBezTo>
                  <a:pt x="1210279" y="30873"/>
                  <a:pt x="1214282" y="30219"/>
                  <a:pt x="1218701" y="30219"/>
                </a:cubicBezTo>
                <a:cubicBezTo>
                  <a:pt x="1223262" y="30219"/>
                  <a:pt x="1227170" y="30778"/>
                  <a:pt x="1230425" y="31896"/>
                </a:cubicBezTo>
                <a:cubicBezTo>
                  <a:pt x="1233679" y="33014"/>
                  <a:pt x="1236364" y="34619"/>
                  <a:pt x="1238478" y="36711"/>
                </a:cubicBezTo>
                <a:cubicBezTo>
                  <a:pt x="1240592" y="38803"/>
                  <a:pt x="1242148" y="41372"/>
                  <a:pt x="1243146" y="44417"/>
                </a:cubicBezTo>
                <a:cubicBezTo>
                  <a:pt x="1244144" y="47461"/>
                  <a:pt x="1244643" y="50885"/>
                  <a:pt x="1244643" y="54689"/>
                </a:cubicBezTo>
                <a:moveTo>
                  <a:pt x="1232242" y="55399"/>
                </a:moveTo>
                <a:cubicBezTo>
                  <a:pt x="1232242" y="53019"/>
                  <a:pt x="1231992" y="50878"/>
                  <a:pt x="1231494" y="48976"/>
                </a:cubicBezTo>
                <a:cubicBezTo>
                  <a:pt x="1230995" y="47073"/>
                  <a:pt x="1230163" y="45467"/>
                  <a:pt x="1228999" y="44159"/>
                </a:cubicBezTo>
                <a:cubicBezTo>
                  <a:pt x="1227835" y="42849"/>
                  <a:pt x="1226315" y="41838"/>
                  <a:pt x="1224438" y="41125"/>
                </a:cubicBezTo>
                <a:cubicBezTo>
                  <a:pt x="1222561" y="40411"/>
                  <a:pt x="1220292" y="40054"/>
                  <a:pt x="1217632" y="40054"/>
                </a:cubicBezTo>
                <a:cubicBezTo>
                  <a:pt x="1214781" y="40054"/>
                  <a:pt x="1212191" y="40565"/>
                  <a:pt x="1209863" y="41588"/>
                </a:cubicBezTo>
                <a:cubicBezTo>
                  <a:pt x="1207535" y="42611"/>
                  <a:pt x="1205456" y="43992"/>
                  <a:pt x="1203627" y="45729"/>
                </a:cubicBezTo>
                <a:cubicBezTo>
                  <a:pt x="1201798" y="47464"/>
                  <a:pt x="1200206" y="49499"/>
                  <a:pt x="1198852" y="51831"/>
                </a:cubicBezTo>
                <a:cubicBezTo>
                  <a:pt x="1197498" y="54162"/>
                  <a:pt x="1196381" y="56649"/>
                  <a:pt x="1195502" y="59290"/>
                </a:cubicBezTo>
                <a:cubicBezTo>
                  <a:pt x="1194623" y="61930"/>
                  <a:pt x="1193970" y="64642"/>
                  <a:pt x="1193542" y="67426"/>
                </a:cubicBezTo>
                <a:cubicBezTo>
                  <a:pt x="1193115" y="70209"/>
                  <a:pt x="1192901" y="72932"/>
                  <a:pt x="1192901" y="75595"/>
                </a:cubicBezTo>
                <a:cubicBezTo>
                  <a:pt x="1192901" y="77976"/>
                  <a:pt x="1193162" y="80117"/>
                  <a:pt x="1193685" y="82021"/>
                </a:cubicBezTo>
                <a:cubicBezTo>
                  <a:pt x="1194207" y="83923"/>
                  <a:pt x="1195051" y="85541"/>
                  <a:pt x="1196215" y="86874"/>
                </a:cubicBezTo>
                <a:cubicBezTo>
                  <a:pt x="1197379" y="88206"/>
                  <a:pt x="1198887" y="89229"/>
                  <a:pt x="1200740" y="89943"/>
                </a:cubicBezTo>
                <a:cubicBezTo>
                  <a:pt x="1202593" y="90656"/>
                  <a:pt x="1204850" y="91012"/>
                  <a:pt x="1207511" y="91012"/>
                </a:cubicBezTo>
                <a:cubicBezTo>
                  <a:pt x="1210409" y="91012"/>
                  <a:pt x="1213011" y="90501"/>
                  <a:pt x="1215315" y="89478"/>
                </a:cubicBezTo>
                <a:cubicBezTo>
                  <a:pt x="1217620" y="88455"/>
                  <a:pt x="1219686" y="87063"/>
                  <a:pt x="1221516" y="85304"/>
                </a:cubicBezTo>
                <a:cubicBezTo>
                  <a:pt x="1223345" y="83543"/>
                  <a:pt x="1224937" y="81497"/>
                  <a:pt x="1226291" y="79166"/>
                </a:cubicBezTo>
                <a:cubicBezTo>
                  <a:pt x="1227645" y="76833"/>
                  <a:pt x="1228762" y="74335"/>
                  <a:pt x="1229641" y="71671"/>
                </a:cubicBezTo>
                <a:cubicBezTo>
                  <a:pt x="1230520" y="69006"/>
                  <a:pt x="1231173" y="66294"/>
                  <a:pt x="1231600" y="63535"/>
                </a:cubicBezTo>
                <a:cubicBezTo>
                  <a:pt x="1232028" y="60775"/>
                  <a:pt x="1232242" y="58063"/>
                  <a:pt x="1232242" y="55399"/>
                </a:cubicBezTo>
                <a:close/>
                <a:moveTo>
                  <a:pt x="1348457" y="97569"/>
                </a:moveTo>
                <a:cubicBezTo>
                  <a:pt x="1348409" y="97949"/>
                  <a:pt x="1348267" y="98270"/>
                  <a:pt x="1348029" y="98531"/>
                </a:cubicBezTo>
                <a:cubicBezTo>
                  <a:pt x="1347791" y="98792"/>
                  <a:pt x="1347423" y="99018"/>
                  <a:pt x="1346924" y="99208"/>
                </a:cubicBezTo>
                <a:cubicBezTo>
                  <a:pt x="1346425" y="99398"/>
                  <a:pt x="1345784" y="99541"/>
                  <a:pt x="1345000" y="99636"/>
                </a:cubicBezTo>
                <a:cubicBezTo>
                  <a:pt x="1344216" y="99731"/>
                  <a:pt x="1343254" y="99778"/>
                  <a:pt x="1342114" y="99778"/>
                </a:cubicBezTo>
                <a:cubicBezTo>
                  <a:pt x="1340973" y="99778"/>
                  <a:pt x="1340035" y="99731"/>
                  <a:pt x="1339298" y="99636"/>
                </a:cubicBezTo>
                <a:cubicBezTo>
                  <a:pt x="1338562" y="99541"/>
                  <a:pt x="1337992" y="99398"/>
                  <a:pt x="1337588" y="99208"/>
                </a:cubicBezTo>
                <a:cubicBezTo>
                  <a:pt x="1337184" y="99018"/>
                  <a:pt x="1336911" y="98792"/>
                  <a:pt x="1336768" y="98531"/>
                </a:cubicBezTo>
                <a:cubicBezTo>
                  <a:pt x="1336626" y="98270"/>
                  <a:pt x="1336602" y="97949"/>
                  <a:pt x="1336697" y="97569"/>
                </a:cubicBezTo>
                <a:lnTo>
                  <a:pt x="1344608" y="57943"/>
                </a:lnTo>
                <a:cubicBezTo>
                  <a:pt x="1344846" y="56565"/>
                  <a:pt x="1345047" y="55258"/>
                  <a:pt x="1345214" y="54023"/>
                </a:cubicBezTo>
                <a:cubicBezTo>
                  <a:pt x="1345380" y="52787"/>
                  <a:pt x="1345463" y="51552"/>
                  <a:pt x="1345463" y="50317"/>
                </a:cubicBezTo>
                <a:cubicBezTo>
                  <a:pt x="1345463" y="47276"/>
                  <a:pt x="1344881" y="44853"/>
                  <a:pt x="1343717" y="43047"/>
                </a:cubicBezTo>
                <a:cubicBezTo>
                  <a:pt x="1342553" y="41242"/>
                  <a:pt x="1340522" y="40339"/>
                  <a:pt x="1337623" y="40339"/>
                </a:cubicBezTo>
                <a:cubicBezTo>
                  <a:pt x="1335248" y="40339"/>
                  <a:pt x="1332789" y="41064"/>
                  <a:pt x="1330247" y="42513"/>
                </a:cubicBezTo>
                <a:cubicBezTo>
                  <a:pt x="1327705" y="43962"/>
                  <a:pt x="1325294" y="45957"/>
                  <a:pt x="1323013" y="48499"/>
                </a:cubicBezTo>
                <a:cubicBezTo>
                  <a:pt x="1320732" y="51041"/>
                  <a:pt x="1318713" y="54058"/>
                  <a:pt x="1316955" y="57551"/>
                </a:cubicBezTo>
                <a:cubicBezTo>
                  <a:pt x="1315197" y="61043"/>
                  <a:pt x="1313914" y="64832"/>
                  <a:pt x="1313107" y="68918"/>
                </a:cubicBezTo>
                <a:lnTo>
                  <a:pt x="1307405" y="97569"/>
                </a:lnTo>
                <a:cubicBezTo>
                  <a:pt x="1307310" y="97949"/>
                  <a:pt x="1307144" y="98270"/>
                  <a:pt x="1306906" y="98531"/>
                </a:cubicBezTo>
                <a:cubicBezTo>
                  <a:pt x="1306668" y="98792"/>
                  <a:pt x="1306300" y="99018"/>
                  <a:pt x="1305801" y="99208"/>
                </a:cubicBezTo>
                <a:cubicBezTo>
                  <a:pt x="1305302" y="99398"/>
                  <a:pt x="1304661" y="99541"/>
                  <a:pt x="1303877" y="99636"/>
                </a:cubicBezTo>
                <a:cubicBezTo>
                  <a:pt x="1303093" y="99731"/>
                  <a:pt x="1302131" y="99778"/>
                  <a:pt x="1300991" y="99778"/>
                </a:cubicBezTo>
                <a:cubicBezTo>
                  <a:pt x="1299850" y="99778"/>
                  <a:pt x="1298912" y="99731"/>
                  <a:pt x="1298175" y="99636"/>
                </a:cubicBezTo>
                <a:cubicBezTo>
                  <a:pt x="1297439" y="99541"/>
                  <a:pt x="1296881" y="99398"/>
                  <a:pt x="1296501" y="99208"/>
                </a:cubicBezTo>
                <a:cubicBezTo>
                  <a:pt x="1296120" y="99018"/>
                  <a:pt x="1295859" y="98792"/>
                  <a:pt x="1295717" y="98531"/>
                </a:cubicBezTo>
                <a:cubicBezTo>
                  <a:pt x="1295574" y="98270"/>
                  <a:pt x="1295527" y="97949"/>
                  <a:pt x="1295574" y="97569"/>
                </a:cubicBezTo>
                <a:lnTo>
                  <a:pt x="1303485" y="57943"/>
                </a:lnTo>
                <a:cubicBezTo>
                  <a:pt x="1303818" y="56517"/>
                  <a:pt x="1304043" y="55116"/>
                  <a:pt x="1304162" y="53738"/>
                </a:cubicBezTo>
                <a:cubicBezTo>
                  <a:pt x="1304281" y="52360"/>
                  <a:pt x="1304340" y="51077"/>
                  <a:pt x="1304340" y="49889"/>
                </a:cubicBezTo>
                <a:cubicBezTo>
                  <a:pt x="1304340" y="46991"/>
                  <a:pt x="1303746" y="44675"/>
                  <a:pt x="1302559" y="42940"/>
                </a:cubicBezTo>
                <a:cubicBezTo>
                  <a:pt x="1301371" y="41206"/>
                  <a:pt x="1299351" y="40339"/>
                  <a:pt x="1296501" y="40339"/>
                </a:cubicBezTo>
                <a:cubicBezTo>
                  <a:pt x="1294077" y="40339"/>
                  <a:pt x="1291607" y="41064"/>
                  <a:pt x="1289088" y="42513"/>
                </a:cubicBezTo>
                <a:cubicBezTo>
                  <a:pt x="1286570" y="43962"/>
                  <a:pt x="1284171" y="45957"/>
                  <a:pt x="1281890" y="48499"/>
                </a:cubicBezTo>
                <a:cubicBezTo>
                  <a:pt x="1279610" y="51041"/>
                  <a:pt x="1277590" y="54058"/>
                  <a:pt x="1275832" y="57551"/>
                </a:cubicBezTo>
                <a:cubicBezTo>
                  <a:pt x="1274074" y="61043"/>
                  <a:pt x="1272791" y="64832"/>
                  <a:pt x="1271984" y="68918"/>
                </a:cubicBezTo>
                <a:lnTo>
                  <a:pt x="1266282" y="97569"/>
                </a:lnTo>
                <a:cubicBezTo>
                  <a:pt x="1266187" y="97949"/>
                  <a:pt x="1266021" y="98270"/>
                  <a:pt x="1265783" y="98531"/>
                </a:cubicBezTo>
                <a:cubicBezTo>
                  <a:pt x="1265546" y="98792"/>
                  <a:pt x="1265189" y="99018"/>
                  <a:pt x="1264714" y="99208"/>
                </a:cubicBezTo>
                <a:cubicBezTo>
                  <a:pt x="1264239" y="99398"/>
                  <a:pt x="1263609" y="99541"/>
                  <a:pt x="1262825" y="99636"/>
                </a:cubicBezTo>
                <a:cubicBezTo>
                  <a:pt x="1262041" y="99731"/>
                  <a:pt x="1261079" y="99778"/>
                  <a:pt x="1259939" y="99778"/>
                </a:cubicBezTo>
                <a:cubicBezTo>
                  <a:pt x="1258751" y="99778"/>
                  <a:pt x="1257789" y="99731"/>
                  <a:pt x="1257053" y="99636"/>
                </a:cubicBezTo>
                <a:cubicBezTo>
                  <a:pt x="1256316" y="99541"/>
                  <a:pt x="1255746" y="99398"/>
                  <a:pt x="1255342" y="99208"/>
                </a:cubicBezTo>
                <a:cubicBezTo>
                  <a:pt x="1254938" y="99018"/>
                  <a:pt x="1254677" y="98792"/>
                  <a:pt x="1254558" y="98531"/>
                </a:cubicBezTo>
                <a:cubicBezTo>
                  <a:pt x="1254439" y="98270"/>
                  <a:pt x="1254427" y="97949"/>
                  <a:pt x="1254522" y="97569"/>
                </a:cubicBezTo>
                <a:lnTo>
                  <a:pt x="1267422" y="33354"/>
                </a:lnTo>
                <a:cubicBezTo>
                  <a:pt x="1267470" y="33022"/>
                  <a:pt x="1267600" y="32713"/>
                  <a:pt x="1267814" y="32428"/>
                </a:cubicBezTo>
                <a:cubicBezTo>
                  <a:pt x="1268028" y="32143"/>
                  <a:pt x="1268361" y="31905"/>
                  <a:pt x="1268812" y="31715"/>
                </a:cubicBezTo>
                <a:cubicBezTo>
                  <a:pt x="1269263" y="31525"/>
                  <a:pt x="1269834" y="31395"/>
                  <a:pt x="1270523" y="31323"/>
                </a:cubicBezTo>
                <a:cubicBezTo>
                  <a:pt x="1271212" y="31252"/>
                  <a:pt x="1272031" y="31216"/>
                  <a:pt x="1272981" y="31216"/>
                </a:cubicBezTo>
                <a:cubicBezTo>
                  <a:pt x="1273979" y="31216"/>
                  <a:pt x="1274799" y="31252"/>
                  <a:pt x="1275440" y="31323"/>
                </a:cubicBezTo>
                <a:cubicBezTo>
                  <a:pt x="1276082" y="31395"/>
                  <a:pt x="1276581" y="31525"/>
                  <a:pt x="1276937" y="31715"/>
                </a:cubicBezTo>
                <a:cubicBezTo>
                  <a:pt x="1277293" y="31905"/>
                  <a:pt x="1277519" y="32143"/>
                  <a:pt x="1277614" y="32428"/>
                </a:cubicBezTo>
                <a:cubicBezTo>
                  <a:pt x="1277709" y="32713"/>
                  <a:pt x="1277733" y="33022"/>
                  <a:pt x="1277685" y="33354"/>
                </a:cubicBezTo>
                <a:lnTo>
                  <a:pt x="1275262" y="45613"/>
                </a:lnTo>
                <a:cubicBezTo>
                  <a:pt x="1275975" y="43997"/>
                  <a:pt x="1277151" y="42287"/>
                  <a:pt x="1278790" y="40481"/>
                </a:cubicBezTo>
                <a:cubicBezTo>
                  <a:pt x="1280429" y="38676"/>
                  <a:pt x="1282342" y="37013"/>
                  <a:pt x="1284527" y="35493"/>
                </a:cubicBezTo>
                <a:cubicBezTo>
                  <a:pt x="1286713" y="33972"/>
                  <a:pt x="1289100" y="32713"/>
                  <a:pt x="1291690" y="31715"/>
                </a:cubicBezTo>
                <a:cubicBezTo>
                  <a:pt x="1294279" y="30717"/>
                  <a:pt x="1296928" y="30219"/>
                  <a:pt x="1299636" y="30219"/>
                </a:cubicBezTo>
                <a:cubicBezTo>
                  <a:pt x="1302487" y="30219"/>
                  <a:pt x="1304934" y="30611"/>
                  <a:pt x="1306977" y="31395"/>
                </a:cubicBezTo>
                <a:cubicBezTo>
                  <a:pt x="1309020" y="32179"/>
                  <a:pt x="1310695" y="33248"/>
                  <a:pt x="1312002" y="34602"/>
                </a:cubicBezTo>
                <a:cubicBezTo>
                  <a:pt x="1313308" y="35956"/>
                  <a:pt x="1314271" y="37571"/>
                  <a:pt x="1314888" y="39448"/>
                </a:cubicBezTo>
                <a:cubicBezTo>
                  <a:pt x="1315506" y="41325"/>
                  <a:pt x="1315886" y="43380"/>
                  <a:pt x="1316029" y="45613"/>
                </a:cubicBezTo>
                <a:cubicBezTo>
                  <a:pt x="1316979" y="43950"/>
                  <a:pt x="1318286" y="42216"/>
                  <a:pt x="1319948" y="40410"/>
                </a:cubicBezTo>
                <a:cubicBezTo>
                  <a:pt x="1321611" y="38605"/>
                  <a:pt x="1323536" y="36954"/>
                  <a:pt x="1325721" y="35457"/>
                </a:cubicBezTo>
                <a:cubicBezTo>
                  <a:pt x="1327907" y="33960"/>
                  <a:pt x="1330283" y="32713"/>
                  <a:pt x="1332848" y="31715"/>
                </a:cubicBezTo>
                <a:cubicBezTo>
                  <a:pt x="1335414" y="30717"/>
                  <a:pt x="1338027" y="30219"/>
                  <a:pt x="1340688" y="30219"/>
                </a:cubicBezTo>
                <a:cubicBezTo>
                  <a:pt x="1343872" y="30219"/>
                  <a:pt x="1346532" y="30670"/>
                  <a:pt x="1348670" y="31573"/>
                </a:cubicBezTo>
                <a:cubicBezTo>
                  <a:pt x="1350808" y="32475"/>
                  <a:pt x="1352543" y="33711"/>
                  <a:pt x="1353873" y="35279"/>
                </a:cubicBezTo>
                <a:cubicBezTo>
                  <a:pt x="1355203" y="36847"/>
                  <a:pt x="1356154" y="38676"/>
                  <a:pt x="1356724" y="40767"/>
                </a:cubicBezTo>
                <a:cubicBezTo>
                  <a:pt x="1357294" y="42857"/>
                  <a:pt x="1357579" y="45138"/>
                  <a:pt x="1357579" y="47609"/>
                </a:cubicBezTo>
                <a:cubicBezTo>
                  <a:pt x="1357579" y="49271"/>
                  <a:pt x="1357484" y="50911"/>
                  <a:pt x="1357294" y="52526"/>
                </a:cubicBezTo>
                <a:cubicBezTo>
                  <a:pt x="1357104" y="54142"/>
                  <a:pt x="1356843" y="55805"/>
                  <a:pt x="1356510" y="57515"/>
                </a:cubicBezTo>
                <a:lnTo>
                  <a:pt x="1348457" y="97569"/>
                </a:lnTo>
                <a:close/>
                <a:moveTo>
                  <a:pt x="1429362" y="32927"/>
                </a:moveTo>
                <a:cubicBezTo>
                  <a:pt x="1429362" y="33449"/>
                  <a:pt x="1429315" y="33984"/>
                  <a:pt x="1429220" y="34530"/>
                </a:cubicBezTo>
                <a:cubicBezTo>
                  <a:pt x="1429125" y="35077"/>
                  <a:pt x="1428958" y="35588"/>
                  <a:pt x="1428721" y="36063"/>
                </a:cubicBezTo>
                <a:cubicBezTo>
                  <a:pt x="1427153" y="40386"/>
                  <a:pt x="1425442" y="44888"/>
                  <a:pt x="1423589" y="49568"/>
                </a:cubicBezTo>
                <a:cubicBezTo>
                  <a:pt x="1421736" y="54249"/>
                  <a:pt x="1419575" y="59142"/>
                  <a:pt x="1417104" y="64250"/>
                </a:cubicBezTo>
                <a:cubicBezTo>
                  <a:pt x="1414633" y="69358"/>
                  <a:pt x="1411747" y="74691"/>
                  <a:pt x="1408444" y="80250"/>
                </a:cubicBezTo>
                <a:cubicBezTo>
                  <a:pt x="1405142" y="85809"/>
                  <a:pt x="1401211" y="91654"/>
                  <a:pt x="1396649" y="97783"/>
                </a:cubicBezTo>
                <a:lnTo>
                  <a:pt x="1378190" y="122941"/>
                </a:lnTo>
                <a:cubicBezTo>
                  <a:pt x="1377905" y="123321"/>
                  <a:pt x="1377549" y="123654"/>
                  <a:pt x="1377121" y="123939"/>
                </a:cubicBezTo>
                <a:cubicBezTo>
                  <a:pt x="1376694" y="124224"/>
                  <a:pt x="1376171" y="124473"/>
                  <a:pt x="1375553" y="124687"/>
                </a:cubicBezTo>
                <a:cubicBezTo>
                  <a:pt x="1374936" y="124901"/>
                  <a:pt x="1374187" y="125055"/>
                  <a:pt x="1373308" y="125151"/>
                </a:cubicBezTo>
                <a:cubicBezTo>
                  <a:pt x="1372429" y="125246"/>
                  <a:pt x="1371396" y="125293"/>
                  <a:pt x="1370208" y="125293"/>
                </a:cubicBezTo>
                <a:cubicBezTo>
                  <a:pt x="1368925" y="125293"/>
                  <a:pt x="1367868" y="125234"/>
                  <a:pt x="1367036" y="125115"/>
                </a:cubicBezTo>
                <a:cubicBezTo>
                  <a:pt x="1366205" y="124996"/>
                  <a:pt x="1365575" y="124794"/>
                  <a:pt x="1365148" y="124509"/>
                </a:cubicBezTo>
                <a:cubicBezTo>
                  <a:pt x="1364720" y="124224"/>
                  <a:pt x="1364530" y="123844"/>
                  <a:pt x="1364578" y="123369"/>
                </a:cubicBezTo>
                <a:cubicBezTo>
                  <a:pt x="1364625" y="122894"/>
                  <a:pt x="1364910" y="122323"/>
                  <a:pt x="1365433" y="121658"/>
                </a:cubicBezTo>
                <a:lnTo>
                  <a:pt x="1382823" y="99351"/>
                </a:lnTo>
                <a:lnTo>
                  <a:pt x="1372204" y="36704"/>
                </a:lnTo>
                <a:cubicBezTo>
                  <a:pt x="1372109" y="36134"/>
                  <a:pt x="1372037" y="35611"/>
                  <a:pt x="1371990" y="35136"/>
                </a:cubicBezTo>
                <a:cubicBezTo>
                  <a:pt x="1371942" y="34661"/>
                  <a:pt x="1371918" y="34257"/>
                  <a:pt x="1371918" y="33925"/>
                </a:cubicBezTo>
                <a:cubicBezTo>
                  <a:pt x="1371918" y="33402"/>
                  <a:pt x="1372002" y="32962"/>
                  <a:pt x="1372168" y="32606"/>
                </a:cubicBezTo>
                <a:cubicBezTo>
                  <a:pt x="1372334" y="32250"/>
                  <a:pt x="1372655" y="31965"/>
                  <a:pt x="1373130" y="31751"/>
                </a:cubicBezTo>
                <a:cubicBezTo>
                  <a:pt x="1373605" y="31537"/>
                  <a:pt x="1374235" y="31395"/>
                  <a:pt x="1375019" y="31323"/>
                </a:cubicBezTo>
                <a:cubicBezTo>
                  <a:pt x="1375803" y="31252"/>
                  <a:pt x="1376765" y="31216"/>
                  <a:pt x="1377905" y="31216"/>
                </a:cubicBezTo>
                <a:cubicBezTo>
                  <a:pt x="1379188" y="31216"/>
                  <a:pt x="1380198" y="31252"/>
                  <a:pt x="1380934" y="31323"/>
                </a:cubicBezTo>
                <a:cubicBezTo>
                  <a:pt x="1381671" y="31395"/>
                  <a:pt x="1382241" y="31513"/>
                  <a:pt x="1382645" y="31680"/>
                </a:cubicBezTo>
                <a:cubicBezTo>
                  <a:pt x="1383049" y="31846"/>
                  <a:pt x="1383334" y="32095"/>
                  <a:pt x="1383500" y="32428"/>
                </a:cubicBezTo>
                <a:cubicBezTo>
                  <a:pt x="1383666" y="32761"/>
                  <a:pt x="1383773" y="33164"/>
                  <a:pt x="1383821" y="33640"/>
                </a:cubicBezTo>
                <a:lnTo>
                  <a:pt x="1392159" y="85952"/>
                </a:lnTo>
                <a:lnTo>
                  <a:pt x="1392302" y="85952"/>
                </a:lnTo>
                <a:cubicBezTo>
                  <a:pt x="1395248" y="81818"/>
                  <a:pt x="1397908" y="77613"/>
                  <a:pt x="1400284" y="73337"/>
                </a:cubicBezTo>
                <a:cubicBezTo>
                  <a:pt x="1402660" y="69061"/>
                  <a:pt x="1404845" y="64725"/>
                  <a:pt x="1406841" y="60330"/>
                </a:cubicBezTo>
                <a:cubicBezTo>
                  <a:pt x="1408836" y="55935"/>
                  <a:pt x="1410678" y="51493"/>
                  <a:pt x="1412364" y="47003"/>
                </a:cubicBezTo>
                <a:cubicBezTo>
                  <a:pt x="1414051" y="42513"/>
                  <a:pt x="1415631" y="37963"/>
                  <a:pt x="1417104" y="33354"/>
                </a:cubicBezTo>
                <a:cubicBezTo>
                  <a:pt x="1417199" y="32974"/>
                  <a:pt x="1417377" y="32654"/>
                  <a:pt x="1417638" y="32392"/>
                </a:cubicBezTo>
                <a:cubicBezTo>
                  <a:pt x="1417900" y="32131"/>
                  <a:pt x="1418280" y="31905"/>
                  <a:pt x="1418779" y="31715"/>
                </a:cubicBezTo>
                <a:cubicBezTo>
                  <a:pt x="1419278" y="31525"/>
                  <a:pt x="1419955" y="31395"/>
                  <a:pt x="1420810" y="31323"/>
                </a:cubicBezTo>
                <a:cubicBezTo>
                  <a:pt x="1421665" y="31252"/>
                  <a:pt x="1422734" y="31216"/>
                  <a:pt x="1424017" y="31216"/>
                </a:cubicBezTo>
                <a:cubicBezTo>
                  <a:pt x="1426155" y="31216"/>
                  <a:pt x="1427581" y="31359"/>
                  <a:pt x="1428293" y="31644"/>
                </a:cubicBezTo>
                <a:cubicBezTo>
                  <a:pt x="1429006" y="31929"/>
                  <a:pt x="1429362" y="32357"/>
                  <a:pt x="1429362" y="32927"/>
                </a:cubicBezTo>
                <a:close/>
                <a:moveTo>
                  <a:pt x="1510750" y="34067"/>
                </a:moveTo>
                <a:cubicBezTo>
                  <a:pt x="1510750" y="34495"/>
                  <a:pt x="1510726" y="34958"/>
                  <a:pt x="1510678" y="35457"/>
                </a:cubicBezTo>
                <a:cubicBezTo>
                  <a:pt x="1510631" y="35956"/>
                  <a:pt x="1510536" y="36467"/>
                  <a:pt x="1510393" y="36989"/>
                </a:cubicBezTo>
                <a:cubicBezTo>
                  <a:pt x="1510251" y="37512"/>
                  <a:pt x="1510061" y="38035"/>
                  <a:pt x="1509823" y="38557"/>
                </a:cubicBezTo>
                <a:cubicBezTo>
                  <a:pt x="1509586" y="39080"/>
                  <a:pt x="1509336" y="39543"/>
                  <a:pt x="1509075" y="39947"/>
                </a:cubicBezTo>
                <a:cubicBezTo>
                  <a:pt x="1508813" y="40351"/>
                  <a:pt x="1508516" y="40672"/>
                  <a:pt x="1508184" y="40909"/>
                </a:cubicBezTo>
                <a:cubicBezTo>
                  <a:pt x="1507851" y="41147"/>
                  <a:pt x="1507471" y="41265"/>
                  <a:pt x="1507044" y="41265"/>
                </a:cubicBezTo>
                <a:lnTo>
                  <a:pt x="1490651" y="41265"/>
                </a:lnTo>
                <a:lnTo>
                  <a:pt x="1483453" y="77137"/>
                </a:lnTo>
                <a:cubicBezTo>
                  <a:pt x="1483263" y="78137"/>
                  <a:pt x="1483097" y="79258"/>
                  <a:pt x="1482954" y="80500"/>
                </a:cubicBezTo>
                <a:cubicBezTo>
                  <a:pt x="1482812" y="81740"/>
                  <a:pt x="1482740" y="82765"/>
                  <a:pt x="1482740" y="83575"/>
                </a:cubicBezTo>
                <a:cubicBezTo>
                  <a:pt x="1482740" y="86008"/>
                  <a:pt x="1483251" y="87784"/>
                  <a:pt x="1484273" y="88905"/>
                </a:cubicBezTo>
                <a:cubicBezTo>
                  <a:pt x="1485294" y="90025"/>
                  <a:pt x="1486945" y="90584"/>
                  <a:pt x="1489226" y="90584"/>
                </a:cubicBezTo>
                <a:cubicBezTo>
                  <a:pt x="1490509" y="90584"/>
                  <a:pt x="1491625" y="90478"/>
                  <a:pt x="1492576" y="90264"/>
                </a:cubicBezTo>
                <a:cubicBezTo>
                  <a:pt x="1493526" y="90050"/>
                  <a:pt x="1494346" y="89824"/>
                  <a:pt x="1495034" y="89587"/>
                </a:cubicBezTo>
                <a:cubicBezTo>
                  <a:pt x="1495723" y="89349"/>
                  <a:pt x="1496329" y="89123"/>
                  <a:pt x="1496852" y="88910"/>
                </a:cubicBezTo>
                <a:cubicBezTo>
                  <a:pt x="1497375" y="88696"/>
                  <a:pt x="1497826" y="88589"/>
                  <a:pt x="1498206" y="88589"/>
                </a:cubicBezTo>
                <a:cubicBezTo>
                  <a:pt x="1498586" y="88589"/>
                  <a:pt x="1498883" y="88720"/>
                  <a:pt x="1499097" y="88981"/>
                </a:cubicBezTo>
                <a:cubicBezTo>
                  <a:pt x="1499311" y="89242"/>
                  <a:pt x="1499418" y="89729"/>
                  <a:pt x="1499418" y="90442"/>
                </a:cubicBezTo>
                <a:cubicBezTo>
                  <a:pt x="1499418" y="91060"/>
                  <a:pt x="1499358" y="91737"/>
                  <a:pt x="1499239" y="92473"/>
                </a:cubicBezTo>
                <a:cubicBezTo>
                  <a:pt x="1499121" y="93210"/>
                  <a:pt x="1498966" y="93934"/>
                  <a:pt x="1498776" y="94647"/>
                </a:cubicBezTo>
                <a:cubicBezTo>
                  <a:pt x="1498586" y="95360"/>
                  <a:pt x="1498349" y="96001"/>
                  <a:pt x="1498063" y="96571"/>
                </a:cubicBezTo>
                <a:cubicBezTo>
                  <a:pt x="1497778" y="97141"/>
                  <a:pt x="1497470" y="97593"/>
                  <a:pt x="1497137" y="97925"/>
                </a:cubicBezTo>
                <a:cubicBezTo>
                  <a:pt x="1496757" y="98258"/>
                  <a:pt x="1496187" y="98590"/>
                  <a:pt x="1495426" y="98923"/>
                </a:cubicBezTo>
                <a:cubicBezTo>
                  <a:pt x="1494666" y="99256"/>
                  <a:pt x="1493787" y="99553"/>
                  <a:pt x="1492789" y="99814"/>
                </a:cubicBezTo>
                <a:cubicBezTo>
                  <a:pt x="1491792" y="100075"/>
                  <a:pt x="1490735" y="100277"/>
                  <a:pt x="1489618" y="100420"/>
                </a:cubicBezTo>
                <a:cubicBezTo>
                  <a:pt x="1488501" y="100562"/>
                  <a:pt x="1487397" y="100634"/>
                  <a:pt x="1486304" y="100634"/>
                </a:cubicBezTo>
                <a:cubicBezTo>
                  <a:pt x="1483643" y="100634"/>
                  <a:pt x="1481339" y="100348"/>
                  <a:pt x="1479391" y="99776"/>
                </a:cubicBezTo>
                <a:cubicBezTo>
                  <a:pt x="1477443" y="99204"/>
                  <a:pt x="1475803" y="98312"/>
                  <a:pt x="1474473" y="97099"/>
                </a:cubicBezTo>
                <a:cubicBezTo>
                  <a:pt x="1473143" y="95884"/>
                  <a:pt x="1472157" y="94361"/>
                  <a:pt x="1471515" y="92529"/>
                </a:cubicBezTo>
                <a:cubicBezTo>
                  <a:pt x="1470874" y="90695"/>
                  <a:pt x="1470553" y="88493"/>
                  <a:pt x="1470553" y="85923"/>
                </a:cubicBezTo>
                <a:cubicBezTo>
                  <a:pt x="1470553" y="85351"/>
                  <a:pt x="1470577" y="84720"/>
                  <a:pt x="1470624" y="84030"/>
                </a:cubicBezTo>
                <a:cubicBezTo>
                  <a:pt x="1470672" y="83339"/>
                  <a:pt x="1470755" y="82613"/>
                  <a:pt x="1470874" y="81852"/>
                </a:cubicBezTo>
                <a:cubicBezTo>
                  <a:pt x="1470993" y="81090"/>
                  <a:pt x="1471111" y="80328"/>
                  <a:pt x="1471230" y="79567"/>
                </a:cubicBezTo>
                <a:cubicBezTo>
                  <a:pt x="1471349" y="78805"/>
                  <a:pt x="1471480" y="78091"/>
                  <a:pt x="1471622" y="77424"/>
                </a:cubicBezTo>
                <a:lnTo>
                  <a:pt x="1478821" y="41265"/>
                </a:lnTo>
                <a:lnTo>
                  <a:pt x="1469912" y="41265"/>
                </a:lnTo>
                <a:cubicBezTo>
                  <a:pt x="1469389" y="41265"/>
                  <a:pt x="1468985" y="41111"/>
                  <a:pt x="1468700" y="40802"/>
                </a:cubicBezTo>
                <a:cubicBezTo>
                  <a:pt x="1468415" y="40493"/>
                  <a:pt x="1468273" y="39888"/>
                  <a:pt x="1468273" y="38985"/>
                </a:cubicBezTo>
                <a:cubicBezTo>
                  <a:pt x="1468273" y="38320"/>
                  <a:pt x="1468344" y="37548"/>
                  <a:pt x="1468486" y="36669"/>
                </a:cubicBezTo>
                <a:cubicBezTo>
                  <a:pt x="1468629" y="35790"/>
                  <a:pt x="1468843" y="34970"/>
                  <a:pt x="1469128" y="34210"/>
                </a:cubicBezTo>
                <a:cubicBezTo>
                  <a:pt x="1469413" y="33449"/>
                  <a:pt x="1469781" y="32808"/>
                  <a:pt x="1470232" y="32285"/>
                </a:cubicBezTo>
                <a:cubicBezTo>
                  <a:pt x="1470684" y="31763"/>
                  <a:pt x="1471218" y="31501"/>
                  <a:pt x="1471836" y="31501"/>
                </a:cubicBezTo>
                <a:lnTo>
                  <a:pt x="1480816" y="31501"/>
                </a:lnTo>
                <a:lnTo>
                  <a:pt x="1483881" y="16250"/>
                </a:lnTo>
                <a:cubicBezTo>
                  <a:pt x="1483928" y="15917"/>
                  <a:pt x="1484083" y="15608"/>
                  <a:pt x="1484344" y="15323"/>
                </a:cubicBezTo>
                <a:cubicBezTo>
                  <a:pt x="1484605" y="15038"/>
                  <a:pt x="1484974" y="14789"/>
                  <a:pt x="1485449" y="14575"/>
                </a:cubicBezTo>
                <a:cubicBezTo>
                  <a:pt x="1485924" y="14361"/>
                  <a:pt x="1486553" y="14207"/>
                  <a:pt x="1487337" y="14112"/>
                </a:cubicBezTo>
                <a:cubicBezTo>
                  <a:pt x="1488121" y="14016"/>
                  <a:pt x="1489083" y="13969"/>
                  <a:pt x="1490224" y="13969"/>
                </a:cubicBezTo>
                <a:cubicBezTo>
                  <a:pt x="1491364" y="13969"/>
                  <a:pt x="1492302" y="14016"/>
                  <a:pt x="1493039" y="14112"/>
                </a:cubicBezTo>
                <a:cubicBezTo>
                  <a:pt x="1493775" y="14207"/>
                  <a:pt x="1494346" y="14361"/>
                  <a:pt x="1494749" y="14575"/>
                </a:cubicBezTo>
                <a:cubicBezTo>
                  <a:pt x="1495153" y="14789"/>
                  <a:pt x="1495415" y="15038"/>
                  <a:pt x="1495533" y="15323"/>
                </a:cubicBezTo>
                <a:cubicBezTo>
                  <a:pt x="1495652" y="15608"/>
                  <a:pt x="1495688" y="15917"/>
                  <a:pt x="1495640" y="16250"/>
                </a:cubicBezTo>
                <a:lnTo>
                  <a:pt x="1492576" y="31501"/>
                </a:lnTo>
                <a:lnTo>
                  <a:pt x="1508968" y="31501"/>
                </a:lnTo>
                <a:cubicBezTo>
                  <a:pt x="1509681" y="31501"/>
                  <a:pt x="1510156" y="31763"/>
                  <a:pt x="1510393" y="32285"/>
                </a:cubicBezTo>
                <a:cubicBezTo>
                  <a:pt x="1510631" y="32808"/>
                  <a:pt x="1510750" y="33402"/>
                  <a:pt x="1510750" y="34067"/>
                </a:cubicBezTo>
                <a:close/>
                <a:moveTo>
                  <a:pt x="1576850" y="54689"/>
                </a:moveTo>
                <a:cubicBezTo>
                  <a:pt x="1576850" y="58208"/>
                  <a:pt x="1576517" y="61799"/>
                  <a:pt x="1575852" y="65462"/>
                </a:cubicBezTo>
                <a:cubicBezTo>
                  <a:pt x="1575187" y="69123"/>
                  <a:pt x="1574177" y="72655"/>
                  <a:pt x="1572823" y="76056"/>
                </a:cubicBezTo>
                <a:cubicBezTo>
                  <a:pt x="1571469" y="79457"/>
                  <a:pt x="1569746" y="82655"/>
                  <a:pt x="1567656" y="85651"/>
                </a:cubicBezTo>
                <a:cubicBezTo>
                  <a:pt x="1565565" y="88648"/>
                  <a:pt x="1563106" y="91264"/>
                  <a:pt x="1560279" y="93500"/>
                </a:cubicBezTo>
                <a:cubicBezTo>
                  <a:pt x="1557452" y="95734"/>
                  <a:pt x="1554245" y="97506"/>
                  <a:pt x="1550658" y="98814"/>
                </a:cubicBezTo>
                <a:cubicBezTo>
                  <a:pt x="1547071" y="100122"/>
                  <a:pt x="1543068" y="100776"/>
                  <a:pt x="1538649" y="100776"/>
                </a:cubicBezTo>
                <a:cubicBezTo>
                  <a:pt x="1534087" y="100776"/>
                  <a:pt x="1530179" y="100230"/>
                  <a:pt x="1526925" y="99137"/>
                </a:cubicBezTo>
                <a:cubicBezTo>
                  <a:pt x="1523670" y="98043"/>
                  <a:pt x="1520997" y="96449"/>
                  <a:pt x="1518907" y="94357"/>
                </a:cubicBezTo>
                <a:cubicBezTo>
                  <a:pt x="1516816" y="92264"/>
                  <a:pt x="1515272" y="89695"/>
                  <a:pt x="1514274" y="86651"/>
                </a:cubicBezTo>
                <a:cubicBezTo>
                  <a:pt x="1513277" y="83607"/>
                  <a:pt x="1512778" y="80159"/>
                  <a:pt x="1512778" y="76306"/>
                </a:cubicBezTo>
                <a:cubicBezTo>
                  <a:pt x="1512778" y="72787"/>
                  <a:pt x="1513098" y="69197"/>
                  <a:pt x="1513740" y="65535"/>
                </a:cubicBezTo>
                <a:cubicBezTo>
                  <a:pt x="1514381" y="61872"/>
                  <a:pt x="1515391" y="58353"/>
                  <a:pt x="1516769" y="54976"/>
                </a:cubicBezTo>
                <a:cubicBezTo>
                  <a:pt x="1518147" y="51598"/>
                  <a:pt x="1519869" y="48399"/>
                  <a:pt x="1521936" y="45379"/>
                </a:cubicBezTo>
                <a:cubicBezTo>
                  <a:pt x="1524003" y="42359"/>
                  <a:pt x="1526450" y="39732"/>
                  <a:pt x="1529277" y="37497"/>
                </a:cubicBezTo>
                <a:cubicBezTo>
                  <a:pt x="1532104" y="35261"/>
                  <a:pt x="1535311" y="33489"/>
                  <a:pt x="1538898" y="32181"/>
                </a:cubicBezTo>
                <a:cubicBezTo>
                  <a:pt x="1542485" y="30873"/>
                  <a:pt x="1546488" y="30219"/>
                  <a:pt x="1550907" y="30219"/>
                </a:cubicBezTo>
                <a:cubicBezTo>
                  <a:pt x="1555469" y="30219"/>
                  <a:pt x="1559377" y="30778"/>
                  <a:pt x="1562631" y="31896"/>
                </a:cubicBezTo>
                <a:cubicBezTo>
                  <a:pt x="1565886" y="33014"/>
                  <a:pt x="1568570" y="34619"/>
                  <a:pt x="1570685" y="36711"/>
                </a:cubicBezTo>
                <a:cubicBezTo>
                  <a:pt x="1572799" y="38803"/>
                  <a:pt x="1574355" y="41372"/>
                  <a:pt x="1575353" y="44417"/>
                </a:cubicBezTo>
                <a:cubicBezTo>
                  <a:pt x="1576351" y="47461"/>
                  <a:pt x="1576850" y="50885"/>
                  <a:pt x="1576850" y="54689"/>
                </a:cubicBezTo>
                <a:moveTo>
                  <a:pt x="1564449" y="55399"/>
                </a:moveTo>
                <a:cubicBezTo>
                  <a:pt x="1564449" y="53019"/>
                  <a:pt x="1564199" y="50878"/>
                  <a:pt x="1563700" y="48976"/>
                </a:cubicBezTo>
                <a:cubicBezTo>
                  <a:pt x="1563201" y="47073"/>
                  <a:pt x="1562370" y="45467"/>
                  <a:pt x="1561206" y="44159"/>
                </a:cubicBezTo>
                <a:cubicBezTo>
                  <a:pt x="1560042" y="42849"/>
                  <a:pt x="1558521" y="41838"/>
                  <a:pt x="1556644" y="41125"/>
                </a:cubicBezTo>
                <a:cubicBezTo>
                  <a:pt x="1554768" y="40411"/>
                  <a:pt x="1552499" y="40054"/>
                  <a:pt x="1549838" y="40054"/>
                </a:cubicBezTo>
                <a:cubicBezTo>
                  <a:pt x="1546987" y="40054"/>
                  <a:pt x="1544398" y="40565"/>
                  <a:pt x="1542070" y="41588"/>
                </a:cubicBezTo>
                <a:cubicBezTo>
                  <a:pt x="1539742" y="42611"/>
                  <a:pt x="1537663" y="43992"/>
                  <a:pt x="1535834" y="45729"/>
                </a:cubicBezTo>
                <a:cubicBezTo>
                  <a:pt x="1534004" y="47464"/>
                  <a:pt x="1532413" y="49499"/>
                  <a:pt x="1531058" y="51831"/>
                </a:cubicBezTo>
                <a:cubicBezTo>
                  <a:pt x="1529704" y="54162"/>
                  <a:pt x="1528588" y="56649"/>
                  <a:pt x="1527709" y="59290"/>
                </a:cubicBezTo>
                <a:cubicBezTo>
                  <a:pt x="1526830" y="61930"/>
                  <a:pt x="1526176" y="64642"/>
                  <a:pt x="1525749" y="67426"/>
                </a:cubicBezTo>
                <a:cubicBezTo>
                  <a:pt x="1525321" y="70209"/>
                  <a:pt x="1525107" y="72932"/>
                  <a:pt x="1525107" y="75595"/>
                </a:cubicBezTo>
                <a:cubicBezTo>
                  <a:pt x="1525107" y="77976"/>
                  <a:pt x="1525369" y="80117"/>
                  <a:pt x="1525891" y="82021"/>
                </a:cubicBezTo>
                <a:cubicBezTo>
                  <a:pt x="1526414" y="83923"/>
                  <a:pt x="1527257" y="85541"/>
                  <a:pt x="1528421" y="86874"/>
                </a:cubicBezTo>
                <a:cubicBezTo>
                  <a:pt x="1529586" y="88206"/>
                  <a:pt x="1531094" y="89229"/>
                  <a:pt x="1532947" y="89943"/>
                </a:cubicBezTo>
                <a:cubicBezTo>
                  <a:pt x="1534800" y="90656"/>
                  <a:pt x="1537057" y="91012"/>
                  <a:pt x="1539718" y="91012"/>
                </a:cubicBezTo>
                <a:cubicBezTo>
                  <a:pt x="1542616" y="91012"/>
                  <a:pt x="1545217" y="90501"/>
                  <a:pt x="1547522" y="89478"/>
                </a:cubicBezTo>
                <a:cubicBezTo>
                  <a:pt x="1549826" y="88455"/>
                  <a:pt x="1551893" y="87063"/>
                  <a:pt x="1553722" y="85304"/>
                </a:cubicBezTo>
                <a:cubicBezTo>
                  <a:pt x="1555552" y="83543"/>
                  <a:pt x="1557143" y="81497"/>
                  <a:pt x="1558498" y="79166"/>
                </a:cubicBezTo>
                <a:cubicBezTo>
                  <a:pt x="1559852" y="76833"/>
                  <a:pt x="1560968" y="74335"/>
                  <a:pt x="1561847" y="71671"/>
                </a:cubicBezTo>
                <a:cubicBezTo>
                  <a:pt x="1562726" y="69006"/>
                  <a:pt x="1563380" y="66294"/>
                  <a:pt x="1563807" y="63535"/>
                </a:cubicBezTo>
                <a:cubicBezTo>
                  <a:pt x="1564235" y="60775"/>
                  <a:pt x="1564449" y="58063"/>
                  <a:pt x="1564449" y="55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Text detectdeceptivepatterns.">
            <a:extLst xmlns:a="http://schemas.openxmlformats.org/drawingml/2006/main">
              <a:ext uri="{FF2B5EF4-FFF2-40B4-BE49-F238E27FC236}">
                <a16:creationId xmlns:a16="http://schemas.microsoft.com/office/drawing/2014/main" id="{D91FC1B7-13E8-41C3-9D98-8601BF98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521" y="1566611"/>
            <a:ext cx="1513028" cy="125008"/>
          </a:xfrm>
          <a:custGeom xmlns:a="http://schemas.openxmlformats.org/drawingml/2006/main">
            <a:pathLst>
              <a:path w="1513028" h="125008">
                <a:moveTo>
                  <a:pt x="52170" y="97353"/>
                </a:moveTo>
                <a:cubicBezTo>
                  <a:pt x="52027" y="98135"/>
                  <a:pt x="51528" y="98688"/>
                  <a:pt x="50673" y="99010"/>
                </a:cubicBezTo>
                <a:cubicBezTo>
                  <a:pt x="49818" y="99332"/>
                  <a:pt x="48392" y="99493"/>
                  <a:pt x="46397" y="99493"/>
                </a:cubicBezTo>
                <a:cubicBezTo>
                  <a:pt x="45399" y="99493"/>
                  <a:pt x="44591" y="99447"/>
                  <a:pt x="43974" y="99355"/>
                </a:cubicBezTo>
                <a:cubicBezTo>
                  <a:pt x="43356" y="99263"/>
                  <a:pt x="42857" y="99137"/>
                  <a:pt x="42477" y="98977"/>
                </a:cubicBezTo>
                <a:cubicBezTo>
                  <a:pt x="42097" y="98815"/>
                  <a:pt x="41848" y="98608"/>
                  <a:pt x="41729" y="98355"/>
                </a:cubicBezTo>
                <a:cubicBezTo>
                  <a:pt x="41610" y="98101"/>
                  <a:pt x="41598" y="97767"/>
                  <a:pt x="41693" y="97353"/>
                </a:cubicBezTo>
                <a:lnTo>
                  <a:pt x="43974" y="85366"/>
                </a:lnTo>
                <a:cubicBezTo>
                  <a:pt x="43356" y="86936"/>
                  <a:pt x="42239" y="88613"/>
                  <a:pt x="40624" y="90397"/>
                </a:cubicBezTo>
                <a:cubicBezTo>
                  <a:pt x="39009" y="92181"/>
                  <a:pt x="37096" y="93821"/>
                  <a:pt x="34887" y="95319"/>
                </a:cubicBezTo>
                <a:cubicBezTo>
                  <a:pt x="32677" y="96818"/>
                  <a:pt x="30219" y="98054"/>
                  <a:pt x="27510" y="99030"/>
                </a:cubicBezTo>
                <a:cubicBezTo>
                  <a:pt x="24802" y="100004"/>
                  <a:pt x="22046" y="100491"/>
                  <a:pt x="19243" y="100491"/>
                </a:cubicBezTo>
                <a:cubicBezTo>
                  <a:pt x="16440" y="100491"/>
                  <a:pt x="14005" y="100122"/>
                  <a:pt x="11938" y="99384"/>
                </a:cubicBezTo>
                <a:cubicBezTo>
                  <a:pt x="9871" y="98648"/>
                  <a:pt x="8137" y="97661"/>
                  <a:pt x="6735" y="96424"/>
                </a:cubicBezTo>
                <a:cubicBezTo>
                  <a:pt x="5333" y="95187"/>
                  <a:pt x="4193" y="93749"/>
                  <a:pt x="3314" y="92108"/>
                </a:cubicBezTo>
                <a:cubicBezTo>
                  <a:pt x="2435" y="90467"/>
                  <a:pt x="1746" y="88779"/>
                  <a:pt x="1247" y="87043"/>
                </a:cubicBezTo>
                <a:cubicBezTo>
                  <a:pt x="748" y="85307"/>
                  <a:pt x="416" y="83560"/>
                  <a:pt x="249" y="81800"/>
                </a:cubicBezTo>
                <a:cubicBezTo>
                  <a:pt x="83" y="80039"/>
                  <a:pt x="0" y="78422"/>
                  <a:pt x="0" y="76947"/>
                </a:cubicBezTo>
                <a:cubicBezTo>
                  <a:pt x="0" y="74189"/>
                  <a:pt x="261" y="71097"/>
                  <a:pt x="784" y="67673"/>
                </a:cubicBezTo>
                <a:cubicBezTo>
                  <a:pt x="1307" y="64249"/>
                  <a:pt x="2138" y="60814"/>
                  <a:pt x="3278" y="57366"/>
                </a:cubicBezTo>
                <a:cubicBezTo>
                  <a:pt x="4419" y="53917"/>
                  <a:pt x="5880" y="50540"/>
                  <a:pt x="7662" y="47234"/>
                </a:cubicBezTo>
                <a:cubicBezTo>
                  <a:pt x="9443" y="43929"/>
                  <a:pt x="11593" y="41004"/>
                  <a:pt x="14112" y="38459"/>
                </a:cubicBezTo>
                <a:cubicBezTo>
                  <a:pt x="16630" y="35914"/>
                  <a:pt x="19540" y="33857"/>
                  <a:pt x="22842" y="32288"/>
                </a:cubicBezTo>
                <a:cubicBezTo>
                  <a:pt x="26144" y="30718"/>
                  <a:pt x="29886" y="29934"/>
                  <a:pt x="34067" y="29934"/>
                </a:cubicBezTo>
                <a:cubicBezTo>
                  <a:pt x="36110" y="29934"/>
                  <a:pt x="38035" y="30160"/>
                  <a:pt x="39840" y="30613"/>
                </a:cubicBezTo>
                <a:cubicBezTo>
                  <a:pt x="41646" y="31064"/>
                  <a:pt x="43285" y="31683"/>
                  <a:pt x="44758" y="32468"/>
                </a:cubicBezTo>
                <a:cubicBezTo>
                  <a:pt x="46231" y="33252"/>
                  <a:pt x="47585" y="34191"/>
                  <a:pt x="48820" y="35285"/>
                </a:cubicBezTo>
                <a:cubicBezTo>
                  <a:pt x="50055" y="36378"/>
                  <a:pt x="51172" y="37519"/>
                  <a:pt x="52170" y="38709"/>
                </a:cubicBezTo>
                <a:lnTo>
                  <a:pt x="59439" y="2283"/>
                </a:lnTo>
                <a:cubicBezTo>
                  <a:pt x="59487" y="1950"/>
                  <a:pt x="59629" y="1630"/>
                  <a:pt x="59867" y="1321"/>
                </a:cubicBezTo>
                <a:cubicBezTo>
                  <a:pt x="60105" y="1010"/>
                  <a:pt x="60461" y="772"/>
                  <a:pt x="60936" y="606"/>
                </a:cubicBezTo>
                <a:cubicBezTo>
                  <a:pt x="61411" y="439"/>
                  <a:pt x="62029" y="297"/>
                  <a:pt x="62789" y="178"/>
                </a:cubicBezTo>
                <a:cubicBezTo>
                  <a:pt x="63549" y="59"/>
                  <a:pt x="64523" y="0"/>
                  <a:pt x="65711" y="0"/>
                </a:cubicBezTo>
                <a:cubicBezTo>
                  <a:pt x="66851" y="0"/>
                  <a:pt x="67790" y="59"/>
                  <a:pt x="68526" y="178"/>
                </a:cubicBezTo>
                <a:cubicBezTo>
                  <a:pt x="69263" y="297"/>
                  <a:pt x="69845" y="439"/>
                  <a:pt x="70272" y="606"/>
                </a:cubicBezTo>
                <a:cubicBezTo>
                  <a:pt x="70700" y="772"/>
                  <a:pt x="70973" y="1010"/>
                  <a:pt x="71092" y="1321"/>
                </a:cubicBezTo>
                <a:cubicBezTo>
                  <a:pt x="71211" y="1630"/>
                  <a:pt x="71223" y="1950"/>
                  <a:pt x="71128" y="2283"/>
                </a:cubicBezTo>
                <a:lnTo>
                  <a:pt x="52170" y="97353"/>
                </a:lnTo>
                <a:moveTo>
                  <a:pt x="49889" y="50123"/>
                </a:moveTo>
                <a:cubicBezTo>
                  <a:pt x="47656" y="46839"/>
                  <a:pt x="45245" y="44340"/>
                  <a:pt x="42655" y="42626"/>
                </a:cubicBezTo>
                <a:cubicBezTo>
                  <a:pt x="40066" y="40911"/>
                  <a:pt x="37156" y="40054"/>
                  <a:pt x="33925" y="40054"/>
                </a:cubicBezTo>
                <a:cubicBezTo>
                  <a:pt x="31406" y="40054"/>
                  <a:pt x="29138" y="40637"/>
                  <a:pt x="27118" y="41802"/>
                </a:cubicBezTo>
                <a:cubicBezTo>
                  <a:pt x="25099" y="42968"/>
                  <a:pt x="23282" y="44526"/>
                  <a:pt x="21666" y="46477"/>
                </a:cubicBezTo>
                <a:cubicBezTo>
                  <a:pt x="20051" y="48428"/>
                  <a:pt x="18661" y="50665"/>
                  <a:pt x="17497" y="53188"/>
                </a:cubicBezTo>
                <a:cubicBezTo>
                  <a:pt x="16333" y="55709"/>
                  <a:pt x="15371" y="58314"/>
                  <a:pt x="14610" y="61003"/>
                </a:cubicBezTo>
                <a:cubicBezTo>
                  <a:pt x="13850" y="63690"/>
                  <a:pt x="13280" y="66343"/>
                  <a:pt x="12900" y="68961"/>
                </a:cubicBezTo>
                <a:cubicBezTo>
                  <a:pt x="12520" y="71577"/>
                  <a:pt x="12330" y="73979"/>
                  <a:pt x="12330" y="76168"/>
                </a:cubicBezTo>
                <a:cubicBezTo>
                  <a:pt x="12330" y="80783"/>
                  <a:pt x="13114" y="84316"/>
                  <a:pt x="14682" y="86767"/>
                </a:cubicBezTo>
                <a:cubicBezTo>
                  <a:pt x="16250" y="89217"/>
                  <a:pt x="18768" y="90442"/>
                  <a:pt x="22236" y="90442"/>
                </a:cubicBezTo>
                <a:cubicBezTo>
                  <a:pt x="24850" y="90442"/>
                  <a:pt x="27475" y="89728"/>
                  <a:pt x="30112" y="88302"/>
                </a:cubicBezTo>
                <a:cubicBezTo>
                  <a:pt x="32749" y="86873"/>
                  <a:pt x="35207" y="84898"/>
                  <a:pt x="37488" y="82377"/>
                </a:cubicBezTo>
                <a:cubicBezTo>
                  <a:pt x="39769" y="79856"/>
                  <a:pt x="41788" y="76859"/>
                  <a:pt x="43546" y="73386"/>
                </a:cubicBezTo>
                <a:cubicBezTo>
                  <a:pt x="45304" y="69913"/>
                  <a:pt x="46611" y="66107"/>
                  <a:pt x="47466" y="61967"/>
                </a:cubicBezTo>
                <a:lnTo>
                  <a:pt x="49889" y="50123"/>
                </a:lnTo>
                <a:close/>
                <a:moveTo>
                  <a:pt x="135176" y="46254"/>
                </a:moveTo>
                <a:cubicBezTo>
                  <a:pt x="135176" y="49533"/>
                  <a:pt x="134416" y="52479"/>
                  <a:pt x="132896" y="55092"/>
                </a:cubicBezTo>
                <a:cubicBezTo>
                  <a:pt x="131375" y="57705"/>
                  <a:pt x="129000" y="59938"/>
                  <a:pt x="125769" y="61791"/>
                </a:cubicBezTo>
                <a:cubicBezTo>
                  <a:pt x="122538" y="63644"/>
                  <a:pt x="118404" y="65070"/>
                  <a:pt x="113368" y="66068"/>
                </a:cubicBezTo>
                <a:cubicBezTo>
                  <a:pt x="108331" y="67065"/>
                  <a:pt x="102297" y="67564"/>
                  <a:pt x="95265" y="67564"/>
                </a:cubicBezTo>
                <a:lnTo>
                  <a:pt x="87710" y="67564"/>
                </a:lnTo>
                <a:cubicBezTo>
                  <a:pt x="87378" y="69137"/>
                  <a:pt x="87152" y="70661"/>
                  <a:pt x="87033" y="72139"/>
                </a:cubicBezTo>
                <a:cubicBezTo>
                  <a:pt x="86914" y="73616"/>
                  <a:pt x="86855" y="74999"/>
                  <a:pt x="86855" y="76286"/>
                </a:cubicBezTo>
                <a:cubicBezTo>
                  <a:pt x="86855" y="81052"/>
                  <a:pt x="88031" y="84698"/>
                  <a:pt x="90383" y="87224"/>
                </a:cubicBezTo>
                <a:cubicBezTo>
                  <a:pt x="92735" y="89749"/>
                  <a:pt x="96548" y="91012"/>
                  <a:pt x="101822" y="91012"/>
                </a:cubicBezTo>
                <a:cubicBezTo>
                  <a:pt x="104863" y="91012"/>
                  <a:pt x="107595" y="90783"/>
                  <a:pt x="110018" y="90324"/>
                </a:cubicBezTo>
                <a:cubicBezTo>
                  <a:pt x="112441" y="89865"/>
                  <a:pt x="114544" y="89370"/>
                  <a:pt x="116325" y="88838"/>
                </a:cubicBezTo>
                <a:cubicBezTo>
                  <a:pt x="118107" y="88307"/>
                  <a:pt x="119568" y="87812"/>
                  <a:pt x="120708" y="87353"/>
                </a:cubicBezTo>
                <a:cubicBezTo>
                  <a:pt x="121849" y="86894"/>
                  <a:pt x="122633" y="86665"/>
                  <a:pt x="123060" y="86665"/>
                </a:cubicBezTo>
                <a:cubicBezTo>
                  <a:pt x="123488" y="86665"/>
                  <a:pt x="123809" y="86820"/>
                  <a:pt x="124023" y="87130"/>
                </a:cubicBezTo>
                <a:cubicBezTo>
                  <a:pt x="124236" y="87440"/>
                  <a:pt x="124343" y="87882"/>
                  <a:pt x="124343" y="88455"/>
                </a:cubicBezTo>
                <a:cubicBezTo>
                  <a:pt x="124343" y="88933"/>
                  <a:pt x="124296" y="89507"/>
                  <a:pt x="124201" y="90175"/>
                </a:cubicBezTo>
                <a:cubicBezTo>
                  <a:pt x="124106" y="90843"/>
                  <a:pt x="123963" y="91524"/>
                  <a:pt x="123773" y="92217"/>
                </a:cubicBezTo>
                <a:cubicBezTo>
                  <a:pt x="123583" y="92909"/>
                  <a:pt x="123334" y="93566"/>
                  <a:pt x="123025" y="94188"/>
                </a:cubicBezTo>
                <a:cubicBezTo>
                  <a:pt x="122716" y="94809"/>
                  <a:pt x="122371" y="95334"/>
                  <a:pt x="121991" y="95763"/>
                </a:cubicBezTo>
                <a:cubicBezTo>
                  <a:pt x="121421" y="96336"/>
                  <a:pt x="120411" y="96897"/>
                  <a:pt x="118962" y="97446"/>
                </a:cubicBezTo>
                <a:cubicBezTo>
                  <a:pt x="117513" y="97996"/>
                  <a:pt x="115791" y="98498"/>
                  <a:pt x="113795" y="98952"/>
                </a:cubicBezTo>
                <a:cubicBezTo>
                  <a:pt x="111800" y="99405"/>
                  <a:pt x="109614" y="99775"/>
                  <a:pt x="107238" y="100061"/>
                </a:cubicBezTo>
                <a:cubicBezTo>
                  <a:pt x="104863" y="100348"/>
                  <a:pt x="102487" y="100491"/>
                  <a:pt x="100111" y="100491"/>
                </a:cubicBezTo>
                <a:cubicBezTo>
                  <a:pt x="95883" y="100491"/>
                  <a:pt x="92177" y="100016"/>
                  <a:pt x="88993" y="99066"/>
                </a:cubicBezTo>
                <a:cubicBezTo>
                  <a:pt x="85810" y="98114"/>
                  <a:pt x="83161" y="96651"/>
                  <a:pt x="81047" y="94678"/>
                </a:cubicBezTo>
                <a:cubicBezTo>
                  <a:pt x="78932" y="92703"/>
                  <a:pt x="77352" y="90241"/>
                  <a:pt x="76307" y="87293"/>
                </a:cubicBezTo>
                <a:cubicBezTo>
                  <a:pt x="75262" y="84344"/>
                  <a:pt x="74739" y="80872"/>
                  <a:pt x="74739" y="76876"/>
                </a:cubicBezTo>
                <a:cubicBezTo>
                  <a:pt x="74739" y="73785"/>
                  <a:pt x="75036" y="70468"/>
                  <a:pt x="75630" y="66925"/>
                </a:cubicBezTo>
                <a:cubicBezTo>
                  <a:pt x="76224" y="63381"/>
                  <a:pt x="77162" y="59873"/>
                  <a:pt x="78445" y="56401"/>
                </a:cubicBezTo>
                <a:cubicBezTo>
                  <a:pt x="79728" y="52930"/>
                  <a:pt x="81391" y="49601"/>
                  <a:pt x="83434" y="46415"/>
                </a:cubicBezTo>
                <a:cubicBezTo>
                  <a:pt x="85477" y="43227"/>
                  <a:pt x="87912" y="40421"/>
                  <a:pt x="90739" y="37996"/>
                </a:cubicBezTo>
                <a:cubicBezTo>
                  <a:pt x="93566" y="35570"/>
                  <a:pt x="96833" y="33620"/>
                  <a:pt x="100539" y="32145"/>
                </a:cubicBezTo>
                <a:cubicBezTo>
                  <a:pt x="104245" y="30671"/>
                  <a:pt x="108426" y="29934"/>
                  <a:pt x="113083" y="29934"/>
                </a:cubicBezTo>
                <a:cubicBezTo>
                  <a:pt x="117074" y="29934"/>
                  <a:pt x="120459" y="30432"/>
                  <a:pt x="123239" y="31430"/>
                </a:cubicBezTo>
                <a:cubicBezTo>
                  <a:pt x="126018" y="32428"/>
                  <a:pt x="128299" y="33711"/>
                  <a:pt x="130080" y="35279"/>
                </a:cubicBezTo>
                <a:cubicBezTo>
                  <a:pt x="131862" y="36847"/>
                  <a:pt x="133157" y="38593"/>
                  <a:pt x="133965" y="40517"/>
                </a:cubicBezTo>
                <a:cubicBezTo>
                  <a:pt x="134772" y="42441"/>
                  <a:pt x="135176" y="44354"/>
                  <a:pt x="135176" y="46254"/>
                </a:cubicBezTo>
                <a:moveTo>
                  <a:pt x="123132" y="47323"/>
                </a:moveTo>
                <a:cubicBezTo>
                  <a:pt x="123132" y="44900"/>
                  <a:pt x="122181" y="42940"/>
                  <a:pt x="120281" y="41444"/>
                </a:cubicBezTo>
                <a:cubicBezTo>
                  <a:pt x="118380" y="39947"/>
                  <a:pt x="115672" y="39199"/>
                  <a:pt x="112156" y="39199"/>
                </a:cubicBezTo>
                <a:cubicBezTo>
                  <a:pt x="109068" y="39199"/>
                  <a:pt x="106336" y="39733"/>
                  <a:pt x="103960" y="40802"/>
                </a:cubicBezTo>
                <a:cubicBezTo>
                  <a:pt x="101584" y="41871"/>
                  <a:pt x="99482" y="43309"/>
                  <a:pt x="97653" y="45114"/>
                </a:cubicBezTo>
                <a:cubicBezTo>
                  <a:pt x="95823" y="46920"/>
                  <a:pt x="94255" y="49022"/>
                  <a:pt x="92949" y="51421"/>
                </a:cubicBezTo>
                <a:cubicBezTo>
                  <a:pt x="91642" y="53821"/>
                  <a:pt x="90585" y="56351"/>
                  <a:pt x="89777" y="59012"/>
                </a:cubicBezTo>
                <a:lnTo>
                  <a:pt x="97047" y="59012"/>
                </a:lnTo>
                <a:cubicBezTo>
                  <a:pt x="102036" y="59012"/>
                  <a:pt x="106205" y="58703"/>
                  <a:pt x="109555" y="58085"/>
                </a:cubicBezTo>
                <a:cubicBezTo>
                  <a:pt x="112904" y="57468"/>
                  <a:pt x="115589" y="56624"/>
                  <a:pt x="117608" y="55555"/>
                </a:cubicBezTo>
                <a:cubicBezTo>
                  <a:pt x="119628" y="54486"/>
                  <a:pt x="121053" y="53239"/>
                  <a:pt x="121884" y="51813"/>
                </a:cubicBezTo>
                <a:cubicBezTo>
                  <a:pt x="122716" y="50388"/>
                  <a:pt x="123132" y="48891"/>
                  <a:pt x="123132" y="47323"/>
                </a:cubicBezTo>
                <a:close/>
                <a:moveTo>
                  <a:pt x="188384" y="33782"/>
                </a:moveTo>
                <a:cubicBezTo>
                  <a:pt x="188384" y="34210"/>
                  <a:pt x="188360" y="34673"/>
                  <a:pt x="188312" y="35172"/>
                </a:cubicBezTo>
                <a:cubicBezTo>
                  <a:pt x="188265" y="35671"/>
                  <a:pt x="188170" y="36182"/>
                  <a:pt x="188027" y="36704"/>
                </a:cubicBezTo>
                <a:cubicBezTo>
                  <a:pt x="187885" y="37227"/>
                  <a:pt x="187695" y="37749"/>
                  <a:pt x="187457" y="38272"/>
                </a:cubicBezTo>
                <a:cubicBezTo>
                  <a:pt x="187220" y="38795"/>
                  <a:pt x="186970" y="39258"/>
                  <a:pt x="186709" y="39662"/>
                </a:cubicBezTo>
                <a:cubicBezTo>
                  <a:pt x="186447" y="40066"/>
                  <a:pt x="186151" y="40386"/>
                  <a:pt x="185818" y="40624"/>
                </a:cubicBezTo>
                <a:cubicBezTo>
                  <a:pt x="185485" y="40862"/>
                  <a:pt x="185105" y="40980"/>
                  <a:pt x="184678" y="40980"/>
                </a:cubicBezTo>
                <a:lnTo>
                  <a:pt x="168285" y="40980"/>
                </a:lnTo>
                <a:lnTo>
                  <a:pt x="161087" y="76852"/>
                </a:lnTo>
                <a:cubicBezTo>
                  <a:pt x="160897" y="77852"/>
                  <a:pt x="160731" y="78973"/>
                  <a:pt x="160588" y="80215"/>
                </a:cubicBezTo>
                <a:cubicBezTo>
                  <a:pt x="160446" y="81454"/>
                  <a:pt x="160374" y="82480"/>
                  <a:pt x="160374" y="83290"/>
                </a:cubicBezTo>
                <a:cubicBezTo>
                  <a:pt x="160374" y="85722"/>
                  <a:pt x="160885" y="87499"/>
                  <a:pt x="161907" y="88620"/>
                </a:cubicBezTo>
                <a:cubicBezTo>
                  <a:pt x="162928" y="89740"/>
                  <a:pt x="164579" y="90299"/>
                  <a:pt x="166860" y="90299"/>
                </a:cubicBezTo>
                <a:cubicBezTo>
                  <a:pt x="168143" y="90299"/>
                  <a:pt x="169259" y="90192"/>
                  <a:pt x="170210" y="89979"/>
                </a:cubicBezTo>
                <a:cubicBezTo>
                  <a:pt x="171160" y="89765"/>
                  <a:pt x="171980" y="89539"/>
                  <a:pt x="172669" y="89302"/>
                </a:cubicBezTo>
                <a:cubicBezTo>
                  <a:pt x="173358" y="89064"/>
                  <a:pt x="173963" y="88838"/>
                  <a:pt x="174486" y="88625"/>
                </a:cubicBezTo>
                <a:cubicBezTo>
                  <a:pt x="175009" y="88411"/>
                  <a:pt x="175460" y="88304"/>
                  <a:pt x="175840" y="88304"/>
                </a:cubicBezTo>
                <a:cubicBezTo>
                  <a:pt x="176220" y="88304"/>
                  <a:pt x="176517" y="88434"/>
                  <a:pt x="176731" y="88696"/>
                </a:cubicBezTo>
                <a:cubicBezTo>
                  <a:pt x="176945" y="88957"/>
                  <a:pt x="177052" y="89444"/>
                  <a:pt x="177052" y="90157"/>
                </a:cubicBezTo>
                <a:cubicBezTo>
                  <a:pt x="177052" y="90775"/>
                  <a:pt x="176992" y="91452"/>
                  <a:pt x="176874" y="92188"/>
                </a:cubicBezTo>
                <a:cubicBezTo>
                  <a:pt x="176755" y="92925"/>
                  <a:pt x="176600" y="93649"/>
                  <a:pt x="176410" y="94362"/>
                </a:cubicBezTo>
                <a:cubicBezTo>
                  <a:pt x="176220" y="95074"/>
                  <a:pt x="175983" y="95716"/>
                  <a:pt x="175698" y="96286"/>
                </a:cubicBezTo>
                <a:cubicBezTo>
                  <a:pt x="175412" y="96856"/>
                  <a:pt x="175104" y="97308"/>
                  <a:pt x="174771" y="97640"/>
                </a:cubicBezTo>
                <a:cubicBezTo>
                  <a:pt x="174391" y="97973"/>
                  <a:pt x="173821" y="98305"/>
                  <a:pt x="173061" y="98638"/>
                </a:cubicBezTo>
                <a:cubicBezTo>
                  <a:pt x="172300" y="98971"/>
                  <a:pt x="171421" y="99268"/>
                  <a:pt x="170424" y="99529"/>
                </a:cubicBezTo>
                <a:cubicBezTo>
                  <a:pt x="169426" y="99790"/>
                  <a:pt x="168369" y="99992"/>
                  <a:pt x="167252" y="100135"/>
                </a:cubicBezTo>
                <a:cubicBezTo>
                  <a:pt x="166135" y="100277"/>
                  <a:pt x="165031" y="100348"/>
                  <a:pt x="163938" y="100348"/>
                </a:cubicBezTo>
                <a:cubicBezTo>
                  <a:pt x="161277" y="100348"/>
                  <a:pt x="158973" y="100063"/>
                  <a:pt x="157025" y="99491"/>
                </a:cubicBezTo>
                <a:cubicBezTo>
                  <a:pt x="155077" y="98919"/>
                  <a:pt x="153437" y="98027"/>
                  <a:pt x="152107" y="96814"/>
                </a:cubicBezTo>
                <a:cubicBezTo>
                  <a:pt x="150777" y="95599"/>
                  <a:pt x="149791" y="94076"/>
                  <a:pt x="149149" y="92244"/>
                </a:cubicBezTo>
                <a:cubicBezTo>
                  <a:pt x="148508" y="90410"/>
                  <a:pt x="148187" y="88208"/>
                  <a:pt x="148187" y="85638"/>
                </a:cubicBezTo>
                <a:cubicBezTo>
                  <a:pt x="148187" y="85066"/>
                  <a:pt x="148211" y="84435"/>
                  <a:pt x="148259" y="83745"/>
                </a:cubicBezTo>
                <a:cubicBezTo>
                  <a:pt x="148306" y="83054"/>
                  <a:pt x="148389" y="82328"/>
                  <a:pt x="148508" y="81567"/>
                </a:cubicBezTo>
                <a:cubicBezTo>
                  <a:pt x="148627" y="80805"/>
                  <a:pt x="148746" y="80043"/>
                  <a:pt x="148864" y="79281"/>
                </a:cubicBezTo>
                <a:cubicBezTo>
                  <a:pt x="148983" y="78520"/>
                  <a:pt x="149114" y="77806"/>
                  <a:pt x="149256" y="77139"/>
                </a:cubicBezTo>
                <a:lnTo>
                  <a:pt x="156455" y="40980"/>
                </a:lnTo>
                <a:lnTo>
                  <a:pt x="147546" y="40980"/>
                </a:lnTo>
                <a:cubicBezTo>
                  <a:pt x="147023" y="40980"/>
                  <a:pt x="146619" y="40826"/>
                  <a:pt x="146334" y="40517"/>
                </a:cubicBezTo>
                <a:cubicBezTo>
                  <a:pt x="146049" y="40208"/>
                  <a:pt x="145907" y="39602"/>
                  <a:pt x="145907" y="38700"/>
                </a:cubicBezTo>
                <a:cubicBezTo>
                  <a:pt x="145907" y="38035"/>
                  <a:pt x="145978" y="37262"/>
                  <a:pt x="146120" y="36383"/>
                </a:cubicBezTo>
                <a:cubicBezTo>
                  <a:pt x="146263" y="35504"/>
                  <a:pt x="146477" y="34685"/>
                  <a:pt x="146762" y="33925"/>
                </a:cubicBezTo>
                <a:cubicBezTo>
                  <a:pt x="147047" y="33164"/>
                  <a:pt x="147415" y="32523"/>
                  <a:pt x="147867" y="32000"/>
                </a:cubicBezTo>
                <a:cubicBezTo>
                  <a:pt x="148318" y="31478"/>
                  <a:pt x="148852" y="31216"/>
                  <a:pt x="149470" y="31216"/>
                </a:cubicBezTo>
                <a:lnTo>
                  <a:pt x="158450" y="31216"/>
                </a:lnTo>
                <a:lnTo>
                  <a:pt x="161515" y="15965"/>
                </a:lnTo>
                <a:cubicBezTo>
                  <a:pt x="161562" y="15632"/>
                  <a:pt x="161717" y="15323"/>
                  <a:pt x="161978" y="15038"/>
                </a:cubicBezTo>
                <a:cubicBezTo>
                  <a:pt x="162239" y="14753"/>
                  <a:pt x="162608" y="14503"/>
                  <a:pt x="163083" y="14290"/>
                </a:cubicBezTo>
                <a:cubicBezTo>
                  <a:pt x="163558" y="14076"/>
                  <a:pt x="164187" y="13921"/>
                  <a:pt x="164971" y="13826"/>
                </a:cubicBezTo>
                <a:cubicBezTo>
                  <a:pt x="165755" y="13731"/>
                  <a:pt x="166718" y="13684"/>
                  <a:pt x="167858" y="13684"/>
                </a:cubicBezTo>
                <a:cubicBezTo>
                  <a:pt x="168998" y="13684"/>
                  <a:pt x="169937" y="13731"/>
                  <a:pt x="170673" y="13826"/>
                </a:cubicBezTo>
                <a:cubicBezTo>
                  <a:pt x="171409" y="13921"/>
                  <a:pt x="171980" y="14076"/>
                  <a:pt x="172383" y="14290"/>
                </a:cubicBezTo>
                <a:cubicBezTo>
                  <a:pt x="172787" y="14503"/>
                  <a:pt x="173049" y="14753"/>
                  <a:pt x="173167" y="15038"/>
                </a:cubicBezTo>
                <a:cubicBezTo>
                  <a:pt x="173286" y="15323"/>
                  <a:pt x="173322" y="15632"/>
                  <a:pt x="173274" y="15965"/>
                </a:cubicBezTo>
                <a:lnTo>
                  <a:pt x="170210" y="31216"/>
                </a:lnTo>
                <a:lnTo>
                  <a:pt x="186602" y="31216"/>
                </a:lnTo>
                <a:cubicBezTo>
                  <a:pt x="187315" y="31216"/>
                  <a:pt x="187790" y="31478"/>
                  <a:pt x="188027" y="32000"/>
                </a:cubicBezTo>
                <a:cubicBezTo>
                  <a:pt x="188265" y="32523"/>
                  <a:pt x="188384" y="33117"/>
                  <a:pt x="188384" y="33782"/>
                </a:cubicBezTo>
                <a:close/>
                <a:moveTo>
                  <a:pt x="251216" y="46254"/>
                </a:moveTo>
                <a:cubicBezTo>
                  <a:pt x="251216" y="49533"/>
                  <a:pt x="250456" y="52479"/>
                  <a:pt x="248935" y="55092"/>
                </a:cubicBezTo>
                <a:cubicBezTo>
                  <a:pt x="247415" y="57705"/>
                  <a:pt x="245039" y="59938"/>
                  <a:pt x="241808" y="61791"/>
                </a:cubicBezTo>
                <a:cubicBezTo>
                  <a:pt x="238577" y="63644"/>
                  <a:pt x="234444" y="65070"/>
                  <a:pt x="229407" y="66068"/>
                </a:cubicBezTo>
                <a:cubicBezTo>
                  <a:pt x="224371" y="67065"/>
                  <a:pt x="218337" y="67564"/>
                  <a:pt x="211305" y="67564"/>
                </a:cubicBezTo>
                <a:lnTo>
                  <a:pt x="203750" y="67564"/>
                </a:lnTo>
                <a:cubicBezTo>
                  <a:pt x="203417" y="69137"/>
                  <a:pt x="203192" y="70661"/>
                  <a:pt x="203073" y="72139"/>
                </a:cubicBezTo>
                <a:cubicBezTo>
                  <a:pt x="202954" y="73616"/>
                  <a:pt x="202895" y="74999"/>
                  <a:pt x="202895" y="76286"/>
                </a:cubicBezTo>
                <a:cubicBezTo>
                  <a:pt x="202895" y="81052"/>
                  <a:pt x="204071" y="84698"/>
                  <a:pt x="206423" y="87224"/>
                </a:cubicBezTo>
                <a:cubicBezTo>
                  <a:pt x="208775" y="89749"/>
                  <a:pt x="212587" y="91012"/>
                  <a:pt x="217861" y="91012"/>
                </a:cubicBezTo>
                <a:cubicBezTo>
                  <a:pt x="220902" y="91012"/>
                  <a:pt x="223634" y="90783"/>
                  <a:pt x="226058" y="90324"/>
                </a:cubicBezTo>
                <a:cubicBezTo>
                  <a:pt x="228481" y="89865"/>
                  <a:pt x="230583" y="89370"/>
                  <a:pt x="232365" y="88838"/>
                </a:cubicBezTo>
                <a:cubicBezTo>
                  <a:pt x="234147" y="88307"/>
                  <a:pt x="235608" y="87812"/>
                  <a:pt x="236748" y="87353"/>
                </a:cubicBezTo>
                <a:cubicBezTo>
                  <a:pt x="237888" y="86894"/>
                  <a:pt x="238672" y="86665"/>
                  <a:pt x="239100" y="86665"/>
                </a:cubicBezTo>
                <a:cubicBezTo>
                  <a:pt x="239528" y="86665"/>
                  <a:pt x="239848" y="86820"/>
                  <a:pt x="240062" y="87130"/>
                </a:cubicBezTo>
                <a:cubicBezTo>
                  <a:pt x="240276" y="87440"/>
                  <a:pt x="240383" y="87882"/>
                  <a:pt x="240383" y="88455"/>
                </a:cubicBezTo>
                <a:cubicBezTo>
                  <a:pt x="240383" y="88933"/>
                  <a:pt x="240335" y="89507"/>
                  <a:pt x="240240" y="90175"/>
                </a:cubicBezTo>
                <a:cubicBezTo>
                  <a:pt x="240145" y="90843"/>
                  <a:pt x="240003" y="91524"/>
                  <a:pt x="239813" y="92217"/>
                </a:cubicBezTo>
                <a:cubicBezTo>
                  <a:pt x="239623" y="92909"/>
                  <a:pt x="239373" y="93566"/>
                  <a:pt x="239064" y="94188"/>
                </a:cubicBezTo>
                <a:cubicBezTo>
                  <a:pt x="238756" y="94809"/>
                  <a:pt x="238411" y="95334"/>
                  <a:pt x="238031" y="95763"/>
                </a:cubicBezTo>
                <a:cubicBezTo>
                  <a:pt x="237461" y="96336"/>
                  <a:pt x="236451" y="96897"/>
                  <a:pt x="235002" y="97446"/>
                </a:cubicBezTo>
                <a:cubicBezTo>
                  <a:pt x="233553" y="97996"/>
                  <a:pt x="231830" y="98498"/>
                  <a:pt x="229835" y="98952"/>
                </a:cubicBezTo>
                <a:cubicBezTo>
                  <a:pt x="227839" y="99405"/>
                  <a:pt x="225654" y="99775"/>
                  <a:pt x="223278" y="100061"/>
                </a:cubicBezTo>
                <a:cubicBezTo>
                  <a:pt x="220902" y="100348"/>
                  <a:pt x="218527" y="100491"/>
                  <a:pt x="216151" y="100491"/>
                </a:cubicBezTo>
                <a:cubicBezTo>
                  <a:pt x="211922" y="100491"/>
                  <a:pt x="208216" y="100016"/>
                  <a:pt x="205033" y="99066"/>
                </a:cubicBezTo>
                <a:cubicBezTo>
                  <a:pt x="201849" y="98114"/>
                  <a:pt x="199201" y="96651"/>
                  <a:pt x="197086" y="94678"/>
                </a:cubicBezTo>
                <a:cubicBezTo>
                  <a:pt x="194972" y="92703"/>
                  <a:pt x="193392" y="90241"/>
                  <a:pt x="192347" y="87293"/>
                </a:cubicBezTo>
                <a:cubicBezTo>
                  <a:pt x="191301" y="84344"/>
                  <a:pt x="190779" y="80872"/>
                  <a:pt x="190779" y="76876"/>
                </a:cubicBezTo>
                <a:cubicBezTo>
                  <a:pt x="190779" y="73785"/>
                  <a:pt x="191076" y="70468"/>
                  <a:pt x="191670" y="66925"/>
                </a:cubicBezTo>
                <a:cubicBezTo>
                  <a:pt x="192264" y="63381"/>
                  <a:pt x="193202" y="59873"/>
                  <a:pt x="194485" y="56401"/>
                </a:cubicBezTo>
                <a:cubicBezTo>
                  <a:pt x="195768" y="52930"/>
                  <a:pt x="197431" y="49601"/>
                  <a:pt x="199474" y="46415"/>
                </a:cubicBezTo>
                <a:cubicBezTo>
                  <a:pt x="201517" y="43227"/>
                  <a:pt x="203952" y="40421"/>
                  <a:pt x="206779" y="37996"/>
                </a:cubicBezTo>
                <a:cubicBezTo>
                  <a:pt x="209606" y="35570"/>
                  <a:pt x="212873" y="33620"/>
                  <a:pt x="216579" y="32145"/>
                </a:cubicBezTo>
                <a:cubicBezTo>
                  <a:pt x="220285" y="30671"/>
                  <a:pt x="224466" y="29934"/>
                  <a:pt x="229122" y="29934"/>
                </a:cubicBezTo>
                <a:cubicBezTo>
                  <a:pt x="233113" y="29934"/>
                  <a:pt x="236499" y="30432"/>
                  <a:pt x="239278" y="31430"/>
                </a:cubicBezTo>
                <a:cubicBezTo>
                  <a:pt x="242058" y="32428"/>
                  <a:pt x="244338" y="33711"/>
                  <a:pt x="246120" y="35279"/>
                </a:cubicBezTo>
                <a:cubicBezTo>
                  <a:pt x="247902" y="36847"/>
                  <a:pt x="249197" y="38593"/>
                  <a:pt x="250004" y="40517"/>
                </a:cubicBezTo>
                <a:cubicBezTo>
                  <a:pt x="250812" y="42441"/>
                  <a:pt x="251216" y="44354"/>
                  <a:pt x="251216" y="46254"/>
                </a:cubicBezTo>
                <a:moveTo>
                  <a:pt x="239171" y="47323"/>
                </a:moveTo>
                <a:cubicBezTo>
                  <a:pt x="239171" y="44900"/>
                  <a:pt x="238221" y="42940"/>
                  <a:pt x="236320" y="41444"/>
                </a:cubicBezTo>
                <a:cubicBezTo>
                  <a:pt x="234420" y="39947"/>
                  <a:pt x="231712" y="39199"/>
                  <a:pt x="228196" y="39199"/>
                </a:cubicBezTo>
                <a:cubicBezTo>
                  <a:pt x="225107" y="39199"/>
                  <a:pt x="222375" y="39733"/>
                  <a:pt x="220000" y="40802"/>
                </a:cubicBezTo>
                <a:cubicBezTo>
                  <a:pt x="217624" y="41871"/>
                  <a:pt x="215521" y="43309"/>
                  <a:pt x="213692" y="45114"/>
                </a:cubicBezTo>
                <a:cubicBezTo>
                  <a:pt x="211863" y="46920"/>
                  <a:pt x="210295" y="49022"/>
                  <a:pt x="208988" y="51421"/>
                </a:cubicBezTo>
                <a:cubicBezTo>
                  <a:pt x="207682" y="53821"/>
                  <a:pt x="206625" y="56351"/>
                  <a:pt x="205817" y="59012"/>
                </a:cubicBezTo>
                <a:lnTo>
                  <a:pt x="213086" y="59012"/>
                </a:lnTo>
                <a:cubicBezTo>
                  <a:pt x="218075" y="59012"/>
                  <a:pt x="222245" y="58703"/>
                  <a:pt x="225594" y="58085"/>
                </a:cubicBezTo>
                <a:cubicBezTo>
                  <a:pt x="228944" y="57468"/>
                  <a:pt x="231629" y="56624"/>
                  <a:pt x="233648" y="55555"/>
                </a:cubicBezTo>
                <a:cubicBezTo>
                  <a:pt x="235667" y="54486"/>
                  <a:pt x="237093" y="53239"/>
                  <a:pt x="237924" y="51813"/>
                </a:cubicBezTo>
                <a:cubicBezTo>
                  <a:pt x="238756" y="50388"/>
                  <a:pt x="239171" y="48891"/>
                  <a:pt x="239171" y="47323"/>
                </a:cubicBezTo>
                <a:close/>
                <a:moveTo>
                  <a:pt x="315925" y="38771"/>
                </a:moveTo>
                <a:cubicBezTo>
                  <a:pt x="315925" y="39626"/>
                  <a:pt x="315842" y="40505"/>
                  <a:pt x="315676" y="41408"/>
                </a:cubicBezTo>
                <a:cubicBezTo>
                  <a:pt x="315509" y="42311"/>
                  <a:pt x="315260" y="43154"/>
                  <a:pt x="314927" y="43938"/>
                </a:cubicBezTo>
                <a:cubicBezTo>
                  <a:pt x="314595" y="44722"/>
                  <a:pt x="314203" y="45375"/>
                  <a:pt x="313751" y="45898"/>
                </a:cubicBezTo>
                <a:cubicBezTo>
                  <a:pt x="313300" y="46421"/>
                  <a:pt x="312789" y="46682"/>
                  <a:pt x="312219" y="46682"/>
                </a:cubicBezTo>
                <a:cubicBezTo>
                  <a:pt x="311554" y="46682"/>
                  <a:pt x="310865" y="46334"/>
                  <a:pt x="310152" y="45637"/>
                </a:cubicBezTo>
                <a:cubicBezTo>
                  <a:pt x="309439" y="44941"/>
                  <a:pt x="308501" y="44161"/>
                  <a:pt x="307337" y="43297"/>
                </a:cubicBezTo>
                <a:cubicBezTo>
                  <a:pt x="306173" y="42433"/>
                  <a:pt x="304700" y="41640"/>
                  <a:pt x="302918" y="40920"/>
                </a:cubicBezTo>
                <a:cubicBezTo>
                  <a:pt x="301136" y="40200"/>
                  <a:pt x="298868" y="39840"/>
                  <a:pt x="296112" y="39840"/>
                </a:cubicBezTo>
                <a:cubicBezTo>
                  <a:pt x="293071" y="39840"/>
                  <a:pt x="290375" y="40472"/>
                  <a:pt x="288023" y="41735"/>
                </a:cubicBezTo>
                <a:cubicBezTo>
                  <a:pt x="285671" y="42997"/>
                  <a:pt x="283628" y="44641"/>
                  <a:pt x="281894" y="46666"/>
                </a:cubicBezTo>
                <a:cubicBezTo>
                  <a:pt x="280159" y="48692"/>
                  <a:pt x="278722" y="50991"/>
                  <a:pt x="277582" y="53564"/>
                </a:cubicBezTo>
                <a:cubicBezTo>
                  <a:pt x="276441" y="56136"/>
                  <a:pt x="275515" y="58732"/>
                  <a:pt x="274802" y="61353"/>
                </a:cubicBezTo>
                <a:cubicBezTo>
                  <a:pt x="274089" y="63973"/>
                  <a:pt x="273579" y="66511"/>
                  <a:pt x="273270" y="68965"/>
                </a:cubicBezTo>
                <a:cubicBezTo>
                  <a:pt x="272961" y="71419"/>
                  <a:pt x="272807" y="73552"/>
                  <a:pt x="272807" y="75362"/>
                </a:cubicBezTo>
                <a:cubicBezTo>
                  <a:pt x="272807" y="80269"/>
                  <a:pt x="273876" y="83985"/>
                  <a:pt x="276014" y="86511"/>
                </a:cubicBezTo>
                <a:cubicBezTo>
                  <a:pt x="278152" y="89037"/>
                  <a:pt x="281335" y="90299"/>
                  <a:pt x="285564" y="90299"/>
                </a:cubicBezTo>
                <a:cubicBezTo>
                  <a:pt x="288652" y="90299"/>
                  <a:pt x="291301" y="89916"/>
                  <a:pt x="293511" y="89148"/>
                </a:cubicBezTo>
                <a:cubicBezTo>
                  <a:pt x="295720" y="88380"/>
                  <a:pt x="297597" y="87505"/>
                  <a:pt x="299141" y="86522"/>
                </a:cubicBezTo>
                <a:cubicBezTo>
                  <a:pt x="300685" y="85539"/>
                  <a:pt x="301956" y="84664"/>
                  <a:pt x="302954" y="83896"/>
                </a:cubicBezTo>
                <a:cubicBezTo>
                  <a:pt x="303952" y="83129"/>
                  <a:pt x="304831" y="82745"/>
                  <a:pt x="305591" y="82745"/>
                </a:cubicBezTo>
                <a:cubicBezTo>
                  <a:pt x="305971" y="82745"/>
                  <a:pt x="306268" y="82923"/>
                  <a:pt x="306482" y="83279"/>
                </a:cubicBezTo>
                <a:cubicBezTo>
                  <a:pt x="306696" y="83636"/>
                  <a:pt x="306802" y="84146"/>
                  <a:pt x="306802" y="84812"/>
                </a:cubicBezTo>
                <a:cubicBezTo>
                  <a:pt x="306802" y="85382"/>
                  <a:pt x="306755" y="86059"/>
                  <a:pt x="306660" y="86843"/>
                </a:cubicBezTo>
                <a:cubicBezTo>
                  <a:pt x="306565" y="87627"/>
                  <a:pt x="306410" y="88434"/>
                  <a:pt x="306197" y="89266"/>
                </a:cubicBezTo>
                <a:cubicBezTo>
                  <a:pt x="305983" y="90097"/>
                  <a:pt x="305722" y="90870"/>
                  <a:pt x="305413" y="91582"/>
                </a:cubicBezTo>
                <a:cubicBezTo>
                  <a:pt x="305104" y="92295"/>
                  <a:pt x="304664" y="92951"/>
                  <a:pt x="304094" y="93551"/>
                </a:cubicBezTo>
                <a:cubicBezTo>
                  <a:pt x="303524" y="94149"/>
                  <a:pt x="302526" y="94881"/>
                  <a:pt x="301101" y="95745"/>
                </a:cubicBezTo>
                <a:cubicBezTo>
                  <a:pt x="299675" y="96608"/>
                  <a:pt x="298024" y="97386"/>
                  <a:pt x="296148" y="98081"/>
                </a:cubicBezTo>
                <a:cubicBezTo>
                  <a:pt x="294271" y="98776"/>
                  <a:pt x="292240" y="99351"/>
                  <a:pt x="290054" y="99807"/>
                </a:cubicBezTo>
                <a:cubicBezTo>
                  <a:pt x="287868" y="100263"/>
                  <a:pt x="285611" y="100491"/>
                  <a:pt x="283283" y="100491"/>
                </a:cubicBezTo>
                <a:cubicBezTo>
                  <a:pt x="275634" y="100491"/>
                  <a:pt x="269920" y="98539"/>
                  <a:pt x="266143" y="94636"/>
                </a:cubicBezTo>
                <a:cubicBezTo>
                  <a:pt x="262365" y="90731"/>
                  <a:pt x="260477" y="84922"/>
                  <a:pt x="260477" y="77210"/>
                </a:cubicBezTo>
                <a:cubicBezTo>
                  <a:pt x="260477" y="74306"/>
                  <a:pt x="260726" y="71128"/>
                  <a:pt x="261225" y="67678"/>
                </a:cubicBezTo>
                <a:cubicBezTo>
                  <a:pt x="261724" y="64226"/>
                  <a:pt x="262567" y="60750"/>
                  <a:pt x="263755" y="57250"/>
                </a:cubicBezTo>
                <a:cubicBezTo>
                  <a:pt x="264943" y="53750"/>
                  <a:pt x="266464" y="50358"/>
                  <a:pt x="268317" y="47074"/>
                </a:cubicBezTo>
                <a:cubicBezTo>
                  <a:pt x="270170" y="43788"/>
                  <a:pt x="272450" y="40872"/>
                  <a:pt x="275158" y="38326"/>
                </a:cubicBezTo>
                <a:cubicBezTo>
                  <a:pt x="277867" y="35778"/>
                  <a:pt x="281003" y="33742"/>
                  <a:pt x="284566" y="32219"/>
                </a:cubicBezTo>
                <a:cubicBezTo>
                  <a:pt x="288130" y="30695"/>
                  <a:pt x="292216" y="29934"/>
                  <a:pt x="296825" y="29934"/>
                </a:cubicBezTo>
                <a:cubicBezTo>
                  <a:pt x="298725" y="29934"/>
                  <a:pt x="300554" y="30089"/>
                  <a:pt x="302312" y="30401"/>
                </a:cubicBezTo>
                <a:cubicBezTo>
                  <a:pt x="304070" y="30713"/>
                  <a:pt x="305722" y="31133"/>
                  <a:pt x="307266" y="31662"/>
                </a:cubicBezTo>
                <a:cubicBezTo>
                  <a:pt x="308810" y="32190"/>
                  <a:pt x="310212" y="32851"/>
                  <a:pt x="311471" y="33644"/>
                </a:cubicBezTo>
                <a:cubicBezTo>
                  <a:pt x="312730" y="34435"/>
                  <a:pt x="313704" y="35144"/>
                  <a:pt x="314393" y="35769"/>
                </a:cubicBezTo>
                <a:cubicBezTo>
                  <a:pt x="315082" y="36392"/>
                  <a:pt x="315509" y="36918"/>
                  <a:pt x="315676" y="37346"/>
                </a:cubicBezTo>
                <a:cubicBezTo>
                  <a:pt x="315842" y="37773"/>
                  <a:pt x="315925" y="38248"/>
                  <a:pt x="315925" y="38771"/>
                </a:cubicBezTo>
                <a:close/>
                <a:moveTo>
                  <a:pt x="366310" y="33782"/>
                </a:moveTo>
                <a:cubicBezTo>
                  <a:pt x="366310" y="34210"/>
                  <a:pt x="366287" y="34673"/>
                  <a:pt x="366239" y="35172"/>
                </a:cubicBezTo>
                <a:cubicBezTo>
                  <a:pt x="366192" y="35671"/>
                  <a:pt x="366097" y="36182"/>
                  <a:pt x="365954" y="36704"/>
                </a:cubicBezTo>
                <a:cubicBezTo>
                  <a:pt x="365812" y="37227"/>
                  <a:pt x="365622" y="37749"/>
                  <a:pt x="365384" y="38272"/>
                </a:cubicBezTo>
                <a:cubicBezTo>
                  <a:pt x="365146" y="38795"/>
                  <a:pt x="364897" y="39258"/>
                  <a:pt x="364636" y="39662"/>
                </a:cubicBezTo>
                <a:cubicBezTo>
                  <a:pt x="364374" y="40066"/>
                  <a:pt x="364077" y="40386"/>
                  <a:pt x="363745" y="40624"/>
                </a:cubicBezTo>
                <a:cubicBezTo>
                  <a:pt x="363412" y="40862"/>
                  <a:pt x="363032" y="40980"/>
                  <a:pt x="362604" y="40980"/>
                </a:cubicBezTo>
                <a:lnTo>
                  <a:pt x="346212" y="40980"/>
                </a:lnTo>
                <a:lnTo>
                  <a:pt x="339014" y="76852"/>
                </a:lnTo>
                <a:cubicBezTo>
                  <a:pt x="338824" y="77852"/>
                  <a:pt x="338658" y="78973"/>
                  <a:pt x="338515" y="80215"/>
                </a:cubicBezTo>
                <a:cubicBezTo>
                  <a:pt x="338373" y="81454"/>
                  <a:pt x="338301" y="82480"/>
                  <a:pt x="338301" y="83290"/>
                </a:cubicBezTo>
                <a:cubicBezTo>
                  <a:pt x="338301" y="85722"/>
                  <a:pt x="338812" y="87499"/>
                  <a:pt x="339834" y="88620"/>
                </a:cubicBezTo>
                <a:cubicBezTo>
                  <a:pt x="340855" y="89740"/>
                  <a:pt x="342506" y="90299"/>
                  <a:pt x="344787" y="90299"/>
                </a:cubicBezTo>
                <a:cubicBezTo>
                  <a:pt x="346070" y="90299"/>
                  <a:pt x="347186" y="90192"/>
                  <a:pt x="348137" y="89979"/>
                </a:cubicBezTo>
                <a:cubicBezTo>
                  <a:pt x="349087" y="89765"/>
                  <a:pt x="349906" y="89539"/>
                  <a:pt x="350595" y="89302"/>
                </a:cubicBezTo>
                <a:cubicBezTo>
                  <a:pt x="351284" y="89064"/>
                  <a:pt x="351890" y="88838"/>
                  <a:pt x="352413" y="88625"/>
                </a:cubicBezTo>
                <a:cubicBezTo>
                  <a:pt x="352935" y="88411"/>
                  <a:pt x="353387" y="88304"/>
                  <a:pt x="353767" y="88304"/>
                </a:cubicBezTo>
                <a:cubicBezTo>
                  <a:pt x="354147" y="88304"/>
                  <a:pt x="354444" y="88434"/>
                  <a:pt x="354658" y="88696"/>
                </a:cubicBezTo>
                <a:cubicBezTo>
                  <a:pt x="354872" y="88957"/>
                  <a:pt x="354978" y="89444"/>
                  <a:pt x="354978" y="90157"/>
                </a:cubicBezTo>
                <a:cubicBezTo>
                  <a:pt x="354978" y="90775"/>
                  <a:pt x="354919" y="91452"/>
                  <a:pt x="354800" y="92188"/>
                </a:cubicBezTo>
                <a:cubicBezTo>
                  <a:pt x="354682" y="92925"/>
                  <a:pt x="354527" y="93649"/>
                  <a:pt x="354337" y="94362"/>
                </a:cubicBezTo>
                <a:cubicBezTo>
                  <a:pt x="354147" y="95074"/>
                  <a:pt x="353909" y="95716"/>
                  <a:pt x="353624" y="96286"/>
                </a:cubicBezTo>
                <a:cubicBezTo>
                  <a:pt x="353339" y="96856"/>
                  <a:pt x="353030" y="97308"/>
                  <a:pt x="352698" y="97640"/>
                </a:cubicBezTo>
                <a:cubicBezTo>
                  <a:pt x="352318" y="97973"/>
                  <a:pt x="351748" y="98305"/>
                  <a:pt x="350987" y="98638"/>
                </a:cubicBezTo>
                <a:cubicBezTo>
                  <a:pt x="350227" y="98971"/>
                  <a:pt x="349348" y="99268"/>
                  <a:pt x="348350" y="99529"/>
                </a:cubicBezTo>
                <a:cubicBezTo>
                  <a:pt x="347353" y="99790"/>
                  <a:pt x="346295" y="99992"/>
                  <a:pt x="345179" y="100135"/>
                </a:cubicBezTo>
                <a:cubicBezTo>
                  <a:pt x="344062" y="100277"/>
                  <a:pt x="342958" y="100348"/>
                  <a:pt x="341865" y="100348"/>
                </a:cubicBezTo>
                <a:cubicBezTo>
                  <a:pt x="339204" y="100348"/>
                  <a:pt x="336900" y="100063"/>
                  <a:pt x="334952" y="99491"/>
                </a:cubicBezTo>
                <a:cubicBezTo>
                  <a:pt x="333004" y="98919"/>
                  <a:pt x="331364" y="98027"/>
                  <a:pt x="330034" y="96814"/>
                </a:cubicBezTo>
                <a:cubicBezTo>
                  <a:pt x="328704" y="95599"/>
                  <a:pt x="327718" y="94076"/>
                  <a:pt x="327076" y="92244"/>
                </a:cubicBezTo>
                <a:cubicBezTo>
                  <a:pt x="326435" y="90410"/>
                  <a:pt x="326114" y="88208"/>
                  <a:pt x="326114" y="85638"/>
                </a:cubicBezTo>
                <a:cubicBezTo>
                  <a:pt x="326114" y="85066"/>
                  <a:pt x="326138" y="84435"/>
                  <a:pt x="326185" y="83745"/>
                </a:cubicBezTo>
                <a:cubicBezTo>
                  <a:pt x="326233" y="83054"/>
                  <a:pt x="326316" y="82328"/>
                  <a:pt x="326435" y="81567"/>
                </a:cubicBezTo>
                <a:cubicBezTo>
                  <a:pt x="326554" y="80805"/>
                  <a:pt x="326672" y="80043"/>
                  <a:pt x="326791" y="79281"/>
                </a:cubicBezTo>
                <a:cubicBezTo>
                  <a:pt x="326910" y="78520"/>
                  <a:pt x="327041" y="77806"/>
                  <a:pt x="327183" y="77139"/>
                </a:cubicBezTo>
                <a:lnTo>
                  <a:pt x="334381" y="40980"/>
                </a:lnTo>
                <a:lnTo>
                  <a:pt x="325473" y="40980"/>
                </a:lnTo>
                <a:cubicBezTo>
                  <a:pt x="324950" y="40980"/>
                  <a:pt x="324546" y="40826"/>
                  <a:pt x="324261" y="40517"/>
                </a:cubicBezTo>
                <a:cubicBezTo>
                  <a:pt x="323976" y="40208"/>
                  <a:pt x="323833" y="39602"/>
                  <a:pt x="323833" y="38700"/>
                </a:cubicBezTo>
                <a:cubicBezTo>
                  <a:pt x="323833" y="38035"/>
                  <a:pt x="323905" y="37262"/>
                  <a:pt x="324047" y="36383"/>
                </a:cubicBezTo>
                <a:cubicBezTo>
                  <a:pt x="324190" y="35504"/>
                  <a:pt x="324404" y="34685"/>
                  <a:pt x="324689" y="33925"/>
                </a:cubicBezTo>
                <a:cubicBezTo>
                  <a:pt x="324974" y="33164"/>
                  <a:pt x="325342" y="32523"/>
                  <a:pt x="325793" y="32000"/>
                </a:cubicBezTo>
                <a:cubicBezTo>
                  <a:pt x="326245" y="31478"/>
                  <a:pt x="326779" y="31216"/>
                  <a:pt x="327397" y="31216"/>
                </a:cubicBezTo>
                <a:lnTo>
                  <a:pt x="336377" y="31216"/>
                </a:lnTo>
                <a:lnTo>
                  <a:pt x="339442" y="15965"/>
                </a:lnTo>
                <a:cubicBezTo>
                  <a:pt x="339489" y="15632"/>
                  <a:pt x="339644" y="15323"/>
                  <a:pt x="339905" y="15038"/>
                </a:cubicBezTo>
                <a:cubicBezTo>
                  <a:pt x="340166" y="14753"/>
                  <a:pt x="340534" y="14503"/>
                  <a:pt x="341010" y="14290"/>
                </a:cubicBezTo>
                <a:cubicBezTo>
                  <a:pt x="341485" y="14076"/>
                  <a:pt x="342114" y="13921"/>
                  <a:pt x="342898" y="13826"/>
                </a:cubicBezTo>
                <a:cubicBezTo>
                  <a:pt x="343682" y="13731"/>
                  <a:pt x="344644" y="13684"/>
                  <a:pt x="345785" y="13684"/>
                </a:cubicBezTo>
                <a:cubicBezTo>
                  <a:pt x="346925" y="13684"/>
                  <a:pt x="347863" y="13731"/>
                  <a:pt x="348600" y="13826"/>
                </a:cubicBezTo>
                <a:cubicBezTo>
                  <a:pt x="349336" y="13921"/>
                  <a:pt x="349906" y="14076"/>
                  <a:pt x="350310" y="14290"/>
                </a:cubicBezTo>
                <a:cubicBezTo>
                  <a:pt x="350714" y="14503"/>
                  <a:pt x="350975" y="14753"/>
                  <a:pt x="351094" y="15038"/>
                </a:cubicBezTo>
                <a:cubicBezTo>
                  <a:pt x="351213" y="15323"/>
                  <a:pt x="351249" y="15632"/>
                  <a:pt x="351201" y="15965"/>
                </a:cubicBezTo>
                <a:lnTo>
                  <a:pt x="348137" y="31216"/>
                </a:lnTo>
                <a:lnTo>
                  <a:pt x="364529" y="31216"/>
                </a:lnTo>
                <a:cubicBezTo>
                  <a:pt x="365241" y="31216"/>
                  <a:pt x="365717" y="31478"/>
                  <a:pt x="365954" y="32000"/>
                </a:cubicBezTo>
                <a:cubicBezTo>
                  <a:pt x="366192" y="32523"/>
                  <a:pt x="366310" y="33117"/>
                  <a:pt x="366310" y="33782"/>
                </a:cubicBezTo>
                <a:close/>
                <a:moveTo>
                  <a:pt x="455024" y="97353"/>
                </a:moveTo>
                <a:cubicBezTo>
                  <a:pt x="454881" y="98135"/>
                  <a:pt x="454382" y="98688"/>
                  <a:pt x="453527" y="99010"/>
                </a:cubicBezTo>
                <a:cubicBezTo>
                  <a:pt x="452672" y="99332"/>
                  <a:pt x="451246" y="99493"/>
                  <a:pt x="449251" y="99493"/>
                </a:cubicBezTo>
                <a:cubicBezTo>
                  <a:pt x="448253" y="99493"/>
                  <a:pt x="447445" y="99447"/>
                  <a:pt x="446828" y="99355"/>
                </a:cubicBezTo>
                <a:cubicBezTo>
                  <a:pt x="446210" y="99263"/>
                  <a:pt x="445711" y="99137"/>
                  <a:pt x="445331" y="98977"/>
                </a:cubicBezTo>
                <a:cubicBezTo>
                  <a:pt x="444951" y="98815"/>
                  <a:pt x="444701" y="98608"/>
                  <a:pt x="444582" y="98355"/>
                </a:cubicBezTo>
                <a:cubicBezTo>
                  <a:pt x="444464" y="98101"/>
                  <a:pt x="444452" y="97767"/>
                  <a:pt x="444547" y="97353"/>
                </a:cubicBezTo>
                <a:lnTo>
                  <a:pt x="446828" y="85366"/>
                </a:lnTo>
                <a:cubicBezTo>
                  <a:pt x="446210" y="86936"/>
                  <a:pt x="445093" y="88613"/>
                  <a:pt x="443478" y="90397"/>
                </a:cubicBezTo>
                <a:cubicBezTo>
                  <a:pt x="441862" y="92181"/>
                  <a:pt x="439950" y="93821"/>
                  <a:pt x="437741" y="95319"/>
                </a:cubicBezTo>
                <a:cubicBezTo>
                  <a:pt x="435531" y="96818"/>
                  <a:pt x="433072" y="98054"/>
                  <a:pt x="430364" y="99030"/>
                </a:cubicBezTo>
                <a:cubicBezTo>
                  <a:pt x="427656" y="100004"/>
                  <a:pt x="424900" y="100491"/>
                  <a:pt x="422097" y="100491"/>
                </a:cubicBezTo>
                <a:cubicBezTo>
                  <a:pt x="419293" y="100491"/>
                  <a:pt x="416858" y="100122"/>
                  <a:pt x="414792" y="99384"/>
                </a:cubicBezTo>
                <a:cubicBezTo>
                  <a:pt x="412725" y="98648"/>
                  <a:pt x="410990" y="97661"/>
                  <a:pt x="409589" y="96424"/>
                </a:cubicBezTo>
                <a:cubicBezTo>
                  <a:pt x="408187" y="95187"/>
                  <a:pt x="407047" y="93749"/>
                  <a:pt x="406168" y="92108"/>
                </a:cubicBezTo>
                <a:cubicBezTo>
                  <a:pt x="405289" y="90467"/>
                  <a:pt x="404600" y="88779"/>
                  <a:pt x="404101" y="87043"/>
                </a:cubicBezTo>
                <a:cubicBezTo>
                  <a:pt x="403602" y="85307"/>
                  <a:pt x="403270" y="83560"/>
                  <a:pt x="403103" y="81800"/>
                </a:cubicBezTo>
                <a:cubicBezTo>
                  <a:pt x="402937" y="80039"/>
                  <a:pt x="402854" y="78422"/>
                  <a:pt x="402854" y="76947"/>
                </a:cubicBezTo>
                <a:cubicBezTo>
                  <a:pt x="402854" y="74189"/>
                  <a:pt x="403115" y="71097"/>
                  <a:pt x="403638" y="67673"/>
                </a:cubicBezTo>
                <a:cubicBezTo>
                  <a:pt x="404160" y="64249"/>
                  <a:pt x="404992" y="60814"/>
                  <a:pt x="406132" y="57366"/>
                </a:cubicBezTo>
                <a:cubicBezTo>
                  <a:pt x="407273" y="53917"/>
                  <a:pt x="408734" y="50540"/>
                  <a:pt x="410515" y="47234"/>
                </a:cubicBezTo>
                <a:cubicBezTo>
                  <a:pt x="412297" y="43929"/>
                  <a:pt x="414447" y="41004"/>
                  <a:pt x="416965" y="38459"/>
                </a:cubicBezTo>
                <a:cubicBezTo>
                  <a:pt x="419483" y="35914"/>
                  <a:pt x="422394" y="33857"/>
                  <a:pt x="425696" y="32288"/>
                </a:cubicBezTo>
                <a:cubicBezTo>
                  <a:pt x="428998" y="30718"/>
                  <a:pt x="432740" y="29934"/>
                  <a:pt x="436921" y="29934"/>
                </a:cubicBezTo>
                <a:cubicBezTo>
                  <a:pt x="438964" y="29934"/>
                  <a:pt x="440888" y="30160"/>
                  <a:pt x="442694" y="30613"/>
                </a:cubicBezTo>
                <a:cubicBezTo>
                  <a:pt x="444499" y="31064"/>
                  <a:pt x="446139" y="31683"/>
                  <a:pt x="447611" y="32468"/>
                </a:cubicBezTo>
                <a:cubicBezTo>
                  <a:pt x="449084" y="33252"/>
                  <a:pt x="450439" y="34191"/>
                  <a:pt x="451674" y="35285"/>
                </a:cubicBezTo>
                <a:cubicBezTo>
                  <a:pt x="452909" y="36378"/>
                  <a:pt x="454026" y="37519"/>
                  <a:pt x="455024" y="38709"/>
                </a:cubicBezTo>
                <a:lnTo>
                  <a:pt x="462293" y="2283"/>
                </a:lnTo>
                <a:cubicBezTo>
                  <a:pt x="462341" y="1950"/>
                  <a:pt x="462483" y="1630"/>
                  <a:pt x="462721" y="1321"/>
                </a:cubicBezTo>
                <a:cubicBezTo>
                  <a:pt x="462958" y="1010"/>
                  <a:pt x="463315" y="772"/>
                  <a:pt x="463790" y="606"/>
                </a:cubicBezTo>
                <a:cubicBezTo>
                  <a:pt x="464265" y="439"/>
                  <a:pt x="464883" y="297"/>
                  <a:pt x="465643" y="178"/>
                </a:cubicBezTo>
                <a:cubicBezTo>
                  <a:pt x="466403" y="59"/>
                  <a:pt x="467377" y="0"/>
                  <a:pt x="468565" y="0"/>
                </a:cubicBezTo>
                <a:cubicBezTo>
                  <a:pt x="469705" y="0"/>
                  <a:pt x="470644" y="59"/>
                  <a:pt x="471380" y="178"/>
                </a:cubicBezTo>
                <a:cubicBezTo>
                  <a:pt x="472117" y="297"/>
                  <a:pt x="472699" y="439"/>
                  <a:pt x="473126" y="606"/>
                </a:cubicBezTo>
                <a:cubicBezTo>
                  <a:pt x="473554" y="772"/>
                  <a:pt x="473827" y="1010"/>
                  <a:pt x="473946" y="1321"/>
                </a:cubicBezTo>
                <a:cubicBezTo>
                  <a:pt x="474065" y="1630"/>
                  <a:pt x="474077" y="1950"/>
                  <a:pt x="473981" y="2283"/>
                </a:cubicBezTo>
                <a:lnTo>
                  <a:pt x="455024" y="97353"/>
                </a:lnTo>
                <a:moveTo>
                  <a:pt x="452743" y="50123"/>
                </a:moveTo>
                <a:cubicBezTo>
                  <a:pt x="450510" y="46839"/>
                  <a:pt x="448098" y="44340"/>
                  <a:pt x="445509" y="42626"/>
                </a:cubicBezTo>
                <a:cubicBezTo>
                  <a:pt x="442920" y="40911"/>
                  <a:pt x="440009" y="40054"/>
                  <a:pt x="436778" y="40054"/>
                </a:cubicBezTo>
                <a:cubicBezTo>
                  <a:pt x="434260" y="40054"/>
                  <a:pt x="431991" y="40637"/>
                  <a:pt x="429972" y="41802"/>
                </a:cubicBezTo>
                <a:cubicBezTo>
                  <a:pt x="427953" y="42968"/>
                  <a:pt x="426135" y="44526"/>
                  <a:pt x="424520" y="46477"/>
                </a:cubicBezTo>
                <a:cubicBezTo>
                  <a:pt x="422904" y="48428"/>
                  <a:pt x="421515" y="50665"/>
                  <a:pt x="420351" y="53188"/>
                </a:cubicBezTo>
                <a:cubicBezTo>
                  <a:pt x="419187" y="55709"/>
                  <a:pt x="418224" y="58314"/>
                  <a:pt x="417464" y="61003"/>
                </a:cubicBezTo>
                <a:cubicBezTo>
                  <a:pt x="416704" y="63690"/>
                  <a:pt x="416134" y="66343"/>
                  <a:pt x="415754" y="68961"/>
                </a:cubicBezTo>
                <a:cubicBezTo>
                  <a:pt x="415374" y="71577"/>
                  <a:pt x="415184" y="73979"/>
                  <a:pt x="415184" y="76168"/>
                </a:cubicBezTo>
                <a:cubicBezTo>
                  <a:pt x="415184" y="80783"/>
                  <a:pt x="415968" y="84316"/>
                  <a:pt x="417535" y="86767"/>
                </a:cubicBezTo>
                <a:cubicBezTo>
                  <a:pt x="419103" y="89217"/>
                  <a:pt x="421622" y="90442"/>
                  <a:pt x="425090" y="90442"/>
                </a:cubicBezTo>
                <a:cubicBezTo>
                  <a:pt x="427703" y="90442"/>
                  <a:pt x="430328" y="89728"/>
                  <a:pt x="432965" y="88302"/>
                </a:cubicBezTo>
                <a:cubicBezTo>
                  <a:pt x="435602" y="86873"/>
                  <a:pt x="438061" y="84898"/>
                  <a:pt x="440342" y="82377"/>
                </a:cubicBezTo>
                <a:cubicBezTo>
                  <a:pt x="442623" y="79856"/>
                  <a:pt x="444642" y="76859"/>
                  <a:pt x="446400" y="73386"/>
                </a:cubicBezTo>
                <a:cubicBezTo>
                  <a:pt x="448158" y="69913"/>
                  <a:pt x="449465" y="66107"/>
                  <a:pt x="450320" y="61967"/>
                </a:cubicBezTo>
                <a:lnTo>
                  <a:pt x="452743" y="50123"/>
                </a:lnTo>
                <a:close/>
                <a:moveTo>
                  <a:pt x="538030" y="46254"/>
                </a:moveTo>
                <a:cubicBezTo>
                  <a:pt x="538030" y="49533"/>
                  <a:pt x="537270" y="52479"/>
                  <a:pt x="535749" y="55092"/>
                </a:cubicBezTo>
                <a:cubicBezTo>
                  <a:pt x="534229" y="57705"/>
                  <a:pt x="531853" y="59938"/>
                  <a:pt x="528622" y="61791"/>
                </a:cubicBezTo>
                <a:cubicBezTo>
                  <a:pt x="525391" y="63644"/>
                  <a:pt x="521258" y="65070"/>
                  <a:pt x="516221" y="66068"/>
                </a:cubicBezTo>
                <a:cubicBezTo>
                  <a:pt x="511185" y="67065"/>
                  <a:pt x="505150" y="67564"/>
                  <a:pt x="498118" y="67564"/>
                </a:cubicBezTo>
                <a:lnTo>
                  <a:pt x="490564" y="67564"/>
                </a:lnTo>
                <a:cubicBezTo>
                  <a:pt x="490231" y="69137"/>
                  <a:pt x="490006" y="70661"/>
                  <a:pt x="489887" y="72139"/>
                </a:cubicBezTo>
                <a:cubicBezTo>
                  <a:pt x="489768" y="73616"/>
                  <a:pt x="489709" y="74999"/>
                  <a:pt x="489709" y="76286"/>
                </a:cubicBezTo>
                <a:cubicBezTo>
                  <a:pt x="489709" y="81052"/>
                  <a:pt x="490885" y="84698"/>
                  <a:pt x="493236" y="87224"/>
                </a:cubicBezTo>
                <a:cubicBezTo>
                  <a:pt x="495588" y="89749"/>
                  <a:pt x="499401" y="91012"/>
                  <a:pt x="504675" y="91012"/>
                </a:cubicBezTo>
                <a:cubicBezTo>
                  <a:pt x="507716" y="91012"/>
                  <a:pt x="510448" y="90783"/>
                  <a:pt x="512871" y="90324"/>
                </a:cubicBezTo>
                <a:cubicBezTo>
                  <a:pt x="515295" y="89865"/>
                  <a:pt x="517397" y="89370"/>
                  <a:pt x="519179" y="88838"/>
                </a:cubicBezTo>
                <a:cubicBezTo>
                  <a:pt x="520961" y="88307"/>
                  <a:pt x="522422" y="87812"/>
                  <a:pt x="523562" y="87353"/>
                </a:cubicBezTo>
                <a:cubicBezTo>
                  <a:pt x="524702" y="86894"/>
                  <a:pt x="525486" y="86665"/>
                  <a:pt x="525914" y="86665"/>
                </a:cubicBezTo>
                <a:cubicBezTo>
                  <a:pt x="526341" y="86665"/>
                  <a:pt x="526662" y="86820"/>
                  <a:pt x="526876" y="87130"/>
                </a:cubicBezTo>
                <a:cubicBezTo>
                  <a:pt x="527090" y="87440"/>
                  <a:pt x="527197" y="87882"/>
                  <a:pt x="527197" y="88455"/>
                </a:cubicBezTo>
                <a:cubicBezTo>
                  <a:pt x="527197" y="88933"/>
                  <a:pt x="527149" y="89507"/>
                  <a:pt x="527054" y="90175"/>
                </a:cubicBezTo>
                <a:cubicBezTo>
                  <a:pt x="526959" y="90843"/>
                  <a:pt x="526817" y="91524"/>
                  <a:pt x="526627" y="92217"/>
                </a:cubicBezTo>
                <a:cubicBezTo>
                  <a:pt x="526437" y="92909"/>
                  <a:pt x="526187" y="93566"/>
                  <a:pt x="525878" y="94188"/>
                </a:cubicBezTo>
                <a:cubicBezTo>
                  <a:pt x="525569" y="94809"/>
                  <a:pt x="525225" y="95334"/>
                  <a:pt x="524845" y="95763"/>
                </a:cubicBezTo>
                <a:cubicBezTo>
                  <a:pt x="524275" y="96336"/>
                  <a:pt x="523265" y="96897"/>
                  <a:pt x="521816" y="97446"/>
                </a:cubicBezTo>
                <a:cubicBezTo>
                  <a:pt x="520367" y="97996"/>
                  <a:pt x="518644" y="98498"/>
                  <a:pt x="516649" y="98952"/>
                </a:cubicBezTo>
                <a:cubicBezTo>
                  <a:pt x="514653" y="99405"/>
                  <a:pt x="512468" y="99775"/>
                  <a:pt x="510092" y="100061"/>
                </a:cubicBezTo>
                <a:cubicBezTo>
                  <a:pt x="507716" y="100348"/>
                  <a:pt x="505341" y="100491"/>
                  <a:pt x="502965" y="100491"/>
                </a:cubicBezTo>
                <a:cubicBezTo>
                  <a:pt x="498736" y="100491"/>
                  <a:pt x="495030" y="100016"/>
                  <a:pt x="491847" y="99066"/>
                </a:cubicBezTo>
                <a:cubicBezTo>
                  <a:pt x="488663" y="98114"/>
                  <a:pt x="486014" y="96651"/>
                  <a:pt x="483900" y="94678"/>
                </a:cubicBezTo>
                <a:cubicBezTo>
                  <a:pt x="481786" y="92703"/>
                  <a:pt x="480206" y="90241"/>
                  <a:pt x="479161" y="87293"/>
                </a:cubicBezTo>
                <a:cubicBezTo>
                  <a:pt x="478115" y="84344"/>
                  <a:pt x="477593" y="80872"/>
                  <a:pt x="477593" y="76876"/>
                </a:cubicBezTo>
                <a:cubicBezTo>
                  <a:pt x="477593" y="73785"/>
                  <a:pt x="477890" y="70468"/>
                  <a:pt x="478484" y="66925"/>
                </a:cubicBezTo>
                <a:cubicBezTo>
                  <a:pt x="479077" y="63381"/>
                  <a:pt x="480016" y="59873"/>
                  <a:pt x="481299" y="56401"/>
                </a:cubicBezTo>
                <a:cubicBezTo>
                  <a:pt x="482582" y="52930"/>
                  <a:pt x="484245" y="49601"/>
                  <a:pt x="486288" y="46415"/>
                </a:cubicBezTo>
                <a:cubicBezTo>
                  <a:pt x="488331" y="43227"/>
                  <a:pt x="490766" y="40421"/>
                  <a:pt x="493593" y="37996"/>
                </a:cubicBezTo>
                <a:cubicBezTo>
                  <a:pt x="496420" y="35570"/>
                  <a:pt x="499686" y="33620"/>
                  <a:pt x="503392" y="32145"/>
                </a:cubicBezTo>
                <a:cubicBezTo>
                  <a:pt x="507099" y="30671"/>
                  <a:pt x="511280" y="29934"/>
                  <a:pt x="515936" y="29934"/>
                </a:cubicBezTo>
                <a:cubicBezTo>
                  <a:pt x="519927" y="29934"/>
                  <a:pt x="523312" y="30432"/>
                  <a:pt x="526092" y="31430"/>
                </a:cubicBezTo>
                <a:cubicBezTo>
                  <a:pt x="528872" y="32428"/>
                  <a:pt x="531152" y="33711"/>
                  <a:pt x="532934" y="35279"/>
                </a:cubicBezTo>
                <a:cubicBezTo>
                  <a:pt x="534716" y="36847"/>
                  <a:pt x="536010" y="38593"/>
                  <a:pt x="536818" y="40517"/>
                </a:cubicBezTo>
                <a:cubicBezTo>
                  <a:pt x="537626" y="42441"/>
                  <a:pt x="538030" y="44354"/>
                  <a:pt x="538030" y="46254"/>
                </a:cubicBezTo>
                <a:moveTo>
                  <a:pt x="525985" y="47323"/>
                </a:moveTo>
                <a:cubicBezTo>
                  <a:pt x="525985" y="44900"/>
                  <a:pt x="525035" y="42940"/>
                  <a:pt x="523134" y="41444"/>
                </a:cubicBezTo>
                <a:cubicBezTo>
                  <a:pt x="521234" y="39947"/>
                  <a:pt x="518526" y="39199"/>
                  <a:pt x="515010" y="39199"/>
                </a:cubicBezTo>
                <a:cubicBezTo>
                  <a:pt x="511921" y="39199"/>
                  <a:pt x="509189" y="39733"/>
                  <a:pt x="506813" y="40802"/>
                </a:cubicBezTo>
                <a:cubicBezTo>
                  <a:pt x="504438" y="41871"/>
                  <a:pt x="502335" y="43309"/>
                  <a:pt x="500506" y="45114"/>
                </a:cubicBezTo>
                <a:cubicBezTo>
                  <a:pt x="498677" y="46920"/>
                  <a:pt x="497109" y="49022"/>
                  <a:pt x="495802" y="51421"/>
                </a:cubicBezTo>
                <a:cubicBezTo>
                  <a:pt x="494496" y="53821"/>
                  <a:pt x="493438" y="56351"/>
                  <a:pt x="492631" y="59012"/>
                </a:cubicBezTo>
                <a:lnTo>
                  <a:pt x="499900" y="59012"/>
                </a:lnTo>
                <a:cubicBezTo>
                  <a:pt x="504889" y="59012"/>
                  <a:pt x="509058" y="58703"/>
                  <a:pt x="512408" y="58085"/>
                </a:cubicBezTo>
                <a:cubicBezTo>
                  <a:pt x="515758" y="57468"/>
                  <a:pt x="518442" y="56624"/>
                  <a:pt x="520462" y="55555"/>
                </a:cubicBezTo>
                <a:cubicBezTo>
                  <a:pt x="522481" y="54486"/>
                  <a:pt x="523906" y="53239"/>
                  <a:pt x="524738" y="51813"/>
                </a:cubicBezTo>
                <a:cubicBezTo>
                  <a:pt x="525569" y="50388"/>
                  <a:pt x="525985" y="48891"/>
                  <a:pt x="525985" y="47323"/>
                </a:cubicBezTo>
                <a:close/>
                <a:moveTo>
                  <a:pt x="602739" y="38771"/>
                </a:moveTo>
                <a:cubicBezTo>
                  <a:pt x="602739" y="39626"/>
                  <a:pt x="602655" y="40505"/>
                  <a:pt x="602489" y="41408"/>
                </a:cubicBezTo>
                <a:cubicBezTo>
                  <a:pt x="602323" y="42311"/>
                  <a:pt x="602073" y="43154"/>
                  <a:pt x="601741" y="43938"/>
                </a:cubicBezTo>
                <a:cubicBezTo>
                  <a:pt x="601408" y="44722"/>
                  <a:pt x="601016" y="45375"/>
                  <a:pt x="600565" y="45898"/>
                </a:cubicBezTo>
                <a:cubicBezTo>
                  <a:pt x="600114" y="46421"/>
                  <a:pt x="599603" y="46682"/>
                  <a:pt x="599033" y="46682"/>
                </a:cubicBezTo>
                <a:cubicBezTo>
                  <a:pt x="598367" y="46682"/>
                  <a:pt x="597678" y="46334"/>
                  <a:pt x="596966" y="45637"/>
                </a:cubicBezTo>
                <a:cubicBezTo>
                  <a:pt x="596253" y="44941"/>
                  <a:pt x="595315" y="44161"/>
                  <a:pt x="594151" y="43297"/>
                </a:cubicBezTo>
                <a:cubicBezTo>
                  <a:pt x="592986" y="42433"/>
                  <a:pt x="591514" y="41640"/>
                  <a:pt x="589732" y="40920"/>
                </a:cubicBezTo>
                <a:cubicBezTo>
                  <a:pt x="587950" y="40200"/>
                  <a:pt x="585681" y="39840"/>
                  <a:pt x="582925" y="39840"/>
                </a:cubicBezTo>
                <a:cubicBezTo>
                  <a:pt x="579885" y="39840"/>
                  <a:pt x="577188" y="40472"/>
                  <a:pt x="574836" y="41735"/>
                </a:cubicBezTo>
                <a:cubicBezTo>
                  <a:pt x="572484" y="42997"/>
                  <a:pt x="570441" y="44641"/>
                  <a:pt x="568707" y="46666"/>
                </a:cubicBezTo>
                <a:cubicBezTo>
                  <a:pt x="566973" y="48692"/>
                  <a:pt x="565536" y="50991"/>
                  <a:pt x="564395" y="53564"/>
                </a:cubicBezTo>
                <a:cubicBezTo>
                  <a:pt x="563255" y="56136"/>
                  <a:pt x="562328" y="58732"/>
                  <a:pt x="561616" y="61353"/>
                </a:cubicBezTo>
                <a:cubicBezTo>
                  <a:pt x="560903" y="63973"/>
                  <a:pt x="560392" y="66511"/>
                  <a:pt x="560083" y="68965"/>
                </a:cubicBezTo>
                <a:cubicBezTo>
                  <a:pt x="559775" y="71419"/>
                  <a:pt x="559620" y="73552"/>
                  <a:pt x="559620" y="75362"/>
                </a:cubicBezTo>
                <a:cubicBezTo>
                  <a:pt x="559620" y="80269"/>
                  <a:pt x="560689" y="83985"/>
                  <a:pt x="562827" y="86511"/>
                </a:cubicBezTo>
                <a:cubicBezTo>
                  <a:pt x="564965" y="89037"/>
                  <a:pt x="568149" y="90299"/>
                  <a:pt x="572378" y="90299"/>
                </a:cubicBezTo>
                <a:cubicBezTo>
                  <a:pt x="575466" y="90299"/>
                  <a:pt x="578115" y="89916"/>
                  <a:pt x="580324" y="89148"/>
                </a:cubicBezTo>
                <a:cubicBezTo>
                  <a:pt x="582534" y="88380"/>
                  <a:pt x="584410" y="87505"/>
                  <a:pt x="585954" y="86522"/>
                </a:cubicBezTo>
                <a:cubicBezTo>
                  <a:pt x="587499" y="85539"/>
                  <a:pt x="588770" y="84664"/>
                  <a:pt x="589767" y="83896"/>
                </a:cubicBezTo>
                <a:cubicBezTo>
                  <a:pt x="590765" y="83129"/>
                  <a:pt x="591644" y="82745"/>
                  <a:pt x="592404" y="82745"/>
                </a:cubicBezTo>
                <a:cubicBezTo>
                  <a:pt x="592785" y="82745"/>
                  <a:pt x="593082" y="82923"/>
                  <a:pt x="593295" y="83279"/>
                </a:cubicBezTo>
                <a:cubicBezTo>
                  <a:pt x="593509" y="83636"/>
                  <a:pt x="593616" y="84146"/>
                  <a:pt x="593616" y="84812"/>
                </a:cubicBezTo>
                <a:cubicBezTo>
                  <a:pt x="593616" y="85382"/>
                  <a:pt x="593569" y="86059"/>
                  <a:pt x="593473" y="86843"/>
                </a:cubicBezTo>
                <a:cubicBezTo>
                  <a:pt x="593378" y="87627"/>
                  <a:pt x="593224" y="88434"/>
                  <a:pt x="593010" y="89266"/>
                </a:cubicBezTo>
                <a:cubicBezTo>
                  <a:pt x="592796" y="90097"/>
                  <a:pt x="592535" y="90870"/>
                  <a:pt x="592226" y="91582"/>
                </a:cubicBezTo>
                <a:cubicBezTo>
                  <a:pt x="591917" y="92295"/>
                  <a:pt x="591478" y="92951"/>
                  <a:pt x="590908" y="93551"/>
                </a:cubicBezTo>
                <a:cubicBezTo>
                  <a:pt x="590338" y="94149"/>
                  <a:pt x="589340" y="94881"/>
                  <a:pt x="587914" y="95745"/>
                </a:cubicBezTo>
                <a:cubicBezTo>
                  <a:pt x="586489" y="96608"/>
                  <a:pt x="584838" y="97386"/>
                  <a:pt x="582961" y="98081"/>
                </a:cubicBezTo>
                <a:cubicBezTo>
                  <a:pt x="581084" y="98776"/>
                  <a:pt x="579053" y="99351"/>
                  <a:pt x="576868" y="99807"/>
                </a:cubicBezTo>
                <a:cubicBezTo>
                  <a:pt x="574682" y="100263"/>
                  <a:pt x="572425" y="100491"/>
                  <a:pt x="570097" y="100491"/>
                </a:cubicBezTo>
                <a:cubicBezTo>
                  <a:pt x="562447" y="100491"/>
                  <a:pt x="556734" y="98539"/>
                  <a:pt x="552956" y="94636"/>
                </a:cubicBezTo>
                <a:cubicBezTo>
                  <a:pt x="549179" y="90731"/>
                  <a:pt x="547290" y="84922"/>
                  <a:pt x="547290" y="77210"/>
                </a:cubicBezTo>
                <a:cubicBezTo>
                  <a:pt x="547290" y="74306"/>
                  <a:pt x="547540" y="71128"/>
                  <a:pt x="548039" y="67678"/>
                </a:cubicBezTo>
                <a:cubicBezTo>
                  <a:pt x="548538" y="64226"/>
                  <a:pt x="549381" y="60750"/>
                  <a:pt x="550569" y="57250"/>
                </a:cubicBezTo>
                <a:cubicBezTo>
                  <a:pt x="551757" y="53750"/>
                  <a:pt x="553277" y="50358"/>
                  <a:pt x="555130" y="47074"/>
                </a:cubicBezTo>
                <a:cubicBezTo>
                  <a:pt x="556983" y="43788"/>
                  <a:pt x="559264" y="40872"/>
                  <a:pt x="561972" y="38326"/>
                </a:cubicBezTo>
                <a:cubicBezTo>
                  <a:pt x="564680" y="35778"/>
                  <a:pt x="567816" y="33742"/>
                  <a:pt x="571380" y="32219"/>
                </a:cubicBezTo>
                <a:cubicBezTo>
                  <a:pt x="574943" y="30695"/>
                  <a:pt x="579029" y="29934"/>
                  <a:pt x="583638" y="29934"/>
                </a:cubicBezTo>
                <a:cubicBezTo>
                  <a:pt x="585539" y="29934"/>
                  <a:pt x="587368" y="30089"/>
                  <a:pt x="589126" y="30401"/>
                </a:cubicBezTo>
                <a:cubicBezTo>
                  <a:pt x="590884" y="30713"/>
                  <a:pt x="592535" y="31133"/>
                  <a:pt x="594079" y="31662"/>
                </a:cubicBezTo>
                <a:cubicBezTo>
                  <a:pt x="595623" y="32190"/>
                  <a:pt x="597025" y="32851"/>
                  <a:pt x="598284" y="33644"/>
                </a:cubicBezTo>
                <a:cubicBezTo>
                  <a:pt x="599543" y="34435"/>
                  <a:pt x="600517" y="35144"/>
                  <a:pt x="601206" y="35769"/>
                </a:cubicBezTo>
                <a:cubicBezTo>
                  <a:pt x="601895" y="36392"/>
                  <a:pt x="602323" y="36918"/>
                  <a:pt x="602489" y="37346"/>
                </a:cubicBezTo>
                <a:cubicBezTo>
                  <a:pt x="602655" y="37773"/>
                  <a:pt x="602739" y="38248"/>
                  <a:pt x="602739" y="38771"/>
                </a:cubicBezTo>
                <a:close/>
                <a:moveTo>
                  <a:pt x="667497" y="46254"/>
                </a:moveTo>
                <a:cubicBezTo>
                  <a:pt x="667497" y="49533"/>
                  <a:pt x="666737" y="52479"/>
                  <a:pt x="665217" y="55092"/>
                </a:cubicBezTo>
                <a:cubicBezTo>
                  <a:pt x="663696" y="57705"/>
                  <a:pt x="661321" y="59938"/>
                  <a:pt x="658090" y="61791"/>
                </a:cubicBezTo>
                <a:cubicBezTo>
                  <a:pt x="654859" y="63644"/>
                  <a:pt x="650725" y="65070"/>
                  <a:pt x="645689" y="66068"/>
                </a:cubicBezTo>
                <a:cubicBezTo>
                  <a:pt x="640652" y="67065"/>
                  <a:pt x="634618" y="67564"/>
                  <a:pt x="627586" y="67564"/>
                </a:cubicBezTo>
                <a:lnTo>
                  <a:pt x="620031" y="67564"/>
                </a:lnTo>
                <a:cubicBezTo>
                  <a:pt x="619699" y="69137"/>
                  <a:pt x="619473" y="70661"/>
                  <a:pt x="619354" y="72139"/>
                </a:cubicBezTo>
                <a:cubicBezTo>
                  <a:pt x="619236" y="73616"/>
                  <a:pt x="619176" y="74999"/>
                  <a:pt x="619176" y="76286"/>
                </a:cubicBezTo>
                <a:cubicBezTo>
                  <a:pt x="619176" y="81052"/>
                  <a:pt x="620352" y="84698"/>
                  <a:pt x="622704" y="87224"/>
                </a:cubicBezTo>
                <a:cubicBezTo>
                  <a:pt x="625056" y="89749"/>
                  <a:pt x="628869" y="91012"/>
                  <a:pt x="634143" y="91012"/>
                </a:cubicBezTo>
                <a:cubicBezTo>
                  <a:pt x="637184" y="91012"/>
                  <a:pt x="639916" y="90783"/>
                  <a:pt x="642339" y="90324"/>
                </a:cubicBezTo>
                <a:cubicBezTo>
                  <a:pt x="644762" y="89865"/>
                  <a:pt x="646865" y="89370"/>
                  <a:pt x="648646" y="88838"/>
                </a:cubicBezTo>
                <a:cubicBezTo>
                  <a:pt x="650428" y="88307"/>
                  <a:pt x="651889" y="87812"/>
                  <a:pt x="653030" y="87353"/>
                </a:cubicBezTo>
                <a:cubicBezTo>
                  <a:pt x="654170" y="86894"/>
                  <a:pt x="654954" y="86665"/>
                  <a:pt x="655381" y="86665"/>
                </a:cubicBezTo>
                <a:cubicBezTo>
                  <a:pt x="655809" y="86665"/>
                  <a:pt x="656130" y="86820"/>
                  <a:pt x="656344" y="87130"/>
                </a:cubicBezTo>
                <a:cubicBezTo>
                  <a:pt x="656557" y="87440"/>
                  <a:pt x="656664" y="87882"/>
                  <a:pt x="656664" y="88455"/>
                </a:cubicBezTo>
                <a:cubicBezTo>
                  <a:pt x="656664" y="88933"/>
                  <a:pt x="656617" y="89507"/>
                  <a:pt x="656522" y="90175"/>
                </a:cubicBezTo>
                <a:cubicBezTo>
                  <a:pt x="656427" y="90843"/>
                  <a:pt x="656284" y="91524"/>
                  <a:pt x="656094" y="92217"/>
                </a:cubicBezTo>
                <a:cubicBezTo>
                  <a:pt x="655904" y="92909"/>
                  <a:pt x="655655" y="93566"/>
                  <a:pt x="655346" y="94188"/>
                </a:cubicBezTo>
                <a:cubicBezTo>
                  <a:pt x="655037" y="94809"/>
                  <a:pt x="654693" y="95334"/>
                  <a:pt x="654312" y="95763"/>
                </a:cubicBezTo>
                <a:cubicBezTo>
                  <a:pt x="653742" y="96336"/>
                  <a:pt x="652733" y="96897"/>
                  <a:pt x="651283" y="97446"/>
                </a:cubicBezTo>
                <a:cubicBezTo>
                  <a:pt x="649834" y="97996"/>
                  <a:pt x="648112" y="98498"/>
                  <a:pt x="646116" y="98952"/>
                </a:cubicBezTo>
                <a:cubicBezTo>
                  <a:pt x="644121" y="99405"/>
                  <a:pt x="641935" y="99775"/>
                  <a:pt x="639559" y="100061"/>
                </a:cubicBezTo>
                <a:cubicBezTo>
                  <a:pt x="637184" y="100348"/>
                  <a:pt x="634808" y="100491"/>
                  <a:pt x="632432" y="100491"/>
                </a:cubicBezTo>
                <a:cubicBezTo>
                  <a:pt x="628204" y="100491"/>
                  <a:pt x="624498" y="100016"/>
                  <a:pt x="621314" y="99066"/>
                </a:cubicBezTo>
                <a:cubicBezTo>
                  <a:pt x="618131" y="98114"/>
                  <a:pt x="615482" y="96651"/>
                  <a:pt x="613368" y="94678"/>
                </a:cubicBezTo>
                <a:cubicBezTo>
                  <a:pt x="611253" y="92703"/>
                  <a:pt x="609673" y="90241"/>
                  <a:pt x="608628" y="87293"/>
                </a:cubicBezTo>
                <a:cubicBezTo>
                  <a:pt x="607583" y="84344"/>
                  <a:pt x="607060" y="80872"/>
                  <a:pt x="607060" y="76876"/>
                </a:cubicBezTo>
                <a:cubicBezTo>
                  <a:pt x="607060" y="73785"/>
                  <a:pt x="607357" y="70468"/>
                  <a:pt x="607951" y="66925"/>
                </a:cubicBezTo>
                <a:cubicBezTo>
                  <a:pt x="608545" y="63381"/>
                  <a:pt x="609483" y="59873"/>
                  <a:pt x="610766" y="56401"/>
                </a:cubicBezTo>
                <a:cubicBezTo>
                  <a:pt x="612049" y="52930"/>
                  <a:pt x="613712" y="49601"/>
                  <a:pt x="615755" y="46415"/>
                </a:cubicBezTo>
                <a:cubicBezTo>
                  <a:pt x="617798" y="43227"/>
                  <a:pt x="620233" y="40421"/>
                  <a:pt x="623060" y="37996"/>
                </a:cubicBezTo>
                <a:cubicBezTo>
                  <a:pt x="625887" y="35570"/>
                  <a:pt x="629154" y="33620"/>
                  <a:pt x="632860" y="32145"/>
                </a:cubicBezTo>
                <a:cubicBezTo>
                  <a:pt x="636566" y="30671"/>
                  <a:pt x="640747" y="29934"/>
                  <a:pt x="645404" y="29934"/>
                </a:cubicBezTo>
                <a:cubicBezTo>
                  <a:pt x="649395" y="29934"/>
                  <a:pt x="652780" y="30432"/>
                  <a:pt x="655560" y="31430"/>
                </a:cubicBezTo>
                <a:cubicBezTo>
                  <a:pt x="658339" y="32428"/>
                  <a:pt x="660620" y="33711"/>
                  <a:pt x="662402" y="35279"/>
                </a:cubicBezTo>
                <a:cubicBezTo>
                  <a:pt x="664183" y="36847"/>
                  <a:pt x="665478" y="38593"/>
                  <a:pt x="666286" y="40517"/>
                </a:cubicBezTo>
                <a:cubicBezTo>
                  <a:pt x="667094" y="42441"/>
                  <a:pt x="667497" y="44354"/>
                  <a:pt x="667497" y="46254"/>
                </a:cubicBezTo>
                <a:moveTo>
                  <a:pt x="655453" y="47323"/>
                </a:moveTo>
                <a:cubicBezTo>
                  <a:pt x="655453" y="44900"/>
                  <a:pt x="654502" y="42940"/>
                  <a:pt x="652602" y="41444"/>
                </a:cubicBezTo>
                <a:cubicBezTo>
                  <a:pt x="650701" y="39947"/>
                  <a:pt x="647993" y="39199"/>
                  <a:pt x="644477" y="39199"/>
                </a:cubicBezTo>
                <a:cubicBezTo>
                  <a:pt x="641389" y="39199"/>
                  <a:pt x="638657" y="39733"/>
                  <a:pt x="636281" y="40802"/>
                </a:cubicBezTo>
                <a:cubicBezTo>
                  <a:pt x="633905" y="41871"/>
                  <a:pt x="631803" y="43309"/>
                  <a:pt x="629974" y="45114"/>
                </a:cubicBezTo>
                <a:cubicBezTo>
                  <a:pt x="628144" y="46920"/>
                  <a:pt x="626576" y="49022"/>
                  <a:pt x="625270" y="51421"/>
                </a:cubicBezTo>
                <a:cubicBezTo>
                  <a:pt x="623963" y="53821"/>
                  <a:pt x="622906" y="56351"/>
                  <a:pt x="622098" y="59012"/>
                </a:cubicBezTo>
                <a:lnTo>
                  <a:pt x="629368" y="59012"/>
                </a:lnTo>
                <a:cubicBezTo>
                  <a:pt x="634357" y="59012"/>
                  <a:pt x="638526" y="58703"/>
                  <a:pt x="641876" y="58085"/>
                </a:cubicBezTo>
                <a:cubicBezTo>
                  <a:pt x="645225" y="57468"/>
                  <a:pt x="647910" y="56624"/>
                  <a:pt x="649929" y="55555"/>
                </a:cubicBezTo>
                <a:cubicBezTo>
                  <a:pt x="651949" y="54486"/>
                  <a:pt x="653374" y="53239"/>
                  <a:pt x="654206" y="51813"/>
                </a:cubicBezTo>
                <a:cubicBezTo>
                  <a:pt x="655037" y="50388"/>
                  <a:pt x="655453" y="48891"/>
                  <a:pt x="655453" y="47323"/>
                </a:cubicBezTo>
                <a:close/>
                <a:moveTo>
                  <a:pt x="740902" y="53192"/>
                </a:moveTo>
                <a:cubicBezTo>
                  <a:pt x="740902" y="55949"/>
                  <a:pt x="740641" y="59053"/>
                  <a:pt x="740118" y="62502"/>
                </a:cubicBezTo>
                <a:cubicBezTo>
                  <a:pt x="739596" y="65949"/>
                  <a:pt x="738764" y="69434"/>
                  <a:pt x="737624" y="72954"/>
                </a:cubicBezTo>
                <a:cubicBezTo>
                  <a:pt x="736484" y="76473"/>
                  <a:pt x="735023" y="79885"/>
                  <a:pt x="733241" y="83190"/>
                </a:cubicBezTo>
                <a:cubicBezTo>
                  <a:pt x="731459" y="86495"/>
                  <a:pt x="729309" y="89432"/>
                  <a:pt x="726791" y="92001"/>
                </a:cubicBezTo>
                <a:cubicBezTo>
                  <a:pt x="724273" y="94570"/>
                  <a:pt x="721362" y="96627"/>
                  <a:pt x="718060" y="98173"/>
                </a:cubicBezTo>
                <a:cubicBezTo>
                  <a:pt x="714758" y="99718"/>
                  <a:pt x="711016" y="100491"/>
                  <a:pt x="706835" y="100491"/>
                </a:cubicBezTo>
                <a:cubicBezTo>
                  <a:pt x="704697" y="100491"/>
                  <a:pt x="702749" y="100276"/>
                  <a:pt x="700991" y="99847"/>
                </a:cubicBezTo>
                <a:cubicBezTo>
                  <a:pt x="699233" y="99420"/>
                  <a:pt x="697618" y="98826"/>
                  <a:pt x="696145" y="98066"/>
                </a:cubicBezTo>
                <a:cubicBezTo>
                  <a:pt x="694672" y="97304"/>
                  <a:pt x="693318" y="96412"/>
                  <a:pt x="692082" y="95391"/>
                </a:cubicBezTo>
                <a:cubicBezTo>
                  <a:pt x="690847" y="94368"/>
                  <a:pt x="689707" y="93238"/>
                  <a:pt x="688661" y="92001"/>
                </a:cubicBezTo>
                <a:lnTo>
                  <a:pt x="682603" y="122727"/>
                </a:lnTo>
                <a:cubicBezTo>
                  <a:pt x="682508" y="123107"/>
                  <a:pt x="682354" y="123440"/>
                  <a:pt x="682140" y="123725"/>
                </a:cubicBezTo>
                <a:cubicBezTo>
                  <a:pt x="681926" y="124010"/>
                  <a:pt x="681582" y="124248"/>
                  <a:pt x="681107" y="124438"/>
                </a:cubicBezTo>
                <a:cubicBezTo>
                  <a:pt x="680631" y="124628"/>
                  <a:pt x="680002" y="124770"/>
                  <a:pt x="679218" y="124865"/>
                </a:cubicBezTo>
                <a:cubicBezTo>
                  <a:pt x="678434" y="124960"/>
                  <a:pt x="677448" y="125008"/>
                  <a:pt x="676260" y="125008"/>
                </a:cubicBezTo>
                <a:cubicBezTo>
                  <a:pt x="675167" y="125008"/>
                  <a:pt x="674253" y="124960"/>
                  <a:pt x="673516" y="124865"/>
                </a:cubicBezTo>
                <a:cubicBezTo>
                  <a:pt x="672780" y="124770"/>
                  <a:pt x="672198" y="124628"/>
                  <a:pt x="671770" y="124438"/>
                </a:cubicBezTo>
                <a:cubicBezTo>
                  <a:pt x="671343" y="124248"/>
                  <a:pt x="671069" y="124010"/>
                  <a:pt x="670951" y="123725"/>
                </a:cubicBezTo>
                <a:cubicBezTo>
                  <a:pt x="670832" y="123440"/>
                  <a:pt x="670796" y="123107"/>
                  <a:pt x="670844" y="122727"/>
                </a:cubicBezTo>
                <a:lnTo>
                  <a:pt x="688875" y="33069"/>
                </a:lnTo>
                <a:cubicBezTo>
                  <a:pt x="688970" y="32309"/>
                  <a:pt x="689445" y="31763"/>
                  <a:pt x="690300" y="31430"/>
                </a:cubicBezTo>
                <a:cubicBezTo>
                  <a:pt x="691156" y="31098"/>
                  <a:pt x="692581" y="30931"/>
                  <a:pt x="694577" y="30931"/>
                </a:cubicBezTo>
                <a:cubicBezTo>
                  <a:pt x="695574" y="30931"/>
                  <a:pt x="696382" y="30967"/>
                  <a:pt x="697000" y="31038"/>
                </a:cubicBezTo>
                <a:cubicBezTo>
                  <a:pt x="697618" y="31109"/>
                  <a:pt x="698116" y="31228"/>
                  <a:pt x="698497" y="31395"/>
                </a:cubicBezTo>
                <a:cubicBezTo>
                  <a:pt x="698877" y="31561"/>
                  <a:pt x="699114" y="31787"/>
                  <a:pt x="699209" y="32072"/>
                </a:cubicBezTo>
                <a:cubicBezTo>
                  <a:pt x="699304" y="32357"/>
                  <a:pt x="699328" y="32689"/>
                  <a:pt x="699281" y="33069"/>
                </a:cubicBezTo>
                <a:lnTo>
                  <a:pt x="696857" y="45272"/>
                </a:lnTo>
                <a:cubicBezTo>
                  <a:pt x="697523" y="43703"/>
                  <a:pt x="698651" y="42026"/>
                  <a:pt x="700243" y="40243"/>
                </a:cubicBezTo>
                <a:cubicBezTo>
                  <a:pt x="701834" y="38458"/>
                  <a:pt x="703735" y="36793"/>
                  <a:pt x="705944" y="35248"/>
                </a:cubicBezTo>
                <a:cubicBezTo>
                  <a:pt x="708154" y="33702"/>
                  <a:pt x="710612" y="32430"/>
                  <a:pt x="713321" y="31432"/>
                </a:cubicBezTo>
                <a:cubicBezTo>
                  <a:pt x="716029" y="30433"/>
                  <a:pt x="718785" y="29934"/>
                  <a:pt x="721588" y="29934"/>
                </a:cubicBezTo>
                <a:cubicBezTo>
                  <a:pt x="725199" y="29934"/>
                  <a:pt x="728228" y="30552"/>
                  <a:pt x="730675" y="31789"/>
                </a:cubicBezTo>
                <a:cubicBezTo>
                  <a:pt x="733122" y="33026"/>
                  <a:pt x="735106" y="34679"/>
                  <a:pt x="736626" y="36749"/>
                </a:cubicBezTo>
                <a:cubicBezTo>
                  <a:pt x="738147" y="38817"/>
                  <a:pt x="739239" y="41266"/>
                  <a:pt x="739905" y="44096"/>
                </a:cubicBezTo>
                <a:cubicBezTo>
                  <a:pt x="740570" y="46925"/>
                  <a:pt x="740902" y="49957"/>
                  <a:pt x="740902" y="53192"/>
                </a:cubicBezTo>
                <a:moveTo>
                  <a:pt x="728573" y="53972"/>
                </a:moveTo>
                <a:cubicBezTo>
                  <a:pt x="728573" y="51926"/>
                  <a:pt x="728394" y="50047"/>
                  <a:pt x="728038" y="48335"/>
                </a:cubicBezTo>
                <a:cubicBezTo>
                  <a:pt x="727682" y="46621"/>
                  <a:pt x="727112" y="45146"/>
                  <a:pt x="726328" y="43909"/>
                </a:cubicBezTo>
                <a:cubicBezTo>
                  <a:pt x="725544" y="42671"/>
                  <a:pt x="724522" y="41719"/>
                  <a:pt x="723263" y="41054"/>
                </a:cubicBezTo>
                <a:cubicBezTo>
                  <a:pt x="722004" y="40387"/>
                  <a:pt x="720448" y="40054"/>
                  <a:pt x="718595" y="40054"/>
                </a:cubicBezTo>
                <a:cubicBezTo>
                  <a:pt x="716029" y="40054"/>
                  <a:pt x="713416" y="40768"/>
                  <a:pt x="710755" y="42196"/>
                </a:cubicBezTo>
                <a:cubicBezTo>
                  <a:pt x="708094" y="43623"/>
                  <a:pt x="705624" y="45622"/>
                  <a:pt x="703343" y="48192"/>
                </a:cubicBezTo>
                <a:cubicBezTo>
                  <a:pt x="701062" y="50761"/>
                  <a:pt x="699031" y="53793"/>
                  <a:pt x="697249" y="57290"/>
                </a:cubicBezTo>
                <a:cubicBezTo>
                  <a:pt x="695468" y="60787"/>
                  <a:pt x="694173" y="64605"/>
                  <a:pt x="693365" y="68745"/>
                </a:cubicBezTo>
                <a:lnTo>
                  <a:pt x="691013" y="80515"/>
                </a:lnTo>
                <a:cubicBezTo>
                  <a:pt x="693246" y="83849"/>
                  <a:pt x="695646" y="86336"/>
                  <a:pt x="698211" y="87979"/>
                </a:cubicBezTo>
                <a:cubicBezTo>
                  <a:pt x="700777" y="89621"/>
                  <a:pt x="703676" y="90442"/>
                  <a:pt x="706906" y="90442"/>
                </a:cubicBezTo>
                <a:cubicBezTo>
                  <a:pt x="709425" y="90442"/>
                  <a:pt x="711717" y="89847"/>
                  <a:pt x="713784" y="88658"/>
                </a:cubicBezTo>
                <a:cubicBezTo>
                  <a:pt x="715851" y="87469"/>
                  <a:pt x="717680" y="85875"/>
                  <a:pt x="719272" y="83876"/>
                </a:cubicBezTo>
                <a:cubicBezTo>
                  <a:pt x="720864" y="81878"/>
                  <a:pt x="722241" y="79618"/>
                  <a:pt x="723405" y="77097"/>
                </a:cubicBezTo>
                <a:cubicBezTo>
                  <a:pt x="724570" y="74574"/>
                  <a:pt x="725544" y="71957"/>
                  <a:pt x="726328" y="69246"/>
                </a:cubicBezTo>
                <a:cubicBezTo>
                  <a:pt x="727112" y="66533"/>
                  <a:pt x="727682" y="63845"/>
                  <a:pt x="728038" y="61181"/>
                </a:cubicBezTo>
                <a:cubicBezTo>
                  <a:pt x="728394" y="58516"/>
                  <a:pt x="728573" y="56113"/>
                  <a:pt x="728573" y="53972"/>
                </a:cubicBezTo>
                <a:close/>
                <a:moveTo>
                  <a:pt x="796166" y="33782"/>
                </a:moveTo>
                <a:cubicBezTo>
                  <a:pt x="796166" y="34210"/>
                  <a:pt x="796143" y="34673"/>
                  <a:pt x="796095" y="35172"/>
                </a:cubicBezTo>
                <a:cubicBezTo>
                  <a:pt x="796048" y="35671"/>
                  <a:pt x="795953" y="36182"/>
                  <a:pt x="795810" y="36704"/>
                </a:cubicBezTo>
                <a:cubicBezTo>
                  <a:pt x="795668" y="37227"/>
                  <a:pt x="795478" y="37749"/>
                  <a:pt x="795240" y="38272"/>
                </a:cubicBezTo>
                <a:cubicBezTo>
                  <a:pt x="795002" y="38795"/>
                  <a:pt x="794753" y="39258"/>
                  <a:pt x="794492" y="39662"/>
                </a:cubicBezTo>
                <a:cubicBezTo>
                  <a:pt x="794230" y="40066"/>
                  <a:pt x="793933" y="40386"/>
                  <a:pt x="793601" y="40624"/>
                </a:cubicBezTo>
                <a:cubicBezTo>
                  <a:pt x="793268" y="40862"/>
                  <a:pt x="792888" y="40980"/>
                  <a:pt x="792460" y="40980"/>
                </a:cubicBezTo>
                <a:lnTo>
                  <a:pt x="776068" y="40980"/>
                </a:lnTo>
                <a:lnTo>
                  <a:pt x="768870" y="76852"/>
                </a:lnTo>
                <a:cubicBezTo>
                  <a:pt x="768680" y="77852"/>
                  <a:pt x="768514" y="78973"/>
                  <a:pt x="768371" y="80215"/>
                </a:cubicBezTo>
                <a:cubicBezTo>
                  <a:pt x="768229" y="81454"/>
                  <a:pt x="768157" y="82480"/>
                  <a:pt x="768157" y="83290"/>
                </a:cubicBezTo>
                <a:cubicBezTo>
                  <a:pt x="768157" y="85722"/>
                  <a:pt x="768668" y="87499"/>
                  <a:pt x="769690" y="88620"/>
                </a:cubicBezTo>
                <a:cubicBezTo>
                  <a:pt x="770711" y="89740"/>
                  <a:pt x="772362" y="90299"/>
                  <a:pt x="774643" y="90299"/>
                </a:cubicBezTo>
                <a:cubicBezTo>
                  <a:pt x="775926" y="90299"/>
                  <a:pt x="777042" y="90192"/>
                  <a:pt x="777993" y="89979"/>
                </a:cubicBezTo>
                <a:cubicBezTo>
                  <a:pt x="778943" y="89765"/>
                  <a:pt x="779762" y="89539"/>
                  <a:pt x="780451" y="89302"/>
                </a:cubicBezTo>
                <a:cubicBezTo>
                  <a:pt x="781140" y="89064"/>
                  <a:pt x="781746" y="88838"/>
                  <a:pt x="782269" y="88625"/>
                </a:cubicBezTo>
                <a:cubicBezTo>
                  <a:pt x="782791" y="88411"/>
                  <a:pt x="783243" y="88304"/>
                  <a:pt x="783623" y="88304"/>
                </a:cubicBezTo>
                <a:cubicBezTo>
                  <a:pt x="784003" y="88304"/>
                  <a:pt x="784300" y="88434"/>
                  <a:pt x="784514" y="88696"/>
                </a:cubicBezTo>
                <a:cubicBezTo>
                  <a:pt x="784728" y="88957"/>
                  <a:pt x="784835" y="89444"/>
                  <a:pt x="784835" y="90157"/>
                </a:cubicBezTo>
                <a:cubicBezTo>
                  <a:pt x="784835" y="90775"/>
                  <a:pt x="784775" y="91452"/>
                  <a:pt x="784656" y="92188"/>
                </a:cubicBezTo>
                <a:cubicBezTo>
                  <a:pt x="784538" y="92925"/>
                  <a:pt x="784383" y="93649"/>
                  <a:pt x="784193" y="94362"/>
                </a:cubicBezTo>
                <a:cubicBezTo>
                  <a:pt x="784003" y="95074"/>
                  <a:pt x="783765" y="95716"/>
                  <a:pt x="783480" y="96286"/>
                </a:cubicBezTo>
                <a:cubicBezTo>
                  <a:pt x="783195" y="96856"/>
                  <a:pt x="782886" y="97308"/>
                  <a:pt x="782554" y="97640"/>
                </a:cubicBezTo>
                <a:cubicBezTo>
                  <a:pt x="782174" y="97973"/>
                  <a:pt x="781604" y="98305"/>
                  <a:pt x="780843" y="98638"/>
                </a:cubicBezTo>
                <a:cubicBezTo>
                  <a:pt x="780083" y="98971"/>
                  <a:pt x="779204" y="99268"/>
                  <a:pt x="778206" y="99529"/>
                </a:cubicBezTo>
                <a:cubicBezTo>
                  <a:pt x="777209" y="99790"/>
                  <a:pt x="776151" y="99992"/>
                  <a:pt x="775035" y="100135"/>
                </a:cubicBezTo>
                <a:cubicBezTo>
                  <a:pt x="773918" y="100277"/>
                  <a:pt x="772814" y="100348"/>
                  <a:pt x="771721" y="100348"/>
                </a:cubicBezTo>
                <a:cubicBezTo>
                  <a:pt x="769060" y="100348"/>
                  <a:pt x="766756" y="100063"/>
                  <a:pt x="764808" y="99491"/>
                </a:cubicBezTo>
                <a:cubicBezTo>
                  <a:pt x="762860" y="98919"/>
                  <a:pt x="761220" y="98027"/>
                  <a:pt x="759890" y="96814"/>
                </a:cubicBezTo>
                <a:cubicBezTo>
                  <a:pt x="758560" y="95599"/>
                  <a:pt x="757574" y="94076"/>
                  <a:pt x="756932" y="92244"/>
                </a:cubicBezTo>
                <a:cubicBezTo>
                  <a:pt x="756291" y="90410"/>
                  <a:pt x="755970" y="88208"/>
                  <a:pt x="755970" y="85638"/>
                </a:cubicBezTo>
                <a:cubicBezTo>
                  <a:pt x="755970" y="85066"/>
                  <a:pt x="755994" y="84435"/>
                  <a:pt x="756041" y="83745"/>
                </a:cubicBezTo>
                <a:cubicBezTo>
                  <a:pt x="756089" y="83054"/>
                  <a:pt x="756172" y="82328"/>
                  <a:pt x="756291" y="81567"/>
                </a:cubicBezTo>
                <a:cubicBezTo>
                  <a:pt x="756410" y="80805"/>
                  <a:pt x="756528" y="80043"/>
                  <a:pt x="756647" y="79281"/>
                </a:cubicBezTo>
                <a:cubicBezTo>
                  <a:pt x="756766" y="78520"/>
                  <a:pt x="756897" y="77806"/>
                  <a:pt x="757039" y="77139"/>
                </a:cubicBezTo>
                <a:lnTo>
                  <a:pt x="764237" y="40980"/>
                </a:lnTo>
                <a:lnTo>
                  <a:pt x="755329" y="40980"/>
                </a:lnTo>
                <a:cubicBezTo>
                  <a:pt x="754806" y="40980"/>
                  <a:pt x="754402" y="40826"/>
                  <a:pt x="754117" y="40517"/>
                </a:cubicBezTo>
                <a:cubicBezTo>
                  <a:pt x="753832" y="40208"/>
                  <a:pt x="753689" y="39602"/>
                  <a:pt x="753689" y="38700"/>
                </a:cubicBezTo>
                <a:cubicBezTo>
                  <a:pt x="753689" y="38035"/>
                  <a:pt x="753761" y="37262"/>
                  <a:pt x="753903" y="36383"/>
                </a:cubicBezTo>
                <a:cubicBezTo>
                  <a:pt x="754046" y="35504"/>
                  <a:pt x="754260" y="34685"/>
                  <a:pt x="754545" y="33925"/>
                </a:cubicBezTo>
                <a:cubicBezTo>
                  <a:pt x="754830" y="33164"/>
                  <a:pt x="755198" y="32523"/>
                  <a:pt x="755649" y="32000"/>
                </a:cubicBezTo>
                <a:cubicBezTo>
                  <a:pt x="756101" y="31478"/>
                  <a:pt x="756635" y="31216"/>
                  <a:pt x="757253" y="31216"/>
                </a:cubicBezTo>
                <a:lnTo>
                  <a:pt x="766233" y="31216"/>
                </a:lnTo>
                <a:lnTo>
                  <a:pt x="769298" y="15965"/>
                </a:lnTo>
                <a:cubicBezTo>
                  <a:pt x="769345" y="15632"/>
                  <a:pt x="769500" y="15323"/>
                  <a:pt x="769761" y="15038"/>
                </a:cubicBezTo>
                <a:cubicBezTo>
                  <a:pt x="770022" y="14753"/>
                  <a:pt x="770390" y="14503"/>
                  <a:pt x="770866" y="14290"/>
                </a:cubicBezTo>
                <a:cubicBezTo>
                  <a:pt x="771341" y="14076"/>
                  <a:pt x="771970" y="13921"/>
                  <a:pt x="772754" y="13826"/>
                </a:cubicBezTo>
                <a:cubicBezTo>
                  <a:pt x="773538" y="13731"/>
                  <a:pt x="774500" y="13684"/>
                  <a:pt x="775641" y="13684"/>
                </a:cubicBezTo>
                <a:cubicBezTo>
                  <a:pt x="776781" y="13684"/>
                  <a:pt x="777719" y="13731"/>
                  <a:pt x="778456" y="13826"/>
                </a:cubicBezTo>
                <a:cubicBezTo>
                  <a:pt x="779192" y="13921"/>
                  <a:pt x="779762" y="14076"/>
                  <a:pt x="780166" y="14290"/>
                </a:cubicBezTo>
                <a:cubicBezTo>
                  <a:pt x="780570" y="14503"/>
                  <a:pt x="780831" y="14753"/>
                  <a:pt x="780950" y="15038"/>
                </a:cubicBezTo>
                <a:cubicBezTo>
                  <a:pt x="781069" y="15323"/>
                  <a:pt x="781105" y="15632"/>
                  <a:pt x="781057" y="15965"/>
                </a:cubicBezTo>
                <a:lnTo>
                  <a:pt x="777993" y="31216"/>
                </a:lnTo>
                <a:lnTo>
                  <a:pt x="794385" y="31216"/>
                </a:lnTo>
                <a:cubicBezTo>
                  <a:pt x="795097" y="31216"/>
                  <a:pt x="795573" y="31478"/>
                  <a:pt x="795810" y="32000"/>
                </a:cubicBezTo>
                <a:cubicBezTo>
                  <a:pt x="796048" y="32523"/>
                  <a:pt x="796166" y="33117"/>
                  <a:pt x="796166" y="33782"/>
                </a:cubicBezTo>
                <a:close/>
                <a:moveTo>
                  <a:pt x="829384" y="11475"/>
                </a:moveTo>
                <a:cubicBezTo>
                  <a:pt x="829146" y="12805"/>
                  <a:pt x="828826" y="13921"/>
                  <a:pt x="828422" y="14824"/>
                </a:cubicBezTo>
                <a:cubicBezTo>
                  <a:pt x="828018" y="15727"/>
                  <a:pt x="827483" y="16452"/>
                  <a:pt x="826818" y="16998"/>
                </a:cubicBezTo>
                <a:cubicBezTo>
                  <a:pt x="826153" y="17544"/>
                  <a:pt x="825322" y="17936"/>
                  <a:pt x="824324" y="18174"/>
                </a:cubicBezTo>
                <a:cubicBezTo>
                  <a:pt x="823326" y="18411"/>
                  <a:pt x="822114" y="18530"/>
                  <a:pt x="820689" y="18530"/>
                </a:cubicBezTo>
                <a:cubicBezTo>
                  <a:pt x="819311" y="18530"/>
                  <a:pt x="818171" y="18411"/>
                  <a:pt x="817268" y="18174"/>
                </a:cubicBezTo>
                <a:cubicBezTo>
                  <a:pt x="816365" y="17936"/>
                  <a:pt x="815700" y="17544"/>
                  <a:pt x="815272" y="16998"/>
                </a:cubicBezTo>
                <a:cubicBezTo>
                  <a:pt x="814845" y="16452"/>
                  <a:pt x="814607" y="15727"/>
                  <a:pt x="814560" y="14824"/>
                </a:cubicBezTo>
                <a:cubicBezTo>
                  <a:pt x="814512" y="13921"/>
                  <a:pt x="814607" y="12805"/>
                  <a:pt x="814845" y="11475"/>
                </a:cubicBezTo>
                <a:cubicBezTo>
                  <a:pt x="815130" y="10144"/>
                  <a:pt x="815486" y="9039"/>
                  <a:pt x="815914" y="8160"/>
                </a:cubicBezTo>
                <a:cubicBezTo>
                  <a:pt x="816342" y="7281"/>
                  <a:pt x="816876" y="6545"/>
                  <a:pt x="817517" y="5951"/>
                </a:cubicBezTo>
                <a:cubicBezTo>
                  <a:pt x="818159" y="5357"/>
                  <a:pt x="818979" y="4953"/>
                  <a:pt x="819976" y="4739"/>
                </a:cubicBezTo>
                <a:cubicBezTo>
                  <a:pt x="820974" y="4526"/>
                  <a:pt x="822186" y="4419"/>
                  <a:pt x="823611" y="4419"/>
                </a:cubicBezTo>
                <a:cubicBezTo>
                  <a:pt x="824989" y="4419"/>
                  <a:pt x="826117" y="4526"/>
                  <a:pt x="826996" y="4739"/>
                </a:cubicBezTo>
                <a:cubicBezTo>
                  <a:pt x="827875" y="4953"/>
                  <a:pt x="828541" y="5357"/>
                  <a:pt x="828992" y="5951"/>
                </a:cubicBezTo>
                <a:cubicBezTo>
                  <a:pt x="829443" y="6545"/>
                  <a:pt x="829693" y="7281"/>
                  <a:pt x="829740" y="8160"/>
                </a:cubicBezTo>
                <a:cubicBezTo>
                  <a:pt x="829788" y="9039"/>
                  <a:pt x="829669" y="10144"/>
                  <a:pt x="829384" y="11475"/>
                </a:cubicBezTo>
                <a:moveTo>
                  <a:pt x="810925" y="97284"/>
                </a:moveTo>
                <a:cubicBezTo>
                  <a:pt x="810830" y="97664"/>
                  <a:pt x="810664" y="97985"/>
                  <a:pt x="810426" y="98246"/>
                </a:cubicBezTo>
                <a:cubicBezTo>
                  <a:pt x="810189" y="98507"/>
                  <a:pt x="809832" y="98733"/>
                  <a:pt x="809357" y="98923"/>
                </a:cubicBezTo>
                <a:cubicBezTo>
                  <a:pt x="808882" y="99113"/>
                  <a:pt x="808252" y="99256"/>
                  <a:pt x="807468" y="99351"/>
                </a:cubicBezTo>
                <a:cubicBezTo>
                  <a:pt x="806684" y="99446"/>
                  <a:pt x="805722" y="99493"/>
                  <a:pt x="804582" y="99493"/>
                </a:cubicBezTo>
                <a:cubicBezTo>
                  <a:pt x="803394" y="99493"/>
                  <a:pt x="802432" y="99446"/>
                  <a:pt x="801696" y="99351"/>
                </a:cubicBezTo>
                <a:cubicBezTo>
                  <a:pt x="800959" y="99256"/>
                  <a:pt x="800389" y="99113"/>
                  <a:pt x="799985" y="98923"/>
                </a:cubicBezTo>
                <a:cubicBezTo>
                  <a:pt x="799581" y="98733"/>
                  <a:pt x="799320" y="98507"/>
                  <a:pt x="799201" y="98246"/>
                </a:cubicBezTo>
                <a:cubicBezTo>
                  <a:pt x="799082" y="97985"/>
                  <a:pt x="799070" y="97664"/>
                  <a:pt x="799165" y="97284"/>
                </a:cubicBezTo>
                <a:lnTo>
                  <a:pt x="811923" y="33141"/>
                </a:lnTo>
                <a:cubicBezTo>
                  <a:pt x="811970" y="32808"/>
                  <a:pt x="812113" y="32499"/>
                  <a:pt x="812350" y="32214"/>
                </a:cubicBezTo>
                <a:cubicBezTo>
                  <a:pt x="812588" y="31929"/>
                  <a:pt x="812944" y="31691"/>
                  <a:pt x="813419" y="31501"/>
                </a:cubicBezTo>
                <a:cubicBezTo>
                  <a:pt x="813895" y="31311"/>
                  <a:pt x="814524" y="31169"/>
                  <a:pt x="815308" y="31074"/>
                </a:cubicBezTo>
                <a:cubicBezTo>
                  <a:pt x="816092" y="30979"/>
                  <a:pt x="817078" y="30931"/>
                  <a:pt x="818266" y="30931"/>
                </a:cubicBezTo>
                <a:cubicBezTo>
                  <a:pt x="819406" y="30931"/>
                  <a:pt x="820345" y="30979"/>
                  <a:pt x="821081" y="31074"/>
                </a:cubicBezTo>
                <a:cubicBezTo>
                  <a:pt x="821817" y="31169"/>
                  <a:pt x="822388" y="31311"/>
                  <a:pt x="822791" y="31501"/>
                </a:cubicBezTo>
                <a:cubicBezTo>
                  <a:pt x="823195" y="31691"/>
                  <a:pt x="823457" y="31929"/>
                  <a:pt x="823575" y="32214"/>
                </a:cubicBezTo>
                <a:cubicBezTo>
                  <a:pt x="823694" y="32499"/>
                  <a:pt x="823730" y="32808"/>
                  <a:pt x="823682" y="33141"/>
                </a:cubicBezTo>
                <a:lnTo>
                  <a:pt x="810925" y="97284"/>
                </a:lnTo>
                <a:close/>
                <a:moveTo>
                  <a:pt x="894457" y="32570"/>
                </a:moveTo>
                <a:cubicBezTo>
                  <a:pt x="894457" y="33046"/>
                  <a:pt x="894386" y="33533"/>
                  <a:pt x="894244" y="34032"/>
                </a:cubicBezTo>
                <a:cubicBezTo>
                  <a:pt x="894101" y="34530"/>
                  <a:pt x="893935" y="35041"/>
                  <a:pt x="893745" y="35564"/>
                </a:cubicBezTo>
                <a:cubicBezTo>
                  <a:pt x="891987" y="40743"/>
                  <a:pt x="890003" y="45981"/>
                  <a:pt x="887794" y="51279"/>
                </a:cubicBezTo>
                <a:cubicBezTo>
                  <a:pt x="885584" y="56577"/>
                  <a:pt x="883137" y="61851"/>
                  <a:pt x="880453" y="67101"/>
                </a:cubicBezTo>
                <a:cubicBezTo>
                  <a:pt x="877768" y="72351"/>
                  <a:pt x="874822" y="77506"/>
                  <a:pt x="871615" y="82567"/>
                </a:cubicBezTo>
                <a:cubicBezTo>
                  <a:pt x="868408" y="87627"/>
                  <a:pt x="864904" y="92509"/>
                  <a:pt x="861103" y="97213"/>
                </a:cubicBezTo>
                <a:cubicBezTo>
                  <a:pt x="860770" y="97735"/>
                  <a:pt x="860390" y="98139"/>
                  <a:pt x="859963" y="98424"/>
                </a:cubicBezTo>
                <a:cubicBezTo>
                  <a:pt x="859535" y="98709"/>
                  <a:pt x="859024" y="98935"/>
                  <a:pt x="858430" y="99101"/>
                </a:cubicBezTo>
                <a:cubicBezTo>
                  <a:pt x="857836" y="99268"/>
                  <a:pt x="857159" y="99374"/>
                  <a:pt x="856399" y="99422"/>
                </a:cubicBezTo>
                <a:cubicBezTo>
                  <a:pt x="855639" y="99469"/>
                  <a:pt x="854736" y="99493"/>
                  <a:pt x="853691" y="99493"/>
                </a:cubicBezTo>
                <a:cubicBezTo>
                  <a:pt x="852218" y="99493"/>
                  <a:pt x="851030" y="99446"/>
                  <a:pt x="850127" y="99351"/>
                </a:cubicBezTo>
                <a:cubicBezTo>
                  <a:pt x="849225" y="99256"/>
                  <a:pt x="848524" y="99113"/>
                  <a:pt x="848025" y="98923"/>
                </a:cubicBezTo>
                <a:cubicBezTo>
                  <a:pt x="847526" y="98733"/>
                  <a:pt x="847170" y="98472"/>
                  <a:pt x="846956" y="98139"/>
                </a:cubicBezTo>
                <a:cubicBezTo>
                  <a:pt x="846742" y="97807"/>
                  <a:pt x="846611" y="97403"/>
                  <a:pt x="846564" y="96928"/>
                </a:cubicBezTo>
                <a:lnTo>
                  <a:pt x="837085" y="36134"/>
                </a:lnTo>
                <a:cubicBezTo>
                  <a:pt x="837037" y="35611"/>
                  <a:pt x="837002" y="35148"/>
                  <a:pt x="836978" y="34744"/>
                </a:cubicBezTo>
                <a:cubicBezTo>
                  <a:pt x="836954" y="34340"/>
                  <a:pt x="836942" y="33972"/>
                  <a:pt x="836942" y="33640"/>
                </a:cubicBezTo>
                <a:cubicBezTo>
                  <a:pt x="836942" y="33022"/>
                  <a:pt x="837037" y="32547"/>
                  <a:pt x="837227" y="32214"/>
                </a:cubicBezTo>
                <a:cubicBezTo>
                  <a:pt x="837417" y="31882"/>
                  <a:pt x="837726" y="31620"/>
                  <a:pt x="838154" y="31430"/>
                </a:cubicBezTo>
                <a:cubicBezTo>
                  <a:pt x="838581" y="31240"/>
                  <a:pt x="839164" y="31109"/>
                  <a:pt x="839900" y="31038"/>
                </a:cubicBezTo>
                <a:cubicBezTo>
                  <a:pt x="840636" y="30967"/>
                  <a:pt x="841622" y="30931"/>
                  <a:pt x="842858" y="30931"/>
                </a:cubicBezTo>
                <a:cubicBezTo>
                  <a:pt x="844093" y="30931"/>
                  <a:pt x="845091" y="30967"/>
                  <a:pt x="845851" y="31038"/>
                </a:cubicBezTo>
                <a:cubicBezTo>
                  <a:pt x="846611" y="31109"/>
                  <a:pt x="847193" y="31228"/>
                  <a:pt x="847597" y="31395"/>
                </a:cubicBezTo>
                <a:cubicBezTo>
                  <a:pt x="848001" y="31561"/>
                  <a:pt x="848274" y="31798"/>
                  <a:pt x="848417" y="32107"/>
                </a:cubicBezTo>
                <a:cubicBezTo>
                  <a:pt x="848559" y="32416"/>
                  <a:pt x="848654" y="32784"/>
                  <a:pt x="848702" y="33212"/>
                </a:cubicBezTo>
                <a:lnTo>
                  <a:pt x="856399" y="86094"/>
                </a:lnTo>
                <a:lnTo>
                  <a:pt x="856399" y="86950"/>
                </a:lnTo>
                <a:lnTo>
                  <a:pt x="856755" y="86522"/>
                </a:lnTo>
                <a:cubicBezTo>
                  <a:pt x="859559" y="82293"/>
                  <a:pt x="862124" y="78195"/>
                  <a:pt x="864453" y="74228"/>
                </a:cubicBezTo>
                <a:cubicBezTo>
                  <a:pt x="866781" y="70261"/>
                  <a:pt x="868943" y="66163"/>
                  <a:pt x="870938" y="61934"/>
                </a:cubicBezTo>
                <a:cubicBezTo>
                  <a:pt x="872934" y="57705"/>
                  <a:pt x="874822" y="53263"/>
                  <a:pt x="876604" y="48606"/>
                </a:cubicBezTo>
                <a:cubicBezTo>
                  <a:pt x="878386" y="43950"/>
                  <a:pt x="880203" y="38819"/>
                  <a:pt x="882056" y="33212"/>
                </a:cubicBezTo>
                <a:cubicBezTo>
                  <a:pt x="882199" y="32784"/>
                  <a:pt x="882401" y="32416"/>
                  <a:pt x="882662" y="32107"/>
                </a:cubicBezTo>
                <a:cubicBezTo>
                  <a:pt x="882923" y="31798"/>
                  <a:pt x="883304" y="31561"/>
                  <a:pt x="883802" y="31395"/>
                </a:cubicBezTo>
                <a:cubicBezTo>
                  <a:pt x="884301" y="31228"/>
                  <a:pt x="884967" y="31109"/>
                  <a:pt x="885798" y="31038"/>
                </a:cubicBezTo>
                <a:cubicBezTo>
                  <a:pt x="886629" y="30967"/>
                  <a:pt x="887663" y="30931"/>
                  <a:pt x="888898" y="30931"/>
                </a:cubicBezTo>
                <a:cubicBezTo>
                  <a:pt x="890039" y="30931"/>
                  <a:pt x="890965" y="30967"/>
                  <a:pt x="891678" y="31038"/>
                </a:cubicBezTo>
                <a:cubicBezTo>
                  <a:pt x="892391" y="31109"/>
                  <a:pt x="892949" y="31204"/>
                  <a:pt x="893353" y="31323"/>
                </a:cubicBezTo>
                <a:cubicBezTo>
                  <a:pt x="893757" y="31442"/>
                  <a:pt x="894042" y="31608"/>
                  <a:pt x="894208" y="31822"/>
                </a:cubicBezTo>
                <a:cubicBezTo>
                  <a:pt x="894374" y="32036"/>
                  <a:pt x="894457" y="32285"/>
                  <a:pt x="894457" y="32570"/>
                </a:cubicBezTo>
                <a:close/>
                <a:moveTo>
                  <a:pt x="959128" y="46254"/>
                </a:moveTo>
                <a:cubicBezTo>
                  <a:pt x="959128" y="49533"/>
                  <a:pt x="958368" y="52479"/>
                  <a:pt x="956848" y="55092"/>
                </a:cubicBezTo>
                <a:cubicBezTo>
                  <a:pt x="955327" y="57705"/>
                  <a:pt x="952952" y="59938"/>
                  <a:pt x="949721" y="61791"/>
                </a:cubicBezTo>
                <a:cubicBezTo>
                  <a:pt x="946490" y="63644"/>
                  <a:pt x="942356" y="65070"/>
                  <a:pt x="937320" y="66068"/>
                </a:cubicBezTo>
                <a:cubicBezTo>
                  <a:pt x="932283" y="67065"/>
                  <a:pt x="926249" y="67564"/>
                  <a:pt x="919217" y="67564"/>
                </a:cubicBezTo>
                <a:lnTo>
                  <a:pt x="911662" y="67564"/>
                </a:lnTo>
                <a:cubicBezTo>
                  <a:pt x="911330" y="69137"/>
                  <a:pt x="911104" y="70661"/>
                  <a:pt x="910985" y="72139"/>
                </a:cubicBezTo>
                <a:cubicBezTo>
                  <a:pt x="910867" y="73616"/>
                  <a:pt x="910807" y="74999"/>
                  <a:pt x="910807" y="76286"/>
                </a:cubicBezTo>
                <a:cubicBezTo>
                  <a:pt x="910807" y="81052"/>
                  <a:pt x="911983" y="84698"/>
                  <a:pt x="914335" y="87224"/>
                </a:cubicBezTo>
                <a:cubicBezTo>
                  <a:pt x="916687" y="89749"/>
                  <a:pt x="920500" y="91012"/>
                  <a:pt x="925774" y="91012"/>
                </a:cubicBezTo>
                <a:cubicBezTo>
                  <a:pt x="928815" y="91012"/>
                  <a:pt x="931547" y="90783"/>
                  <a:pt x="933970" y="90324"/>
                </a:cubicBezTo>
                <a:cubicBezTo>
                  <a:pt x="936393" y="89865"/>
                  <a:pt x="938496" y="89370"/>
                  <a:pt x="940277" y="88838"/>
                </a:cubicBezTo>
                <a:cubicBezTo>
                  <a:pt x="942059" y="88307"/>
                  <a:pt x="943520" y="87812"/>
                  <a:pt x="944661" y="87353"/>
                </a:cubicBezTo>
                <a:cubicBezTo>
                  <a:pt x="945801" y="86894"/>
                  <a:pt x="946585" y="86665"/>
                  <a:pt x="947012" y="86665"/>
                </a:cubicBezTo>
                <a:cubicBezTo>
                  <a:pt x="947440" y="86665"/>
                  <a:pt x="947761" y="86820"/>
                  <a:pt x="947975" y="87130"/>
                </a:cubicBezTo>
                <a:cubicBezTo>
                  <a:pt x="948188" y="87440"/>
                  <a:pt x="948295" y="87882"/>
                  <a:pt x="948295" y="88455"/>
                </a:cubicBezTo>
                <a:cubicBezTo>
                  <a:pt x="948295" y="88933"/>
                  <a:pt x="948248" y="89507"/>
                  <a:pt x="948153" y="90175"/>
                </a:cubicBezTo>
                <a:cubicBezTo>
                  <a:pt x="948058" y="90843"/>
                  <a:pt x="947915" y="91524"/>
                  <a:pt x="947725" y="92217"/>
                </a:cubicBezTo>
                <a:cubicBezTo>
                  <a:pt x="947535" y="92909"/>
                  <a:pt x="947286" y="93566"/>
                  <a:pt x="946977" y="94188"/>
                </a:cubicBezTo>
                <a:cubicBezTo>
                  <a:pt x="946668" y="94809"/>
                  <a:pt x="946324" y="95334"/>
                  <a:pt x="945943" y="95763"/>
                </a:cubicBezTo>
                <a:cubicBezTo>
                  <a:pt x="945373" y="96336"/>
                  <a:pt x="944364" y="96897"/>
                  <a:pt x="942914" y="97446"/>
                </a:cubicBezTo>
                <a:cubicBezTo>
                  <a:pt x="941465" y="97996"/>
                  <a:pt x="939743" y="98498"/>
                  <a:pt x="937747" y="98952"/>
                </a:cubicBezTo>
                <a:cubicBezTo>
                  <a:pt x="935752" y="99405"/>
                  <a:pt x="933566" y="99775"/>
                  <a:pt x="931191" y="100061"/>
                </a:cubicBezTo>
                <a:cubicBezTo>
                  <a:pt x="928815" y="100348"/>
                  <a:pt x="926439" y="100491"/>
                  <a:pt x="924063" y="100491"/>
                </a:cubicBezTo>
                <a:cubicBezTo>
                  <a:pt x="919835" y="100491"/>
                  <a:pt x="916129" y="100016"/>
                  <a:pt x="912945" y="99066"/>
                </a:cubicBezTo>
                <a:cubicBezTo>
                  <a:pt x="909762" y="98114"/>
                  <a:pt x="907113" y="96651"/>
                  <a:pt x="904999" y="94678"/>
                </a:cubicBezTo>
                <a:cubicBezTo>
                  <a:pt x="902884" y="92703"/>
                  <a:pt x="901305" y="90241"/>
                  <a:pt x="900259" y="87293"/>
                </a:cubicBezTo>
                <a:cubicBezTo>
                  <a:pt x="899214" y="84344"/>
                  <a:pt x="898691" y="80872"/>
                  <a:pt x="898691" y="76876"/>
                </a:cubicBezTo>
                <a:cubicBezTo>
                  <a:pt x="898691" y="73785"/>
                  <a:pt x="898988" y="70468"/>
                  <a:pt x="899582" y="66925"/>
                </a:cubicBezTo>
                <a:cubicBezTo>
                  <a:pt x="900176" y="63381"/>
                  <a:pt x="901114" y="59873"/>
                  <a:pt x="902397" y="56401"/>
                </a:cubicBezTo>
                <a:cubicBezTo>
                  <a:pt x="903680" y="52930"/>
                  <a:pt x="905343" y="49601"/>
                  <a:pt x="907386" y="46415"/>
                </a:cubicBezTo>
                <a:cubicBezTo>
                  <a:pt x="909429" y="43227"/>
                  <a:pt x="911864" y="40421"/>
                  <a:pt x="914691" y="37996"/>
                </a:cubicBezTo>
                <a:cubicBezTo>
                  <a:pt x="917518" y="35570"/>
                  <a:pt x="920785" y="33620"/>
                  <a:pt x="924491" y="32145"/>
                </a:cubicBezTo>
                <a:cubicBezTo>
                  <a:pt x="928197" y="30671"/>
                  <a:pt x="932378" y="29934"/>
                  <a:pt x="937035" y="29934"/>
                </a:cubicBezTo>
                <a:cubicBezTo>
                  <a:pt x="941026" y="29934"/>
                  <a:pt x="944411" y="30432"/>
                  <a:pt x="947191" y="31430"/>
                </a:cubicBezTo>
                <a:cubicBezTo>
                  <a:pt x="949970" y="32428"/>
                  <a:pt x="952251" y="33711"/>
                  <a:pt x="954033" y="35279"/>
                </a:cubicBezTo>
                <a:cubicBezTo>
                  <a:pt x="955814" y="36847"/>
                  <a:pt x="957109" y="38593"/>
                  <a:pt x="957917" y="40517"/>
                </a:cubicBezTo>
                <a:cubicBezTo>
                  <a:pt x="958725" y="42441"/>
                  <a:pt x="959128" y="44354"/>
                  <a:pt x="959128" y="46254"/>
                </a:cubicBezTo>
                <a:moveTo>
                  <a:pt x="947084" y="47323"/>
                </a:moveTo>
                <a:cubicBezTo>
                  <a:pt x="947084" y="44900"/>
                  <a:pt x="946133" y="42940"/>
                  <a:pt x="944233" y="41444"/>
                </a:cubicBezTo>
                <a:cubicBezTo>
                  <a:pt x="942332" y="39947"/>
                  <a:pt x="939624" y="39199"/>
                  <a:pt x="936108" y="39199"/>
                </a:cubicBezTo>
                <a:cubicBezTo>
                  <a:pt x="933020" y="39199"/>
                  <a:pt x="930288" y="39733"/>
                  <a:pt x="927912" y="40802"/>
                </a:cubicBezTo>
                <a:cubicBezTo>
                  <a:pt x="925536" y="41871"/>
                  <a:pt x="923434" y="43309"/>
                  <a:pt x="921605" y="45114"/>
                </a:cubicBezTo>
                <a:cubicBezTo>
                  <a:pt x="919775" y="46920"/>
                  <a:pt x="918207" y="49022"/>
                  <a:pt x="916901" y="51421"/>
                </a:cubicBezTo>
                <a:cubicBezTo>
                  <a:pt x="915594" y="53821"/>
                  <a:pt x="914537" y="56351"/>
                  <a:pt x="913729" y="59012"/>
                </a:cubicBezTo>
                <a:lnTo>
                  <a:pt x="920999" y="59012"/>
                </a:lnTo>
                <a:cubicBezTo>
                  <a:pt x="925988" y="59012"/>
                  <a:pt x="930157" y="58703"/>
                  <a:pt x="933507" y="58085"/>
                </a:cubicBezTo>
                <a:cubicBezTo>
                  <a:pt x="936856" y="57468"/>
                  <a:pt x="939541" y="56624"/>
                  <a:pt x="941560" y="55555"/>
                </a:cubicBezTo>
                <a:cubicBezTo>
                  <a:pt x="943580" y="54486"/>
                  <a:pt x="945005" y="53239"/>
                  <a:pt x="945837" y="51813"/>
                </a:cubicBezTo>
                <a:cubicBezTo>
                  <a:pt x="946668" y="50388"/>
                  <a:pt x="947084" y="48891"/>
                  <a:pt x="947084" y="47323"/>
                </a:cubicBezTo>
                <a:close/>
                <a:moveTo>
                  <a:pt x="1065082" y="53192"/>
                </a:moveTo>
                <a:cubicBezTo>
                  <a:pt x="1065082" y="55949"/>
                  <a:pt x="1064820" y="59053"/>
                  <a:pt x="1064298" y="62502"/>
                </a:cubicBezTo>
                <a:cubicBezTo>
                  <a:pt x="1063775" y="65949"/>
                  <a:pt x="1062944" y="69434"/>
                  <a:pt x="1061803" y="72954"/>
                </a:cubicBezTo>
                <a:cubicBezTo>
                  <a:pt x="1060663" y="76473"/>
                  <a:pt x="1059202" y="79885"/>
                  <a:pt x="1057420" y="83190"/>
                </a:cubicBezTo>
                <a:cubicBezTo>
                  <a:pt x="1055638" y="86495"/>
                  <a:pt x="1053488" y="89432"/>
                  <a:pt x="1050970" y="92001"/>
                </a:cubicBezTo>
                <a:cubicBezTo>
                  <a:pt x="1048452" y="94570"/>
                  <a:pt x="1045542" y="96627"/>
                  <a:pt x="1042240" y="98173"/>
                </a:cubicBezTo>
                <a:cubicBezTo>
                  <a:pt x="1038937" y="99718"/>
                  <a:pt x="1035196" y="100491"/>
                  <a:pt x="1031015" y="100491"/>
                </a:cubicBezTo>
                <a:cubicBezTo>
                  <a:pt x="1028876" y="100491"/>
                  <a:pt x="1026928" y="100276"/>
                  <a:pt x="1025170" y="99847"/>
                </a:cubicBezTo>
                <a:cubicBezTo>
                  <a:pt x="1023412" y="99420"/>
                  <a:pt x="1021797" y="98826"/>
                  <a:pt x="1020324" y="98066"/>
                </a:cubicBezTo>
                <a:cubicBezTo>
                  <a:pt x="1018851" y="97304"/>
                  <a:pt x="1017497" y="96412"/>
                  <a:pt x="1016262" y="95391"/>
                </a:cubicBezTo>
                <a:cubicBezTo>
                  <a:pt x="1015026" y="94368"/>
                  <a:pt x="1013886" y="93238"/>
                  <a:pt x="1012841" y="92001"/>
                </a:cubicBezTo>
                <a:lnTo>
                  <a:pt x="1006783" y="122727"/>
                </a:lnTo>
                <a:cubicBezTo>
                  <a:pt x="1006688" y="123107"/>
                  <a:pt x="1006533" y="123440"/>
                  <a:pt x="1006319" y="123725"/>
                </a:cubicBezTo>
                <a:cubicBezTo>
                  <a:pt x="1006106" y="124010"/>
                  <a:pt x="1005761" y="124248"/>
                  <a:pt x="1005286" y="124438"/>
                </a:cubicBezTo>
                <a:cubicBezTo>
                  <a:pt x="1004811" y="124628"/>
                  <a:pt x="1004181" y="124770"/>
                  <a:pt x="1003397" y="124865"/>
                </a:cubicBezTo>
                <a:cubicBezTo>
                  <a:pt x="1002613" y="124960"/>
                  <a:pt x="1001627" y="125008"/>
                  <a:pt x="1000440" y="125008"/>
                </a:cubicBezTo>
                <a:cubicBezTo>
                  <a:pt x="999347" y="125008"/>
                  <a:pt x="998432" y="124960"/>
                  <a:pt x="997696" y="124865"/>
                </a:cubicBezTo>
                <a:cubicBezTo>
                  <a:pt x="996959" y="124770"/>
                  <a:pt x="996377" y="124628"/>
                  <a:pt x="995950" y="124438"/>
                </a:cubicBezTo>
                <a:cubicBezTo>
                  <a:pt x="995522" y="124248"/>
                  <a:pt x="995249" y="124010"/>
                  <a:pt x="995130" y="123725"/>
                </a:cubicBezTo>
                <a:cubicBezTo>
                  <a:pt x="995011" y="123440"/>
                  <a:pt x="994976" y="123107"/>
                  <a:pt x="995023" y="122727"/>
                </a:cubicBezTo>
                <a:lnTo>
                  <a:pt x="1013054" y="33069"/>
                </a:lnTo>
                <a:cubicBezTo>
                  <a:pt x="1013149" y="32309"/>
                  <a:pt x="1013625" y="31763"/>
                  <a:pt x="1014480" y="31430"/>
                </a:cubicBezTo>
                <a:cubicBezTo>
                  <a:pt x="1015335" y="31098"/>
                  <a:pt x="1016760" y="30931"/>
                  <a:pt x="1018756" y="30931"/>
                </a:cubicBezTo>
                <a:cubicBezTo>
                  <a:pt x="1019754" y="30931"/>
                  <a:pt x="1020562" y="30967"/>
                  <a:pt x="1021179" y="31038"/>
                </a:cubicBezTo>
                <a:cubicBezTo>
                  <a:pt x="1021797" y="31109"/>
                  <a:pt x="1022296" y="31228"/>
                  <a:pt x="1022676" y="31395"/>
                </a:cubicBezTo>
                <a:cubicBezTo>
                  <a:pt x="1023056" y="31561"/>
                  <a:pt x="1023294" y="31787"/>
                  <a:pt x="1023389" y="32072"/>
                </a:cubicBezTo>
                <a:cubicBezTo>
                  <a:pt x="1023484" y="32357"/>
                  <a:pt x="1023507" y="32689"/>
                  <a:pt x="1023460" y="33069"/>
                </a:cubicBezTo>
                <a:lnTo>
                  <a:pt x="1021037" y="45272"/>
                </a:lnTo>
                <a:cubicBezTo>
                  <a:pt x="1021702" y="43703"/>
                  <a:pt x="1022830" y="42026"/>
                  <a:pt x="1024422" y="40243"/>
                </a:cubicBezTo>
                <a:cubicBezTo>
                  <a:pt x="1026014" y="38458"/>
                  <a:pt x="1027914" y="36793"/>
                  <a:pt x="1030124" y="35248"/>
                </a:cubicBezTo>
                <a:cubicBezTo>
                  <a:pt x="1032333" y="33702"/>
                  <a:pt x="1034792" y="32430"/>
                  <a:pt x="1037500" y="31432"/>
                </a:cubicBezTo>
                <a:cubicBezTo>
                  <a:pt x="1040208" y="30433"/>
                  <a:pt x="1042964" y="29934"/>
                  <a:pt x="1045767" y="29934"/>
                </a:cubicBezTo>
                <a:cubicBezTo>
                  <a:pt x="1049379" y="29934"/>
                  <a:pt x="1052407" y="30552"/>
                  <a:pt x="1054854" y="31789"/>
                </a:cubicBezTo>
                <a:cubicBezTo>
                  <a:pt x="1057301" y="33026"/>
                  <a:pt x="1059285" y="34679"/>
                  <a:pt x="1060806" y="36749"/>
                </a:cubicBezTo>
                <a:cubicBezTo>
                  <a:pt x="1062326" y="38817"/>
                  <a:pt x="1063419" y="41266"/>
                  <a:pt x="1064084" y="44096"/>
                </a:cubicBezTo>
                <a:cubicBezTo>
                  <a:pt x="1064749" y="46925"/>
                  <a:pt x="1065082" y="49957"/>
                  <a:pt x="1065082" y="53192"/>
                </a:cubicBezTo>
                <a:moveTo>
                  <a:pt x="1052752" y="53972"/>
                </a:moveTo>
                <a:cubicBezTo>
                  <a:pt x="1052752" y="51926"/>
                  <a:pt x="1052574" y="50047"/>
                  <a:pt x="1052217" y="48335"/>
                </a:cubicBezTo>
                <a:cubicBezTo>
                  <a:pt x="1051861" y="46621"/>
                  <a:pt x="1051291" y="45146"/>
                  <a:pt x="1050507" y="43909"/>
                </a:cubicBezTo>
                <a:cubicBezTo>
                  <a:pt x="1049723" y="42671"/>
                  <a:pt x="1048701" y="41719"/>
                  <a:pt x="1047442" y="41054"/>
                </a:cubicBezTo>
                <a:cubicBezTo>
                  <a:pt x="1046183" y="40387"/>
                  <a:pt x="1044627" y="40054"/>
                  <a:pt x="1042774" y="40054"/>
                </a:cubicBezTo>
                <a:cubicBezTo>
                  <a:pt x="1040208" y="40054"/>
                  <a:pt x="1037595" y="40768"/>
                  <a:pt x="1034934" y="42196"/>
                </a:cubicBezTo>
                <a:cubicBezTo>
                  <a:pt x="1032274" y="43623"/>
                  <a:pt x="1029803" y="45622"/>
                  <a:pt x="1027522" y="48192"/>
                </a:cubicBezTo>
                <a:cubicBezTo>
                  <a:pt x="1025242" y="50761"/>
                  <a:pt x="1023210" y="53793"/>
                  <a:pt x="1021429" y="57290"/>
                </a:cubicBezTo>
                <a:cubicBezTo>
                  <a:pt x="1019647" y="60787"/>
                  <a:pt x="1018352" y="64605"/>
                  <a:pt x="1017544" y="68745"/>
                </a:cubicBezTo>
                <a:lnTo>
                  <a:pt x="1015193" y="80515"/>
                </a:lnTo>
                <a:cubicBezTo>
                  <a:pt x="1017426" y="83849"/>
                  <a:pt x="1019825" y="86336"/>
                  <a:pt x="1022391" y="87979"/>
                </a:cubicBezTo>
                <a:cubicBezTo>
                  <a:pt x="1024957" y="89621"/>
                  <a:pt x="1027855" y="90442"/>
                  <a:pt x="1031086" y="90442"/>
                </a:cubicBezTo>
                <a:cubicBezTo>
                  <a:pt x="1033604" y="90442"/>
                  <a:pt x="1035897" y="89847"/>
                  <a:pt x="1037963" y="88658"/>
                </a:cubicBezTo>
                <a:cubicBezTo>
                  <a:pt x="1040030" y="87469"/>
                  <a:pt x="1041859" y="85875"/>
                  <a:pt x="1043451" y="83876"/>
                </a:cubicBezTo>
                <a:cubicBezTo>
                  <a:pt x="1045043" y="81878"/>
                  <a:pt x="1046421" y="79618"/>
                  <a:pt x="1047585" y="77097"/>
                </a:cubicBezTo>
                <a:cubicBezTo>
                  <a:pt x="1048749" y="74574"/>
                  <a:pt x="1049723" y="71957"/>
                  <a:pt x="1050507" y="69246"/>
                </a:cubicBezTo>
                <a:cubicBezTo>
                  <a:pt x="1051291" y="66533"/>
                  <a:pt x="1051861" y="63845"/>
                  <a:pt x="1052217" y="61181"/>
                </a:cubicBezTo>
                <a:cubicBezTo>
                  <a:pt x="1052574" y="58516"/>
                  <a:pt x="1052752" y="56113"/>
                  <a:pt x="1052752" y="53972"/>
                </a:cubicBezTo>
                <a:close/>
                <a:moveTo>
                  <a:pt x="1128418" y="97284"/>
                </a:moveTo>
                <a:cubicBezTo>
                  <a:pt x="1128228" y="98092"/>
                  <a:pt x="1127705" y="98662"/>
                  <a:pt x="1126850" y="98994"/>
                </a:cubicBezTo>
                <a:cubicBezTo>
                  <a:pt x="1125995" y="99327"/>
                  <a:pt x="1124569" y="99493"/>
                  <a:pt x="1122574" y="99493"/>
                </a:cubicBezTo>
                <a:cubicBezTo>
                  <a:pt x="1121623" y="99493"/>
                  <a:pt x="1120840" y="99446"/>
                  <a:pt x="1120222" y="99351"/>
                </a:cubicBezTo>
                <a:cubicBezTo>
                  <a:pt x="1119604" y="99256"/>
                  <a:pt x="1119105" y="99125"/>
                  <a:pt x="1118725" y="98959"/>
                </a:cubicBezTo>
                <a:cubicBezTo>
                  <a:pt x="1118345" y="98792"/>
                  <a:pt x="1118084" y="98579"/>
                  <a:pt x="1117941" y="98317"/>
                </a:cubicBezTo>
                <a:cubicBezTo>
                  <a:pt x="1117799" y="98056"/>
                  <a:pt x="1117799" y="97711"/>
                  <a:pt x="1117941" y="97284"/>
                </a:cubicBezTo>
                <a:lnTo>
                  <a:pt x="1120293" y="85168"/>
                </a:lnTo>
                <a:cubicBezTo>
                  <a:pt x="1119675" y="86696"/>
                  <a:pt x="1118559" y="88367"/>
                  <a:pt x="1116943" y="90181"/>
                </a:cubicBezTo>
                <a:cubicBezTo>
                  <a:pt x="1115328" y="91994"/>
                  <a:pt x="1113416" y="93665"/>
                  <a:pt x="1111206" y="95193"/>
                </a:cubicBezTo>
                <a:cubicBezTo>
                  <a:pt x="1108997" y="96720"/>
                  <a:pt x="1106538" y="97985"/>
                  <a:pt x="1103830" y="98988"/>
                </a:cubicBezTo>
                <a:cubicBezTo>
                  <a:pt x="1101121" y="99990"/>
                  <a:pt x="1098366" y="100491"/>
                  <a:pt x="1095562" y="100491"/>
                </a:cubicBezTo>
                <a:cubicBezTo>
                  <a:pt x="1091761" y="100491"/>
                  <a:pt x="1088613" y="99825"/>
                  <a:pt x="1086119" y="98493"/>
                </a:cubicBezTo>
                <a:cubicBezTo>
                  <a:pt x="1083625" y="97161"/>
                  <a:pt x="1081641" y="95402"/>
                  <a:pt x="1080168" y="93215"/>
                </a:cubicBezTo>
                <a:cubicBezTo>
                  <a:pt x="1078695" y="91026"/>
                  <a:pt x="1077685" y="88553"/>
                  <a:pt x="1077139" y="85794"/>
                </a:cubicBezTo>
                <a:cubicBezTo>
                  <a:pt x="1076593" y="83035"/>
                  <a:pt x="1076319" y="80205"/>
                  <a:pt x="1076319" y="77304"/>
                </a:cubicBezTo>
                <a:cubicBezTo>
                  <a:pt x="1076319" y="74641"/>
                  <a:pt x="1076569" y="71622"/>
                  <a:pt x="1077068" y="68246"/>
                </a:cubicBezTo>
                <a:cubicBezTo>
                  <a:pt x="1077567" y="64868"/>
                  <a:pt x="1078374" y="61419"/>
                  <a:pt x="1079491" y="57900"/>
                </a:cubicBezTo>
                <a:cubicBezTo>
                  <a:pt x="1080607" y="54380"/>
                  <a:pt x="1082057" y="50955"/>
                  <a:pt x="1083838" y="47626"/>
                </a:cubicBezTo>
                <a:cubicBezTo>
                  <a:pt x="1085620" y="44297"/>
                  <a:pt x="1087770" y="41313"/>
                  <a:pt x="1090288" y="38673"/>
                </a:cubicBezTo>
                <a:cubicBezTo>
                  <a:pt x="1092807" y="36033"/>
                  <a:pt x="1095729" y="33916"/>
                  <a:pt x="1099055" y="32323"/>
                </a:cubicBezTo>
                <a:cubicBezTo>
                  <a:pt x="1102381" y="30730"/>
                  <a:pt x="1106158" y="29934"/>
                  <a:pt x="1110387" y="29934"/>
                </a:cubicBezTo>
                <a:cubicBezTo>
                  <a:pt x="1114615" y="29934"/>
                  <a:pt x="1118238" y="30789"/>
                  <a:pt x="1121255" y="32499"/>
                </a:cubicBezTo>
                <a:cubicBezTo>
                  <a:pt x="1124272" y="34210"/>
                  <a:pt x="1126969" y="36562"/>
                  <a:pt x="1129344" y="39555"/>
                </a:cubicBezTo>
                <a:lnTo>
                  <a:pt x="1130699" y="33069"/>
                </a:lnTo>
                <a:cubicBezTo>
                  <a:pt x="1130889" y="32309"/>
                  <a:pt x="1131435" y="31763"/>
                  <a:pt x="1132338" y="31430"/>
                </a:cubicBezTo>
                <a:cubicBezTo>
                  <a:pt x="1133241" y="31098"/>
                  <a:pt x="1134642" y="30931"/>
                  <a:pt x="1136543" y="30931"/>
                </a:cubicBezTo>
                <a:cubicBezTo>
                  <a:pt x="1137493" y="30931"/>
                  <a:pt x="1138289" y="30967"/>
                  <a:pt x="1138930" y="31038"/>
                </a:cubicBezTo>
                <a:cubicBezTo>
                  <a:pt x="1139572" y="31109"/>
                  <a:pt x="1140082" y="31240"/>
                  <a:pt x="1140463" y="31430"/>
                </a:cubicBezTo>
                <a:cubicBezTo>
                  <a:pt x="1140843" y="31620"/>
                  <a:pt x="1141080" y="31858"/>
                  <a:pt x="1141175" y="32143"/>
                </a:cubicBezTo>
                <a:cubicBezTo>
                  <a:pt x="1141270" y="32428"/>
                  <a:pt x="1141294" y="32737"/>
                  <a:pt x="1141247" y="33069"/>
                </a:cubicBezTo>
                <a:lnTo>
                  <a:pt x="1128418" y="97284"/>
                </a:lnTo>
                <a:moveTo>
                  <a:pt x="1126209" y="49889"/>
                </a:moveTo>
                <a:cubicBezTo>
                  <a:pt x="1123975" y="46611"/>
                  <a:pt x="1121564" y="44152"/>
                  <a:pt x="1118975" y="42513"/>
                </a:cubicBezTo>
                <a:cubicBezTo>
                  <a:pt x="1116385" y="40873"/>
                  <a:pt x="1113475" y="40054"/>
                  <a:pt x="1110244" y="40054"/>
                </a:cubicBezTo>
                <a:cubicBezTo>
                  <a:pt x="1107678" y="40054"/>
                  <a:pt x="1105362" y="40660"/>
                  <a:pt x="1103295" y="41873"/>
                </a:cubicBezTo>
                <a:cubicBezTo>
                  <a:pt x="1101228" y="43087"/>
                  <a:pt x="1099399" y="44692"/>
                  <a:pt x="1097807" y="46691"/>
                </a:cubicBezTo>
                <a:cubicBezTo>
                  <a:pt x="1096216" y="48689"/>
                  <a:pt x="1094838" y="50962"/>
                  <a:pt x="1093674" y="53508"/>
                </a:cubicBezTo>
                <a:cubicBezTo>
                  <a:pt x="1092510" y="56053"/>
                  <a:pt x="1091559" y="58682"/>
                  <a:pt x="1090823" y="61395"/>
                </a:cubicBezTo>
                <a:cubicBezTo>
                  <a:pt x="1090086" y="64106"/>
                  <a:pt x="1089540" y="66771"/>
                  <a:pt x="1089184" y="69388"/>
                </a:cubicBezTo>
                <a:cubicBezTo>
                  <a:pt x="1088827" y="72004"/>
                  <a:pt x="1088649" y="74359"/>
                  <a:pt x="1088649" y="76453"/>
                </a:cubicBezTo>
                <a:cubicBezTo>
                  <a:pt x="1088649" y="78119"/>
                  <a:pt x="1088780" y="79773"/>
                  <a:pt x="1089041" y="81415"/>
                </a:cubicBezTo>
                <a:cubicBezTo>
                  <a:pt x="1089302" y="83056"/>
                  <a:pt x="1089801" y="84554"/>
                  <a:pt x="1090538" y="85910"/>
                </a:cubicBezTo>
                <a:cubicBezTo>
                  <a:pt x="1091274" y="87265"/>
                  <a:pt x="1092284" y="88359"/>
                  <a:pt x="1093567" y="89192"/>
                </a:cubicBezTo>
                <a:cubicBezTo>
                  <a:pt x="1094850" y="90025"/>
                  <a:pt x="1096513" y="90442"/>
                  <a:pt x="1098556" y="90442"/>
                </a:cubicBezTo>
                <a:cubicBezTo>
                  <a:pt x="1101169" y="90442"/>
                  <a:pt x="1103794" y="89716"/>
                  <a:pt x="1106431" y="88264"/>
                </a:cubicBezTo>
                <a:cubicBezTo>
                  <a:pt x="1109068" y="86810"/>
                  <a:pt x="1111527" y="84797"/>
                  <a:pt x="1113808" y="82226"/>
                </a:cubicBezTo>
                <a:cubicBezTo>
                  <a:pt x="1116088" y="79654"/>
                  <a:pt x="1118107" y="76630"/>
                  <a:pt x="1119865" y="73152"/>
                </a:cubicBezTo>
                <a:cubicBezTo>
                  <a:pt x="1121623" y="69675"/>
                  <a:pt x="1122930" y="65840"/>
                  <a:pt x="1123785" y="61649"/>
                </a:cubicBezTo>
                <a:lnTo>
                  <a:pt x="1126209" y="49889"/>
                </a:lnTo>
                <a:close/>
                <a:moveTo>
                  <a:pt x="1196100" y="33782"/>
                </a:moveTo>
                <a:cubicBezTo>
                  <a:pt x="1196100" y="34210"/>
                  <a:pt x="1196076" y="34673"/>
                  <a:pt x="1196029" y="35172"/>
                </a:cubicBezTo>
                <a:cubicBezTo>
                  <a:pt x="1195981" y="35671"/>
                  <a:pt x="1195886" y="36182"/>
                  <a:pt x="1195744" y="36704"/>
                </a:cubicBezTo>
                <a:cubicBezTo>
                  <a:pt x="1195601" y="37227"/>
                  <a:pt x="1195411" y="37749"/>
                  <a:pt x="1195173" y="38272"/>
                </a:cubicBezTo>
                <a:cubicBezTo>
                  <a:pt x="1194936" y="38795"/>
                  <a:pt x="1194686" y="39258"/>
                  <a:pt x="1194425" y="39662"/>
                </a:cubicBezTo>
                <a:cubicBezTo>
                  <a:pt x="1194164" y="40066"/>
                  <a:pt x="1193867" y="40386"/>
                  <a:pt x="1193534" y="40624"/>
                </a:cubicBezTo>
                <a:cubicBezTo>
                  <a:pt x="1193202" y="40862"/>
                  <a:pt x="1192821" y="40980"/>
                  <a:pt x="1192394" y="40980"/>
                </a:cubicBezTo>
                <a:lnTo>
                  <a:pt x="1176002" y="40980"/>
                </a:lnTo>
                <a:lnTo>
                  <a:pt x="1168803" y="76852"/>
                </a:lnTo>
                <a:cubicBezTo>
                  <a:pt x="1168613" y="77852"/>
                  <a:pt x="1168447" y="78973"/>
                  <a:pt x="1168304" y="80215"/>
                </a:cubicBezTo>
                <a:cubicBezTo>
                  <a:pt x="1168162" y="81454"/>
                  <a:pt x="1168091" y="82480"/>
                  <a:pt x="1168091" y="83290"/>
                </a:cubicBezTo>
                <a:cubicBezTo>
                  <a:pt x="1168091" y="85722"/>
                  <a:pt x="1168601" y="87499"/>
                  <a:pt x="1169623" y="88620"/>
                </a:cubicBezTo>
                <a:cubicBezTo>
                  <a:pt x="1170645" y="89740"/>
                  <a:pt x="1172296" y="90299"/>
                  <a:pt x="1174576" y="90299"/>
                </a:cubicBezTo>
                <a:cubicBezTo>
                  <a:pt x="1175859" y="90299"/>
                  <a:pt x="1176976" y="90192"/>
                  <a:pt x="1177926" y="89979"/>
                </a:cubicBezTo>
                <a:cubicBezTo>
                  <a:pt x="1178876" y="89765"/>
                  <a:pt x="1179696" y="89539"/>
                  <a:pt x="1180385" y="89302"/>
                </a:cubicBezTo>
                <a:cubicBezTo>
                  <a:pt x="1181074" y="89064"/>
                  <a:pt x="1181680" y="88838"/>
                  <a:pt x="1182202" y="88625"/>
                </a:cubicBezTo>
                <a:cubicBezTo>
                  <a:pt x="1182725" y="88411"/>
                  <a:pt x="1183176" y="88304"/>
                  <a:pt x="1183556" y="88304"/>
                </a:cubicBezTo>
                <a:cubicBezTo>
                  <a:pt x="1183936" y="88304"/>
                  <a:pt x="1184233" y="88434"/>
                  <a:pt x="1184447" y="88696"/>
                </a:cubicBezTo>
                <a:cubicBezTo>
                  <a:pt x="1184661" y="88957"/>
                  <a:pt x="1184768" y="89444"/>
                  <a:pt x="1184768" y="90157"/>
                </a:cubicBezTo>
                <a:cubicBezTo>
                  <a:pt x="1184768" y="90775"/>
                  <a:pt x="1184709" y="91452"/>
                  <a:pt x="1184590" y="92188"/>
                </a:cubicBezTo>
                <a:cubicBezTo>
                  <a:pt x="1184471" y="92925"/>
                  <a:pt x="1184317" y="93649"/>
                  <a:pt x="1184126" y="94362"/>
                </a:cubicBezTo>
                <a:cubicBezTo>
                  <a:pt x="1183936" y="95074"/>
                  <a:pt x="1183699" y="95716"/>
                  <a:pt x="1183414" y="96286"/>
                </a:cubicBezTo>
                <a:cubicBezTo>
                  <a:pt x="1183129" y="96856"/>
                  <a:pt x="1182820" y="97308"/>
                  <a:pt x="1182487" y="97640"/>
                </a:cubicBezTo>
                <a:cubicBezTo>
                  <a:pt x="1182107" y="97973"/>
                  <a:pt x="1181537" y="98305"/>
                  <a:pt x="1180777" y="98638"/>
                </a:cubicBezTo>
                <a:cubicBezTo>
                  <a:pt x="1180017" y="98971"/>
                  <a:pt x="1179138" y="99268"/>
                  <a:pt x="1178140" y="99529"/>
                </a:cubicBezTo>
                <a:cubicBezTo>
                  <a:pt x="1177142" y="99790"/>
                  <a:pt x="1176085" y="99992"/>
                  <a:pt x="1174968" y="100135"/>
                </a:cubicBezTo>
                <a:cubicBezTo>
                  <a:pt x="1173852" y="100277"/>
                  <a:pt x="1172747" y="100348"/>
                  <a:pt x="1171654" y="100348"/>
                </a:cubicBezTo>
                <a:cubicBezTo>
                  <a:pt x="1168993" y="100348"/>
                  <a:pt x="1166689" y="100063"/>
                  <a:pt x="1164741" y="99491"/>
                </a:cubicBezTo>
                <a:cubicBezTo>
                  <a:pt x="1162793" y="98919"/>
                  <a:pt x="1161154" y="98027"/>
                  <a:pt x="1159823" y="96814"/>
                </a:cubicBezTo>
                <a:cubicBezTo>
                  <a:pt x="1158493" y="95599"/>
                  <a:pt x="1157507" y="94076"/>
                  <a:pt x="1156866" y="92244"/>
                </a:cubicBezTo>
                <a:cubicBezTo>
                  <a:pt x="1156224" y="90410"/>
                  <a:pt x="1155903" y="88208"/>
                  <a:pt x="1155903" y="85638"/>
                </a:cubicBezTo>
                <a:cubicBezTo>
                  <a:pt x="1155903" y="85066"/>
                  <a:pt x="1155927" y="84435"/>
                  <a:pt x="1155975" y="83745"/>
                </a:cubicBezTo>
                <a:cubicBezTo>
                  <a:pt x="1156022" y="83054"/>
                  <a:pt x="1156105" y="82328"/>
                  <a:pt x="1156224" y="81567"/>
                </a:cubicBezTo>
                <a:cubicBezTo>
                  <a:pt x="1156343" y="80805"/>
                  <a:pt x="1156462" y="80043"/>
                  <a:pt x="1156581" y="79281"/>
                </a:cubicBezTo>
                <a:cubicBezTo>
                  <a:pt x="1156699" y="78520"/>
                  <a:pt x="1156830" y="77806"/>
                  <a:pt x="1156973" y="77139"/>
                </a:cubicBezTo>
                <a:lnTo>
                  <a:pt x="1164171" y="40980"/>
                </a:lnTo>
                <a:lnTo>
                  <a:pt x="1155262" y="40980"/>
                </a:lnTo>
                <a:cubicBezTo>
                  <a:pt x="1154739" y="40980"/>
                  <a:pt x="1154336" y="40826"/>
                  <a:pt x="1154050" y="40517"/>
                </a:cubicBezTo>
                <a:cubicBezTo>
                  <a:pt x="1153765" y="40208"/>
                  <a:pt x="1153623" y="39602"/>
                  <a:pt x="1153623" y="38700"/>
                </a:cubicBezTo>
                <a:cubicBezTo>
                  <a:pt x="1153623" y="38035"/>
                  <a:pt x="1153694" y="37262"/>
                  <a:pt x="1153837" y="36383"/>
                </a:cubicBezTo>
                <a:cubicBezTo>
                  <a:pt x="1153979" y="35504"/>
                  <a:pt x="1154193" y="34685"/>
                  <a:pt x="1154478" y="33925"/>
                </a:cubicBezTo>
                <a:cubicBezTo>
                  <a:pt x="1154763" y="33164"/>
                  <a:pt x="1155131" y="32523"/>
                  <a:pt x="1155583" y="32000"/>
                </a:cubicBezTo>
                <a:cubicBezTo>
                  <a:pt x="1156034" y="31478"/>
                  <a:pt x="1156569" y="31216"/>
                  <a:pt x="1157186" y="31216"/>
                </a:cubicBezTo>
                <a:lnTo>
                  <a:pt x="1166166" y="31216"/>
                </a:lnTo>
                <a:lnTo>
                  <a:pt x="1169231" y="15965"/>
                </a:lnTo>
                <a:cubicBezTo>
                  <a:pt x="1169279" y="15632"/>
                  <a:pt x="1169433" y="15323"/>
                  <a:pt x="1169694" y="15038"/>
                </a:cubicBezTo>
                <a:cubicBezTo>
                  <a:pt x="1169956" y="14753"/>
                  <a:pt x="1170324" y="14503"/>
                  <a:pt x="1170799" y="14290"/>
                </a:cubicBezTo>
                <a:cubicBezTo>
                  <a:pt x="1171274" y="14076"/>
                  <a:pt x="1171904" y="13921"/>
                  <a:pt x="1172688" y="13826"/>
                </a:cubicBezTo>
                <a:cubicBezTo>
                  <a:pt x="1173472" y="13731"/>
                  <a:pt x="1174434" y="13684"/>
                  <a:pt x="1175574" y="13684"/>
                </a:cubicBezTo>
                <a:cubicBezTo>
                  <a:pt x="1176714" y="13684"/>
                  <a:pt x="1177653" y="13731"/>
                  <a:pt x="1178389" y="13826"/>
                </a:cubicBezTo>
                <a:cubicBezTo>
                  <a:pt x="1179126" y="13921"/>
                  <a:pt x="1179696" y="14076"/>
                  <a:pt x="1180100" y="14290"/>
                </a:cubicBezTo>
                <a:cubicBezTo>
                  <a:pt x="1180504" y="14503"/>
                  <a:pt x="1180765" y="14753"/>
                  <a:pt x="1180884" y="15038"/>
                </a:cubicBezTo>
                <a:cubicBezTo>
                  <a:pt x="1181002" y="15323"/>
                  <a:pt x="1181038" y="15632"/>
                  <a:pt x="1180991" y="15965"/>
                </a:cubicBezTo>
                <a:lnTo>
                  <a:pt x="1177926" y="31216"/>
                </a:lnTo>
                <a:lnTo>
                  <a:pt x="1194318" y="31216"/>
                </a:lnTo>
                <a:cubicBezTo>
                  <a:pt x="1195031" y="31216"/>
                  <a:pt x="1195506" y="31478"/>
                  <a:pt x="1195744" y="32000"/>
                </a:cubicBezTo>
                <a:cubicBezTo>
                  <a:pt x="1195981" y="32523"/>
                  <a:pt x="1196100" y="33117"/>
                  <a:pt x="1196100" y="33782"/>
                </a:cubicBezTo>
                <a:close/>
                <a:moveTo>
                  <a:pt x="1243245" y="33782"/>
                </a:moveTo>
                <a:cubicBezTo>
                  <a:pt x="1243245" y="34210"/>
                  <a:pt x="1243222" y="34673"/>
                  <a:pt x="1243174" y="35172"/>
                </a:cubicBezTo>
                <a:cubicBezTo>
                  <a:pt x="1243127" y="35671"/>
                  <a:pt x="1243032" y="36182"/>
                  <a:pt x="1242889" y="36704"/>
                </a:cubicBezTo>
                <a:cubicBezTo>
                  <a:pt x="1242747" y="37227"/>
                  <a:pt x="1242557" y="37749"/>
                  <a:pt x="1242319" y="38272"/>
                </a:cubicBezTo>
                <a:cubicBezTo>
                  <a:pt x="1242081" y="38795"/>
                  <a:pt x="1241832" y="39258"/>
                  <a:pt x="1241571" y="39662"/>
                </a:cubicBezTo>
                <a:cubicBezTo>
                  <a:pt x="1241309" y="40066"/>
                  <a:pt x="1241012" y="40386"/>
                  <a:pt x="1240680" y="40624"/>
                </a:cubicBezTo>
                <a:cubicBezTo>
                  <a:pt x="1240347" y="40862"/>
                  <a:pt x="1239967" y="40980"/>
                  <a:pt x="1239539" y="40980"/>
                </a:cubicBezTo>
                <a:lnTo>
                  <a:pt x="1223147" y="40980"/>
                </a:lnTo>
                <a:lnTo>
                  <a:pt x="1215949" y="76852"/>
                </a:lnTo>
                <a:cubicBezTo>
                  <a:pt x="1215759" y="77852"/>
                  <a:pt x="1215593" y="78973"/>
                  <a:pt x="1215450" y="80215"/>
                </a:cubicBezTo>
                <a:cubicBezTo>
                  <a:pt x="1215308" y="81454"/>
                  <a:pt x="1215236" y="82480"/>
                  <a:pt x="1215236" y="83290"/>
                </a:cubicBezTo>
                <a:cubicBezTo>
                  <a:pt x="1215236" y="85722"/>
                  <a:pt x="1215747" y="87499"/>
                  <a:pt x="1216769" y="88620"/>
                </a:cubicBezTo>
                <a:cubicBezTo>
                  <a:pt x="1217790" y="89740"/>
                  <a:pt x="1219441" y="90299"/>
                  <a:pt x="1221722" y="90299"/>
                </a:cubicBezTo>
                <a:cubicBezTo>
                  <a:pt x="1223005" y="90299"/>
                  <a:pt x="1224121" y="90192"/>
                  <a:pt x="1225072" y="89979"/>
                </a:cubicBezTo>
                <a:cubicBezTo>
                  <a:pt x="1226022" y="89765"/>
                  <a:pt x="1226841" y="89539"/>
                  <a:pt x="1227530" y="89302"/>
                </a:cubicBezTo>
                <a:cubicBezTo>
                  <a:pt x="1228219" y="89064"/>
                  <a:pt x="1228825" y="88838"/>
                  <a:pt x="1229348" y="88625"/>
                </a:cubicBezTo>
                <a:cubicBezTo>
                  <a:pt x="1229870" y="88411"/>
                  <a:pt x="1230322" y="88304"/>
                  <a:pt x="1230702" y="88304"/>
                </a:cubicBezTo>
                <a:cubicBezTo>
                  <a:pt x="1231082" y="88304"/>
                  <a:pt x="1231379" y="88434"/>
                  <a:pt x="1231593" y="88696"/>
                </a:cubicBezTo>
                <a:cubicBezTo>
                  <a:pt x="1231807" y="88957"/>
                  <a:pt x="1231914" y="89444"/>
                  <a:pt x="1231914" y="90157"/>
                </a:cubicBezTo>
                <a:cubicBezTo>
                  <a:pt x="1231914" y="90775"/>
                  <a:pt x="1231854" y="91452"/>
                  <a:pt x="1231735" y="92188"/>
                </a:cubicBezTo>
                <a:cubicBezTo>
                  <a:pt x="1231617" y="92925"/>
                  <a:pt x="1231462" y="93649"/>
                  <a:pt x="1231272" y="94362"/>
                </a:cubicBezTo>
                <a:cubicBezTo>
                  <a:pt x="1231082" y="95074"/>
                  <a:pt x="1230844" y="95716"/>
                  <a:pt x="1230559" y="96286"/>
                </a:cubicBezTo>
                <a:cubicBezTo>
                  <a:pt x="1230274" y="96856"/>
                  <a:pt x="1229965" y="97308"/>
                  <a:pt x="1229633" y="97640"/>
                </a:cubicBezTo>
                <a:cubicBezTo>
                  <a:pt x="1229253" y="97973"/>
                  <a:pt x="1228683" y="98305"/>
                  <a:pt x="1227922" y="98638"/>
                </a:cubicBezTo>
                <a:cubicBezTo>
                  <a:pt x="1227162" y="98971"/>
                  <a:pt x="1226283" y="99268"/>
                  <a:pt x="1225285" y="99529"/>
                </a:cubicBezTo>
                <a:cubicBezTo>
                  <a:pt x="1224288" y="99790"/>
                  <a:pt x="1223230" y="99992"/>
                  <a:pt x="1222114" y="100135"/>
                </a:cubicBezTo>
                <a:cubicBezTo>
                  <a:pt x="1220997" y="100277"/>
                  <a:pt x="1219893" y="100348"/>
                  <a:pt x="1218800" y="100348"/>
                </a:cubicBezTo>
                <a:cubicBezTo>
                  <a:pt x="1216139" y="100348"/>
                  <a:pt x="1213835" y="100063"/>
                  <a:pt x="1211887" y="99491"/>
                </a:cubicBezTo>
                <a:cubicBezTo>
                  <a:pt x="1209939" y="98919"/>
                  <a:pt x="1208299" y="98027"/>
                  <a:pt x="1206969" y="96814"/>
                </a:cubicBezTo>
                <a:cubicBezTo>
                  <a:pt x="1205639" y="95599"/>
                  <a:pt x="1204653" y="94076"/>
                  <a:pt x="1204011" y="92244"/>
                </a:cubicBezTo>
                <a:cubicBezTo>
                  <a:pt x="1203370" y="90410"/>
                  <a:pt x="1203049" y="88208"/>
                  <a:pt x="1203049" y="85638"/>
                </a:cubicBezTo>
                <a:cubicBezTo>
                  <a:pt x="1203049" y="85066"/>
                  <a:pt x="1203073" y="84435"/>
                  <a:pt x="1203120" y="83745"/>
                </a:cubicBezTo>
                <a:cubicBezTo>
                  <a:pt x="1203168" y="83054"/>
                  <a:pt x="1203251" y="82328"/>
                  <a:pt x="1203370" y="81567"/>
                </a:cubicBezTo>
                <a:cubicBezTo>
                  <a:pt x="1203489" y="80805"/>
                  <a:pt x="1203607" y="80043"/>
                  <a:pt x="1203726" y="79281"/>
                </a:cubicBezTo>
                <a:cubicBezTo>
                  <a:pt x="1203845" y="78520"/>
                  <a:pt x="1203976" y="77806"/>
                  <a:pt x="1204118" y="77139"/>
                </a:cubicBezTo>
                <a:lnTo>
                  <a:pt x="1211316" y="40980"/>
                </a:lnTo>
                <a:lnTo>
                  <a:pt x="1202408" y="40980"/>
                </a:lnTo>
                <a:cubicBezTo>
                  <a:pt x="1201885" y="40980"/>
                  <a:pt x="1201481" y="40826"/>
                  <a:pt x="1201196" y="40517"/>
                </a:cubicBezTo>
                <a:cubicBezTo>
                  <a:pt x="1200911" y="40208"/>
                  <a:pt x="1200768" y="39602"/>
                  <a:pt x="1200768" y="38700"/>
                </a:cubicBezTo>
                <a:cubicBezTo>
                  <a:pt x="1200768" y="38035"/>
                  <a:pt x="1200840" y="37262"/>
                  <a:pt x="1200982" y="36383"/>
                </a:cubicBezTo>
                <a:cubicBezTo>
                  <a:pt x="1201125" y="35504"/>
                  <a:pt x="1201339" y="34685"/>
                  <a:pt x="1201624" y="33925"/>
                </a:cubicBezTo>
                <a:cubicBezTo>
                  <a:pt x="1201909" y="33164"/>
                  <a:pt x="1202277" y="32523"/>
                  <a:pt x="1202728" y="32000"/>
                </a:cubicBezTo>
                <a:cubicBezTo>
                  <a:pt x="1203180" y="31478"/>
                  <a:pt x="1203714" y="31216"/>
                  <a:pt x="1204332" y="31216"/>
                </a:cubicBezTo>
                <a:lnTo>
                  <a:pt x="1213312" y="31216"/>
                </a:lnTo>
                <a:lnTo>
                  <a:pt x="1216377" y="15965"/>
                </a:lnTo>
                <a:cubicBezTo>
                  <a:pt x="1216424" y="15632"/>
                  <a:pt x="1216579" y="15323"/>
                  <a:pt x="1216840" y="15038"/>
                </a:cubicBezTo>
                <a:cubicBezTo>
                  <a:pt x="1217101" y="14753"/>
                  <a:pt x="1217469" y="14503"/>
                  <a:pt x="1217945" y="14290"/>
                </a:cubicBezTo>
                <a:cubicBezTo>
                  <a:pt x="1218420" y="14076"/>
                  <a:pt x="1219049" y="13921"/>
                  <a:pt x="1219833" y="13826"/>
                </a:cubicBezTo>
                <a:cubicBezTo>
                  <a:pt x="1220617" y="13731"/>
                  <a:pt x="1221579" y="13684"/>
                  <a:pt x="1222720" y="13684"/>
                </a:cubicBezTo>
                <a:cubicBezTo>
                  <a:pt x="1223860" y="13684"/>
                  <a:pt x="1224798" y="13731"/>
                  <a:pt x="1225535" y="13826"/>
                </a:cubicBezTo>
                <a:cubicBezTo>
                  <a:pt x="1226271" y="13921"/>
                  <a:pt x="1226841" y="14076"/>
                  <a:pt x="1227245" y="14290"/>
                </a:cubicBezTo>
                <a:cubicBezTo>
                  <a:pt x="1227649" y="14503"/>
                  <a:pt x="1227911" y="14753"/>
                  <a:pt x="1228029" y="15038"/>
                </a:cubicBezTo>
                <a:cubicBezTo>
                  <a:pt x="1228148" y="15323"/>
                  <a:pt x="1228184" y="15632"/>
                  <a:pt x="1228136" y="15965"/>
                </a:cubicBezTo>
                <a:lnTo>
                  <a:pt x="1225072" y="31216"/>
                </a:lnTo>
                <a:lnTo>
                  <a:pt x="1241464" y="31216"/>
                </a:lnTo>
                <a:cubicBezTo>
                  <a:pt x="1242176" y="31216"/>
                  <a:pt x="1242652" y="31478"/>
                  <a:pt x="1242889" y="32000"/>
                </a:cubicBezTo>
                <a:cubicBezTo>
                  <a:pt x="1243127" y="32523"/>
                  <a:pt x="1243245" y="33117"/>
                  <a:pt x="1243245" y="33782"/>
                </a:cubicBezTo>
                <a:close/>
                <a:moveTo>
                  <a:pt x="1306078" y="46254"/>
                </a:moveTo>
                <a:cubicBezTo>
                  <a:pt x="1306078" y="49533"/>
                  <a:pt x="1305317" y="52479"/>
                  <a:pt x="1303797" y="55092"/>
                </a:cubicBezTo>
                <a:cubicBezTo>
                  <a:pt x="1302276" y="57705"/>
                  <a:pt x="1299901" y="59938"/>
                  <a:pt x="1296670" y="61791"/>
                </a:cubicBezTo>
                <a:cubicBezTo>
                  <a:pt x="1293439" y="63644"/>
                  <a:pt x="1289305" y="65070"/>
                  <a:pt x="1284269" y="66068"/>
                </a:cubicBezTo>
                <a:cubicBezTo>
                  <a:pt x="1279232" y="67065"/>
                  <a:pt x="1273198" y="67564"/>
                  <a:pt x="1266166" y="67564"/>
                </a:cubicBezTo>
                <a:lnTo>
                  <a:pt x="1258612" y="67564"/>
                </a:lnTo>
                <a:cubicBezTo>
                  <a:pt x="1258279" y="69137"/>
                  <a:pt x="1258053" y="70661"/>
                  <a:pt x="1257934" y="72139"/>
                </a:cubicBezTo>
                <a:cubicBezTo>
                  <a:pt x="1257816" y="73616"/>
                  <a:pt x="1257756" y="74999"/>
                  <a:pt x="1257756" y="76286"/>
                </a:cubicBezTo>
                <a:cubicBezTo>
                  <a:pt x="1257756" y="81052"/>
                  <a:pt x="1258932" y="84698"/>
                  <a:pt x="1261284" y="87224"/>
                </a:cubicBezTo>
                <a:cubicBezTo>
                  <a:pt x="1263636" y="89749"/>
                  <a:pt x="1267449" y="91012"/>
                  <a:pt x="1272723" y="91012"/>
                </a:cubicBezTo>
                <a:cubicBezTo>
                  <a:pt x="1275764" y="91012"/>
                  <a:pt x="1278496" y="90783"/>
                  <a:pt x="1280919" y="90324"/>
                </a:cubicBezTo>
                <a:cubicBezTo>
                  <a:pt x="1283342" y="89865"/>
                  <a:pt x="1285445" y="89370"/>
                  <a:pt x="1287227" y="88838"/>
                </a:cubicBezTo>
                <a:cubicBezTo>
                  <a:pt x="1289008" y="88307"/>
                  <a:pt x="1290469" y="87812"/>
                  <a:pt x="1291610" y="87353"/>
                </a:cubicBezTo>
                <a:cubicBezTo>
                  <a:pt x="1292750" y="86894"/>
                  <a:pt x="1293534" y="86665"/>
                  <a:pt x="1293962" y="86665"/>
                </a:cubicBezTo>
                <a:cubicBezTo>
                  <a:pt x="1294389" y="86665"/>
                  <a:pt x="1294710" y="86820"/>
                  <a:pt x="1294924" y="87130"/>
                </a:cubicBezTo>
                <a:cubicBezTo>
                  <a:pt x="1295138" y="87440"/>
                  <a:pt x="1295244" y="87882"/>
                  <a:pt x="1295244" y="88455"/>
                </a:cubicBezTo>
                <a:cubicBezTo>
                  <a:pt x="1295244" y="88933"/>
                  <a:pt x="1295197" y="89507"/>
                  <a:pt x="1295102" y="90175"/>
                </a:cubicBezTo>
                <a:cubicBezTo>
                  <a:pt x="1295007" y="90843"/>
                  <a:pt x="1294864" y="91524"/>
                  <a:pt x="1294674" y="92217"/>
                </a:cubicBezTo>
                <a:cubicBezTo>
                  <a:pt x="1294484" y="92909"/>
                  <a:pt x="1294235" y="93566"/>
                  <a:pt x="1293926" y="94188"/>
                </a:cubicBezTo>
                <a:cubicBezTo>
                  <a:pt x="1293617" y="94809"/>
                  <a:pt x="1293273" y="95334"/>
                  <a:pt x="1292893" y="95763"/>
                </a:cubicBezTo>
                <a:cubicBezTo>
                  <a:pt x="1292322" y="96336"/>
                  <a:pt x="1291313" y="96897"/>
                  <a:pt x="1289864" y="97446"/>
                </a:cubicBezTo>
                <a:cubicBezTo>
                  <a:pt x="1288414" y="97996"/>
                  <a:pt x="1286692" y="98498"/>
                  <a:pt x="1284696" y="98952"/>
                </a:cubicBezTo>
                <a:cubicBezTo>
                  <a:pt x="1282701" y="99405"/>
                  <a:pt x="1280515" y="99775"/>
                  <a:pt x="1278140" y="100061"/>
                </a:cubicBezTo>
                <a:cubicBezTo>
                  <a:pt x="1275764" y="100348"/>
                  <a:pt x="1273388" y="100491"/>
                  <a:pt x="1271013" y="100491"/>
                </a:cubicBezTo>
                <a:cubicBezTo>
                  <a:pt x="1266784" y="100491"/>
                  <a:pt x="1263078" y="100016"/>
                  <a:pt x="1259894" y="99066"/>
                </a:cubicBezTo>
                <a:cubicBezTo>
                  <a:pt x="1256711" y="98114"/>
                  <a:pt x="1254062" y="96651"/>
                  <a:pt x="1251948" y="94678"/>
                </a:cubicBezTo>
                <a:cubicBezTo>
                  <a:pt x="1249833" y="92703"/>
                  <a:pt x="1248254" y="90241"/>
                  <a:pt x="1247208" y="87293"/>
                </a:cubicBezTo>
                <a:cubicBezTo>
                  <a:pt x="1246163" y="84344"/>
                  <a:pt x="1245640" y="80872"/>
                  <a:pt x="1245640" y="76876"/>
                </a:cubicBezTo>
                <a:cubicBezTo>
                  <a:pt x="1245640" y="73785"/>
                  <a:pt x="1245937" y="70468"/>
                  <a:pt x="1246531" y="66925"/>
                </a:cubicBezTo>
                <a:cubicBezTo>
                  <a:pt x="1247125" y="63381"/>
                  <a:pt x="1248064" y="59873"/>
                  <a:pt x="1249346" y="56401"/>
                </a:cubicBezTo>
                <a:cubicBezTo>
                  <a:pt x="1250629" y="52930"/>
                  <a:pt x="1252292" y="49601"/>
                  <a:pt x="1254335" y="46415"/>
                </a:cubicBezTo>
                <a:cubicBezTo>
                  <a:pt x="1256378" y="43227"/>
                  <a:pt x="1258813" y="40421"/>
                  <a:pt x="1261641" y="37996"/>
                </a:cubicBezTo>
                <a:cubicBezTo>
                  <a:pt x="1264468" y="35570"/>
                  <a:pt x="1267734" y="33620"/>
                  <a:pt x="1271440" y="32145"/>
                </a:cubicBezTo>
                <a:cubicBezTo>
                  <a:pt x="1275146" y="30671"/>
                  <a:pt x="1279327" y="29934"/>
                  <a:pt x="1283984" y="29934"/>
                </a:cubicBezTo>
                <a:cubicBezTo>
                  <a:pt x="1287975" y="29934"/>
                  <a:pt x="1291360" y="30432"/>
                  <a:pt x="1294140" y="31430"/>
                </a:cubicBezTo>
                <a:cubicBezTo>
                  <a:pt x="1296919" y="32428"/>
                  <a:pt x="1299200" y="33711"/>
                  <a:pt x="1300982" y="35279"/>
                </a:cubicBezTo>
                <a:cubicBezTo>
                  <a:pt x="1302763" y="36847"/>
                  <a:pt x="1304058" y="38593"/>
                  <a:pt x="1304866" y="40517"/>
                </a:cubicBezTo>
                <a:cubicBezTo>
                  <a:pt x="1305674" y="42441"/>
                  <a:pt x="1306078" y="44354"/>
                  <a:pt x="1306078" y="46254"/>
                </a:cubicBezTo>
                <a:moveTo>
                  <a:pt x="1294033" y="47323"/>
                </a:moveTo>
                <a:cubicBezTo>
                  <a:pt x="1294033" y="44900"/>
                  <a:pt x="1293083" y="42940"/>
                  <a:pt x="1291182" y="41444"/>
                </a:cubicBezTo>
                <a:cubicBezTo>
                  <a:pt x="1289281" y="39947"/>
                  <a:pt x="1286573" y="39199"/>
                  <a:pt x="1283057" y="39199"/>
                </a:cubicBezTo>
                <a:cubicBezTo>
                  <a:pt x="1279969" y="39199"/>
                  <a:pt x="1277237" y="39733"/>
                  <a:pt x="1274861" y="40802"/>
                </a:cubicBezTo>
                <a:cubicBezTo>
                  <a:pt x="1272485" y="41871"/>
                  <a:pt x="1270383" y="43309"/>
                  <a:pt x="1268554" y="45114"/>
                </a:cubicBezTo>
                <a:cubicBezTo>
                  <a:pt x="1266724" y="46920"/>
                  <a:pt x="1265157" y="49022"/>
                  <a:pt x="1263850" y="51421"/>
                </a:cubicBezTo>
                <a:cubicBezTo>
                  <a:pt x="1262543" y="53821"/>
                  <a:pt x="1261486" y="56351"/>
                  <a:pt x="1260678" y="59012"/>
                </a:cubicBezTo>
                <a:lnTo>
                  <a:pt x="1267948" y="59012"/>
                </a:lnTo>
                <a:cubicBezTo>
                  <a:pt x="1272937" y="59012"/>
                  <a:pt x="1277106" y="58703"/>
                  <a:pt x="1280456" y="58085"/>
                </a:cubicBezTo>
                <a:cubicBezTo>
                  <a:pt x="1283806" y="57468"/>
                  <a:pt x="1286490" y="56624"/>
                  <a:pt x="1288509" y="55555"/>
                </a:cubicBezTo>
                <a:cubicBezTo>
                  <a:pt x="1290529" y="54486"/>
                  <a:pt x="1291954" y="53239"/>
                  <a:pt x="1292786" y="51813"/>
                </a:cubicBezTo>
                <a:cubicBezTo>
                  <a:pt x="1293617" y="50388"/>
                  <a:pt x="1294033" y="48891"/>
                  <a:pt x="1294033" y="47323"/>
                </a:cubicBezTo>
                <a:close/>
                <a:moveTo>
                  <a:pt x="1363660" y="33212"/>
                </a:moveTo>
                <a:cubicBezTo>
                  <a:pt x="1363660" y="33402"/>
                  <a:pt x="1363625" y="33770"/>
                  <a:pt x="1363553" y="34317"/>
                </a:cubicBezTo>
                <a:cubicBezTo>
                  <a:pt x="1363482" y="34863"/>
                  <a:pt x="1363399" y="35493"/>
                  <a:pt x="1363304" y="36205"/>
                </a:cubicBezTo>
                <a:cubicBezTo>
                  <a:pt x="1363209" y="36918"/>
                  <a:pt x="1363066" y="37654"/>
                  <a:pt x="1362876" y="38415"/>
                </a:cubicBezTo>
                <a:cubicBezTo>
                  <a:pt x="1362686" y="39175"/>
                  <a:pt x="1362449" y="39876"/>
                  <a:pt x="1362163" y="40517"/>
                </a:cubicBezTo>
                <a:cubicBezTo>
                  <a:pt x="1361878" y="41159"/>
                  <a:pt x="1361581" y="41693"/>
                  <a:pt x="1361273" y="42121"/>
                </a:cubicBezTo>
                <a:cubicBezTo>
                  <a:pt x="1360964" y="42548"/>
                  <a:pt x="1360619" y="42762"/>
                  <a:pt x="1360239" y="42762"/>
                </a:cubicBezTo>
                <a:cubicBezTo>
                  <a:pt x="1359859" y="42762"/>
                  <a:pt x="1359443" y="42679"/>
                  <a:pt x="1358992" y="42513"/>
                </a:cubicBezTo>
                <a:cubicBezTo>
                  <a:pt x="1358541" y="42346"/>
                  <a:pt x="1358042" y="42144"/>
                  <a:pt x="1357495" y="41907"/>
                </a:cubicBezTo>
                <a:cubicBezTo>
                  <a:pt x="1356949" y="41669"/>
                  <a:pt x="1356319" y="41467"/>
                  <a:pt x="1355607" y="41301"/>
                </a:cubicBezTo>
                <a:cubicBezTo>
                  <a:pt x="1354894" y="41135"/>
                  <a:pt x="1354062" y="41052"/>
                  <a:pt x="1353112" y="41052"/>
                </a:cubicBezTo>
                <a:cubicBezTo>
                  <a:pt x="1351497" y="41052"/>
                  <a:pt x="1349632" y="41752"/>
                  <a:pt x="1347517" y="43154"/>
                </a:cubicBezTo>
                <a:cubicBezTo>
                  <a:pt x="1345403" y="44556"/>
                  <a:pt x="1343324" y="46492"/>
                  <a:pt x="1341281" y="48963"/>
                </a:cubicBezTo>
                <a:cubicBezTo>
                  <a:pt x="1339238" y="51433"/>
                  <a:pt x="1337373" y="54355"/>
                  <a:pt x="1335687" y="57729"/>
                </a:cubicBezTo>
                <a:cubicBezTo>
                  <a:pt x="1334000" y="61102"/>
                  <a:pt x="1332753" y="64761"/>
                  <a:pt x="1331945" y="68705"/>
                </a:cubicBezTo>
                <a:lnTo>
                  <a:pt x="1326315" y="97284"/>
                </a:lnTo>
                <a:cubicBezTo>
                  <a:pt x="1326220" y="97664"/>
                  <a:pt x="1326053" y="97985"/>
                  <a:pt x="1325816" y="98246"/>
                </a:cubicBezTo>
                <a:cubicBezTo>
                  <a:pt x="1325578" y="98507"/>
                  <a:pt x="1325222" y="98733"/>
                  <a:pt x="1324747" y="98923"/>
                </a:cubicBezTo>
                <a:cubicBezTo>
                  <a:pt x="1324271" y="99113"/>
                  <a:pt x="1323642" y="99256"/>
                  <a:pt x="1322858" y="99351"/>
                </a:cubicBezTo>
                <a:cubicBezTo>
                  <a:pt x="1322074" y="99446"/>
                  <a:pt x="1321112" y="99493"/>
                  <a:pt x="1319972" y="99493"/>
                </a:cubicBezTo>
                <a:cubicBezTo>
                  <a:pt x="1318784" y="99493"/>
                  <a:pt x="1317822" y="99446"/>
                  <a:pt x="1317085" y="99351"/>
                </a:cubicBezTo>
                <a:cubicBezTo>
                  <a:pt x="1316349" y="99256"/>
                  <a:pt x="1315778" y="99113"/>
                  <a:pt x="1315375" y="98923"/>
                </a:cubicBezTo>
                <a:cubicBezTo>
                  <a:pt x="1314971" y="98733"/>
                  <a:pt x="1314709" y="98507"/>
                  <a:pt x="1314591" y="98246"/>
                </a:cubicBezTo>
                <a:cubicBezTo>
                  <a:pt x="1314472" y="97985"/>
                  <a:pt x="1314460" y="97664"/>
                  <a:pt x="1314555" y="97284"/>
                </a:cubicBezTo>
                <a:lnTo>
                  <a:pt x="1327312" y="33069"/>
                </a:lnTo>
                <a:cubicBezTo>
                  <a:pt x="1327360" y="32737"/>
                  <a:pt x="1327502" y="32428"/>
                  <a:pt x="1327740" y="32143"/>
                </a:cubicBezTo>
                <a:cubicBezTo>
                  <a:pt x="1327978" y="31858"/>
                  <a:pt x="1328334" y="31620"/>
                  <a:pt x="1328809" y="31430"/>
                </a:cubicBezTo>
                <a:cubicBezTo>
                  <a:pt x="1329284" y="31240"/>
                  <a:pt x="1329866" y="31109"/>
                  <a:pt x="1330555" y="31038"/>
                </a:cubicBezTo>
                <a:cubicBezTo>
                  <a:pt x="1331244" y="30967"/>
                  <a:pt x="1332064" y="30931"/>
                  <a:pt x="1333014" y="30931"/>
                </a:cubicBezTo>
                <a:cubicBezTo>
                  <a:pt x="1334012" y="30931"/>
                  <a:pt x="1334831" y="30967"/>
                  <a:pt x="1335473" y="31038"/>
                </a:cubicBezTo>
                <a:cubicBezTo>
                  <a:pt x="1336114" y="31109"/>
                  <a:pt x="1336613" y="31240"/>
                  <a:pt x="1336969" y="31430"/>
                </a:cubicBezTo>
                <a:cubicBezTo>
                  <a:pt x="1337326" y="31620"/>
                  <a:pt x="1337552" y="31858"/>
                  <a:pt x="1337647" y="32143"/>
                </a:cubicBezTo>
                <a:cubicBezTo>
                  <a:pt x="1337742" y="32428"/>
                  <a:pt x="1337765" y="32737"/>
                  <a:pt x="1337718" y="33069"/>
                </a:cubicBezTo>
                <a:lnTo>
                  <a:pt x="1335366" y="44758"/>
                </a:lnTo>
                <a:cubicBezTo>
                  <a:pt x="1336459" y="42810"/>
                  <a:pt x="1337753" y="40933"/>
                  <a:pt x="1339250" y="39127"/>
                </a:cubicBezTo>
                <a:cubicBezTo>
                  <a:pt x="1340747" y="37322"/>
                  <a:pt x="1342374" y="35742"/>
                  <a:pt x="1344132" y="34388"/>
                </a:cubicBezTo>
                <a:cubicBezTo>
                  <a:pt x="1345890" y="33034"/>
                  <a:pt x="1347731" y="31953"/>
                  <a:pt x="1349656" y="31145"/>
                </a:cubicBezTo>
                <a:cubicBezTo>
                  <a:pt x="1351580" y="30337"/>
                  <a:pt x="1353469" y="29934"/>
                  <a:pt x="1355322" y="29934"/>
                </a:cubicBezTo>
                <a:cubicBezTo>
                  <a:pt x="1356129" y="29934"/>
                  <a:pt x="1356949" y="29993"/>
                  <a:pt x="1357780" y="30112"/>
                </a:cubicBezTo>
                <a:cubicBezTo>
                  <a:pt x="1358612" y="30230"/>
                  <a:pt x="1359384" y="30373"/>
                  <a:pt x="1360097" y="30539"/>
                </a:cubicBezTo>
                <a:cubicBezTo>
                  <a:pt x="1360809" y="30706"/>
                  <a:pt x="1361439" y="30896"/>
                  <a:pt x="1361985" y="31109"/>
                </a:cubicBezTo>
                <a:cubicBezTo>
                  <a:pt x="1362532" y="31323"/>
                  <a:pt x="1362947" y="31573"/>
                  <a:pt x="1363233" y="31858"/>
                </a:cubicBezTo>
                <a:cubicBezTo>
                  <a:pt x="1363518" y="32143"/>
                  <a:pt x="1363660" y="32594"/>
                  <a:pt x="1363660" y="33212"/>
                </a:cubicBezTo>
                <a:close/>
                <a:moveTo>
                  <a:pt x="1427266" y="47323"/>
                </a:moveTo>
                <a:cubicBezTo>
                  <a:pt x="1427266" y="48986"/>
                  <a:pt x="1427171" y="50626"/>
                  <a:pt x="1426981" y="52241"/>
                </a:cubicBezTo>
                <a:cubicBezTo>
                  <a:pt x="1426791" y="53857"/>
                  <a:pt x="1426530" y="55520"/>
                  <a:pt x="1426197" y="57230"/>
                </a:cubicBezTo>
                <a:lnTo>
                  <a:pt x="1418143" y="97284"/>
                </a:lnTo>
                <a:cubicBezTo>
                  <a:pt x="1418048" y="97664"/>
                  <a:pt x="1417894" y="97985"/>
                  <a:pt x="1417680" y="98246"/>
                </a:cubicBezTo>
                <a:cubicBezTo>
                  <a:pt x="1417466" y="98507"/>
                  <a:pt x="1417110" y="98733"/>
                  <a:pt x="1416611" y="98923"/>
                </a:cubicBezTo>
                <a:cubicBezTo>
                  <a:pt x="1416112" y="99113"/>
                  <a:pt x="1415483" y="99256"/>
                  <a:pt x="1414722" y="99351"/>
                </a:cubicBezTo>
                <a:cubicBezTo>
                  <a:pt x="1413962" y="99446"/>
                  <a:pt x="1412988" y="99493"/>
                  <a:pt x="1411800" y="99493"/>
                </a:cubicBezTo>
                <a:cubicBezTo>
                  <a:pt x="1410660" y="99493"/>
                  <a:pt x="1409722" y="99446"/>
                  <a:pt x="1408985" y="99351"/>
                </a:cubicBezTo>
                <a:cubicBezTo>
                  <a:pt x="1408249" y="99256"/>
                  <a:pt x="1407679" y="99113"/>
                  <a:pt x="1407275" y="98923"/>
                </a:cubicBezTo>
                <a:cubicBezTo>
                  <a:pt x="1406871" y="98733"/>
                  <a:pt x="1406610" y="98507"/>
                  <a:pt x="1406491" y="98246"/>
                </a:cubicBezTo>
                <a:cubicBezTo>
                  <a:pt x="1406372" y="97985"/>
                  <a:pt x="1406336" y="97664"/>
                  <a:pt x="1406384" y="97284"/>
                </a:cubicBezTo>
                <a:lnTo>
                  <a:pt x="1414295" y="57658"/>
                </a:lnTo>
                <a:cubicBezTo>
                  <a:pt x="1414627" y="56185"/>
                  <a:pt x="1414853" y="54759"/>
                  <a:pt x="1414972" y="53381"/>
                </a:cubicBezTo>
                <a:cubicBezTo>
                  <a:pt x="1415091" y="52004"/>
                  <a:pt x="1415150" y="50792"/>
                  <a:pt x="1415150" y="49747"/>
                </a:cubicBezTo>
                <a:cubicBezTo>
                  <a:pt x="1415150" y="46848"/>
                  <a:pt x="1414532" y="44508"/>
                  <a:pt x="1413297" y="42727"/>
                </a:cubicBezTo>
                <a:cubicBezTo>
                  <a:pt x="1412062" y="40945"/>
                  <a:pt x="1409995" y="40054"/>
                  <a:pt x="1407097" y="40054"/>
                </a:cubicBezTo>
                <a:cubicBezTo>
                  <a:pt x="1404578" y="40054"/>
                  <a:pt x="1402001" y="40778"/>
                  <a:pt x="1399364" y="42228"/>
                </a:cubicBezTo>
                <a:cubicBezTo>
                  <a:pt x="1396727" y="43677"/>
                  <a:pt x="1394280" y="45672"/>
                  <a:pt x="1392023" y="48214"/>
                </a:cubicBezTo>
                <a:cubicBezTo>
                  <a:pt x="1389766" y="50756"/>
                  <a:pt x="1387747" y="53773"/>
                  <a:pt x="1385965" y="57266"/>
                </a:cubicBezTo>
                <a:cubicBezTo>
                  <a:pt x="1384183" y="60758"/>
                  <a:pt x="1382888" y="64547"/>
                  <a:pt x="1382081" y="68633"/>
                </a:cubicBezTo>
                <a:lnTo>
                  <a:pt x="1376379" y="97284"/>
                </a:lnTo>
                <a:cubicBezTo>
                  <a:pt x="1376284" y="97664"/>
                  <a:pt x="1376118" y="97985"/>
                  <a:pt x="1375880" y="98246"/>
                </a:cubicBezTo>
                <a:cubicBezTo>
                  <a:pt x="1375643" y="98507"/>
                  <a:pt x="1375286" y="98733"/>
                  <a:pt x="1374811" y="98923"/>
                </a:cubicBezTo>
                <a:cubicBezTo>
                  <a:pt x="1374336" y="99113"/>
                  <a:pt x="1373706" y="99256"/>
                  <a:pt x="1372922" y="99351"/>
                </a:cubicBezTo>
                <a:cubicBezTo>
                  <a:pt x="1372139" y="99446"/>
                  <a:pt x="1371176" y="99493"/>
                  <a:pt x="1370036" y="99493"/>
                </a:cubicBezTo>
                <a:cubicBezTo>
                  <a:pt x="1368848" y="99493"/>
                  <a:pt x="1367886" y="99446"/>
                  <a:pt x="1367150" y="99351"/>
                </a:cubicBezTo>
                <a:cubicBezTo>
                  <a:pt x="1366413" y="99256"/>
                  <a:pt x="1365843" y="99113"/>
                  <a:pt x="1365439" y="98923"/>
                </a:cubicBezTo>
                <a:cubicBezTo>
                  <a:pt x="1365035" y="98733"/>
                  <a:pt x="1364774" y="98507"/>
                  <a:pt x="1364655" y="98246"/>
                </a:cubicBezTo>
                <a:cubicBezTo>
                  <a:pt x="1364536" y="97985"/>
                  <a:pt x="1364524" y="97664"/>
                  <a:pt x="1364620" y="97284"/>
                </a:cubicBezTo>
                <a:lnTo>
                  <a:pt x="1377519" y="33069"/>
                </a:lnTo>
                <a:cubicBezTo>
                  <a:pt x="1377567" y="32737"/>
                  <a:pt x="1377698" y="32428"/>
                  <a:pt x="1377911" y="32143"/>
                </a:cubicBezTo>
                <a:cubicBezTo>
                  <a:pt x="1378125" y="31858"/>
                  <a:pt x="1378458" y="31620"/>
                  <a:pt x="1378909" y="31430"/>
                </a:cubicBezTo>
                <a:cubicBezTo>
                  <a:pt x="1379361" y="31240"/>
                  <a:pt x="1379931" y="31109"/>
                  <a:pt x="1380620" y="31038"/>
                </a:cubicBezTo>
                <a:cubicBezTo>
                  <a:pt x="1381309" y="30967"/>
                  <a:pt x="1382128" y="30931"/>
                  <a:pt x="1383079" y="30931"/>
                </a:cubicBezTo>
                <a:cubicBezTo>
                  <a:pt x="1384076" y="30931"/>
                  <a:pt x="1384896" y="30967"/>
                  <a:pt x="1385537" y="31038"/>
                </a:cubicBezTo>
                <a:cubicBezTo>
                  <a:pt x="1386179" y="31109"/>
                  <a:pt x="1386678" y="31240"/>
                  <a:pt x="1387034" y="31430"/>
                </a:cubicBezTo>
                <a:cubicBezTo>
                  <a:pt x="1387390" y="31620"/>
                  <a:pt x="1387616" y="31858"/>
                  <a:pt x="1387711" y="32143"/>
                </a:cubicBezTo>
                <a:cubicBezTo>
                  <a:pt x="1387806" y="32428"/>
                  <a:pt x="1387830" y="32737"/>
                  <a:pt x="1387782" y="33069"/>
                </a:cubicBezTo>
                <a:lnTo>
                  <a:pt x="1385359" y="45328"/>
                </a:lnTo>
                <a:cubicBezTo>
                  <a:pt x="1386072" y="43712"/>
                  <a:pt x="1387236" y="42002"/>
                  <a:pt x="1388851" y="40196"/>
                </a:cubicBezTo>
                <a:cubicBezTo>
                  <a:pt x="1390467" y="38391"/>
                  <a:pt x="1392391" y="36728"/>
                  <a:pt x="1394624" y="35207"/>
                </a:cubicBezTo>
                <a:cubicBezTo>
                  <a:pt x="1396857" y="33687"/>
                  <a:pt x="1399316" y="32428"/>
                  <a:pt x="1402001" y="31430"/>
                </a:cubicBezTo>
                <a:cubicBezTo>
                  <a:pt x="1404685" y="30432"/>
                  <a:pt x="1407477" y="29934"/>
                  <a:pt x="1410375" y="29934"/>
                </a:cubicBezTo>
                <a:cubicBezTo>
                  <a:pt x="1413558" y="29934"/>
                  <a:pt x="1416219" y="30421"/>
                  <a:pt x="1418357" y="31395"/>
                </a:cubicBezTo>
                <a:cubicBezTo>
                  <a:pt x="1420495" y="32369"/>
                  <a:pt x="1422230" y="33651"/>
                  <a:pt x="1423560" y="35243"/>
                </a:cubicBezTo>
                <a:cubicBezTo>
                  <a:pt x="1424890" y="36835"/>
                  <a:pt x="1425841" y="38676"/>
                  <a:pt x="1426411" y="40767"/>
                </a:cubicBezTo>
                <a:cubicBezTo>
                  <a:pt x="1426981" y="42857"/>
                  <a:pt x="1427266" y="45043"/>
                  <a:pt x="1427266" y="47323"/>
                </a:cubicBezTo>
                <a:close/>
                <a:moveTo>
                  <a:pt x="1488249" y="36704"/>
                </a:moveTo>
                <a:cubicBezTo>
                  <a:pt x="1488249" y="37179"/>
                  <a:pt x="1488178" y="37809"/>
                  <a:pt x="1488035" y="38593"/>
                </a:cubicBezTo>
                <a:cubicBezTo>
                  <a:pt x="1487893" y="39377"/>
                  <a:pt x="1487691" y="40149"/>
                  <a:pt x="1487430" y="40909"/>
                </a:cubicBezTo>
                <a:cubicBezTo>
                  <a:pt x="1487168" y="41669"/>
                  <a:pt x="1486859" y="42311"/>
                  <a:pt x="1486503" y="42833"/>
                </a:cubicBezTo>
                <a:cubicBezTo>
                  <a:pt x="1486147" y="43356"/>
                  <a:pt x="1485755" y="43617"/>
                  <a:pt x="1485327" y="43617"/>
                </a:cubicBezTo>
                <a:cubicBezTo>
                  <a:pt x="1484757" y="43617"/>
                  <a:pt x="1484080" y="43388"/>
                  <a:pt x="1483296" y="42929"/>
                </a:cubicBezTo>
                <a:cubicBezTo>
                  <a:pt x="1482512" y="42470"/>
                  <a:pt x="1481550" y="41951"/>
                  <a:pt x="1480409" y="41372"/>
                </a:cubicBezTo>
                <a:cubicBezTo>
                  <a:pt x="1479269" y="40793"/>
                  <a:pt x="1477903" y="40262"/>
                  <a:pt x="1476311" y="39780"/>
                </a:cubicBezTo>
                <a:cubicBezTo>
                  <a:pt x="1474720" y="39297"/>
                  <a:pt x="1472831" y="39056"/>
                  <a:pt x="1470645" y="39056"/>
                </a:cubicBezTo>
                <a:cubicBezTo>
                  <a:pt x="1468555" y="39056"/>
                  <a:pt x="1466702" y="39354"/>
                  <a:pt x="1465086" y="39949"/>
                </a:cubicBezTo>
                <a:cubicBezTo>
                  <a:pt x="1463471" y="40543"/>
                  <a:pt x="1462117" y="41352"/>
                  <a:pt x="1461024" y="42377"/>
                </a:cubicBezTo>
                <a:cubicBezTo>
                  <a:pt x="1459931" y="43400"/>
                  <a:pt x="1459100" y="44566"/>
                  <a:pt x="1458530" y="45876"/>
                </a:cubicBezTo>
                <a:cubicBezTo>
                  <a:pt x="1457959" y="47184"/>
                  <a:pt x="1457674" y="48552"/>
                  <a:pt x="1457674" y="49980"/>
                </a:cubicBezTo>
                <a:cubicBezTo>
                  <a:pt x="1457674" y="51882"/>
                  <a:pt x="1458304" y="53464"/>
                  <a:pt x="1459563" y="54724"/>
                </a:cubicBezTo>
                <a:cubicBezTo>
                  <a:pt x="1460822" y="55985"/>
                  <a:pt x="1462402" y="57115"/>
                  <a:pt x="1464302" y="58114"/>
                </a:cubicBezTo>
                <a:cubicBezTo>
                  <a:pt x="1466203" y="59112"/>
                  <a:pt x="1468258" y="60099"/>
                  <a:pt x="1470467" y="61074"/>
                </a:cubicBezTo>
                <a:cubicBezTo>
                  <a:pt x="1472677" y="62050"/>
                  <a:pt x="1474720" y="63239"/>
                  <a:pt x="1476597" y="64642"/>
                </a:cubicBezTo>
                <a:cubicBezTo>
                  <a:pt x="1478473" y="66045"/>
                  <a:pt x="1480041" y="67733"/>
                  <a:pt x="1481300" y="69707"/>
                </a:cubicBezTo>
                <a:cubicBezTo>
                  <a:pt x="1482559" y="71680"/>
                  <a:pt x="1483189" y="74165"/>
                  <a:pt x="1483189" y="77161"/>
                </a:cubicBezTo>
                <a:cubicBezTo>
                  <a:pt x="1483189" y="80492"/>
                  <a:pt x="1482536" y="83596"/>
                  <a:pt x="1481229" y="86473"/>
                </a:cubicBezTo>
                <a:cubicBezTo>
                  <a:pt x="1479922" y="89351"/>
                  <a:pt x="1478046" y="91824"/>
                  <a:pt x="1475599" y="93892"/>
                </a:cubicBezTo>
                <a:cubicBezTo>
                  <a:pt x="1473152" y="95960"/>
                  <a:pt x="1470194" y="97577"/>
                  <a:pt x="1466726" y="98743"/>
                </a:cubicBezTo>
                <a:cubicBezTo>
                  <a:pt x="1463257" y="99908"/>
                  <a:pt x="1459385" y="100491"/>
                  <a:pt x="1455109" y="100491"/>
                </a:cubicBezTo>
                <a:cubicBezTo>
                  <a:pt x="1452875" y="100491"/>
                  <a:pt x="1450773" y="100322"/>
                  <a:pt x="1448801" y="99985"/>
                </a:cubicBezTo>
                <a:cubicBezTo>
                  <a:pt x="1446829" y="99648"/>
                  <a:pt x="1445048" y="99216"/>
                  <a:pt x="1443456" y="98687"/>
                </a:cubicBezTo>
                <a:cubicBezTo>
                  <a:pt x="1441864" y="98157"/>
                  <a:pt x="1440498" y="97567"/>
                  <a:pt x="1439358" y="96916"/>
                </a:cubicBezTo>
                <a:cubicBezTo>
                  <a:pt x="1438217" y="96266"/>
                  <a:pt x="1437338" y="95652"/>
                  <a:pt x="1436721" y="95074"/>
                </a:cubicBezTo>
                <a:cubicBezTo>
                  <a:pt x="1436341" y="94694"/>
                  <a:pt x="1436068" y="94302"/>
                  <a:pt x="1435901" y="93899"/>
                </a:cubicBezTo>
                <a:cubicBezTo>
                  <a:pt x="1435735" y="93495"/>
                  <a:pt x="1435652" y="93008"/>
                  <a:pt x="1435652" y="92437"/>
                </a:cubicBezTo>
                <a:cubicBezTo>
                  <a:pt x="1435652" y="92057"/>
                  <a:pt x="1435676" y="91606"/>
                  <a:pt x="1435723" y="91083"/>
                </a:cubicBezTo>
                <a:cubicBezTo>
                  <a:pt x="1435771" y="90561"/>
                  <a:pt x="1435866" y="90014"/>
                  <a:pt x="1436008" y="89444"/>
                </a:cubicBezTo>
                <a:cubicBezTo>
                  <a:pt x="1436151" y="88874"/>
                  <a:pt x="1436305" y="88328"/>
                  <a:pt x="1436471" y="87805"/>
                </a:cubicBezTo>
                <a:cubicBezTo>
                  <a:pt x="1436638" y="87282"/>
                  <a:pt x="1436840" y="86807"/>
                  <a:pt x="1437077" y="86380"/>
                </a:cubicBezTo>
                <a:cubicBezTo>
                  <a:pt x="1437315" y="85952"/>
                  <a:pt x="1437552" y="85607"/>
                  <a:pt x="1437790" y="85346"/>
                </a:cubicBezTo>
                <a:cubicBezTo>
                  <a:pt x="1438027" y="85085"/>
                  <a:pt x="1438313" y="84954"/>
                  <a:pt x="1438645" y="84954"/>
                </a:cubicBezTo>
                <a:cubicBezTo>
                  <a:pt x="1439215" y="84954"/>
                  <a:pt x="1439904" y="85279"/>
                  <a:pt x="1440712" y="85927"/>
                </a:cubicBezTo>
                <a:cubicBezTo>
                  <a:pt x="1441520" y="86576"/>
                  <a:pt x="1442577" y="87273"/>
                  <a:pt x="1443883" y="88019"/>
                </a:cubicBezTo>
                <a:cubicBezTo>
                  <a:pt x="1445190" y="88764"/>
                  <a:pt x="1446817" y="89461"/>
                  <a:pt x="1448765" y="90110"/>
                </a:cubicBezTo>
                <a:cubicBezTo>
                  <a:pt x="1450714" y="90759"/>
                  <a:pt x="1453137" y="91083"/>
                  <a:pt x="1456035" y="91083"/>
                </a:cubicBezTo>
                <a:cubicBezTo>
                  <a:pt x="1458648" y="91083"/>
                  <a:pt x="1460893" y="90762"/>
                  <a:pt x="1462770" y="90119"/>
                </a:cubicBezTo>
                <a:cubicBezTo>
                  <a:pt x="1464647" y="89476"/>
                  <a:pt x="1466203" y="88619"/>
                  <a:pt x="1467438" y="87549"/>
                </a:cubicBezTo>
                <a:cubicBezTo>
                  <a:pt x="1468674" y="86478"/>
                  <a:pt x="1469588" y="85229"/>
                  <a:pt x="1470182" y="83800"/>
                </a:cubicBezTo>
                <a:cubicBezTo>
                  <a:pt x="1470776" y="82372"/>
                  <a:pt x="1471073" y="80872"/>
                  <a:pt x="1471073" y="79301"/>
                </a:cubicBezTo>
                <a:cubicBezTo>
                  <a:pt x="1471073" y="77304"/>
                  <a:pt x="1470455" y="75676"/>
                  <a:pt x="1469220" y="74415"/>
                </a:cubicBezTo>
                <a:cubicBezTo>
                  <a:pt x="1467985" y="73154"/>
                  <a:pt x="1466429" y="72013"/>
                  <a:pt x="1464552" y="70992"/>
                </a:cubicBezTo>
                <a:cubicBezTo>
                  <a:pt x="1462675" y="69969"/>
                  <a:pt x="1460644" y="68958"/>
                  <a:pt x="1458458" y="67958"/>
                </a:cubicBezTo>
                <a:cubicBezTo>
                  <a:pt x="1456273" y="66959"/>
                  <a:pt x="1454241" y="65782"/>
                  <a:pt x="1452365" y="64426"/>
                </a:cubicBezTo>
                <a:cubicBezTo>
                  <a:pt x="1450488" y="63070"/>
                  <a:pt x="1448920" y="61406"/>
                  <a:pt x="1447661" y="59433"/>
                </a:cubicBezTo>
                <a:cubicBezTo>
                  <a:pt x="1446402" y="57459"/>
                  <a:pt x="1445772" y="54951"/>
                  <a:pt x="1445772" y="51907"/>
                </a:cubicBezTo>
                <a:cubicBezTo>
                  <a:pt x="1445772" y="48768"/>
                  <a:pt x="1446390" y="45855"/>
                  <a:pt x="1447625" y="43167"/>
                </a:cubicBezTo>
                <a:cubicBezTo>
                  <a:pt x="1448861" y="40480"/>
                  <a:pt x="1450607" y="38150"/>
                  <a:pt x="1452864" y="36176"/>
                </a:cubicBezTo>
                <a:cubicBezTo>
                  <a:pt x="1455120" y="34202"/>
                  <a:pt x="1457829" y="32668"/>
                  <a:pt x="1460988" y="31575"/>
                </a:cubicBezTo>
                <a:cubicBezTo>
                  <a:pt x="1464148" y="30481"/>
                  <a:pt x="1467652" y="29934"/>
                  <a:pt x="1471501" y="29934"/>
                </a:cubicBezTo>
                <a:cubicBezTo>
                  <a:pt x="1473306" y="29934"/>
                  <a:pt x="1475052" y="30078"/>
                  <a:pt x="1476739" y="30368"/>
                </a:cubicBezTo>
                <a:cubicBezTo>
                  <a:pt x="1478426" y="30657"/>
                  <a:pt x="1479982" y="31020"/>
                  <a:pt x="1481407" y="31455"/>
                </a:cubicBezTo>
                <a:cubicBezTo>
                  <a:pt x="1482833" y="31888"/>
                  <a:pt x="1484068" y="32371"/>
                  <a:pt x="1485113" y="32902"/>
                </a:cubicBezTo>
                <a:cubicBezTo>
                  <a:pt x="1486159" y="33432"/>
                  <a:pt x="1486943" y="33963"/>
                  <a:pt x="1487465" y="34495"/>
                </a:cubicBezTo>
                <a:cubicBezTo>
                  <a:pt x="1487988" y="34970"/>
                  <a:pt x="1488249" y="35706"/>
                  <a:pt x="1488249" y="36704"/>
                </a:cubicBezTo>
                <a:close/>
                <a:moveTo>
                  <a:pt x="1513028" y="88233"/>
                </a:moveTo>
                <a:cubicBezTo>
                  <a:pt x="1513028" y="88898"/>
                  <a:pt x="1512969" y="89682"/>
                  <a:pt x="1512850" y="90584"/>
                </a:cubicBezTo>
                <a:cubicBezTo>
                  <a:pt x="1512731" y="91487"/>
                  <a:pt x="1512553" y="92414"/>
                  <a:pt x="1512316" y="93364"/>
                </a:cubicBezTo>
                <a:cubicBezTo>
                  <a:pt x="1512078" y="94314"/>
                  <a:pt x="1511781" y="95193"/>
                  <a:pt x="1511425" y="96001"/>
                </a:cubicBezTo>
                <a:cubicBezTo>
                  <a:pt x="1511068" y="96809"/>
                  <a:pt x="1510605" y="97498"/>
                  <a:pt x="1510035" y="98068"/>
                </a:cubicBezTo>
                <a:cubicBezTo>
                  <a:pt x="1509465" y="98638"/>
                  <a:pt x="1508657" y="99066"/>
                  <a:pt x="1507612" y="99351"/>
                </a:cubicBezTo>
                <a:cubicBezTo>
                  <a:pt x="1506566" y="99636"/>
                  <a:pt x="1505236" y="99778"/>
                  <a:pt x="1503621" y="99778"/>
                </a:cubicBezTo>
                <a:cubicBezTo>
                  <a:pt x="1502290" y="99778"/>
                  <a:pt x="1501197" y="99683"/>
                  <a:pt x="1500342" y="99493"/>
                </a:cubicBezTo>
                <a:cubicBezTo>
                  <a:pt x="1499487" y="99303"/>
                  <a:pt x="1498822" y="98982"/>
                  <a:pt x="1498347" y="98531"/>
                </a:cubicBezTo>
                <a:cubicBezTo>
                  <a:pt x="1497871" y="98080"/>
                  <a:pt x="1497539" y="97533"/>
                  <a:pt x="1497349" y="96892"/>
                </a:cubicBezTo>
                <a:cubicBezTo>
                  <a:pt x="1497159" y="96250"/>
                  <a:pt x="1497064" y="95526"/>
                  <a:pt x="1497064" y="94718"/>
                </a:cubicBezTo>
                <a:cubicBezTo>
                  <a:pt x="1497064" y="93958"/>
                  <a:pt x="1497123" y="93115"/>
                  <a:pt x="1497242" y="92188"/>
                </a:cubicBezTo>
                <a:cubicBezTo>
                  <a:pt x="1497361" y="91262"/>
                  <a:pt x="1497551" y="90347"/>
                  <a:pt x="1497812" y="89444"/>
                </a:cubicBezTo>
                <a:cubicBezTo>
                  <a:pt x="1498073" y="88541"/>
                  <a:pt x="1498382" y="87698"/>
                  <a:pt x="1498739" y="86914"/>
                </a:cubicBezTo>
                <a:cubicBezTo>
                  <a:pt x="1499095" y="86130"/>
                  <a:pt x="1499546" y="85465"/>
                  <a:pt x="1500093" y="84918"/>
                </a:cubicBezTo>
                <a:cubicBezTo>
                  <a:pt x="1500639" y="84372"/>
                  <a:pt x="1501399" y="83944"/>
                  <a:pt x="1502373" y="83636"/>
                </a:cubicBezTo>
                <a:cubicBezTo>
                  <a:pt x="1503347" y="83327"/>
                  <a:pt x="1504737" y="83172"/>
                  <a:pt x="1506543" y="83172"/>
                </a:cubicBezTo>
                <a:cubicBezTo>
                  <a:pt x="1507921" y="83172"/>
                  <a:pt x="1509025" y="83291"/>
                  <a:pt x="1509857" y="83529"/>
                </a:cubicBezTo>
                <a:cubicBezTo>
                  <a:pt x="1510688" y="83766"/>
                  <a:pt x="1511342" y="84111"/>
                  <a:pt x="1511817" y="84562"/>
                </a:cubicBezTo>
                <a:cubicBezTo>
                  <a:pt x="1512292" y="85014"/>
                  <a:pt x="1512612" y="85548"/>
                  <a:pt x="1512779" y="86166"/>
                </a:cubicBezTo>
                <a:cubicBezTo>
                  <a:pt x="1512945" y="86783"/>
                  <a:pt x="1513028" y="87472"/>
                  <a:pt x="1513028" y="882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Text …">
            <a:extLst xmlns:a="http://schemas.openxmlformats.org/drawingml/2006/main">
              <a:ext uri="{FF2B5EF4-FFF2-40B4-BE49-F238E27FC236}">
                <a16:creationId xmlns:a16="http://schemas.microsoft.com/office/drawing/2014/main" id="{8311514D-CF38-4704-826F-190D1E34C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9951" y="1824896"/>
            <a:ext cx="80036" cy="16463"/>
          </a:xfrm>
          <a:custGeom xmlns:a="http://schemas.openxmlformats.org/drawingml/2006/main">
            <a:pathLst>
              <a:path w="80036" h="16463">
                <a:moveTo>
                  <a:pt x="15679" y="5060"/>
                </a:moveTo>
                <a:cubicBezTo>
                  <a:pt x="15679" y="5678"/>
                  <a:pt x="15620" y="6438"/>
                  <a:pt x="15501" y="7341"/>
                </a:cubicBezTo>
                <a:cubicBezTo>
                  <a:pt x="15382" y="8244"/>
                  <a:pt x="15204" y="9158"/>
                  <a:pt x="14967" y="10085"/>
                </a:cubicBezTo>
                <a:cubicBezTo>
                  <a:pt x="14729" y="11011"/>
                  <a:pt x="14432" y="11878"/>
                  <a:pt x="14076" y="12686"/>
                </a:cubicBezTo>
                <a:cubicBezTo>
                  <a:pt x="13720" y="13494"/>
                  <a:pt x="13268" y="14171"/>
                  <a:pt x="12722" y="14717"/>
                </a:cubicBezTo>
                <a:cubicBezTo>
                  <a:pt x="12175" y="15264"/>
                  <a:pt x="11391" y="15691"/>
                  <a:pt x="10370" y="16000"/>
                </a:cubicBezTo>
                <a:cubicBezTo>
                  <a:pt x="9348" y="16309"/>
                  <a:pt x="8030" y="16463"/>
                  <a:pt x="6414" y="16463"/>
                </a:cubicBezTo>
                <a:cubicBezTo>
                  <a:pt x="5131" y="16463"/>
                  <a:pt x="4074" y="16357"/>
                  <a:pt x="3243" y="16143"/>
                </a:cubicBezTo>
                <a:cubicBezTo>
                  <a:pt x="2411" y="15929"/>
                  <a:pt x="1758" y="15608"/>
                  <a:pt x="1283" y="15181"/>
                </a:cubicBezTo>
                <a:cubicBezTo>
                  <a:pt x="808" y="14753"/>
                  <a:pt x="475" y="14230"/>
                  <a:pt x="285" y="13613"/>
                </a:cubicBezTo>
                <a:cubicBezTo>
                  <a:pt x="95" y="12995"/>
                  <a:pt x="0" y="12258"/>
                  <a:pt x="0" y="11403"/>
                </a:cubicBezTo>
                <a:cubicBezTo>
                  <a:pt x="0" y="10691"/>
                  <a:pt x="71" y="9871"/>
                  <a:pt x="214" y="8944"/>
                </a:cubicBezTo>
                <a:cubicBezTo>
                  <a:pt x="356" y="8018"/>
                  <a:pt x="546" y="7103"/>
                  <a:pt x="784" y="6201"/>
                </a:cubicBezTo>
                <a:cubicBezTo>
                  <a:pt x="1022" y="5298"/>
                  <a:pt x="1318" y="4466"/>
                  <a:pt x="1675" y="3706"/>
                </a:cubicBezTo>
                <a:cubicBezTo>
                  <a:pt x="2031" y="2946"/>
                  <a:pt x="2471" y="2293"/>
                  <a:pt x="2993" y="1746"/>
                </a:cubicBezTo>
                <a:cubicBezTo>
                  <a:pt x="3516" y="1200"/>
                  <a:pt x="4252" y="772"/>
                  <a:pt x="5203" y="463"/>
                </a:cubicBezTo>
                <a:cubicBezTo>
                  <a:pt x="6153" y="154"/>
                  <a:pt x="7507" y="0"/>
                  <a:pt x="9265" y="0"/>
                </a:cubicBezTo>
                <a:cubicBezTo>
                  <a:pt x="10643" y="0"/>
                  <a:pt x="11736" y="119"/>
                  <a:pt x="12544" y="356"/>
                </a:cubicBezTo>
                <a:cubicBezTo>
                  <a:pt x="13351" y="594"/>
                  <a:pt x="13993" y="938"/>
                  <a:pt x="14468" y="1390"/>
                </a:cubicBezTo>
                <a:cubicBezTo>
                  <a:pt x="14943" y="1841"/>
                  <a:pt x="15264" y="2376"/>
                  <a:pt x="15430" y="2993"/>
                </a:cubicBezTo>
                <a:cubicBezTo>
                  <a:pt x="15596" y="3611"/>
                  <a:pt x="15679" y="4300"/>
                  <a:pt x="15679" y="5060"/>
                </a:cubicBezTo>
                <a:moveTo>
                  <a:pt x="47822" y="5060"/>
                </a:moveTo>
                <a:cubicBezTo>
                  <a:pt x="47822" y="5678"/>
                  <a:pt x="47763" y="6438"/>
                  <a:pt x="47644" y="7341"/>
                </a:cubicBezTo>
                <a:cubicBezTo>
                  <a:pt x="47525" y="8244"/>
                  <a:pt x="47359" y="9158"/>
                  <a:pt x="47145" y="10085"/>
                </a:cubicBezTo>
                <a:cubicBezTo>
                  <a:pt x="46931" y="11011"/>
                  <a:pt x="46634" y="11878"/>
                  <a:pt x="46254" y="12686"/>
                </a:cubicBezTo>
                <a:cubicBezTo>
                  <a:pt x="45874" y="13494"/>
                  <a:pt x="45423" y="14171"/>
                  <a:pt x="44900" y="14717"/>
                </a:cubicBezTo>
                <a:cubicBezTo>
                  <a:pt x="44378" y="15264"/>
                  <a:pt x="43594" y="15691"/>
                  <a:pt x="42548" y="16000"/>
                </a:cubicBezTo>
                <a:cubicBezTo>
                  <a:pt x="41503" y="16309"/>
                  <a:pt x="40196" y="16463"/>
                  <a:pt x="38628" y="16463"/>
                </a:cubicBezTo>
                <a:cubicBezTo>
                  <a:pt x="37298" y="16463"/>
                  <a:pt x="36229" y="16357"/>
                  <a:pt x="35421" y="16143"/>
                </a:cubicBezTo>
                <a:cubicBezTo>
                  <a:pt x="34614" y="15929"/>
                  <a:pt x="33960" y="15608"/>
                  <a:pt x="33461" y="15181"/>
                </a:cubicBezTo>
                <a:cubicBezTo>
                  <a:pt x="32962" y="14753"/>
                  <a:pt x="32630" y="14230"/>
                  <a:pt x="32464" y="13613"/>
                </a:cubicBezTo>
                <a:cubicBezTo>
                  <a:pt x="32297" y="12995"/>
                  <a:pt x="32214" y="12258"/>
                  <a:pt x="32214" y="11403"/>
                </a:cubicBezTo>
                <a:cubicBezTo>
                  <a:pt x="32214" y="10691"/>
                  <a:pt x="32274" y="9871"/>
                  <a:pt x="32392" y="8944"/>
                </a:cubicBezTo>
                <a:cubicBezTo>
                  <a:pt x="32511" y="8018"/>
                  <a:pt x="32701" y="7103"/>
                  <a:pt x="32962" y="6201"/>
                </a:cubicBezTo>
                <a:cubicBezTo>
                  <a:pt x="33224" y="5298"/>
                  <a:pt x="33521" y="4466"/>
                  <a:pt x="33853" y="3706"/>
                </a:cubicBezTo>
                <a:cubicBezTo>
                  <a:pt x="34186" y="2946"/>
                  <a:pt x="34614" y="2293"/>
                  <a:pt x="35136" y="1746"/>
                </a:cubicBezTo>
                <a:cubicBezTo>
                  <a:pt x="35659" y="1200"/>
                  <a:pt x="36407" y="772"/>
                  <a:pt x="37381" y="463"/>
                </a:cubicBezTo>
                <a:cubicBezTo>
                  <a:pt x="38355" y="154"/>
                  <a:pt x="39721" y="0"/>
                  <a:pt x="41479" y="0"/>
                </a:cubicBezTo>
                <a:cubicBezTo>
                  <a:pt x="42810" y="0"/>
                  <a:pt x="43891" y="119"/>
                  <a:pt x="44722" y="356"/>
                </a:cubicBezTo>
                <a:cubicBezTo>
                  <a:pt x="45554" y="594"/>
                  <a:pt x="46207" y="938"/>
                  <a:pt x="46682" y="1390"/>
                </a:cubicBezTo>
                <a:cubicBezTo>
                  <a:pt x="47157" y="1841"/>
                  <a:pt x="47466" y="2376"/>
                  <a:pt x="47609" y="2993"/>
                </a:cubicBezTo>
                <a:cubicBezTo>
                  <a:pt x="47751" y="3611"/>
                  <a:pt x="47822" y="4300"/>
                  <a:pt x="47822" y="5060"/>
                </a:cubicBezTo>
                <a:moveTo>
                  <a:pt x="80036" y="5060"/>
                </a:moveTo>
                <a:cubicBezTo>
                  <a:pt x="80036" y="5678"/>
                  <a:pt x="79977" y="6438"/>
                  <a:pt x="79858" y="7341"/>
                </a:cubicBezTo>
                <a:cubicBezTo>
                  <a:pt x="79740" y="8244"/>
                  <a:pt x="79561" y="9158"/>
                  <a:pt x="79324" y="10085"/>
                </a:cubicBezTo>
                <a:cubicBezTo>
                  <a:pt x="79086" y="11011"/>
                  <a:pt x="78789" y="11878"/>
                  <a:pt x="78433" y="12686"/>
                </a:cubicBezTo>
                <a:cubicBezTo>
                  <a:pt x="78077" y="13494"/>
                  <a:pt x="77625" y="14171"/>
                  <a:pt x="77079" y="14717"/>
                </a:cubicBezTo>
                <a:cubicBezTo>
                  <a:pt x="76532" y="15264"/>
                  <a:pt x="75748" y="15691"/>
                  <a:pt x="74727" y="16000"/>
                </a:cubicBezTo>
                <a:cubicBezTo>
                  <a:pt x="73705" y="16309"/>
                  <a:pt x="72387" y="16463"/>
                  <a:pt x="70771" y="16463"/>
                </a:cubicBezTo>
                <a:cubicBezTo>
                  <a:pt x="69488" y="16463"/>
                  <a:pt x="68431" y="16357"/>
                  <a:pt x="67600" y="16143"/>
                </a:cubicBezTo>
                <a:cubicBezTo>
                  <a:pt x="66768" y="15929"/>
                  <a:pt x="66115" y="15608"/>
                  <a:pt x="65640" y="15181"/>
                </a:cubicBezTo>
                <a:cubicBezTo>
                  <a:pt x="65165" y="14753"/>
                  <a:pt x="64832" y="14230"/>
                  <a:pt x="64642" y="13613"/>
                </a:cubicBezTo>
                <a:cubicBezTo>
                  <a:pt x="64452" y="12995"/>
                  <a:pt x="64357" y="12258"/>
                  <a:pt x="64357" y="11403"/>
                </a:cubicBezTo>
                <a:cubicBezTo>
                  <a:pt x="64357" y="10691"/>
                  <a:pt x="64428" y="9871"/>
                  <a:pt x="64571" y="8944"/>
                </a:cubicBezTo>
                <a:cubicBezTo>
                  <a:pt x="64713" y="8018"/>
                  <a:pt x="64903" y="7103"/>
                  <a:pt x="65141" y="6201"/>
                </a:cubicBezTo>
                <a:cubicBezTo>
                  <a:pt x="65379" y="5298"/>
                  <a:pt x="65676" y="4466"/>
                  <a:pt x="66032" y="3706"/>
                </a:cubicBezTo>
                <a:cubicBezTo>
                  <a:pt x="66388" y="2946"/>
                  <a:pt x="66828" y="2293"/>
                  <a:pt x="67350" y="1746"/>
                </a:cubicBezTo>
                <a:cubicBezTo>
                  <a:pt x="67873" y="1200"/>
                  <a:pt x="68609" y="772"/>
                  <a:pt x="69560" y="463"/>
                </a:cubicBezTo>
                <a:cubicBezTo>
                  <a:pt x="70510" y="154"/>
                  <a:pt x="71864" y="0"/>
                  <a:pt x="73622" y="0"/>
                </a:cubicBezTo>
                <a:cubicBezTo>
                  <a:pt x="75000" y="0"/>
                  <a:pt x="76093" y="119"/>
                  <a:pt x="76901" y="356"/>
                </a:cubicBezTo>
                <a:cubicBezTo>
                  <a:pt x="77708" y="594"/>
                  <a:pt x="78350" y="938"/>
                  <a:pt x="78825" y="1390"/>
                </a:cubicBezTo>
                <a:cubicBezTo>
                  <a:pt x="79300" y="1841"/>
                  <a:pt x="79621" y="2376"/>
                  <a:pt x="79787" y="2993"/>
                </a:cubicBezTo>
                <a:cubicBezTo>
                  <a:pt x="79953" y="3611"/>
                  <a:pt x="80036" y="4300"/>
                  <a:pt x="80036" y="50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1C524F-F466-46EC-9C75-2A97EDBF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618" y="1241376"/>
            <a:ext cx="612432" cy="492370"/>
          </a:xfrm>
          <a:custGeom xmlns:a="http://schemas.openxmlformats.org/drawingml/2006/main">
            <a:pathLst>
              <a:path w="612432" h="492370">
                <a:moveTo>
                  <a:pt x="549120" y="0"/>
                </a:moveTo>
                <a:lnTo>
                  <a:pt x="485809" y="126623"/>
                </a:lnTo>
                <a:lnTo>
                  <a:pt x="528017" y="126623"/>
                </a:lnTo>
                <a:lnTo>
                  <a:pt x="528017" y="450163"/>
                </a:lnTo>
                <a:lnTo>
                  <a:pt x="0" y="450163"/>
                </a:lnTo>
                <a:lnTo>
                  <a:pt x="0" y="492370"/>
                </a:lnTo>
                <a:lnTo>
                  <a:pt x="570224" y="492370"/>
                </a:lnTo>
                <a:lnTo>
                  <a:pt x="570224" y="126623"/>
                </a:lnTo>
                <a:lnTo>
                  <a:pt x="612432" y="126623"/>
                </a:lnTo>
                <a:lnTo>
                  <a:pt x="5491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DC5B1-49B1-4BFE-8EAB-8EF25649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618" y="1691539"/>
            <a:ext cx="613813" cy="363292"/>
          </a:xfrm>
          <a:custGeom xmlns:a="http://schemas.openxmlformats.org/drawingml/2006/main">
            <a:pathLst>
              <a:path w="613813" h="363292">
                <a:moveTo>
                  <a:pt x="0" y="0"/>
                </a:moveTo>
                <a:lnTo>
                  <a:pt x="0" y="42208"/>
                </a:lnTo>
                <a:lnTo>
                  <a:pt x="529398" y="42208"/>
                </a:lnTo>
                <a:lnTo>
                  <a:pt x="529398" y="236669"/>
                </a:lnTo>
                <a:lnTo>
                  <a:pt x="487190" y="236669"/>
                </a:lnTo>
                <a:lnTo>
                  <a:pt x="550502" y="363292"/>
                </a:lnTo>
                <a:lnTo>
                  <a:pt x="613813" y="236669"/>
                </a:lnTo>
                <a:lnTo>
                  <a:pt x="571605" y="236669"/>
                </a:lnTo>
                <a:lnTo>
                  <a:pt x="571605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66db89206470d"/>
          <a:stretch xmlns:a="http://schemas.openxmlformats.org/drawingml/2006/main"/>
        </p:blipFill>
        <p:spPr>
          <a:xfrm xmlns:a="http://schemas.openxmlformats.org/drawingml/2006/main">
            <a:off x="8618181" y="2132647"/>
            <a:ext cx="535728" cy="535728"/>
          </a:xfrm>
          <a:prstGeom xmlns:a="http://schemas.openxmlformats.org/drawingml/2006/main" prst="rect">
            <a:avLst/>
          </a:prstGeom>
        </p:spPr>
      </p:pic>
      <p:pic>
        <p:nvPicPr>
          <p:cNvPr id="4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da8d2ca83d41d7"/>
          <a:stretch xmlns:a="http://schemas.openxmlformats.org/drawingml/2006/main"/>
        </p:blipFill>
        <p:spPr>
          <a:xfrm xmlns:a="http://schemas.openxmlformats.org/drawingml/2006/main">
            <a:off x="84763" y="1140308"/>
            <a:ext cx="1555250" cy="1198541"/>
          </a:xfrm>
          <a:prstGeom xmlns:a="http://schemas.openxmlformats.org/drawingml/2006/main" prst="rect">
            <a:avLst/>
          </a:prstGeom>
        </p:spPr>
      </p:pic>
      <p:pic>
        <p:nvPicPr>
          <p:cNvPr id="4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71901f9cef4b7f"/>
          <a:stretch xmlns:a="http://schemas.openxmlformats.org/drawingml/2006/main"/>
        </p:blipFill>
        <p:spPr>
          <a:xfrm xmlns:a="http://schemas.openxmlformats.org/drawingml/2006/main">
            <a:off x="84639" y="1199514"/>
            <a:ext cx="1442114" cy="1026257"/>
          </a:xfrm>
          <a:prstGeom xmlns:a="http://schemas.openxmlformats.org/drawingml/2006/main" prst="rect">
            <a:avLst/>
          </a:prstGeom>
        </p:spPr>
      </p:pic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A95C8-CCE3-428F-930B-DD99958B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12" y="2337199"/>
            <a:ext cx="736100" cy="126623"/>
          </a:xfrm>
          <a:custGeom xmlns:a="http://schemas.openxmlformats.org/drawingml/2006/main">
            <a:pathLst>
              <a:path w="736100" h="126623">
                <a:moveTo>
                  <a:pt x="0" y="42208"/>
                </a:moveTo>
                <a:lnTo>
                  <a:pt x="0" y="84415"/>
                </a:lnTo>
                <a:lnTo>
                  <a:pt x="609477" y="84415"/>
                </a:lnTo>
                <a:lnTo>
                  <a:pt x="609477" y="126623"/>
                </a:lnTo>
                <a:lnTo>
                  <a:pt x="736100" y="63311"/>
                </a:lnTo>
                <a:lnTo>
                  <a:pt x="609477" y="0"/>
                </a:lnTo>
                <a:lnTo>
                  <a:pt x="609477" y="42208"/>
                </a:lnTo>
                <a:lnTo>
                  <a:pt x="0" y="4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C6974-F6DA-4109-98D8-DC879BE1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2734" y="1900620"/>
            <a:ext cx="126623" cy="232026"/>
          </a:xfrm>
          <a:custGeom xmlns:a="http://schemas.openxmlformats.org/drawingml/2006/main">
            <a:pathLst>
              <a:path w="126623" h="232026">
                <a:moveTo>
                  <a:pt x="42208" y="105404"/>
                </a:moveTo>
                <a:lnTo>
                  <a:pt x="0" y="105404"/>
                </a:lnTo>
                <a:lnTo>
                  <a:pt x="63311" y="232026"/>
                </a:lnTo>
                <a:lnTo>
                  <a:pt x="126623" y="105404"/>
                </a:lnTo>
                <a:lnTo>
                  <a:pt x="84415" y="105404"/>
                </a:lnTo>
                <a:lnTo>
                  <a:pt x="84415" y="0"/>
                </a:lnTo>
                <a:lnTo>
                  <a:pt x="42208" y="0"/>
                </a:lnTo>
                <a:lnTo>
                  <a:pt x="42208" y="1054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9637E-C6A9-4BB0-B094-A3DB702C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366" y="782158"/>
            <a:ext cx="237360" cy="126623"/>
          </a:xfrm>
          <a:custGeom xmlns:a="http://schemas.openxmlformats.org/drawingml/2006/main">
            <a:pathLst>
              <a:path w="237360" h="126623">
                <a:moveTo>
                  <a:pt x="0" y="42208"/>
                </a:moveTo>
                <a:lnTo>
                  <a:pt x="0" y="84415"/>
                </a:lnTo>
                <a:lnTo>
                  <a:pt x="110737" y="84415"/>
                </a:lnTo>
                <a:lnTo>
                  <a:pt x="110737" y="126623"/>
                </a:lnTo>
                <a:lnTo>
                  <a:pt x="237360" y="63311"/>
                </a:lnTo>
                <a:lnTo>
                  <a:pt x="110737" y="0"/>
                </a:lnTo>
                <a:lnTo>
                  <a:pt x="110737" y="42208"/>
                </a:lnTo>
                <a:lnTo>
                  <a:pt x="0" y="4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66EAE4-B883-4719-8A1C-C779EFFE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525" y="1515022"/>
            <a:ext cx="713346" cy="349606"/>
          </a:xfrm>
          <a:custGeom xmlns:a="http://schemas.openxmlformats.org/drawingml/2006/main">
            <a:pathLst>
              <a:path w="713346" h="349606">
                <a:moveTo>
                  <a:pt x="0" y="349606"/>
                </a:moveTo>
                <a:lnTo>
                  <a:pt x="0" y="0"/>
                </a:lnTo>
                <a:lnTo>
                  <a:pt x="713346" y="0"/>
                </a:lnTo>
                <a:lnTo>
                  <a:pt x="713346" y="349606"/>
                </a:lnTo>
                <a:lnTo>
                  <a:pt x="0" y="349606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AA626-E47F-4E91-851D-7DD4BC00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833" y="1515022"/>
            <a:ext cx="663426" cy="349606"/>
          </a:xfrm>
          <a:custGeom xmlns:a="http://schemas.openxmlformats.org/drawingml/2006/main">
            <a:pathLst>
              <a:path w="663426" h="349606">
                <a:moveTo>
                  <a:pt x="0" y="349606"/>
                </a:moveTo>
                <a:lnTo>
                  <a:pt x="0" y="0"/>
                </a:lnTo>
                <a:lnTo>
                  <a:pt x="663426" y="0"/>
                </a:lnTo>
                <a:lnTo>
                  <a:pt x="663426" y="349606"/>
                </a:lnTo>
                <a:lnTo>
                  <a:pt x="0" y="349606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04269-01FC-47FD-B0C5-FD314F17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59" y="1515022"/>
            <a:ext cx="293266" cy="349606"/>
          </a:xfrm>
          <a:custGeom xmlns:a="http://schemas.openxmlformats.org/drawingml/2006/main">
            <a:pathLst>
              <a:path w="293266" h="349606">
                <a:moveTo>
                  <a:pt x="0" y="349606"/>
                </a:moveTo>
                <a:lnTo>
                  <a:pt x="0" y="0"/>
                </a:lnTo>
                <a:lnTo>
                  <a:pt x="293266" y="0"/>
                </a:lnTo>
                <a:lnTo>
                  <a:pt x="293266" y="349606"/>
                </a:lnTo>
                <a:lnTo>
                  <a:pt x="0" y="349606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341C34-1109-4A62-8008-66545C276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8525" y="1515022"/>
            <a:ext cx="880757" cy="349606"/>
          </a:xfrm>
          <a:custGeom xmlns:a="http://schemas.openxmlformats.org/drawingml/2006/main">
            <a:pathLst>
              <a:path w="880757" h="349606">
                <a:moveTo>
                  <a:pt x="0" y="349606"/>
                </a:moveTo>
                <a:lnTo>
                  <a:pt x="0" y="0"/>
                </a:lnTo>
                <a:lnTo>
                  <a:pt x="880757" y="0"/>
                </a:lnTo>
                <a:lnTo>
                  <a:pt x="880757" y="349606"/>
                </a:lnTo>
                <a:lnTo>
                  <a:pt x="0" y="349606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C4337-0157-44AC-BB83-0F8767D7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281" y="1515022"/>
            <a:ext cx="859230" cy="349606"/>
          </a:xfrm>
          <a:custGeom xmlns:a="http://schemas.openxmlformats.org/drawingml/2006/main">
            <a:pathLst>
              <a:path w="859230" h="349606">
                <a:moveTo>
                  <a:pt x="0" y="349606"/>
                </a:moveTo>
                <a:lnTo>
                  <a:pt x="0" y="0"/>
                </a:lnTo>
                <a:lnTo>
                  <a:pt x="859230" y="0"/>
                </a:lnTo>
                <a:lnTo>
                  <a:pt x="859230" y="349606"/>
                </a:lnTo>
                <a:lnTo>
                  <a:pt x="0" y="349606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81A49-FF05-442C-9803-7213232B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550" y="1515022"/>
            <a:ext cx="1127018" cy="349606"/>
          </a:xfrm>
          <a:custGeom xmlns:a="http://schemas.openxmlformats.org/drawingml/2006/main">
            <a:pathLst>
              <a:path w="1127018" h="349606">
                <a:moveTo>
                  <a:pt x="0" y="349606"/>
                </a:moveTo>
                <a:lnTo>
                  <a:pt x="0" y="0"/>
                </a:lnTo>
                <a:lnTo>
                  <a:pt x="1127018" y="0"/>
                </a:lnTo>
                <a:lnTo>
                  <a:pt x="1127018" y="349606"/>
                </a:lnTo>
                <a:lnTo>
                  <a:pt x="0" y="349606"/>
                </a:lnTo>
                <a:close/>
              </a:path>
            </a:pathLst>
          </a:custGeom>
          <a:solidFill xmlns:a="http://schemas.openxmlformats.org/drawingml/2006/main">
            <a:srgbClr val="FC8D6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87292-F8DE-4346-9A76-B9E70E1D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525" y="1864628"/>
            <a:ext cx="713346" cy="436234"/>
          </a:xfrm>
          <a:custGeom xmlns:a="http://schemas.openxmlformats.org/drawingml/2006/main">
            <a:pathLst>
              <a:path w="713346" h="436234">
                <a:moveTo>
                  <a:pt x="0" y="436234"/>
                </a:moveTo>
                <a:lnTo>
                  <a:pt x="0" y="0"/>
                </a:lnTo>
                <a:lnTo>
                  <a:pt x="713346" y="0"/>
                </a:lnTo>
                <a:lnTo>
                  <a:pt x="713346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96CF0B-37B5-45F0-B18C-E5FD2482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833" y="1864628"/>
            <a:ext cx="663426" cy="436234"/>
          </a:xfrm>
          <a:custGeom xmlns:a="http://schemas.openxmlformats.org/drawingml/2006/main">
            <a:pathLst>
              <a:path w="663426" h="436234">
                <a:moveTo>
                  <a:pt x="0" y="436234"/>
                </a:moveTo>
                <a:lnTo>
                  <a:pt x="0" y="0"/>
                </a:lnTo>
                <a:lnTo>
                  <a:pt x="663426" y="0"/>
                </a:lnTo>
                <a:lnTo>
                  <a:pt x="663426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EFCD73-0A9A-400D-97A1-A4F2AC6C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59" y="1864628"/>
            <a:ext cx="293266" cy="436234"/>
          </a:xfrm>
          <a:custGeom xmlns:a="http://schemas.openxmlformats.org/drawingml/2006/main">
            <a:pathLst>
              <a:path w="293266" h="436234">
                <a:moveTo>
                  <a:pt x="0" y="436234"/>
                </a:moveTo>
                <a:lnTo>
                  <a:pt x="0" y="0"/>
                </a:lnTo>
                <a:lnTo>
                  <a:pt x="293266" y="0"/>
                </a:lnTo>
                <a:lnTo>
                  <a:pt x="293266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4C477-5728-4E50-8981-D935EEA1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8525" y="1864628"/>
            <a:ext cx="880757" cy="436234"/>
          </a:xfrm>
          <a:custGeom xmlns:a="http://schemas.openxmlformats.org/drawingml/2006/main">
            <a:pathLst>
              <a:path w="880757" h="436234">
                <a:moveTo>
                  <a:pt x="0" y="436234"/>
                </a:moveTo>
                <a:lnTo>
                  <a:pt x="0" y="0"/>
                </a:lnTo>
                <a:lnTo>
                  <a:pt x="880757" y="0"/>
                </a:lnTo>
                <a:lnTo>
                  <a:pt x="880757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439859-7ED2-4476-8BAE-BBF1CC43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281" y="1864628"/>
            <a:ext cx="859230" cy="436234"/>
          </a:xfrm>
          <a:custGeom xmlns:a="http://schemas.openxmlformats.org/drawingml/2006/main">
            <a:pathLst>
              <a:path w="859230" h="436234">
                <a:moveTo>
                  <a:pt x="0" y="436234"/>
                </a:moveTo>
                <a:lnTo>
                  <a:pt x="0" y="0"/>
                </a:lnTo>
                <a:lnTo>
                  <a:pt x="859230" y="0"/>
                </a:lnTo>
                <a:lnTo>
                  <a:pt x="859230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855E6-8C40-46B4-8B75-961DD84E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550" y="1864628"/>
            <a:ext cx="1127018" cy="436234"/>
          </a:xfrm>
          <a:custGeom xmlns:a="http://schemas.openxmlformats.org/drawingml/2006/main">
            <a:pathLst>
              <a:path w="1127018" h="436234">
                <a:moveTo>
                  <a:pt x="0" y="436234"/>
                </a:moveTo>
                <a:lnTo>
                  <a:pt x="0" y="0"/>
                </a:lnTo>
                <a:lnTo>
                  <a:pt x="1127018" y="0"/>
                </a:lnTo>
                <a:lnTo>
                  <a:pt x="1127018" y="436234"/>
                </a:lnTo>
                <a:lnTo>
                  <a:pt x="0" y="436234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771C3C-9945-4DB3-AA8F-81BC438E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525" y="2497895"/>
            <a:ext cx="713346" cy="681115"/>
          </a:xfrm>
          <a:custGeom xmlns:a="http://schemas.openxmlformats.org/drawingml/2006/main">
            <a:pathLst>
              <a:path w="713346" h="681115">
                <a:moveTo>
                  <a:pt x="0" y="681115"/>
                </a:moveTo>
                <a:lnTo>
                  <a:pt x="0" y="0"/>
                </a:lnTo>
                <a:lnTo>
                  <a:pt x="713346" y="0"/>
                </a:lnTo>
                <a:lnTo>
                  <a:pt x="713346" y="681115"/>
                </a:lnTo>
                <a:lnTo>
                  <a:pt x="0" y="68111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C1569-CF5A-407F-8AF8-D482F86C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833" y="2497895"/>
            <a:ext cx="663426" cy="681115"/>
          </a:xfrm>
          <a:custGeom xmlns:a="http://schemas.openxmlformats.org/drawingml/2006/main">
            <a:pathLst>
              <a:path w="663426" h="681115">
                <a:moveTo>
                  <a:pt x="0" y="681115"/>
                </a:moveTo>
                <a:lnTo>
                  <a:pt x="0" y="0"/>
                </a:lnTo>
                <a:lnTo>
                  <a:pt x="663426" y="0"/>
                </a:lnTo>
                <a:lnTo>
                  <a:pt x="663426" y="681115"/>
                </a:lnTo>
                <a:lnTo>
                  <a:pt x="0" y="68111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8B141-8156-458E-BE00-4AAD4AFC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59" y="2497895"/>
            <a:ext cx="293266" cy="681115"/>
          </a:xfrm>
          <a:custGeom xmlns:a="http://schemas.openxmlformats.org/drawingml/2006/main">
            <a:pathLst>
              <a:path w="293266" h="681115">
                <a:moveTo>
                  <a:pt x="0" y="681115"/>
                </a:moveTo>
                <a:lnTo>
                  <a:pt x="0" y="0"/>
                </a:lnTo>
                <a:lnTo>
                  <a:pt x="293266" y="0"/>
                </a:lnTo>
                <a:lnTo>
                  <a:pt x="293266" y="681115"/>
                </a:lnTo>
                <a:lnTo>
                  <a:pt x="0" y="68111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62881-2826-46FA-A591-AFAB07F4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8525" y="2497895"/>
            <a:ext cx="880757" cy="681115"/>
          </a:xfrm>
          <a:custGeom xmlns:a="http://schemas.openxmlformats.org/drawingml/2006/main">
            <a:pathLst>
              <a:path w="880757" h="681115">
                <a:moveTo>
                  <a:pt x="0" y="681115"/>
                </a:moveTo>
                <a:lnTo>
                  <a:pt x="0" y="0"/>
                </a:lnTo>
                <a:lnTo>
                  <a:pt x="880757" y="0"/>
                </a:lnTo>
                <a:lnTo>
                  <a:pt x="880757" y="681115"/>
                </a:lnTo>
                <a:lnTo>
                  <a:pt x="0" y="68111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94A1A-BDF2-4B43-8151-E64952DF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281" y="2497895"/>
            <a:ext cx="859230" cy="681115"/>
          </a:xfrm>
          <a:custGeom xmlns:a="http://schemas.openxmlformats.org/drawingml/2006/main">
            <a:pathLst>
              <a:path w="859230" h="681115">
                <a:moveTo>
                  <a:pt x="0" y="681115"/>
                </a:moveTo>
                <a:lnTo>
                  <a:pt x="0" y="0"/>
                </a:lnTo>
                <a:lnTo>
                  <a:pt x="859230" y="0"/>
                </a:lnTo>
                <a:lnTo>
                  <a:pt x="859230" y="681115"/>
                </a:lnTo>
                <a:lnTo>
                  <a:pt x="0" y="68111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52CA60-67FD-4BB2-B845-694BB6F4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550" y="2497895"/>
            <a:ext cx="1127018" cy="681115"/>
          </a:xfrm>
          <a:custGeom xmlns:a="http://schemas.openxmlformats.org/drawingml/2006/main">
            <a:pathLst>
              <a:path w="1127018" h="681115">
                <a:moveTo>
                  <a:pt x="0" y="681115"/>
                </a:moveTo>
                <a:lnTo>
                  <a:pt x="0" y="0"/>
                </a:lnTo>
                <a:lnTo>
                  <a:pt x="1127018" y="0"/>
                </a:lnTo>
                <a:lnTo>
                  <a:pt x="1127018" y="681115"/>
                </a:lnTo>
                <a:lnTo>
                  <a:pt x="0" y="681115"/>
                </a:lnTo>
                <a:close/>
              </a:path>
            </a:pathLst>
          </a:custGeom>
          <a:solidFill xmlns:a="http://schemas.openxmlformats.org/drawingml/2006/main">
            <a:srgbClr val="A6CE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D44FE-6825-4253-9095-B521F701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1833" y="1513077"/>
            <a:ext cx="10" cy="1667851"/>
          </a:xfrm>
          <a:custGeom xmlns:a="http://schemas.openxmlformats.org/drawingml/2006/main">
            <a:pathLst>
              <a:path w="1" h="1667851" fill="none">
                <a:moveTo>
                  <a:pt x="0" y="0"/>
                </a:moveTo>
                <a:lnTo>
                  <a:pt x="0" y="1667851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3EADF-14D2-4611-A72A-A5BF842D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59" y="1513077"/>
            <a:ext cx="10" cy="1667851"/>
          </a:xfrm>
          <a:custGeom xmlns:a="http://schemas.openxmlformats.org/drawingml/2006/main">
            <a:pathLst>
              <a:path w="1" h="1667851" fill="none">
                <a:moveTo>
                  <a:pt x="0" y="0"/>
                </a:moveTo>
                <a:lnTo>
                  <a:pt x="0" y="1667851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975294-4396-46A1-8C82-00AA70642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8525" y="1513077"/>
            <a:ext cx="10" cy="1667851"/>
          </a:xfrm>
          <a:custGeom xmlns:a="http://schemas.openxmlformats.org/drawingml/2006/main">
            <a:pathLst>
              <a:path w="1" h="1667851" fill="none">
                <a:moveTo>
                  <a:pt x="0" y="0"/>
                </a:moveTo>
                <a:lnTo>
                  <a:pt x="0" y="1667851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A453B-98C9-45DB-8C56-01E0870E7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9281" y="1513077"/>
            <a:ext cx="10" cy="1667851"/>
          </a:xfrm>
          <a:custGeom xmlns:a="http://schemas.openxmlformats.org/drawingml/2006/main">
            <a:pathLst>
              <a:path w="1" h="1667851" fill="none">
                <a:moveTo>
                  <a:pt x="0" y="0"/>
                </a:moveTo>
                <a:lnTo>
                  <a:pt x="0" y="1667851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02AC6-45EA-4B7A-A9E4-BDF7452F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550" y="1513077"/>
            <a:ext cx="10" cy="1667851"/>
          </a:xfrm>
          <a:custGeom xmlns:a="http://schemas.openxmlformats.org/drawingml/2006/main">
            <a:pathLst>
              <a:path w="1" h="1667851" fill="none">
                <a:moveTo>
                  <a:pt x="0" y="0"/>
                </a:moveTo>
                <a:lnTo>
                  <a:pt x="0" y="1667851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CC15D-4898-4AA3-A784-99BBD2D4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606" y="1864628"/>
            <a:ext cx="4540881" cy="10"/>
          </a:xfrm>
          <a:custGeom xmlns:a="http://schemas.openxmlformats.org/drawingml/2006/main">
            <a:pathLst>
              <a:path w="4540881" h="1" fill="none">
                <a:moveTo>
                  <a:pt x="0" y="0"/>
                </a:moveTo>
                <a:lnTo>
                  <a:pt x="45408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5756" cap="flat">
            <a:solidFill>
              <a:srgbClr val="000000"/>
            </a:solidFill>
            <a:round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5BBC7-2760-4BD5-86A3-D58D2FBD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606" y="2300862"/>
            <a:ext cx="4540881" cy="10"/>
          </a:xfrm>
          <a:custGeom xmlns:a="http://schemas.openxmlformats.org/drawingml/2006/main">
            <a:pathLst>
              <a:path w="4540881" h="1" fill="none">
                <a:moveTo>
                  <a:pt x="0" y="0"/>
                </a:moveTo>
                <a:lnTo>
                  <a:pt x="45408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6D52A-8259-4CE0-A4DD-44F6A420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606" y="2497895"/>
            <a:ext cx="4540881" cy="10"/>
          </a:xfrm>
          <a:custGeom xmlns:a="http://schemas.openxmlformats.org/drawingml/2006/main">
            <a:pathLst>
              <a:path w="4540881" h="1" fill="none">
                <a:moveTo>
                  <a:pt x="0" y="0"/>
                </a:moveTo>
                <a:lnTo>
                  <a:pt x="45408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833EC1-65C2-4AA4-A6AE-164FDA87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525" y="1513077"/>
            <a:ext cx="10" cy="1667851"/>
          </a:xfrm>
          <a:custGeom xmlns:a="http://schemas.openxmlformats.org/drawingml/2006/main">
            <a:pathLst>
              <a:path w="1" h="1667851" fill="none">
                <a:moveTo>
                  <a:pt x="0" y="0"/>
                </a:moveTo>
                <a:lnTo>
                  <a:pt x="0" y="1667851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1D250B-9B76-4300-BDC9-9B993385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85569" y="1513077"/>
            <a:ext cx="10" cy="1667851"/>
          </a:xfrm>
          <a:custGeom xmlns:a="http://schemas.openxmlformats.org/drawingml/2006/main">
            <a:pathLst>
              <a:path w="1" h="1667851" fill="none">
                <a:moveTo>
                  <a:pt x="0" y="0"/>
                </a:moveTo>
                <a:lnTo>
                  <a:pt x="0" y="1667851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1DA08-2053-4E46-B386-D2964284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606" y="1514996"/>
            <a:ext cx="4540881" cy="10"/>
          </a:xfrm>
          <a:custGeom xmlns:a="http://schemas.openxmlformats.org/drawingml/2006/main">
            <a:pathLst>
              <a:path w="4540881" h="1" fill="none">
                <a:moveTo>
                  <a:pt x="0" y="0"/>
                </a:moveTo>
                <a:lnTo>
                  <a:pt x="45408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435E63-4149-4E17-BCB9-B6006E23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606" y="3179010"/>
            <a:ext cx="4540881" cy="10"/>
          </a:xfrm>
          <a:custGeom xmlns:a="http://schemas.openxmlformats.org/drawingml/2006/main">
            <a:pathLst>
              <a:path w="4540881" h="1" fill="none">
                <a:moveTo>
                  <a:pt x="0" y="0"/>
                </a:moveTo>
                <a:lnTo>
                  <a:pt x="45408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37" cap="flat">
            <a:solidFill>
              <a:srgbClr val="000000"/>
            </a:solidFill>
            <a:round/>
          </a:ln>
        </p:spPr>
      </p:sp>
      <p:sp>
        <p:nvSpPr>
          <p:cNvPr id="223" name="Text T">
            <a:extLst xmlns:a="http://schemas.openxmlformats.org/drawingml/2006/main">
              <a:ext uri="{FF2B5EF4-FFF2-40B4-BE49-F238E27FC236}">
                <a16:creationId xmlns:a16="http://schemas.microsoft.com/office/drawing/2014/main" id="{6AA71A57-BB4C-4C0D-9938-AE79F005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8697" y="1649231"/>
            <a:ext cx="67853" cy="87683"/>
          </a:xfrm>
          <a:custGeom xmlns:a="http://schemas.openxmlformats.org/drawingml/2006/main">
            <a:pathLst>
              <a:path w="67853" h="87683">
                <a:moveTo>
                  <a:pt x="67853" y="2845"/>
                </a:moveTo>
                <a:cubicBezTo>
                  <a:pt x="67853" y="3162"/>
                  <a:pt x="67819" y="3670"/>
                  <a:pt x="67752" y="4371"/>
                </a:cubicBezTo>
                <a:cubicBezTo>
                  <a:pt x="67684" y="5071"/>
                  <a:pt x="67572" y="5850"/>
                  <a:pt x="67414" y="6709"/>
                </a:cubicBezTo>
                <a:cubicBezTo>
                  <a:pt x="67257" y="7568"/>
                  <a:pt x="67055" y="8460"/>
                  <a:pt x="66807" y="9386"/>
                </a:cubicBezTo>
                <a:cubicBezTo>
                  <a:pt x="66560" y="10312"/>
                  <a:pt x="66268" y="11159"/>
                  <a:pt x="65931" y="11928"/>
                </a:cubicBezTo>
                <a:cubicBezTo>
                  <a:pt x="65593" y="12695"/>
                  <a:pt x="65189" y="13327"/>
                  <a:pt x="64717" y="13825"/>
                </a:cubicBezTo>
                <a:cubicBezTo>
                  <a:pt x="64244" y="14321"/>
                  <a:pt x="63739" y="14569"/>
                  <a:pt x="63199" y="14569"/>
                </a:cubicBezTo>
                <a:lnTo>
                  <a:pt x="41278" y="14569"/>
                </a:lnTo>
                <a:lnTo>
                  <a:pt x="27249" y="84850"/>
                </a:lnTo>
                <a:cubicBezTo>
                  <a:pt x="27114" y="85299"/>
                  <a:pt x="26867" y="85704"/>
                  <a:pt x="26507" y="86064"/>
                </a:cubicBezTo>
                <a:cubicBezTo>
                  <a:pt x="26147" y="86424"/>
                  <a:pt x="25597" y="86716"/>
                  <a:pt x="24855" y="86941"/>
                </a:cubicBezTo>
                <a:cubicBezTo>
                  <a:pt x="24113" y="87166"/>
                  <a:pt x="23168" y="87345"/>
                  <a:pt x="22022" y="87480"/>
                </a:cubicBezTo>
                <a:cubicBezTo>
                  <a:pt x="20875" y="87615"/>
                  <a:pt x="19425" y="87683"/>
                  <a:pt x="17671" y="87683"/>
                </a:cubicBezTo>
                <a:cubicBezTo>
                  <a:pt x="15963" y="87683"/>
                  <a:pt x="14546" y="87615"/>
                  <a:pt x="13422" y="87480"/>
                </a:cubicBezTo>
                <a:cubicBezTo>
                  <a:pt x="12298" y="87345"/>
                  <a:pt x="11432" y="87166"/>
                  <a:pt x="10825" y="86941"/>
                </a:cubicBezTo>
                <a:cubicBezTo>
                  <a:pt x="10218" y="86716"/>
                  <a:pt x="9814" y="86424"/>
                  <a:pt x="9611" y="86064"/>
                </a:cubicBezTo>
                <a:cubicBezTo>
                  <a:pt x="9409" y="85704"/>
                  <a:pt x="9353" y="85299"/>
                  <a:pt x="9443" y="84850"/>
                </a:cubicBezTo>
                <a:lnTo>
                  <a:pt x="23472" y="14569"/>
                </a:lnTo>
                <a:lnTo>
                  <a:pt x="1754" y="14569"/>
                </a:lnTo>
                <a:cubicBezTo>
                  <a:pt x="1079" y="14569"/>
                  <a:pt x="618" y="14321"/>
                  <a:pt x="371" y="13825"/>
                </a:cubicBezTo>
                <a:cubicBezTo>
                  <a:pt x="124" y="13327"/>
                  <a:pt x="0" y="12649"/>
                  <a:pt x="0" y="11791"/>
                </a:cubicBezTo>
                <a:cubicBezTo>
                  <a:pt x="0" y="11430"/>
                  <a:pt x="34" y="10899"/>
                  <a:pt x="101" y="10199"/>
                </a:cubicBezTo>
                <a:cubicBezTo>
                  <a:pt x="169" y="9498"/>
                  <a:pt x="281" y="8707"/>
                  <a:pt x="438" y="7826"/>
                </a:cubicBezTo>
                <a:cubicBezTo>
                  <a:pt x="596" y="6945"/>
                  <a:pt x="798" y="6042"/>
                  <a:pt x="1045" y="5116"/>
                </a:cubicBezTo>
                <a:cubicBezTo>
                  <a:pt x="1293" y="4190"/>
                  <a:pt x="1596" y="3343"/>
                  <a:pt x="1956" y="2576"/>
                </a:cubicBezTo>
                <a:cubicBezTo>
                  <a:pt x="2316" y="1807"/>
                  <a:pt x="2720" y="1186"/>
                  <a:pt x="3170" y="712"/>
                </a:cubicBezTo>
                <a:cubicBezTo>
                  <a:pt x="3620" y="237"/>
                  <a:pt x="4114" y="0"/>
                  <a:pt x="4654" y="0"/>
                </a:cubicBezTo>
                <a:lnTo>
                  <a:pt x="66167" y="0"/>
                </a:lnTo>
                <a:cubicBezTo>
                  <a:pt x="66706" y="0"/>
                  <a:pt x="67122" y="249"/>
                  <a:pt x="67414" y="746"/>
                </a:cubicBezTo>
                <a:cubicBezTo>
                  <a:pt x="67707" y="1242"/>
                  <a:pt x="67853" y="1942"/>
                  <a:pt x="67853" y="284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ext">
            <a:extLst xmlns:a="http://schemas.openxmlformats.org/drawingml/2006/main">
              <a:ext uri="{FF2B5EF4-FFF2-40B4-BE49-F238E27FC236}">
                <a16:creationId xmlns:a16="http://schemas.microsoft.com/office/drawing/2014/main" id="{9C3278BB-9325-4311-8956-D4B63E19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0643" y="1655436"/>
            <a:ext cx="173912" cy="82691"/>
          </a:xfrm>
          <a:custGeom xmlns:a="http://schemas.openxmlformats.org/drawingml/2006/main">
            <a:pathLst>
              <a:path w="173912" h="82691">
                <a:moveTo>
                  <a:pt x="61378" y="31798"/>
                </a:moveTo>
                <a:cubicBezTo>
                  <a:pt x="61378" y="35041"/>
                  <a:pt x="60647" y="37958"/>
                  <a:pt x="59186" y="40549"/>
                </a:cubicBezTo>
                <a:cubicBezTo>
                  <a:pt x="57724" y="43139"/>
                  <a:pt x="55454" y="45369"/>
                  <a:pt x="52373" y="47239"/>
                </a:cubicBezTo>
                <a:cubicBezTo>
                  <a:pt x="49293" y="49108"/>
                  <a:pt x="45381" y="50538"/>
                  <a:pt x="40638" y="51528"/>
                </a:cubicBezTo>
                <a:cubicBezTo>
                  <a:pt x="35894" y="52519"/>
                  <a:pt x="30239" y="53014"/>
                  <a:pt x="23674" y="53014"/>
                </a:cubicBezTo>
                <a:lnTo>
                  <a:pt x="17469" y="53014"/>
                </a:lnTo>
                <a:cubicBezTo>
                  <a:pt x="17289" y="54048"/>
                  <a:pt x="17154" y="55071"/>
                  <a:pt x="17064" y="56083"/>
                </a:cubicBezTo>
                <a:cubicBezTo>
                  <a:pt x="16974" y="57095"/>
                  <a:pt x="16929" y="58028"/>
                  <a:pt x="16929" y="58882"/>
                </a:cubicBezTo>
                <a:cubicBezTo>
                  <a:pt x="16929" y="62524"/>
                  <a:pt x="17874" y="65267"/>
                  <a:pt x="19762" y="67111"/>
                </a:cubicBezTo>
                <a:cubicBezTo>
                  <a:pt x="21651" y="68955"/>
                  <a:pt x="24686" y="69876"/>
                  <a:pt x="28868" y="69876"/>
                </a:cubicBezTo>
                <a:cubicBezTo>
                  <a:pt x="31836" y="69876"/>
                  <a:pt x="34500" y="69659"/>
                  <a:pt x="36860" y="69225"/>
                </a:cubicBezTo>
                <a:cubicBezTo>
                  <a:pt x="39221" y="68791"/>
                  <a:pt x="41290" y="68311"/>
                  <a:pt x="43066" y="67785"/>
                </a:cubicBezTo>
                <a:cubicBezTo>
                  <a:pt x="44842" y="67260"/>
                  <a:pt x="46314" y="66780"/>
                  <a:pt x="47484" y="66346"/>
                </a:cubicBezTo>
                <a:cubicBezTo>
                  <a:pt x="48653" y="65912"/>
                  <a:pt x="49507" y="65695"/>
                  <a:pt x="50047" y="65695"/>
                </a:cubicBezTo>
                <a:cubicBezTo>
                  <a:pt x="50586" y="65695"/>
                  <a:pt x="50968" y="65853"/>
                  <a:pt x="51193" y="66171"/>
                </a:cubicBezTo>
                <a:cubicBezTo>
                  <a:pt x="51418" y="66488"/>
                  <a:pt x="51530" y="66987"/>
                  <a:pt x="51530" y="67665"/>
                </a:cubicBezTo>
                <a:cubicBezTo>
                  <a:pt x="51530" y="68437"/>
                  <a:pt x="51463" y="69321"/>
                  <a:pt x="51328" y="70319"/>
                </a:cubicBezTo>
                <a:cubicBezTo>
                  <a:pt x="51193" y="71315"/>
                  <a:pt x="51002" y="72301"/>
                  <a:pt x="50755" y="73276"/>
                </a:cubicBezTo>
                <a:cubicBezTo>
                  <a:pt x="50507" y="74250"/>
                  <a:pt x="50193" y="75167"/>
                  <a:pt x="49810" y="76029"/>
                </a:cubicBezTo>
                <a:cubicBezTo>
                  <a:pt x="49428" y="76890"/>
                  <a:pt x="48990" y="77547"/>
                  <a:pt x="48495" y="78000"/>
                </a:cubicBezTo>
                <a:cubicBezTo>
                  <a:pt x="47956" y="78543"/>
                  <a:pt x="46966" y="79088"/>
                  <a:pt x="45528" y="79633"/>
                </a:cubicBezTo>
                <a:cubicBezTo>
                  <a:pt x="44089" y="80177"/>
                  <a:pt x="42357" y="80675"/>
                  <a:pt x="40334" y="81127"/>
                </a:cubicBezTo>
                <a:cubicBezTo>
                  <a:pt x="38311" y="81581"/>
                  <a:pt x="36040" y="81955"/>
                  <a:pt x="33522" y="82249"/>
                </a:cubicBezTo>
                <a:cubicBezTo>
                  <a:pt x="31004" y="82544"/>
                  <a:pt x="28441" y="82691"/>
                  <a:pt x="25833" y="82691"/>
                </a:cubicBezTo>
                <a:cubicBezTo>
                  <a:pt x="21516" y="82691"/>
                  <a:pt x="17750" y="82240"/>
                  <a:pt x="14535" y="81338"/>
                </a:cubicBezTo>
                <a:cubicBezTo>
                  <a:pt x="11320" y="80438"/>
                  <a:pt x="8633" y="79064"/>
                  <a:pt x="6475" y="77218"/>
                </a:cubicBezTo>
                <a:cubicBezTo>
                  <a:pt x="4317" y="75370"/>
                  <a:pt x="2698" y="73015"/>
                  <a:pt x="1619" y="70155"/>
                </a:cubicBezTo>
                <a:cubicBezTo>
                  <a:pt x="540" y="67294"/>
                  <a:pt x="0" y="63904"/>
                  <a:pt x="0" y="59985"/>
                </a:cubicBezTo>
                <a:cubicBezTo>
                  <a:pt x="0" y="56965"/>
                  <a:pt x="281" y="53732"/>
                  <a:pt x="843" y="50287"/>
                </a:cubicBezTo>
                <a:cubicBezTo>
                  <a:pt x="1405" y="46840"/>
                  <a:pt x="2316" y="43438"/>
                  <a:pt x="3575" y="40081"/>
                </a:cubicBezTo>
                <a:cubicBezTo>
                  <a:pt x="4834" y="36724"/>
                  <a:pt x="6453" y="33514"/>
                  <a:pt x="8431" y="30451"/>
                </a:cubicBezTo>
                <a:cubicBezTo>
                  <a:pt x="10409" y="27387"/>
                  <a:pt x="12804" y="24696"/>
                  <a:pt x="15614" y="22376"/>
                </a:cubicBezTo>
                <a:cubicBezTo>
                  <a:pt x="18425" y="20055"/>
                  <a:pt x="21673" y="18196"/>
                  <a:pt x="25361" y="16799"/>
                </a:cubicBezTo>
                <a:cubicBezTo>
                  <a:pt x="29048" y="15402"/>
                  <a:pt x="33252" y="14704"/>
                  <a:pt x="37973" y="14704"/>
                </a:cubicBezTo>
                <a:cubicBezTo>
                  <a:pt x="42065" y="14704"/>
                  <a:pt x="45584" y="15188"/>
                  <a:pt x="48529" y="16156"/>
                </a:cubicBezTo>
                <a:cubicBezTo>
                  <a:pt x="51474" y="17124"/>
                  <a:pt x="53891" y="18408"/>
                  <a:pt x="55780" y="20007"/>
                </a:cubicBezTo>
                <a:cubicBezTo>
                  <a:pt x="57668" y="21606"/>
                  <a:pt x="59073" y="23431"/>
                  <a:pt x="59995" y="25481"/>
                </a:cubicBezTo>
                <a:cubicBezTo>
                  <a:pt x="60917" y="27531"/>
                  <a:pt x="61378" y="29636"/>
                  <a:pt x="61378" y="31798"/>
                </a:cubicBezTo>
                <a:moveTo>
                  <a:pt x="44718" y="33090"/>
                </a:moveTo>
                <a:cubicBezTo>
                  <a:pt x="44718" y="31299"/>
                  <a:pt x="44010" y="29811"/>
                  <a:pt x="42594" y="28625"/>
                </a:cubicBezTo>
                <a:cubicBezTo>
                  <a:pt x="41177" y="27438"/>
                  <a:pt x="39120" y="26844"/>
                  <a:pt x="36422" y="26844"/>
                </a:cubicBezTo>
                <a:cubicBezTo>
                  <a:pt x="34174" y="26844"/>
                  <a:pt x="32162" y="27248"/>
                  <a:pt x="30385" y="28054"/>
                </a:cubicBezTo>
                <a:cubicBezTo>
                  <a:pt x="28609" y="28859"/>
                  <a:pt x="27047" y="29945"/>
                  <a:pt x="25698" y="31311"/>
                </a:cubicBezTo>
                <a:cubicBezTo>
                  <a:pt x="24349" y="32675"/>
                  <a:pt x="23191" y="34287"/>
                  <a:pt x="22224" y="36146"/>
                </a:cubicBezTo>
                <a:cubicBezTo>
                  <a:pt x="21257" y="38004"/>
                  <a:pt x="20482" y="39984"/>
                  <a:pt x="19897" y="42088"/>
                </a:cubicBezTo>
                <a:lnTo>
                  <a:pt x="25563" y="42088"/>
                </a:lnTo>
                <a:cubicBezTo>
                  <a:pt x="29160" y="42088"/>
                  <a:pt x="32173" y="41853"/>
                  <a:pt x="34601" y="41384"/>
                </a:cubicBezTo>
                <a:cubicBezTo>
                  <a:pt x="37029" y="40913"/>
                  <a:pt x="38985" y="40275"/>
                  <a:pt x="40469" y="39470"/>
                </a:cubicBezTo>
                <a:cubicBezTo>
                  <a:pt x="41953" y="38663"/>
                  <a:pt x="43032" y="37712"/>
                  <a:pt x="43706" y="36616"/>
                </a:cubicBezTo>
                <a:cubicBezTo>
                  <a:pt x="44381" y="35518"/>
                  <a:pt x="44718" y="34343"/>
                  <a:pt x="44718" y="33090"/>
                </a:cubicBezTo>
                <a:close/>
                <a:moveTo>
                  <a:pt x="105045" y="47618"/>
                </a:moveTo>
                <a:lnTo>
                  <a:pt x="115837" y="77565"/>
                </a:lnTo>
                <a:cubicBezTo>
                  <a:pt x="116062" y="78330"/>
                  <a:pt x="116107" y="78959"/>
                  <a:pt x="115972" y="79454"/>
                </a:cubicBezTo>
                <a:cubicBezTo>
                  <a:pt x="115837" y="79949"/>
                  <a:pt x="115421" y="80353"/>
                  <a:pt x="114724" y="80668"/>
                </a:cubicBezTo>
                <a:cubicBezTo>
                  <a:pt x="114027" y="80983"/>
                  <a:pt x="113027" y="81196"/>
                  <a:pt x="111723" y="81309"/>
                </a:cubicBezTo>
                <a:cubicBezTo>
                  <a:pt x="110419" y="81421"/>
                  <a:pt x="108732" y="81477"/>
                  <a:pt x="106664" y="81477"/>
                </a:cubicBezTo>
                <a:cubicBezTo>
                  <a:pt x="104775" y="81477"/>
                  <a:pt x="103292" y="81432"/>
                  <a:pt x="102212" y="81342"/>
                </a:cubicBezTo>
                <a:cubicBezTo>
                  <a:pt x="101133" y="81253"/>
                  <a:pt x="100301" y="81118"/>
                  <a:pt x="99717" y="80938"/>
                </a:cubicBezTo>
                <a:cubicBezTo>
                  <a:pt x="99132" y="80758"/>
                  <a:pt x="98739" y="80511"/>
                  <a:pt x="98537" y="80196"/>
                </a:cubicBezTo>
                <a:cubicBezTo>
                  <a:pt x="98334" y="79881"/>
                  <a:pt x="98188" y="79521"/>
                  <a:pt x="98098" y="79117"/>
                </a:cubicBezTo>
                <a:lnTo>
                  <a:pt x="90814" y="57871"/>
                </a:lnTo>
                <a:lnTo>
                  <a:pt x="75570" y="79184"/>
                </a:lnTo>
                <a:cubicBezTo>
                  <a:pt x="75301" y="79589"/>
                  <a:pt x="74997" y="79937"/>
                  <a:pt x="74660" y="80230"/>
                </a:cubicBezTo>
                <a:cubicBezTo>
                  <a:pt x="74323" y="80522"/>
                  <a:pt x="73761" y="80758"/>
                  <a:pt x="72974" y="80938"/>
                </a:cubicBezTo>
                <a:cubicBezTo>
                  <a:pt x="72187" y="81118"/>
                  <a:pt x="71153" y="81253"/>
                  <a:pt x="69871" y="81342"/>
                </a:cubicBezTo>
                <a:cubicBezTo>
                  <a:pt x="68590" y="81432"/>
                  <a:pt x="66870" y="81477"/>
                  <a:pt x="64711" y="81477"/>
                </a:cubicBezTo>
                <a:cubicBezTo>
                  <a:pt x="62778" y="81477"/>
                  <a:pt x="61226" y="81421"/>
                  <a:pt x="60057" y="81309"/>
                </a:cubicBezTo>
                <a:cubicBezTo>
                  <a:pt x="58888" y="81196"/>
                  <a:pt x="58034" y="80994"/>
                  <a:pt x="57494" y="80702"/>
                </a:cubicBezTo>
                <a:cubicBezTo>
                  <a:pt x="56955" y="80409"/>
                  <a:pt x="56719" y="80027"/>
                  <a:pt x="56786" y="79555"/>
                </a:cubicBezTo>
                <a:cubicBezTo>
                  <a:pt x="56854" y="79083"/>
                  <a:pt x="57135" y="78465"/>
                  <a:pt x="57629" y="77700"/>
                </a:cubicBezTo>
                <a:lnTo>
                  <a:pt x="80494" y="47753"/>
                </a:lnTo>
                <a:lnTo>
                  <a:pt x="70444" y="19965"/>
                </a:lnTo>
                <a:cubicBezTo>
                  <a:pt x="70175" y="19155"/>
                  <a:pt x="70085" y="18492"/>
                  <a:pt x="70175" y="17975"/>
                </a:cubicBezTo>
                <a:cubicBezTo>
                  <a:pt x="70264" y="17458"/>
                  <a:pt x="70613" y="17042"/>
                  <a:pt x="71220" y="16727"/>
                </a:cubicBezTo>
                <a:cubicBezTo>
                  <a:pt x="71827" y="16412"/>
                  <a:pt x="72771" y="16199"/>
                  <a:pt x="74053" y="16086"/>
                </a:cubicBezTo>
                <a:cubicBezTo>
                  <a:pt x="75334" y="15974"/>
                  <a:pt x="77032" y="15918"/>
                  <a:pt x="79145" y="15918"/>
                </a:cubicBezTo>
                <a:cubicBezTo>
                  <a:pt x="80989" y="15918"/>
                  <a:pt x="82439" y="15951"/>
                  <a:pt x="83496" y="16019"/>
                </a:cubicBezTo>
                <a:cubicBezTo>
                  <a:pt x="84552" y="16086"/>
                  <a:pt x="85362" y="16188"/>
                  <a:pt x="85924" y="16322"/>
                </a:cubicBezTo>
                <a:cubicBezTo>
                  <a:pt x="86486" y="16457"/>
                  <a:pt x="86868" y="16671"/>
                  <a:pt x="87070" y="16963"/>
                </a:cubicBezTo>
                <a:cubicBezTo>
                  <a:pt x="87273" y="17255"/>
                  <a:pt x="87441" y="17626"/>
                  <a:pt x="87576" y="18076"/>
                </a:cubicBezTo>
                <a:lnTo>
                  <a:pt x="94591" y="38176"/>
                </a:lnTo>
                <a:lnTo>
                  <a:pt x="109092" y="18076"/>
                </a:lnTo>
                <a:cubicBezTo>
                  <a:pt x="109362" y="17716"/>
                  <a:pt x="109654" y="17402"/>
                  <a:pt x="109969" y="17132"/>
                </a:cubicBezTo>
                <a:cubicBezTo>
                  <a:pt x="110284" y="16862"/>
                  <a:pt x="110778" y="16637"/>
                  <a:pt x="111453" y="16457"/>
                </a:cubicBezTo>
                <a:cubicBezTo>
                  <a:pt x="112127" y="16277"/>
                  <a:pt x="113004" y="16143"/>
                  <a:pt x="114083" y="16053"/>
                </a:cubicBezTo>
                <a:cubicBezTo>
                  <a:pt x="115162" y="15963"/>
                  <a:pt x="116624" y="15918"/>
                  <a:pt x="118467" y="15918"/>
                </a:cubicBezTo>
                <a:cubicBezTo>
                  <a:pt x="120536" y="15918"/>
                  <a:pt x="122188" y="15963"/>
                  <a:pt x="123425" y="16053"/>
                </a:cubicBezTo>
                <a:cubicBezTo>
                  <a:pt x="124661" y="16143"/>
                  <a:pt x="125572" y="16322"/>
                  <a:pt x="126157" y="16592"/>
                </a:cubicBezTo>
                <a:cubicBezTo>
                  <a:pt x="126741" y="16862"/>
                  <a:pt x="127000" y="17233"/>
                  <a:pt x="126932" y="17705"/>
                </a:cubicBezTo>
                <a:cubicBezTo>
                  <a:pt x="126865" y="18177"/>
                  <a:pt x="126539" y="18818"/>
                  <a:pt x="125954" y="19627"/>
                </a:cubicBezTo>
                <a:lnTo>
                  <a:pt x="105045" y="47618"/>
                </a:lnTo>
                <a:close/>
                <a:moveTo>
                  <a:pt x="173912" y="19223"/>
                </a:moveTo>
                <a:cubicBezTo>
                  <a:pt x="173912" y="19672"/>
                  <a:pt x="173867" y="20246"/>
                  <a:pt x="173777" y="20943"/>
                </a:cubicBezTo>
                <a:cubicBezTo>
                  <a:pt x="173687" y="21640"/>
                  <a:pt x="173563" y="22393"/>
                  <a:pt x="173406" y="23202"/>
                </a:cubicBezTo>
                <a:cubicBezTo>
                  <a:pt x="173249" y="24012"/>
                  <a:pt x="173035" y="24821"/>
                  <a:pt x="172765" y="25630"/>
                </a:cubicBezTo>
                <a:cubicBezTo>
                  <a:pt x="172496" y="26440"/>
                  <a:pt x="172192" y="27170"/>
                  <a:pt x="171855" y="27822"/>
                </a:cubicBezTo>
                <a:cubicBezTo>
                  <a:pt x="171518" y="28474"/>
                  <a:pt x="171135" y="29014"/>
                  <a:pt x="170708" y="29441"/>
                </a:cubicBezTo>
                <a:cubicBezTo>
                  <a:pt x="170281" y="29868"/>
                  <a:pt x="169820" y="30082"/>
                  <a:pt x="169325" y="30082"/>
                </a:cubicBezTo>
                <a:lnTo>
                  <a:pt x="156173" y="30082"/>
                </a:lnTo>
                <a:lnTo>
                  <a:pt x="150507" y="58343"/>
                </a:lnTo>
                <a:cubicBezTo>
                  <a:pt x="150373" y="59013"/>
                  <a:pt x="150249" y="59806"/>
                  <a:pt x="150136" y="60722"/>
                </a:cubicBezTo>
                <a:cubicBezTo>
                  <a:pt x="150024" y="61637"/>
                  <a:pt x="149968" y="62385"/>
                  <a:pt x="149968" y="62965"/>
                </a:cubicBezTo>
                <a:cubicBezTo>
                  <a:pt x="149968" y="64751"/>
                  <a:pt x="150395" y="66057"/>
                  <a:pt x="151249" y="66883"/>
                </a:cubicBezTo>
                <a:cubicBezTo>
                  <a:pt x="152104" y="67710"/>
                  <a:pt x="153453" y="68123"/>
                  <a:pt x="155296" y="68123"/>
                </a:cubicBezTo>
                <a:cubicBezTo>
                  <a:pt x="156375" y="68123"/>
                  <a:pt x="157297" y="68044"/>
                  <a:pt x="158062" y="67887"/>
                </a:cubicBezTo>
                <a:cubicBezTo>
                  <a:pt x="158826" y="67729"/>
                  <a:pt x="159489" y="67549"/>
                  <a:pt x="160051" y="67347"/>
                </a:cubicBezTo>
                <a:cubicBezTo>
                  <a:pt x="160613" y="67145"/>
                  <a:pt x="161097" y="66965"/>
                  <a:pt x="161501" y="66807"/>
                </a:cubicBezTo>
                <a:cubicBezTo>
                  <a:pt x="161906" y="66650"/>
                  <a:pt x="162288" y="66571"/>
                  <a:pt x="162648" y="66571"/>
                </a:cubicBezTo>
                <a:cubicBezTo>
                  <a:pt x="163008" y="66571"/>
                  <a:pt x="163311" y="66740"/>
                  <a:pt x="163559" y="67077"/>
                </a:cubicBezTo>
                <a:cubicBezTo>
                  <a:pt x="163806" y="67414"/>
                  <a:pt x="163930" y="67966"/>
                  <a:pt x="163930" y="68732"/>
                </a:cubicBezTo>
                <a:cubicBezTo>
                  <a:pt x="163930" y="69590"/>
                  <a:pt x="163840" y="70562"/>
                  <a:pt x="163660" y="71647"/>
                </a:cubicBezTo>
                <a:cubicBezTo>
                  <a:pt x="163480" y="72732"/>
                  <a:pt x="163244" y="73782"/>
                  <a:pt x="162952" y="74798"/>
                </a:cubicBezTo>
                <a:cubicBezTo>
                  <a:pt x="162659" y="75814"/>
                  <a:pt x="162333" y="76740"/>
                  <a:pt x="161974" y="77576"/>
                </a:cubicBezTo>
                <a:cubicBezTo>
                  <a:pt x="161614" y="78412"/>
                  <a:pt x="161232" y="79033"/>
                  <a:pt x="160827" y="79439"/>
                </a:cubicBezTo>
                <a:cubicBezTo>
                  <a:pt x="160422" y="79847"/>
                  <a:pt x="159815" y="80231"/>
                  <a:pt x="159006" y="80592"/>
                </a:cubicBezTo>
                <a:cubicBezTo>
                  <a:pt x="158196" y="80953"/>
                  <a:pt x="157241" y="81269"/>
                  <a:pt x="156139" y="81541"/>
                </a:cubicBezTo>
                <a:cubicBezTo>
                  <a:pt x="155038" y="81812"/>
                  <a:pt x="153857" y="82026"/>
                  <a:pt x="152598" y="82183"/>
                </a:cubicBezTo>
                <a:cubicBezTo>
                  <a:pt x="151339" y="82342"/>
                  <a:pt x="150080" y="82422"/>
                  <a:pt x="148821" y="82422"/>
                </a:cubicBezTo>
                <a:cubicBezTo>
                  <a:pt x="146123" y="82422"/>
                  <a:pt x="143751" y="82141"/>
                  <a:pt x="141705" y="81579"/>
                </a:cubicBezTo>
                <a:cubicBezTo>
                  <a:pt x="139659" y="81016"/>
                  <a:pt x="137940" y="80128"/>
                  <a:pt x="136546" y="78914"/>
                </a:cubicBezTo>
                <a:cubicBezTo>
                  <a:pt x="135152" y="77700"/>
                  <a:pt x="134106" y="76149"/>
                  <a:pt x="133409" y="74260"/>
                </a:cubicBezTo>
                <a:cubicBezTo>
                  <a:pt x="132712" y="72372"/>
                  <a:pt x="132364" y="70079"/>
                  <a:pt x="132364" y="67381"/>
                </a:cubicBezTo>
                <a:cubicBezTo>
                  <a:pt x="132364" y="66886"/>
                  <a:pt x="132386" y="66313"/>
                  <a:pt x="132431" y="65661"/>
                </a:cubicBezTo>
                <a:cubicBezTo>
                  <a:pt x="132476" y="65009"/>
                  <a:pt x="132555" y="64323"/>
                  <a:pt x="132667" y="63604"/>
                </a:cubicBezTo>
                <a:cubicBezTo>
                  <a:pt x="132780" y="62884"/>
                  <a:pt x="132892" y="62153"/>
                  <a:pt x="133005" y="61412"/>
                </a:cubicBezTo>
                <a:cubicBezTo>
                  <a:pt x="133117" y="60670"/>
                  <a:pt x="133241" y="60006"/>
                  <a:pt x="133376" y="59422"/>
                </a:cubicBezTo>
                <a:lnTo>
                  <a:pt x="139244" y="30082"/>
                </a:lnTo>
                <a:lnTo>
                  <a:pt x="131959" y="30082"/>
                </a:lnTo>
                <a:cubicBezTo>
                  <a:pt x="131375" y="30082"/>
                  <a:pt x="130947" y="29891"/>
                  <a:pt x="130678" y="29509"/>
                </a:cubicBezTo>
                <a:cubicBezTo>
                  <a:pt x="130408" y="29126"/>
                  <a:pt x="130273" y="28396"/>
                  <a:pt x="130273" y="27317"/>
                </a:cubicBezTo>
                <a:cubicBezTo>
                  <a:pt x="130273" y="26552"/>
                  <a:pt x="130352" y="25552"/>
                  <a:pt x="130509" y="24315"/>
                </a:cubicBezTo>
                <a:cubicBezTo>
                  <a:pt x="130666" y="23079"/>
                  <a:pt x="130925" y="21864"/>
                  <a:pt x="131285" y="20673"/>
                </a:cubicBezTo>
                <a:cubicBezTo>
                  <a:pt x="131644" y="19481"/>
                  <a:pt x="132117" y="18458"/>
                  <a:pt x="132701" y="17604"/>
                </a:cubicBezTo>
                <a:cubicBezTo>
                  <a:pt x="133286" y="16750"/>
                  <a:pt x="133983" y="16322"/>
                  <a:pt x="134792" y="16322"/>
                </a:cubicBezTo>
                <a:lnTo>
                  <a:pt x="142009" y="16322"/>
                </a:lnTo>
                <a:lnTo>
                  <a:pt x="144707" y="2845"/>
                </a:lnTo>
                <a:cubicBezTo>
                  <a:pt x="144797" y="2394"/>
                  <a:pt x="145010" y="1988"/>
                  <a:pt x="145348" y="1627"/>
                </a:cubicBezTo>
                <a:cubicBezTo>
                  <a:pt x="145685" y="1265"/>
                  <a:pt x="146202" y="960"/>
                  <a:pt x="146899" y="712"/>
                </a:cubicBezTo>
                <a:cubicBezTo>
                  <a:pt x="147596" y="464"/>
                  <a:pt x="148495" y="283"/>
                  <a:pt x="149597" y="171"/>
                </a:cubicBezTo>
                <a:cubicBezTo>
                  <a:pt x="150699" y="57"/>
                  <a:pt x="152081" y="0"/>
                  <a:pt x="153745" y="0"/>
                </a:cubicBezTo>
                <a:cubicBezTo>
                  <a:pt x="155364" y="0"/>
                  <a:pt x="156713" y="57"/>
                  <a:pt x="157792" y="171"/>
                </a:cubicBezTo>
                <a:cubicBezTo>
                  <a:pt x="158871" y="283"/>
                  <a:pt x="159703" y="464"/>
                  <a:pt x="160287" y="712"/>
                </a:cubicBezTo>
                <a:cubicBezTo>
                  <a:pt x="160872" y="960"/>
                  <a:pt x="161265" y="1265"/>
                  <a:pt x="161468" y="1627"/>
                </a:cubicBezTo>
                <a:cubicBezTo>
                  <a:pt x="161670" y="1988"/>
                  <a:pt x="161726" y="2394"/>
                  <a:pt x="161636" y="2845"/>
                </a:cubicBezTo>
                <a:lnTo>
                  <a:pt x="158938" y="16322"/>
                </a:lnTo>
                <a:lnTo>
                  <a:pt x="171956" y="16322"/>
                </a:lnTo>
                <a:cubicBezTo>
                  <a:pt x="172720" y="16322"/>
                  <a:pt x="173237" y="16570"/>
                  <a:pt x="173507" y="17064"/>
                </a:cubicBezTo>
                <a:cubicBezTo>
                  <a:pt x="173777" y="17559"/>
                  <a:pt x="173912" y="18278"/>
                  <a:pt x="173912" y="192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Element[…]">
            <a:extLst xmlns:a="http://schemas.openxmlformats.org/drawingml/2006/main">
              <a:ext uri="{FF2B5EF4-FFF2-40B4-BE49-F238E27FC236}">
                <a16:creationId xmlns:a16="http://schemas.microsoft.com/office/drawing/2014/main" id="{AB8A03A5-A525-42D2-AFE8-7C9C7F39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4252" y="1641002"/>
            <a:ext cx="791501" cy="118304"/>
          </a:xfrm>
          <a:custGeom xmlns:a="http://schemas.openxmlformats.org/drawingml/2006/main">
            <a:pathLst>
              <a:path w="791501" h="118304">
                <a:moveTo>
                  <a:pt x="67111" y="10792"/>
                </a:moveTo>
                <a:cubicBezTo>
                  <a:pt x="67111" y="11062"/>
                  <a:pt x="67077" y="11534"/>
                  <a:pt x="67010" y="12208"/>
                </a:cubicBezTo>
                <a:cubicBezTo>
                  <a:pt x="66942" y="12883"/>
                  <a:pt x="66841" y="13636"/>
                  <a:pt x="66706" y="14468"/>
                </a:cubicBezTo>
                <a:cubicBezTo>
                  <a:pt x="66571" y="15299"/>
                  <a:pt x="66391" y="16165"/>
                  <a:pt x="66167" y="17064"/>
                </a:cubicBezTo>
                <a:cubicBezTo>
                  <a:pt x="65942" y="17964"/>
                  <a:pt x="65661" y="18784"/>
                  <a:pt x="65324" y="19526"/>
                </a:cubicBezTo>
                <a:cubicBezTo>
                  <a:pt x="64986" y="20268"/>
                  <a:pt x="64582" y="20886"/>
                  <a:pt x="64109" y="21381"/>
                </a:cubicBezTo>
                <a:cubicBezTo>
                  <a:pt x="63637" y="21876"/>
                  <a:pt x="63131" y="22123"/>
                  <a:pt x="62592" y="22123"/>
                </a:cubicBezTo>
                <a:lnTo>
                  <a:pt x="31431" y="22123"/>
                </a:lnTo>
                <a:lnTo>
                  <a:pt x="27114" y="43302"/>
                </a:lnTo>
                <a:lnTo>
                  <a:pt x="53554" y="43302"/>
                </a:lnTo>
                <a:cubicBezTo>
                  <a:pt x="54183" y="43302"/>
                  <a:pt x="54633" y="43528"/>
                  <a:pt x="54903" y="43980"/>
                </a:cubicBezTo>
                <a:cubicBezTo>
                  <a:pt x="55173" y="44431"/>
                  <a:pt x="55307" y="45064"/>
                  <a:pt x="55307" y="45877"/>
                </a:cubicBezTo>
                <a:cubicBezTo>
                  <a:pt x="55307" y="46194"/>
                  <a:pt x="55274" y="46680"/>
                  <a:pt x="55206" y="47336"/>
                </a:cubicBezTo>
                <a:cubicBezTo>
                  <a:pt x="55139" y="47991"/>
                  <a:pt x="55038" y="48736"/>
                  <a:pt x="54903" y="49572"/>
                </a:cubicBezTo>
                <a:cubicBezTo>
                  <a:pt x="54768" y="50408"/>
                  <a:pt x="54588" y="51256"/>
                  <a:pt x="54363" y="52114"/>
                </a:cubicBezTo>
                <a:cubicBezTo>
                  <a:pt x="54138" y="52973"/>
                  <a:pt x="53857" y="53764"/>
                  <a:pt x="53520" y="54488"/>
                </a:cubicBezTo>
                <a:cubicBezTo>
                  <a:pt x="53183" y="55210"/>
                  <a:pt x="52789" y="55797"/>
                  <a:pt x="52340" y="56250"/>
                </a:cubicBezTo>
                <a:cubicBezTo>
                  <a:pt x="51890" y="56701"/>
                  <a:pt x="51395" y="56926"/>
                  <a:pt x="50856" y="56926"/>
                </a:cubicBezTo>
                <a:lnTo>
                  <a:pt x="24484" y="56926"/>
                </a:lnTo>
                <a:lnTo>
                  <a:pt x="19493" y="81612"/>
                </a:lnTo>
                <a:lnTo>
                  <a:pt x="51058" y="81612"/>
                </a:lnTo>
                <a:cubicBezTo>
                  <a:pt x="51598" y="81612"/>
                  <a:pt x="52003" y="81848"/>
                  <a:pt x="52272" y="82320"/>
                </a:cubicBezTo>
                <a:cubicBezTo>
                  <a:pt x="52542" y="82793"/>
                  <a:pt x="52677" y="83478"/>
                  <a:pt x="52677" y="84378"/>
                </a:cubicBezTo>
                <a:cubicBezTo>
                  <a:pt x="52677" y="84692"/>
                  <a:pt x="52655" y="85187"/>
                  <a:pt x="52610" y="85862"/>
                </a:cubicBezTo>
                <a:cubicBezTo>
                  <a:pt x="52565" y="86536"/>
                  <a:pt x="52463" y="87289"/>
                  <a:pt x="52306" y="88121"/>
                </a:cubicBezTo>
                <a:cubicBezTo>
                  <a:pt x="52149" y="88953"/>
                  <a:pt x="51958" y="89796"/>
                  <a:pt x="51733" y="90650"/>
                </a:cubicBezTo>
                <a:cubicBezTo>
                  <a:pt x="51508" y="91505"/>
                  <a:pt x="51227" y="92303"/>
                  <a:pt x="50890" y="93045"/>
                </a:cubicBezTo>
                <a:cubicBezTo>
                  <a:pt x="50552" y="93787"/>
                  <a:pt x="50159" y="94382"/>
                  <a:pt x="49709" y="94832"/>
                </a:cubicBezTo>
                <a:cubicBezTo>
                  <a:pt x="49260" y="95282"/>
                  <a:pt x="48743" y="95507"/>
                  <a:pt x="48158" y="95507"/>
                </a:cubicBezTo>
                <a:lnTo>
                  <a:pt x="4317" y="95507"/>
                </a:lnTo>
                <a:cubicBezTo>
                  <a:pt x="3597" y="95507"/>
                  <a:pt x="2945" y="95405"/>
                  <a:pt x="2361" y="95203"/>
                </a:cubicBezTo>
                <a:cubicBezTo>
                  <a:pt x="1776" y="94999"/>
                  <a:pt x="1293" y="94661"/>
                  <a:pt x="911" y="94189"/>
                </a:cubicBezTo>
                <a:cubicBezTo>
                  <a:pt x="528" y="93716"/>
                  <a:pt x="270" y="93130"/>
                  <a:pt x="135" y="92431"/>
                </a:cubicBezTo>
                <a:cubicBezTo>
                  <a:pt x="0" y="91733"/>
                  <a:pt x="22" y="90889"/>
                  <a:pt x="202" y="89898"/>
                </a:cubicBezTo>
                <a:lnTo>
                  <a:pt x="15446" y="13818"/>
                </a:lnTo>
                <a:cubicBezTo>
                  <a:pt x="15850" y="11843"/>
                  <a:pt x="16660" y="10417"/>
                  <a:pt x="17874" y="9542"/>
                </a:cubicBezTo>
                <a:cubicBezTo>
                  <a:pt x="19088" y="8666"/>
                  <a:pt x="20437" y="8229"/>
                  <a:pt x="21921" y="8229"/>
                </a:cubicBezTo>
                <a:lnTo>
                  <a:pt x="65357" y="8229"/>
                </a:lnTo>
                <a:cubicBezTo>
                  <a:pt x="66526" y="8229"/>
                  <a:pt x="67111" y="9083"/>
                  <a:pt x="67111" y="10792"/>
                </a:cubicBezTo>
                <a:close/>
                <a:moveTo>
                  <a:pt x="82923" y="93213"/>
                </a:moveTo>
                <a:cubicBezTo>
                  <a:pt x="82833" y="93663"/>
                  <a:pt x="82619" y="94056"/>
                  <a:pt x="82282" y="94394"/>
                </a:cubicBezTo>
                <a:cubicBezTo>
                  <a:pt x="81945" y="94731"/>
                  <a:pt x="81439" y="95012"/>
                  <a:pt x="80764" y="95237"/>
                </a:cubicBezTo>
                <a:cubicBezTo>
                  <a:pt x="80090" y="95462"/>
                  <a:pt x="79191" y="95630"/>
                  <a:pt x="78066" y="95743"/>
                </a:cubicBezTo>
                <a:cubicBezTo>
                  <a:pt x="76942" y="95855"/>
                  <a:pt x="75571" y="95911"/>
                  <a:pt x="73952" y="95911"/>
                </a:cubicBezTo>
                <a:cubicBezTo>
                  <a:pt x="72243" y="95911"/>
                  <a:pt x="70861" y="95855"/>
                  <a:pt x="69804" y="95743"/>
                </a:cubicBezTo>
                <a:cubicBezTo>
                  <a:pt x="68747" y="95630"/>
                  <a:pt x="67927" y="95462"/>
                  <a:pt x="67342" y="95237"/>
                </a:cubicBezTo>
                <a:cubicBezTo>
                  <a:pt x="66758" y="95012"/>
                  <a:pt x="66364" y="94731"/>
                  <a:pt x="66162" y="94394"/>
                </a:cubicBezTo>
                <a:cubicBezTo>
                  <a:pt x="65959" y="94056"/>
                  <a:pt x="65903" y="93663"/>
                  <a:pt x="65993" y="93213"/>
                </a:cubicBezTo>
                <a:lnTo>
                  <a:pt x="83732" y="4519"/>
                </a:lnTo>
                <a:cubicBezTo>
                  <a:pt x="83822" y="4069"/>
                  <a:pt x="84024" y="3665"/>
                  <a:pt x="84339" y="3305"/>
                </a:cubicBezTo>
                <a:cubicBezTo>
                  <a:pt x="84654" y="2945"/>
                  <a:pt x="85171" y="2642"/>
                  <a:pt x="85890" y="2394"/>
                </a:cubicBezTo>
                <a:cubicBezTo>
                  <a:pt x="86610" y="2147"/>
                  <a:pt x="87520" y="1956"/>
                  <a:pt x="88622" y="1821"/>
                </a:cubicBezTo>
                <a:cubicBezTo>
                  <a:pt x="89724" y="1686"/>
                  <a:pt x="91106" y="1619"/>
                  <a:pt x="92770" y="1619"/>
                </a:cubicBezTo>
                <a:cubicBezTo>
                  <a:pt x="94434" y="1619"/>
                  <a:pt x="95794" y="1686"/>
                  <a:pt x="96851" y="1821"/>
                </a:cubicBezTo>
                <a:cubicBezTo>
                  <a:pt x="97907" y="1956"/>
                  <a:pt x="98728" y="2147"/>
                  <a:pt x="99313" y="2394"/>
                </a:cubicBezTo>
                <a:cubicBezTo>
                  <a:pt x="99897" y="2642"/>
                  <a:pt x="100279" y="2945"/>
                  <a:pt x="100459" y="3305"/>
                </a:cubicBezTo>
                <a:cubicBezTo>
                  <a:pt x="100639" y="3665"/>
                  <a:pt x="100684" y="4069"/>
                  <a:pt x="100594" y="4519"/>
                </a:cubicBezTo>
                <a:lnTo>
                  <a:pt x="82923" y="93213"/>
                </a:lnTo>
                <a:close/>
                <a:moveTo>
                  <a:pt x="162633" y="46232"/>
                </a:moveTo>
                <a:cubicBezTo>
                  <a:pt x="162633" y="49475"/>
                  <a:pt x="161903" y="52392"/>
                  <a:pt x="160441" y="54983"/>
                </a:cubicBezTo>
                <a:cubicBezTo>
                  <a:pt x="158980" y="57573"/>
                  <a:pt x="156709" y="59803"/>
                  <a:pt x="153629" y="61673"/>
                </a:cubicBezTo>
                <a:cubicBezTo>
                  <a:pt x="150549" y="63542"/>
                  <a:pt x="146637" y="64972"/>
                  <a:pt x="141893" y="65962"/>
                </a:cubicBezTo>
                <a:cubicBezTo>
                  <a:pt x="137149" y="66953"/>
                  <a:pt x="131495" y="67448"/>
                  <a:pt x="124930" y="67448"/>
                </a:cubicBezTo>
                <a:lnTo>
                  <a:pt x="118725" y="67448"/>
                </a:lnTo>
                <a:cubicBezTo>
                  <a:pt x="118545" y="68482"/>
                  <a:pt x="118410" y="69505"/>
                  <a:pt x="118320" y="70517"/>
                </a:cubicBezTo>
                <a:cubicBezTo>
                  <a:pt x="118230" y="71529"/>
                  <a:pt x="118185" y="72462"/>
                  <a:pt x="118185" y="73316"/>
                </a:cubicBezTo>
                <a:cubicBezTo>
                  <a:pt x="118185" y="76958"/>
                  <a:pt x="119129" y="79701"/>
                  <a:pt x="121018" y="81545"/>
                </a:cubicBezTo>
                <a:cubicBezTo>
                  <a:pt x="122906" y="83388"/>
                  <a:pt x="125942" y="84310"/>
                  <a:pt x="130123" y="84310"/>
                </a:cubicBezTo>
                <a:cubicBezTo>
                  <a:pt x="133091" y="84310"/>
                  <a:pt x="135755" y="84093"/>
                  <a:pt x="138116" y="83659"/>
                </a:cubicBezTo>
                <a:cubicBezTo>
                  <a:pt x="140477" y="83225"/>
                  <a:pt x="142545" y="82745"/>
                  <a:pt x="144321" y="82219"/>
                </a:cubicBezTo>
                <a:cubicBezTo>
                  <a:pt x="146097" y="81694"/>
                  <a:pt x="147570" y="81214"/>
                  <a:pt x="148739" y="80780"/>
                </a:cubicBezTo>
                <a:cubicBezTo>
                  <a:pt x="149908" y="80346"/>
                  <a:pt x="150762" y="80128"/>
                  <a:pt x="151302" y="80128"/>
                </a:cubicBezTo>
                <a:cubicBezTo>
                  <a:pt x="151842" y="80128"/>
                  <a:pt x="152224" y="80287"/>
                  <a:pt x="152449" y="80605"/>
                </a:cubicBezTo>
                <a:cubicBezTo>
                  <a:pt x="152673" y="80922"/>
                  <a:pt x="152786" y="81420"/>
                  <a:pt x="152786" y="82099"/>
                </a:cubicBezTo>
                <a:cubicBezTo>
                  <a:pt x="152786" y="82871"/>
                  <a:pt x="152718" y="83755"/>
                  <a:pt x="152584" y="84753"/>
                </a:cubicBezTo>
                <a:cubicBezTo>
                  <a:pt x="152449" y="85749"/>
                  <a:pt x="152258" y="86735"/>
                  <a:pt x="152010" y="87710"/>
                </a:cubicBezTo>
                <a:cubicBezTo>
                  <a:pt x="151763" y="88684"/>
                  <a:pt x="151448" y="89601"/>
                  <a:pt x="151066" y="90463"/>
                </a:cubicBezTo>
                <a:cubicBezTo>
                  <a:pt x="150684" y="91324"/>
                  <a:pt x="150245" y="91981"/>
                  <a:pt x="149751" y="92433"/>
                </a:cubicBezTo>
                <a:cubicBezTo>
                  <a:pt x="149211" y="92977"/>
                  <a:pt x="148222" y="93522"/>
                  <a:pt x="146783" y="94067"/>
                </a:cubicBezTo>
                <a:cubicBezTo>
                  <a:pt x="145344" y="94611"/>
                  <a:pt x="143613" y="95109"/>
                  <a:pt x="141589" y="95561"/>
                </a:cubicBezTo>
                <a:cubicBezTo>
                  <a:pt x="139566" y="96015"/>
                  <a:pt x="137295" y="96389"/>
                  <a:pt x="134777" y="96683"/>
                </a:cubicBezTo>
                <a:cubicBezTo>
                  <a:pt x="132259" y="96978"/>
                  <a:pt x="129696" y="97125"/>
                  <a:pt x="127088" y="97125"/>
                </a:cubicBezTo>
                <a:cubicBezTo>
                  <a:pt x="122771" y="97125"/>
                  <a:pt x="119006" y="96674"/>
                  <a:pt x="115791" y="95772"/>
                </a:cubicBezTo>
                <a:cubicBezTo>
                  <a:pt x="112576" y="94871"/>
                  <a:pt x="109889" y="93498"/>
                  <a:pt x="107731" y="91652"/>
                </a:cubicBezTo>
                <a:cubicBezTo>
                  <a:pt x="105572" y="89804"/>
                  <a:pt x="103953" y="87449"/>
                  <a:pt x="102874" y="84588"/>
                </a:cubicBezTo>
                <a:cubicBezTo>
                  <a:pt x="101795" y="81728"/>
                  <a:pt x="101255" y="78338"/>
                  <a:pt x="101255" y="74419"/>
                </a:cubicBezTo>
                <a:cubicBezTo>
                  <a:pt x="101255" y="71399"/>
                  <a:pt x="101537" y="68166"/>
                  <a:pt x="102099" y="64721"/>
                </a:cubicBezTo>
                <a:cubicBezTo>
                  <a:pt x="102661" y="61274"/>
                  <a:pt x="103571" y="57872"/>
                  <a:pt x="104830" y="54515"/>
                </a:cubicBezTo>
                <a:cubicBezTo>
                  <a:pt x="106089" y="51158"/>
                  <a:pt x="107708" y="47948"/>
                  <a:pt x="109687" y="44885"/>
                </a:cubicBezTo>
                <a:cubicBezTo>
                  <a:pt x="111665" y="41821"/>
                  <a:pt x="114059" y="39130"/>
                  <a:pt x="116870" y="36810"/>
                </a:cubicBezTo>
                <a:cubicBezTo>
                  <a:pt x="119680" y="34488"/>
                  <a:pt x="122929" y="32629"/>
                  <a:pt x="126616" y="31233"/>
                </a:cubicBezTo>
                <a:cubicBezTo>
                  <a:pt x="130303" y="29836"/>
                  <a:pt x="134507" y="29138"/>
                  <a:pt x="139229" y="29138"/>
                </a:cubicBezTo>
                <a:cubicBezTo>
                  <a:pt x="143321" y="29138"/>
                  <a:pt x="146839" y="29622"/>
                  <a:pt x="149784" y="30590"/>
                </a:cubicBezTo>
                <a:cubicBezTo>
                  <a:pt x="152730" y="31558"/>
                  <a:pt x="155147" y="32842"/>
                  <a:pt x="157035" y="34441"/>
                </a:cubicBezTo>
                <a:cubicBezTo>
                  <a:pt x="158924" y="36040"/>
                  <a:pt x="160329" y="37864"/>
                  <a:pt x="161251" y="39915"/>
                </a:cubicBezTo>
                <a:cubicBezTo>
                  <a:pt x="162172" y="41965"/>
                  <a:pt x="162633" y="44070"/>
                  <a:pt x="162633" y="46232"/>
                </a:cubicBezTo>
                <a:moveTo>
                  <a:pt x="145974" y="47524"/>
                </a:moveTo>
                <a:cubicBezTo>
                  <a:pt x="145974" y="45733"/>
                  <a:pt x="145265" y="44245"/>
                  <a:pt x="143849" y="43059"/>
                </a:cubicBezTo>
                <a:cubicBezTo>
                  <a:pt x="142433" y="41872"/>
                  <a:pt x="140375" y="41278"/>
                  <a:pt x="137677" y="41278"/>
                </a:cubicBezTo>
                <a:cubicBezTo>
                  <a:pt x="135429" y="41278"/>
                  <a:pt x="133417" y="41682"/>
                  <a:pt x="131641" y="42488"/>
                </a:cubicBezTo>
                <a:cubicBezTo>
                  <a:pt x="129865" y="43293"/>
                  <a:pt x="128302" y="44379"/>
                  <a:pt x="126953" y="45745"/>
                </a:cubicBezTo>
                <a:cubicBezTo>
                  <a:pt x="125604" y="47109"/>
                  <a:pt x="124446" y="48721"/>
                  <a:pt x="123480" y="50580"/>
                </a:cubicBezTo>
                <a:cubicBezTo>
                  <a:pt x="122513" y="52437"/>
                  <a:pt x="121737" y="54418"/>
                  <a:pt x="121153" y="56522"/>
                </a:cubicBezTo>
                <a:lnTo>
                  <a:pt x="126818" y="56522"/>
                </a:lnTo>
                <a:cubicBezTo>
                  <a:pt x="130416" y="56522"/>
                  <a:pt x="133428" y="56287"/>
                  <a:pt x="135856" y="55818"/>
                </a:cubicBezTo>
                <a:cubicBezTo>
                  <a:pt x="138285" y="55347"/>
                  <a:pt x="140241" y="54709"/>
                  <a:pt x="141724" y="53904"/>
                </a:cubicBezTo>
                <a:cubicBezTo>
                  <a:pt x="143208" y="53097"/>
                  <a:pt x="144287" y="52146"/>
                  <a:pt x="144962" y="51050"/>
                </a:cubicBezTo>
                <a:cubicBezTo>
                  <a:pt x="145636" y="49952"/>
                  <a:pt x="145974" y="48777"/>
                  <a:pt x="145974" y="47524"/>
                </a:cubicBezTo>
                <a:close/>
                <a:moveTo>
                  <a:pt x="262158" y="93213"/>
                </a:moveTo>
                <a:cubicBezTo>
                  <a:pt x="262068" y="93663"/>
                  <a:pt x="261854" y="94056"/>
                  <a:pt x="261517" y="94394"/>
                </a:cubicBezTo>
                <a:cubicBezTo>
                  <a:pt x="261180" y="94731"/>
                  <a:pt x="260651" y="95012"/>
                  <a:pt x="259932" y="95237"/>
                </a:cubicBezTo>
                <a:cubicBezTo>
                  <a:pt x="259212" y="95462"/>
                  <a:pt x="258302" y="95630"/>
                  <a:pt x="257200" y="95743"/>
                </a:cubicBezTo>
                <a:cubicBezTo>
                  <a:pt x="256098" y="95855"/>
                  <a:pt x="254716" y="95911"/>
                  <a:pt x="253052" y="95911"/>
                </a:cubicBezTo>
                <a:cubicBezTo>
                  <a:pt x="251433" y="95911"/>
                  <a:pt x="250084" y="95855"/>
                  <a:pt x="249005" y="95743"/>
                </a:cubicBezTo>
                <a:cubicBezTo>
                  <a:pt x="247926" y="95630"/>
                  <a:pt x="247094" y="95462"/>
                  <a:pt x="246510" y="95237"/>
                </a:cubicBezTo>
                <a:cubicBezTo>
                  <a:pt x="245925" y="95012"/>
                  <a:pt x="245532" y="94731"/>
                  <a:pt x="245329" y="94394"/>
                </a:cubicBezTo>
                <a:cubicBezTo>
                  <a:pt x="245127" y="94056"/>
                  <a:pt x="245093" y="93663"/>
                  <a:pt x="245228" y="93213"/>
                </a:cubicBezTo>
                <a:lnTo>
                  <a:pt x="252445" y="57129"/>
                </a:lnTo>
                <a:cubicBezTo>
                  <a:pt x="252625" y="56089"/>
                  <a:pt x="252782" y="55061"/>
                  <a:pt x="252917" y="54045"/>
                </a:cubicBezTo>
                <a:cubicBezTo>
                  <a:pt x="253052" y="53028"/>
                  <a:pt x="253120" y="51999"/>
                  <a:pt x="253120" y="50959"/>
                </a:cubicBezTo>
                <a:cubicBezTo>
                  <a:pt x="253120" y="48835"/>
                  <a:pt x="252726" y="47117"/>
                  <a:pt x="251939" y="45808"/>
                </a:cubicBezTo>
                <a:cubicBezTo>
                  <a:pt x="251152" y="44497"/>
                  <a:pt x="249747" y="43841"/>
                  <a:pt x="247724" y="43841"/>
                </a:cubicBezTo>
                <a:cubicBezTo>
                  <a:pt x="245925" y="43841"/>
                  <a:pt x="244059" y="44428"/>
                  <a:pt x="242125" y="45601"/>
                </a:cubicBezTo>
                <a:cubicBezTo>
                  <a:pt x="240192" y="46773"/>
                  <a:pt x="238337" y="48363"/>
                  <a:pt x="236561" y="50371"/>
                </a:cubicBezTo>
                <a:cubicBezTo>
                  <a:pt x="234785" y="52378"/>
                  <a:pt x="233211" y="54723"/>
                  <a:pt x="231840" y="57407"/>
                </a:cubicBezTo>
                <a:cubicBezTo>
                  <a:pt x="230468" y="60089"/>
                  <a:pt x="229490" y="62942"/>
                  <a:pt x="228906" y="65964"/>
                </a:cubicBezTo>
                <a:lnTo>
                  <a:pt x="223442" y="93213"/>
                </a:lnTo>
                <a:cubicBezTo>
                  <a:pt x="223352" y="93663"/>
                  <a:pt x="223139" y="94056"/>
                  <a:pt x="222802" y="94394"/>
                </a:cubicBezTo>
                <a:cubicBezTo>
                  <a:pt x="222464" y="94731"/>
                  <a:pt x="221936" y="95012"/>
                  <a:pt x="221217" y="95237"/>
                </a:cubicBezTo>
                <a:cubicBezTo>
                  <a:pt x="220497" y="95462"/>
                  <a:pt x="219587" y="95630"/>
                  <a:pt x="218485" y="95743"/>
                </a:cubicBezTo>
                <a:cubicBezTo>
                  <a:pt x="217383" y="95855"/>
                  <a:pt x="216001" y="95911"/>
                  <a:pt x="214337" y="95911"/>
                </a:cubicBezTo>
                <a:cubicBezTo>
                  <a:pt x="212718" y="95911"/>
                  <a:pt x="211380" y="95855"/>
                  <a:pt x="210324" y="95743"/>
                </a:cubicBezTo>
                <a:cubicBezTo>
                  <a:pt x="209267" y="95630"/>
                  <a:pt x="208446" y="95462"/>
                  <a:pt x="207862" y="95237"/>
                </a:cubicBezTo>
                <a:cubicBezTo>
                  <a:pt x="207277" y="95012"/>
                  <a:pt x="206884" y="94731"/>
                  <a:pt x="206681" y="94394"/>
                </a:cubicBezTo>
                <a:cubicBezTo>
                  <a:pt x="206479" y="94056"/>
                  <a:pt x="206423" y="93663"/>
                  <a:pt x="206513" y="93213"/>
                </a:cubicBezTo>
                <a:lnTo>
                  <a:pt x="213662" y="57129"/>
                </a:lnTo>
                <a:cubicBezTo>
                  <a:pt x="213932" y="56089"/>
                  <a:pt x="214123" y="55015"/>
                  <a:pt x="214236" y="53908"/>
                </a:cubicBezTo>
                <a:cubicBezTo>
                  <a:pt x="214348" y="52801"/>
                  <a:pt x="214404" y="51727"/>
                  <a:pt x="214404" y="50687"/>
                </a:cubicBezTo>
                <a:cubicBezTo>
                  <a:pt x="214404" y="48699"/>
                  <a:pt x="214000" y="47061"/>
                  <a:pt x="213190" y="45774"/>
                </a:cubicBezTo>
                <a:cubicBezTo>
                  <a:pt x="212381" y="44486"/>
                  <a:pt x="210987" y="43841"/>
                  <a:pt x="209008" y="43841"/>
                </a:cubicBezTo>
                <a:cubicBezTo>
                  <a:pt x="207210" y="43841"/>
                  <a:pt x="205344" y="44428"/>
                  <a:pt x="203410" y="45601"/>
                </a:cubicBezTo>
                <a:cubicBezTo>
                  <a:pt x="201477" y="46773"/>
                  <a:pt x="199622" y="48363"/>
                  <a:pt x="197846" y="50371"/>
                </a:cubicBezTo>
                <a:cubicBezTo>
                  <a:pt x="196070" y="52378"/>
                  <a:pt x="194496" y="54723"/>
                  <a:pt x="193124" y="57407"/>
                </a:cubicBezTo>
                <a:cubicBezTo>
                  <a:pt x="191753" y="60089"/>
                  <a:pt x="190775" y="62942"/>
                  <a:pt x="190190" y="65964"/>
                </a:cubicBezTo>
                <a:lnTo>
                  <a:pt x="184727" y="93213"/>
                </a:lnTo>
                <a:cubicBezTo>
                  <a:pt x="184637" y="93663"/>
                  <a:pt x="184424" y="94056"/>
                  <a:pt x="184086" y="94394"/>
                </a:cubicBezTo>
                <a:cubicBezTo>
                  <a:pt x="183749" y="94731"/>
                  <a:pt x="183232" y="95012"/>
                  <a:pt x="182535" y="95237"/>
                </a:cubicBezTo>
                <a:cubicBezTo>
                  <a:pt x="181838" y="95462"/>
                  <a:pt x="180928" y="95630"/>
                  <a:pt x="179803" y="95743"/>
                </a:cubicBezTo>
                <a:cubicBezTo>
                  <a:pt x="178679" y="95855"/>
                  <a:pt x="177308" y="95911"/>
                  <a:pt x="175689" y="95911"/>
                </a:cubicBezTo>
                <a:cubicBezTo>
                  <a:pt x="174025" y="95911"/>
                  <a:pt x="172665" y="95855"/>
                  <a:pt x="171608" y="95743"/>
                </a:cubicBezTo>
                <a:cubicBezTo>
                  <a:pt x="170552" y="95630"/>
                  <a:pt x="169720" y="95462"/>
                  <a:pt x="169113" y="95237"/>
                </a:cubicBezTo>
                <a:cubicBezTo>
                  <a:pt x="168506" y="95012"/>
                  <a:pt x="168112" y="94731"/>
                  <a:pt x="167932" y="94394"/>
                </a:cubicBezTo>
                <a:cubicBezTo>
                  <a:pt x="167753" y="94056"/>
                  <a:pt x="167708" y="93663"/>
                  <a:pt x="167798" y="93213"/>
                </a:cubicBezTo>
                <a:lnTo>
                  <a:pt x="179871" y="32982"/>
                </a:lnTo>
                <a:cubicBezTo>
                  <a:pt x="179961" y="32532"/>
                  <a:pt x="180152" y="32139"/>
                  <a:pt x="180444" y="31802"/>
                </a:cubicBezTo>
                <a:cubicBezTo>
                  <a:pt x="180736" y="31465"/>
                  <a:pt x="181186" y="31195"/>
                  <a:pt x="181793" y="30992"/>
                </a:cubicBezTo>
                <a:cubicBezTo>
                  <a:pt x="182400" y="30790"/>
                  <a:pt x="183187" y="30633"/>
                  <a:pt x="184154" y="30520"/>
                </a:cubicBezTo>
                <a:cubicBezTo>
                  <a:pt x="185121" y="30408"/>
                  <a:pt x="186278" y="30352"/>
                  <a:pt x="187627" y="30352"/>
                </a:cubicBezTo>
                <a:cubicBezTo>
                  <a:pt x="189021" y="30352"/>
                  <a:pt x="190157" y="30408"/>
                  <a:pt x="191033" y="30520"/>
                </a:cubicBezTo>
                <a:cubicBezTo>
                  <a:pt x="191910" y="30633"/>
                  <a:pt x="192596" y="30790"/>
                  <a:pt x="193091" y="30992"/>
                </a:cubicBezTo>
                <a:cubicBezTo>
                  <a:pt x="193585" y="31195"/>
                  <a:pt x="193911" y="31465"/>
                  <a:pt x="194069" y="31802"/>
                </a:cubicBezTo>
                <a:cubicBezTo>
                  <a:pt x="194226" y="32139"/>
                  <a:pt x="194260" y="32532"/>
                  <a:pt x="194170" y="32982"/>
                </a:cubicBezTo>
                <a:lnTo>
                  <a:pt x="192214" y="42897"/>
                </a:lnTo>
                <a:cubicBezTo>
                  <a:pt x="193158" y="41315"/>
                  <a:pt x="194417" y="39700"/>
                  <a:pt x="195991" y="38051"/>
                </a:cubicBezTo>
                <a:cubicBezTo>
                  <a:pt x="197565" y="36402"/>
                  <a:pt x="199352" y="34922"/>
                  <a:pt x="201353" y="33612"/>
                </a:cubicBezTo>
                <a:cubicBezTo>
                  <a:pt x="203354" y="32301"/>
                  <a:pt x="205535" y="31228"/>
                  <a:pt x="207896" y="30392"/>
                </a:cubicBezTo>
                <a:cubicBezTo>
                  <a:pt x="210256" y="29556"/>
                  <a:pt x="212696" y="29138"/>
                  <a:pt x="215214" y="29138"/>
                </a:cubicBezTo>
                <a:cubicBezTo>
                  <a:pt x="217822" y="29138"/>
                  <a:pt x="220081" y="29488"/>
                  <a:pt x="221992" y="30189"/>
                </a:cubicBezTo>
                <a:cubicBezTo>
                  <a:pt x="223903" y="30889"/>
                  <a:pt x="225477" y="31861"/>
                  <a:pt x="226714" y="33104"/>
                </a:cubicBezTo>
                <a:cubicBezTo>
                  <a:pt x="227950" y="34347"/>
                  <a:pt x="228894" y="35804"/>
                  <a:pt x="229546" y="37476"/>
                </a:cubicBezTo>
                <a:cubicBezTo>
                  <a:pt x="230198" y="39147"/>
                  <a:pt x="230614" y="40954"/>
                  <a:pt x="230794" y="42897"/>
                </a:cubicBezTo>
                <a:cubicBezTo>
                  <a:pt x="231828" y="41270"/>
                  <a:pt x="233144" y="39643"/>
                  <a:pt x="234740" y="38018"/>
                </a:cubicBezTo>
                <a:cubicBezTo>
                  <a:pt x="236336" y="36390"/>
                  <a:pt x="238135" y="34922"/>
                  <a:pt x="240136" y="33612"/>
                </a:cubicBezTo>
                <a:cubicBezTo>
                  <a:pt x="242137" y="32301"/>
                  <a:pt x="244306" y="31228"/>
                  <a:pt x="246644" y="30392"/>
                </a:cubicBezTo>
                <a:cubicBezTo>
                  <a:pt x="248983" y="29556"/>
                  <a:pt x="251388" y="29138"/>
                  <a:pt x="253861" y="29138"/>
                </a:cubicBezTo>
                <a:cubicBezTo>
                  <a:pt x="257009" y="29138"/>
                  <a:pt x="259651" y="29577"/>
                  <a:pt x="261787" y="30457"/>
                </a:cubicBezTo>
                <a:cubicBezTo>
                  <a:pt x="263922" y="31335"/>
                  <a:pt x="265642" y="32552"/>
                  <a:pt x="266946" y="34108"/>
                </a:cubicBezTo>
                <a:cubicBezTo>
                  <a:pt x="268250" y="35663"/>
                  <a:pt x="269195" y="37489"/>
                  <a:pt x="269779" y="39586"/>
                </a:cubicBezTo>
                <a:cubicBezTo>
                  <a:pt x="270364" y="41681"/>
                  <a:pt x="270656" y="43946"/>
                  <a:pt x="270656" y="46381"/>
                </a:cubicBezTo>
                <a:cubicBezTo>
                  <a:pt x="270656" y="47958"/>
                  <a:pt x="270566" y="49546"/>
                  <a:pt x="270386" y="51147"/>
                </a:cubicBezTo>
                <a:cubicBezTo>
                  <a:pt x="270206" y="52747"/>
                  <a:pt x="269937" y="54381"/>
                  <a:pt x="269577" y="56049"/>
                </a:cubicBezTo>
                <a:lnTo>
                  <a:pt x="262158" y="93213"/>
                </a:lnTo>
                <a:close/>
                <a:moveTo>
                  <a:pt x="341517" y="46232"/>
                </a:moveTo>
                <a:cubicBezTo>
                  <a:pt x="341517" y="49475"/>
                  <a:pt x="340786" y="52392"/>
                  <a:pt x="339324" y="54983"/>
                </a:cubicBezTo>
                <a:cubicBezTo>
                  <a:pt x="337863" y="57573"/>
                  <a:pt x="335592" y="59803"/>
                  <a:pt x="332512" y="61673"/>
                </a:cubicBezTo>
                <a:cubicBezTo>
                  <a:pt x="329432" y="63542"/>
                  <a:pt x="325520" y="64972"/>
                  <a:pt x="320776" y="65962"/>
                </a:cubicBezTo>
                <a:cubicBezTo>
                  <a:pt x="316032" y="66953"/>
                  <a:pt x="310378" y="67448"/>
                  <a:pt x="303813" y="67448"/>
                </a:cubicBezTo>
                <a:lnTo>
                  <a:pt x="297608" y="67448"/>
                </a:lnTo>
                <a:cubicBezTo>
                  <a:pt x="297428" y="68482"/>
                  <a:pt x="297293" y="69505"/>
                  <a:pt x="297203" y="70517"/>
                </a:cubicBezTo>
                <a:cubicBezTo>
                  <a:pt x="297113" y="71529"/>
                  <a:pt x="297068" y="72462"/>
                  <a:pt x="297068" y="73316"/>
                </a:cubicBezTo>
                <a:cubicBezTo>
                  <a:pt x="297068" y="76958"/>
                  <a:pt x="298012" y="79701"/>
                  <a:pt x="299901" y="81545"/>
                </a:cubicBezTo>
                <a:cubicBezTo>
                  <a:pt x="301790" y="83388"/>
                  <a:pt x="304825" y="84310"/>
                  <a:pt x="309007" y="84310"/>
                </a:cubicBezTo>
                <a:cubicBezTo>
                  <a:pt x="311974" y="84310"/>
                  <a:pt x="314638" y="84093"/>
                  <a:pt x="316999" y="83659"/>
                </a:cubicBezTo>
                <a:cubicBezTo>
                  <a:pt x="319360" y="83225"/>
                  <a:pt x="321428" y="82745"/>
                  <a:pt x="323204" y="82219"/>
                </a:cubicBezTo>
                <a:cubicBezTo>
                  <a:pt x="324980" y="81694"/>
                  <a:pt x="326453" y="81214"/>
                  <a:pt x="327622" y="80780"/>
                </a:cubicBezTo>
                <a:cubicBezTo>
                  <a:pt x="328791" y="80346"/>
                  <a:pt x="329646" y="80128"/>
                  <a:pt x="330185" y="80128"/>
                </a:cubicBezTo>
                <a:cubicBezTo>
                  <a:pt x="330725" y="80128"/>
                  <a:pt x="331107" y="80287"/>
                  <a:pt x="331332" y="80605"/>
                </a:cubicBezTo>
                <a:cubicBezTo>
                  <a:pt x="331557" y="80922"/>
                  <a:pt x="331669" y="81420"/>
                  <a:pt x="331669" y="82099"/>
                </a:cubicBezTo>
                <a:cubicBezTo>
                  <a:pt x="331669" y="82871"/>
                  <a:pt x="331602" y="83755"/>
                  <a:pt x="331467" y="84753"/>
                </a:cubicBezTo>
                <a:cubicBezTo>
                  <a:pt x="331332" y="85749"/>
                  <a:pt x="331141" y="86735"/>
                  <a:pt x="330893" y="87710"/>
                </a:cubicBezTo>
                <a:cubicBezTo>
                  <a:pt x="330646" y="88684"/>
                  <a:pt x="330331" y="89601"/>
                  <a:pt x="329949" y="90463"/>
                </a:cubicBezTo>
                <a:cubicBezTo>
                  <a:pt x="329567" y="91324"/>
                  <a:pt x="329129" y="91981"/>
                  <a:pt x="328634" y="92433"/>
                </a:cubicBezTo>
                <a:cubicBezTo>
                  <a:pt x="328094" y="92977"/>
                  <a:pt x="327105" y="93522"/>
                  <a:pt x="325666" y="94067"/>
                </a:cubicBezTo>
                <a:cubicBezTo>
                  <a:pt x="324227" y="94611"/>
                  <a:pt x="322496" y="95109"/>
                  <a:pt x="320473" y="95561"/>
                </a:cubicBezTo>
                <a:cubicBezTo>
                  <a:pt x="318449" y="96015"/>
                  <a:pt x="316179" y="96389"/>
                  <a:pt x="313660" y="96683"/>
                </a:cubicBezTo>
                <a:cubicBezTo>
                  <a:pt x="311142" y="96978"/>
                  <a:pt x="308579" y="97125"/>
                  <a:pt x="305971" y="97125"/>
                </a:cubicBezTo>
                <a:cubicBezTo>
                  <a:pt x="301655" y="97125"/>
                  <a:pt x="297889" y="96674"/>
                  <a:pt x="294674" y="95772"/>
                </a:cubicBezTo>
                <a:cubicBezTo>
                  <a:pt x="291459" y="94871"/>
                  <a:pt x="288772" y="93498"/>
                  <a:pt x="286614" y="91652"/>
                </a:cubicBezTo>
                <a:cubicBezTo>
                  <a:pt x="284455" y="89804"/>
                  <a:pt x="282837" y="87449"/>
                  <a:pt x="281757" y="84588"/>
                </a:cubicBezTo>
                <a:cubicBezTo>
                  <a:pt x="280678" y="81728"/>
                  <a:pt x="280139" y="78338"/>
                  <a:pt x="280139" y="74419"/>
                </a:cubicBezTo>
                <a:cubicBezTo>
                  <a:pt x="280139" y="71399"/>
                  <a:pt x="280420" y="68166"/>
                  <a:pt x="280982" y="64721"/>
                </a:cubicBezTo>
                <a:cubicBezTo>
                  <a:pt x="281544" y="61274"/>
                  <a:pt x="282454" y="57872"/>
                  <a:pt x="283713" y="54515"/>
                </a:cubicBezTo>
                <a:cubicBezTo>
                  <a:pt x="284972" y="51158"/>
                  <a:pt x="286591" y="47948"/>
                  <a:pt x="288570" y="44885"/>
                </a:cubicBezTo>
                <a:cubicBezTo>
                  <a:pt x="290548" y="41821"/>
                  <a:pt x="292943" y="39130"/>
                  <a:pt x="295753" y="36810"/>
                </a:cubicBezTo>
                <a:cubicBezTo>
                  <a:pt x="298563" y="34488"/>
                  <a:pt x="301812" y="32629"/>
                  <a:pt x="305499" y="31233"/>
                </a:cubicBezTo>
                <a:cubicBezTo>
                  <a:pt x="309186" y="29836"/>
                  <a:pt x="313391" y="29138"/>
                  <a:pt x="318112" y="29138"/>
                </a:cubicBezTo>
                <a:cubicBezTo>
                  <a:pt x="322204" y="29138"/>
                  <a:pt x="325722" y="29622"/>
                  <a:pt x="328668" y="30590"/>
                </a:cubicBezTo>
                <a:cubicBezTo>
                  <a:pt x="331613" y="31558"/>
                  <a:pt x="334030" y="32842"/>
                  <a:pt x="335918" y="34441"/>
                </a:cubicBezTo>
                <a:cubicBezTo>
                  <a:pt x="337807" y="36040"/>
                  <a:pt x="339212" y="37864"/>
                  <a:pt x="340134" y="39915"/>
                </a:cubicBezTo>
                <a:cubicBezTo>
                  <a:pt x="341056" y="41965"/>
                  <a:pt x="341517" y="44070"/>
                  <a:pt x="341517" y="46232"/>
                </a:cubicBezTo>
                <a:moveTo>
                  <a:pt x="324857" y="47524"/>
                </a:moveTo>
                <a:cubicBezTo>
                  <a:pt x="324857" y="45733"/>
                  <a:pt x="324149" y="44245"/>
                  <a:pt x="322732" y="43059"/>
                </a:cubicBezTo>
                <a:cubicBezTo>
                  <a:pt x="321316" y="41872"/>
                  <a:pt x="319259" y="41278"/>
                  <a:pt x="316561" y="41278"/>
                </a:cubicBezTo>
                <a:cubicBezTo>
                  <a:pt x="314312" y="41278"/>
                  <a:pt x="312300" y="41682"/>
                  <a:pt x="310524" y="42488"/>
                </a:cubicBezTo>
                <a:cubicBezTo>
                  <a:pt x="308748" y="43293"/>
                  <a:pt x="307185" y="44379"/>
                  <a:pt x="305836" y="45745"/>
                </a:cubicBezTo>
                <a:cubicBezTo>
                  <a:pt x="304487" y="47109"/>
                  <a:pt x="303330" y="48721"/>
                  <a:pt x="302363" y="50580"/>
                </a:cubicBezTo>
                <a:cubicBezTo>
                  <a:pt x="301396" y="52437"/>
                  <a:pt x="300620" y="54418"/>
                  <a:pt x="300036" y="56522"/>
                </a:cubicBezTo>
                <a:lnTo>
                  <a:pt x="305702" y="56522"/>
                </a:lnTo>
                <a:cubicBezTo>
                  <a:pt x="309299" y="56522"/>
                  <a:pt x="312311" y="56287"/>
                  <a:pt x="314740" y="55818"/>
                </a:cubicBezTo>
                <a:cubicBezTo>
                  <a:pt x="317168" y="55347"/>
                  <a:pt x="319124" y="54709"/>
                  <a:pt x="320608" y="53904"/>
                </a:cubicBezTo>
                <a:cubicBezTo>
                  <a:pt x="322091" y="53097"/>
                  <a:pt x="323171" y="52146"/>
                  <a:pt x="323845" y="51050"/>
                </a:cubicBezTo>
                <a:cubicBezTo>
                  <a:pt x="324520" y="49952"/>
                  <a:pt x="324857" y="48777"/>
                  <a:pt x="324857" y="47524"/>
                </a:cubicBezTo>
                <a:close/>
                <a:moveTo>
                  <a:pt x="410950" y="46423"/>
                </a:moveTo>
                <a:cubicBezTo>
                  <a:pt x="410950" y="47999"/>
                  <a:pt x="410849" y="49574"/>
                  <a:pt x="410647" y="51149"/>
                </a:cubicBezTo>
                <a:cubicBezTo>
                  <a:pt x="410445" y="52724"/>
                  <a:pt x="410186" y="54344"/>
                  <a:pt x="409871" y="56009"/>
                </a:cubicBezTo>
                <a:lnTo>
                  <a:pt x="402384" y="93213"/>
                </a:lnTo>
                <a:cubicBezTo>
                  <a:pt x="402295" y="93663"/>
                  <a:pt x="402081" y="94056"/>
                  <a:pt x="401744" y="94394"/>
                </a:cubicBezTo>
                <a:cubicBezTo>
                  <a:pt x="401406" y="94731"/>
                  <a:pt x="400889" y="95012"/>
                  <a:pt x="400192" y="95237"/>
                </a:cubicBezTo>
                <a:cubicBezTo>
                  <a:pt x="399495" y="95462"/>
                  <a:pt x="398596" y="95630"/>
                  <a:pt x="397494" y="95743"/>
                </a:cubicBezTo>
                <a:cubicBezTo>
                  <a:pt x="396393" y="95855"/>
                  <a:pt x="395010" y="95911"/>
                  <a:pt x="393346" y="95911"/>
                </a:cubicBezTo>
                <a:cubicBezTo>
                  <a:pt x="391683" y="95911"/>
                  <a:pt x="390323" y="95855"/>
                  <a:pt x="389266" y="95743"/>
                </a:cubicBezTo>
                <a:cubicBezTo>
                  <a:pt x="388209" y="95630"/>
                  <a:pt x="387389" y="95462"/>
                  <a:pt x="386804" y="95237"/>
                </a:cubicBezTo>
                <a:cubicBezTo>
                  <a:pt x="386219" y="95012"/>
                  <a:pt x="385826" y="94731"/>
                  <a:pt x="385624" y="94394"/>
                </a:cubicBezTo>
                <a:cubicBezTo>
                  <a:pt x="385421" y="94056"/>
                  <a:pt x="385365" y="93663"/>
                  <a:pt x="385455" y="93213"/>
                </a:cubicBezTo>
                <a:lnTo>
                  <a:pt x="392739" y="57129"/>
                </a:lnTo>
                <a:cubicBezTo>
                  <a:pt x="392964" y="56044"/>
                  <a:pt x="393133" y="54937"/>
                  <a:pt x="393245" y="53807"/>
                </a:cubicBezTo>
                <a:cubicBezTo>
                  <a:pt x="393358" y="52677"/>
                  <a:pt x="393414" y="51683"/>
                  <a:pt x="393414" y="50824"/>
                </a:cubicBezTo>
                <a:cubicBezTo>
                  <a:pt x="393414" y="48790"/>
                  <a:pt x="392987" y="47117"/>
                  <a:pt x="392132" y="45808"/>
                </a:cubicBezTo>
                <a:cubicBezTo>
                  <a:pt x="391278" y="44497"/>
                  <a:pt x="389839" y="43841"/>
                  <a:pt x="387816" y="43841"/>
                </a:cubicBezTo>
                <a:cubicBezTo>
                  <a:pt x="385972" y="43841"/>
                  <a:pt x="384050" y="44428"/>
                  <a:pt x="382049" y="45601"/>
                </a:cubicBezTo>
                <a:cubicBezTo>
                  <a:pt x="380048" y="46773"/>
                  <a:pt x="378159" y="48363"/>
                  <a:pt x="376383" y="50371"/>
                </a:cubicBezTo>
                <a:cubicBezTo>
                  <a:pt x="374607" y="52378"/>
                  <a:pt x="373022" y="54723"/>
                  <a:pt x="371628" y="57407"/>
                </a:cubicBezTo>
                <a:cubicBezTo>
                  <a:pt x="370234" y="60089"/>
                  <a:pt x="369245" y="62942"/>
                  <a:pt x="368660" y="65964"/>
                </a:cubicBezTo>
                <a:lnTo>
                  <a:pt x="363197" y="93213"/>
                </a:lnTo>
                <a:cubicBezTo>
                  <a:pt x="363107" y="93663"/>
                  <a:pt x="362894" y="94056"/>
                  <a:pt x="362556" y="94394"/>
                </a:cubicBezTo>
                <a:cubicBezTo>
                  <a:pt x="362219" y="94731"/>
                  <a:pt x="361702" y="95012"/>
                  <a:pt x="361005" y="95237"/>
                </a:cubicBezTo>
                <a:cubicBezTo>
                  <a:pt x="360308" y="95462"/>
                  <a:pt x="359398" y="95630"/>
                  <a:pt x="358273" y="95743"/>
                </a:cubicBezTo>
                <a:cubicBezTo>
                  <a:pt x="357149" y="95855"/>
                  <a:pt x="355778" y="95911"/>
                  <a:pt x="354159" y="95911"/>
                </a:cubicBezTo>
                <a:cubicBezTo>
                  <a:pt x="352495" y="95911"/>
                  <a:pt x="351135" y="95855"/>
                  <a:pt x="350078" y="95743"/>
                </a:cubicBezTo>
                <a:cubicBezTo>
                  <a:pt x="349022" y="95630"/>
                  <a:pt x="348190" y="95462"/>
                  <a:pt x="347583" y="95237"/>
                </a:cubicBezTo>
                <a:cubicBezTo>
                  <a:pt x="346976" y="95012"/>
                  <a:pt x="346582" y="94731"/>
                  <a:pt x="346403" y="94394"/>
                </a:cubicBezTo>
                <a:cubicBezTo>
                  <a:pt x="346223" y="94056"/>
                  <a:pt x="346178" y="93663"/>
                  <a:pt x="346268" y="93213"/>
                </a:cubicBezTo>
                <a:lnTo>
                  <a:pt x="358341" y="32982"/>
                </a:lnTo>
                <a:cubicBezTo>
                  <a:pt x="358431" y="32532"/>
                  <a:pt x="358622" y="32139"/>
                  <a:pt x="358914" y="31802"/>
                </a:cubicBezTo>
                <a:cubicBezTo>
                  <a:pt x="359206" y="31465"/>
                  <a:pt x="359656" y="31195"/>
                  <a:pt x="360263" y="30992"/>
                </a:cubicBezTo>
                <a:cubicBezTo>
                  <a:pt x="360870" y="30790"/>
                  <a:pt x="361657" y="30633"/>
                  <a:pt x="362624" y="30520"/>
                </a:cubicBezTo>
                <a:cubicBezTo>
                  <a:pt x="363591" y="30408"/>
                  <a:pt x="364748" y="30352"/>
                  <a:pt x="366097" y="30352"/>
                </a:cubicBezTo>
                <a:cubicBezTo>
                  <a:pt x="367491" y="30352"/>
                  <a:pt x="368627" y="30408"/>
                  <a:pt x="369504" y="30520"/>
                </a:cubicBezTo>
                <a:cubicBezTo>
                  <a:pt x="370380" y="30633"/>
                  <a:pt x="371066" y="30790"/>
                  <a:pt x="371561" y="30992"/>
                </a:cubicBezTo>
                <a:cubicBezTo>
                  <a:pt x="372055" y="31195"/>
                  <a:pt x="372381" y="31465"/>
                  <a:pt x="372539" y="31802"/>
                </a:cubicBezTo>
                <a:cubicBezTo>
                  <a:pt x="372696" y="32139"/>
                  <a:pt x="372730" y="32532"/>
                  <a:pt x="372640" y="32982"/>
                </a:cubicBezTo>
                <a:lnTo>
                  <a:pt x="370684" y="42897"/>
                </a:lnTo>
                <a:cubicBezTo>
                  <a:pt x="371628" y="41315"/>
                  <a:pt x="372887" y="39700"/>
                  <a:pt x="374461" y="38051"/>
                </a:cubicBezTo>
                <a:cubicBezTo>
                  <a:pt x="376035" y="36402"/>
                  <a:pt x="377845" y="34922"/>
                  <a:pt x="379891" y="33612"/>
                </a:cubicBezTo>
                <a:cubicBezTo>
                  <a:pt x="381936" y="32301"/>
                  <a:pt x="384162" y="31228"/>
                  <a:pt x="386568" y="30392"/>
                </a:cubicBezTo>
                <a:cubicBezTo>
                  <a:pt x="388974" y="29556"/>
                  <a:pt x="391480" y="29138"/>
                  <a:pt x="394088" y="29138"/>
                </a:cubicBezTo>
                <a:cubicBezTo>
                  <a:pt x="397236" y="29138"/>
                  <a:pt x="399878" y="29599"/>
                  <a:pt x="402014" y="30522"/>
                </a:cubicBezTo>
                <a:cubicBezTo>
                  <a:pt x="404149" y="31444"/>
                  <a:pt x="405881" y="32693"/>
                  <a:pt x="407207" y="34270"/>
                </a:cubicBezTo>
                <a:cubicBezTo>
                  <a:pt x="408534" y="35845"/>
                  <a:pt x="409489" y="37680"/>
                  <a:pt x="410074" y="39773"/>
                </a:cubicBezTo>
                <a:cubicBezTo>
                  <a:pt x="410658" y="41866"/>
                  <a:pt x="410950" y="44082"/>
                  <a:pt x="410950" y="46423"/>
                </a:cubicBezTo>
                <a:close/>
                <a:moveTo>
                  <a:pt x="464963" y="33657"/>
                </a:moveTo>
                <a:cubicBezTo>
                  <a:pt x="464963" y="34106"/>
                  <a:pt x="464918" y="34680"/>
                  <a:pt x="464828" y="35377"/>
                </a:cubicBezTo>
                <a:cubicBezTo>
                  <a:pt x="464738" y="36074"/>
                  <a:pt x="464614" y="36827"/>
                  <a:pt x="464457" y="37636"/>
                </a:cubicBezTo>
                <a:cubicBezTo>
                  <a:pt x="464299" y="38445"/>
                  <a:pt x="464086" y="39255"/>
                  <a:pt x="463816" y="40064"/>
                </a:cubicBezTo>
                <a:cubicBezTo>
                  <a:pt x="463546" y="40874"/>
                  <a:pt x="463243" y="41604"/>
                  <a:pt x="462905" y="42256"/>
                </a:cubicBezTo>
                <a:cubicBezTo>
                  <a:pt x="462568" y="42908"/>
                  <a:pt x="462186" y="43448"/>
                  <a:pt x="461759" y="43875"/>
                </a:cubicBezTo>
                <a:cubicBezTo>
                  <a:pt x="461332" y="44302"/>
                  <a:pt x="460871" y="44516"/>
                  <a:pt x="460376" y="44516"/>
                </a:cubicBezTo>
                <a:lnTo>
                  <a:pt x="447224" y="44516"/>
                </a:lnTo>
                <a:lnTo>
                  <a:pt x="441558" y="72777"/>
                </a:lnTo>
                <a:cubicBezTo>
                  <a:pt x="441423" y="73447"/>
                  <a:pt x="441299" y="74240"/>
                  <a:pt x="441187" y="75156"/>
                </a:cubicBezTo>
                <a:cubicBezTo>
                  <a:pt x="441075" y="76071"/>
                  <a:pt x="441018" y="76819"/>
                  <a:pt x="441018" y="77399"/>
                </a:cubicBezTo>
                <a:cubicBezTo>
                  <a:pt x="441018" y="79185"/>
                  <a:pt x="441446" y="80491"/>
                  <a:pt x="442300" y="81317"/>
                </a:cubicBezTo>
                <a:cubicBezTo>
                  <a:pt x="443154" y="82143"/>
                  <a:pt x="444503" y="82557"/>
                  <a:pt x="446347" y="82557"/>
                </a:cubicBezTo>
                <a:cubicBezTo>
                  <a:pt x="447426" y="82557"/>
                  <a:pt x="448348" y="82478"/>
                  <a:pt x="449112" y="82320"/>
                </a:cubicBezTo>
                <a:cubicBezTo>
                  <a:pt x="449877" y="82163"/>
                  <a:pt x="450540" y="81983"/>
                  <a:pt x="451102" y="81781"/>
                </a:cubicBezTo>
                <a:cubicBezTo>
                  <a:pt x="451664" y="81579"/>
                  <a:pt x="452147" y="81399"/>
                  <a:pt x="452552" y="81241"/>
                </a:cubicBezTo>
                <a:cubicBezTo>
                  <a:pt x="452957" y="81084"/>
                  <a:pt x="453339" y="81005"/>
                  <a:pt x="453699" y="81005"/>
                </a:cubicBezTo>
                <a:cubicBezTo>
                  <a:pt x="454058" y="81005"/>
                  <a:pt x="454362" y="81174"/>
                  <a:pt x="454609" y="81511"/>
                </a:cubicBezTo>
                <a:cubicBezTo>
                  <a:pt x="454857" y="81848"/>
                  <a:pt x="454980" y="82400"/>
                  <a:pt x="454980" y="83166"/>
                </a:cubicBezTo>
                <a:cubicBezTo>
                  <a:pt x="454980" y="84024"/>
                  <a:pt x="454890" y="84996"/>
                  <a:pt x="454710" y="86081"/>
                </a:cubicBezTo>
                <a:cubicBezTo>
                  <a:pt x="454531" y="87166"/>
                  <a:pt x="454295" y="88216"/>
                  <a:pt x="454002" y="89232"/>
                </a:cubicBezTo>
                <a:cubicBezTo>
                  <a:pt x="453710" y="90248"/>
                  <a:pt x="453384" y="91174"/>
                  <a:pt x="453024" y="92010"/>
                </a:cubicBezTo>
                <a:cubicBezTo>
                  <a:pt x="452665" y="92846"/>
                  <a:pt x="452282" y="93467"/>
                  <a:pt x="451878" y="93873"/>
                </a:cubicBezTo>
                <a:cubicBezTo>
                  <a:pt x="451473" y="94281"/>
                  <a:pt x="450866" y="94665"/>
                  <a:pt x="450057" y="95026"/>
                </a:cubicBezTo>
                <a:cubicBezTo>
                  <a:pt x="449247" y="95387"/>
                  <a:pt x="448292" y="95703"/>
                  <a:pt x="447190" y="95975"/>
                </a:cubicBezTo>
                <a:cubicBezTo>
                  <a:pt x="446088" y="96246"/>
                  <a:pt x="444908" y="96460"/>
                  <a:pt x="443649" y="96617"/>
                </a:cubicBezTo>
                <a:cubicBezTo>
                  <a:pt x="442390" y="96776"/>
                  <a:pt x="441131" y="96856"/>
                  <a:pt x="439872" y="96856"/>
                </a:cubicBezTo>
                <a:cubicBezTo>
                  <a:pt x="437174" y="96856"/>
                  <a:pt x="434802" y="96575"/>
                  <a:pt x="432756" y="96012"/>
                </a:cubicBezTo>
                <a:cubicBezTo>
                  <a:pt x="430710" y="95450"/>
                  <a:pt x="428990" y="94562"/>
                  <a:pt x="427596" y="93348"/>
                </a:cubicBezTo>
                <a:cubicBezTo>
                  <a:pt x="426202" y="92134"/>
                  <a:pt x="425157" y="90583"/>
                  <a:pt x="424460" y="88694"/>
                </a:cubicBezTo>
                <a:cubicBezTo>
                  <a:pt x="423763" y="86806"/>
                  <a:pt x="423414" y="84513"/>
                  <a:pt x="423414" y="81815"/>
                </a:cubicBezTo>
                <a:cubicBezTo>
                  <a:pt x="423414" y="81320"/>
                  <a:pt x="423437" y="80747"/>
                  <a:pt x="423482" y="80095"/>
                </a:cubicBezTo>
                <a:cubicBezTo>
                  <a:pt x="423527" y="79443"/>
                  <a:pt x="423606" y="78757"/>
                  <a:pt x="423718" y="78038"/>
                </a:cubicBezTo>
                <a:cubicBezTo>
                  <a:pt x="423830" y="77318"/>
                  <a:pt x="423943" y="76587"/>
                  <a:pt x="424055" y="75845"/>
                </a:cubicBezTo>
                <a:cubicBezTo>
                  <a:pt x="424168" y="75104"/>
                  <a:pt x="424291" y="74440"/>
                  <a:pt x="424426" y="73856"/>
                </a:cubicBezTo>
                <a:lnTo>
                  <a:pt x="430294" y="44516"/>
                </a:lnTo>
                <a:lnTo>
                  <a:pt x="423010" y="44516"/>
                </a:lnTo>
                <a:cubicBezTo>
                  <a:pt x="422425" y="44516"/>
                  <a:pt x="421998" y="44325"/>
                  <a:pt x="421728" y="43942"/>
                </a:cubicBezTo>
                <a:cubicBezTo>
                  <a:pt x="421458" y="43560"/>
                  <a:pt x="421324" y="42830"/>
                  <a:pt x="421324" y="41750"/>
                </a:cubicBezTo>
                <a:cubicBezTo>
                  <a:pt x="421324" y="40986"/>
                  <a:pt x="421402" y="39986"/>
                  <a:pt x="421560" y="38749"/>
                </a:cubicBezTo>
                <a:cubicBezTo>
                  <a:pt x="421717" y="37512"/>
                  <a:pt x="421976" y="36298"/>
                  <a:pt x="422335" y="35107"/>
                </a:cubicBezTo>
                <a:cubicBezTo>
                  <a:pt x="422695" y="33915"/>
                  <a:pt x="423167" y="32892"/>
                  <a:pt x="423752" y="32038"/>
                </a:cubicBezTo>
                <a:cubicBezTo>
                  <a:pt x="424336" y="31184"/>
                  <a:pt x="425033" y="30756"/>
                  <a:pt x="425843" y="30756"/>
                </a:cubicBezTo>
                <a:lnTo>
                  <a:pt x="433060" y="30756"/>
                </a:lnTo>
                <a:lnTo>
                  <a:pt x="435758" y="17279"/>
                </a:lnTo>
                <a:cubicBezTo>
                  <a:pt x="435847" y="16828"/>
                  <a:pt x="436061" y="16422"/>
                  <a:pt x="436398" y="16061"/>
                </a:cubicBezTo>
                <a:cubicBezTo>
                  <a:pt x="436736" y="15699"/>
                  <a:pt x="437253" y="15394"/>
                  <a:pt x="437950" y="15146"/>
                </a:cubicBezTo>
                <a:cubicBezTo>
                  <a:pt x="438647" y="14898"/>
                  <a:pt x="439546" y="14717"/>
                  <a:pt x="440647" y="14605"/>
                </a:cubicBezTo>
                <a:cubicBezTo>
                  <a:pt x="441749" y="14491"/>
                  <a:pt x="443132" y="14434"/>
                  <a:pt x="444796" y="14434"/>
                </a:cubicBezTo>
                <a:cubicBezTo>
                  <a:pt x="446414" y="14434"/>
                  <a:pt x="447763" y="14491"/>
                  <a:pt x="448842" y="14605"/>
                </a:cubicBezTo>
                <a:cubicBezTo>
                  <a:pt x="449922" y="14717"/>
                  <a:pt x="450753" y="14898"/>
                  <a:pt x="451338" y="15146"/>
                </a:cubicBezTo>
                <a:cubicBezTo>
                  <a:pt x="451923" y="15394"/>
                  <a:pt x="452316" y="15699"/>
                  <a:pt x="452518" y="16061"/>
                </a:cubicBezTo>
                <a:cubicBezTo>
                  <a:pt x="452721" y="16422"/>
                  <a:pt x="452777" y="16828"/>
                  <a:pt x="452687" y="17279"/>
                </a:cubicBezTo>
                <a:lnTo>
                  <a:pt x="449989" y="30756"/>
                </a:lnTo>
                <a:lnTo>
                  <a:pt x="463007" y="30756"/>
                </a:lnTo>
                <a:cubicBezTo>
                  <a:pt x="463771" y="30756"/>
                  <a:pt x="464288" y="31004"/>
                  <a:pt x="464558" y="31498"/>
                </a:cubicBezTo>
                <a:cubicBezTo>
                  <a:pt x="464828" y="31993"/>
                  <a:pt x="464963" y="32712"/>
                  <a:pt x="464963" y="33657"/>
                </a:cubicBezTo>
                <a:close/>
                <a:moveTo>
                  <a:pt x="652981" y="112234"/>
                </a:moveTo>
                <a:cubicBezTo>
                  <a:pt x="652981" y="114482"/>
                  <a:pt x="652778" y="116056"/>
                  <a:pt x="652374" y="116955"/>
                </a:cubicBezTo>
                <a:cubicBezTo>
                  <a:pt x="651969" y="117854"/>
                  <a:pt x="651385" y="118304"/>
                  <a:pt x="650620" y="118304"/>
                </a:cubicBezTo>
                <a:lnTo>
                  <a:pt x="629779" y="118304"/>
                </a:lnTo>
                <a:cubicBezTo>
                  <a:pt x="629014" y="118304"/>
                  <a:pt x="628317" y="118192"/>
                  <a:pt x="627688" y="117967"/>
                </a:cubicBezTo>
                <a:cubicBezTo>
                  <a:pt x="627058" y="117742"/>
                  <a:pt x="626519" y="117404"/>
                  <a:pt x="626069" y="116953"/>
                </a:cubicBezTo>
                <a:cubicBezTo>
                  <a:pt x="625619" y="116503"/>
                  <a:pt x="625260" y="115919"/>
                  <a:pt x="624990" y="115199"/>
                </a:cubicBezTo>
                <a:cubicBezTo>
                  <a:pt x="624720" y="114480"/>
                  <a:pt x="624585" y="113625"/>
                  <a:pt x="624585" y="112634"/>
                </a:cubicBezTo>
                <a:lnTo>
                  <a:pt x="624585" y="5602"/>
                </a:lnTo>
                <a:cubicBezTo>
                  <a:pt x="624585" y="4657"/>
                  <a:pt x="624720" y="3824"/>
                  <a:pt x="624990" y="3105"/>
                </a:cubicBezTo>
                <a:cubicBezTo>
                  <a:pt x="625260" y="2385"/>
                  <a:pt x="625619" y="1789"/>
                  <a:pt x="626069" y="1317"/>
                </a:cubicBezTo>
                <a:cubicBezTo>
                  <a:pt x="626519" y="844"/>
                  <a:pt x="627058" y="506"/>
                  <a:pt x="627688" y="304"/>
                </a:cubicBezTo>
                <a:cubicBezTo>
                  <a:pt x="628317" y="101"/>
                  <a:pt x="629014" y="0"/>
                  <a:pt x="629779" y="0"/>
                </a:cubicBezTo>
                <a:lnTo>
                  <a:pt x="650620" y="0"/>
                </a:lnTo>
                <a:cubicBezTo>
                  <a:pt x="650980" y="0"/>
                  <a:pt x="651317" y="101"/>
                  <a:pt x="651632" y="304"/>
                </a:cubicBezTo>
                <a:cubicBezTo>
                  <a:pt x="651947" y="506"/>
                  <a:pt x="652205" y="843"/>
                  <a:pt x="652408" y="1315"/>
                </a:cubicBezTo>
                <a:cubicBezTo>
                  <a:pt x="652610" y="1787"/>
                  <a:pt x="652756" y="2406"/>
                  <a:pt x="652846" y="3170"/>
                </a:cubicBezTo>
                <a:cubicBezTo>
                  <a:pt x="652936" y="3934"/>
                  <a:pt x="652981" y="4901"/>
                  <a:pt x="652981" y="6070"/>
                </a:cubicBezTo>
                <a:cubicBezTo>
                  <a:pt x="652981" y="8364"/>
                  <a:pt x="652778" y="9949"/>
                  <a:pt x="652374" y="10825"/>
                </a:cubicBezTo>
                <a:cubicBezTo>
                  <a:pt x="651969" y="11702"/>
                  <a:pt x="651385" y="12141"/>
                  <a:pt x="650620" y="12141"/>
                </a:cubicBezTo>
                <a:lnTo>
                  <a:pt x="640435" y="12141"/>
                </a:lnTo>
                <a:lnTo>
                  <a:pt x="640435" y="106163"/>
                </a:lnTo>
                <a:lnTo>
                  <a:pt x="650620" y="106163"/>
                </a:lnTo>
                <a:cubicBezTo>
                  <a:pt x="650980" y="106163"/>
                  <a:pt x="651317" y="106253"/>
                  <a:pt x="651632" y="106433"/>
                </a:cubicBezTo>
                <a:cubicBezTo>
                  <a:pt x="651947" y="106613"/>
                  <a:pt x="652205" y="106950"/>
                  <a:pt x="652408" y="107445"/>
                </a:cubicBezTo>
                <a:cubicBezTo>
                  <a:pt x="652610" y="107940"/>
                  <a:pt x="652756" y="108569"/>
                  <a:pt x="652846" y="109333"/>
                </a:cubicBezTo>
                <a:cubicBezTo>
                  <a:pt x="652936" y="110098"/>
                  <a:pt x="652981" y="111065"/>
                  <a:pt x="652981" y="112234"/>
                </a:cubicBezTo>
                <a:close/>
                <a:moveTo>
                  <a:pt x="686274" y="85963"/>
                </a:moveTo>
                <a:cubicBezTo>
                  <a:pt x="686274" y="90067"/>
                  <a:pt x="685577" y="92819"/>
                  <a:pt x="684183" y="94219"/>
                </a:cubicBezTo>
                <a:cubicBezTo>
                  <a:pt x="682789" y="95617"/>
                  <a:pt x="680293" y="96316"/>
                  <a:pt x="676696" y="96316"/>
                </a:cubicBezTo>
                <a:cubicBezTo>
                  <a:pt x="673144" y="96316"/>
                  <a:pt x="670682" y="95628"/>
                  <a:pt x="669310" y="94252"/>
                </a:cubicBezTo>
                <a:cubicBezTo>
                  <a:pt x="667939" y="92877"/>
                  <a:pt x="667253" y="90226"/>
                  <a:pt x="667253" y="86300"/>
                </a:cubicBezTo>
                <a:cubicBezTo>
                  <a:pt x="667253" y="82195"/>
                  <a:pt x="667950" y="79444"/>
                  <a:pt x="669344" y="78046"/>
                </a:cubicBezTo>
                <a:cubicBezTo>
                  <a:pt x="670738" y="76646"/>
                  <a:pt x="673234" y="75947"/>
                  <a:pt x="676831" y="75947"/>
                </a:cubicBezTo>
                <a:cubicBezTo>
                  <a:pt x="680383" y="75947"/>
                  <a:pt x="682845" y="76634"/>
                  <a:pt x="684216" y="78010"/>
                </a:cubicBezTo>
                <a:cubicBezTo>
                  <a:pt x="685588" y="79386"/>
                  <a:pt x="686274" y="82037"/>
                  <a:pt x="686274" y="85963"/>
                </a:cubicBezTo>
                <a:moveTo>
                  <a:pt x="717570" y="85963"/>
                </a:moveTo>
                <a:cubicBezTo>
                  <a:pt x="717570" y="90067"/>
                  <a:pt x="716861" y="92819"/>
                  <a:pt x="715445" y="94219"/>
                </a:cubicBezTo>
                <a:cubicBezTo>
                  <a:pt x="714029" y="95617"/>
                  <a:pt x="711544" y="96316"/>
                  <a:pt x="707992" y="96316"/>
                </a:cubicBezTo>
                <a:cubicBezTo>
                  <a:pt x="704395" y="96316"/>
                  <a:pt x="701910" y="95628"/>
                  <a:pt x="700539" y="94252"/>
                </a:cubicBezTo>
                <a:cubicBezTo>
                  <a:pt x="699167" y="92877"/>
                  <a:pt x="698482" y="90226"/>
                  <a:pt x="698482" y="86300"/>
                </a:cubicBezTo>
                <a:cubicBezTo>
                  <a:pt x="698482" y="82195"/>
                  <a:pt x="699179" y="79444"/>
                  <a:pt x="700573" y="78046"/>
                </a:cubicBezTo>
                <a:cubicBezTo>
                  <a:pt x="701967" y="76646"/>
                  <a:pt x="704462" y="75947"/>
                  <a:pt x="708059" y="75947"/>
                </a:cubicBezTo>
                <a:cubicBezTo>
                  <a:pt x="711612" y="75947"/>
                  <a:pt x="714085" y="76634"/>
                  <a:pt x="715479" y="78010"/>
                </a:cubicBezTo>
                <a:cubicBezTo>
                  <a:pt x="716873" y="79386"/>
                  <a:pt x="717570" y="82037"/>
                  <a:pt x="717570" y="85963"/>
                </a:cubicBezTo>
                <a:moveTo>
                  <a:pt x="748798" y="85963"/>
                </a:moveTo>
                <a:cubicBezTo>
                  <a:pt x="748798" y="90067"/>
                  <a:pt x="748101" y="92819"/>
                  <a:pt x="746707" y="94219"/>
                </a:cubicBezTo>
                <a:cubicBezTo>
                  <a:pt x="745313" y="95617"/>
                  <a:pt x="742818" y="96316"/>
                  <a:pt x="739220" y="96316"/>
                </a:cubicBezTo>
                <a:cubicBezTo>
                  <a:pt x="735668" y="96316"/>
                  <a:pt x="733206" y="95628"/>
                  <a:pt x="731835" y="94252"/>
                </a:cubicBezTo>
                <a:cubicBezTo>
                  <a:pt x="730463" y="92877"/>
                  <a:pt x="729778" y="90226"/>
                  <a:pt x="729778" y="86300"/>
                </a:cubicBezTo>
                <a:cubicBezTo>
                  <a:pt x="729778" y="82195"/>
                  <a:pt x="730475" y="79444"/>
                  <a:pt x="731869" y="78046"/>
                </a:cubicBezTo>
                <a:cubicBezTo>
                  <a:pt x="733263" y="76646"/>
                  <a:pt x="735736" y="75947"/>
                  <a:pt x="739288" y="75947"/>
                </a:cubicBezTo>
                <a:cubicBezTo>
                  <a:pt x="742885" y="75947"/>
                  <a:pt x="745369" y="76634"/>
                  <a:pt x="746741" y="78010"/>
                </a:cubicBezTo>
                <a:cubicBezTo>
                  <a:pt x="748112" y="79386"/>
                  <a:pt x="748798" y="82037"/>
                  <a:pt x="748798" y="85963"/>
                </a:cubicBezTo>
                <a:close/>
                <a:moveTo>
                  <a:pt x="791501" y="112634"/>
                </a:moveTo>
                <a:cubicBezTo>
                  <a:pt x="791501" y="113625"/>
                  <a:pt x="791355" y="114480"/>
                  <a:pt x="791062" y="115199"/>
                </a:cubicBezTo>
                <a:cubicBezTo>
                  <a:pt x="790770" y="115919"/>
                  <a:pt x="790399" y="116503"/>
                  <a:pt x="789949" y="116953"/>
                </a:cubicBezTo>
                <a:cubicBezTo>
                  <a:pt x="789500" y="117404"/>
                  <a:pt x="788960" y="117742"/>
                  <a:pt x="788331" y="117967"/>
                </a:cubicBezTo>
                <a:cubicBezTo>
                  <a:pt x="787701" y="118192"/>
                  <a:pt x="787004" y="118304"/>
                  <a:pt x="786240" y="118304"/>
                </a:cubicBezTo>
                <a:lnTo>
                  <a:pt x="765331" y="118304"/>
                </a:lnTo>
                <a:cubicBezTo>
                  <a:pt x="764566" y="118304"/>
                  <a:pt x="763982" y="117854"/>
                  <a:pt x="763577" y="116955"/>
                </a:cubicBezTo>
                <a:cubicBezTo>
                  <a:pt x="763173" y="116056"/>
                  <a:pt x="762970" y="114482"/>
                  <a:pt x="762970" y="112234"/>
                </a:cubicBezTo>
                <a:cubicBezTo>
                  <a:pt x="762970" y="111065"/>
                  <a:pt x="763026" y="110098"/>
                  <a:pt x="763139" y="109333"/>
                </a:cubicBezTo>
                <a:cubicBezTo>
                  <a:pt x="763251" y="108569"/>
                  <a:pt x="763409" y="107940"/>
                  <a:pt x="763611" y="107445"/>
                </a:cubicBezTo>
                <a:cubicBezTo>
                  <a:pt x="763813" y="106950"/>
                  <a:pt x="764061" y="106613"/>
                  <a:pt x="764353" y="106433"/>
                </a:cubicBezTo>
                <a:cubicBezTo>
                  <a:pt x="764645" y="106253"/>
                  <a:pt x="764971" y="106163"/>
                  <a:pt x="765331" y="106163"/>
                </a:cubicBezTo>
                <a:lnTo>
                  <a:pt x="775583" y="106163"/>
                </a:lnTo>
                <a:lnTo>
                  <a:pt x="775583" y="12141"/>
                </a:lnTo>
                <a:lnTo>
                  <a:pt x="765331" y="12141"/>
                </a:lnTo>
                <a:cubicBezTo>
                  <a:pt x="764566" y="12141"/>
                  <a:pt x="763982" y="11702"/>
                  <a:pt x="763577" y="10825"/>
                </a:cubicBezTo>
                <a:cubicBezTo>
                  <a:pt x="763173" y="9949"/>
                  <a:pt x="762970" y="8364"/>
                  <a:pt x="762970" y="6070"/>
                </a:cubicBezTo>
                <a:cubicBezTo>
                  <a:pt x="762970" y="4901"/>
                  <a:pt x="763026" y="3934"/>
                  <a:pt x="763139" y="3170"/>
                </a:cubicBezTo>
                <a:cubicBezTo>
                  <a:pt x="763251" y="2406"/>
                  <a:pt x="763409" y="1787"/>
                  <a:pt x="763611" y="1315"/>
                </a:cubicBezTo>
                <a:cubicBezTo>
                  <a:pt x="763813" y="843"/>
                  <a:pt x="764061" y="506"/>
                  <a:pt x="764353" y="304"/>
                </a:cubicBezTo>
                <a:cubicBezTo>
                  <a:pt x="764645" y="101"/>
                  <a:pt x="764971" y="0"/>
                  <a:pt x="765331" y="0"/>
                </a:cubicBezTo>
                <a:lnTo>
                  <a:pt x="786240" y="0"/>
                </a:lnTo>
                <a:cubicBezTo>
                  <a:pt x="787004" y="0"/>
                  <a:pt x="787701" y="101"/>
                  <a:pt x="788331" y="304"/>
                </a:cubicBezTo>
                <a:cubicBezTo>
                  <a:pt x="788960" y="506"/>
                  <a:pt x="789500" y="844"/>
                  <a:pt x="789949" y="1317"/>
                </a:cubicBezTo>
                <a:cubicBezTo>
                  <a:pt x="790399" y="1789"/>
                  <a:pt x="790770" y="2385"/>
                  <a:pt x="791062" y="3105"/>
                </a:cubicBezTo>
                <a:cubicBezTo>
                  <a:pt x="791355" y="3824"/>
                  <a:pt x="791501" y="4657"/>
                  <a:pt x="791501" y="5602"/>
                </a:cubicBezTo>
                <a:lnTo>
                  <a:pt x="791501" y="1126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Deceptive">
            <a:extLst xmlns:a="http://schemas.openxmlformats.org/drawingml/2006/main">
              <a:ext uri="{FF2B5EF4-FFF2-40B4-BE49-F238E27FC236}">
                <a16:creationId xmlns:a16="http://schemas.microsoft.com/office/drawing/2014/main" id="{64336D7E-CF0A-47AB-A97D-B1F0BF7B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0860" y="1562034"/>
            <a:ext cx="558304" cy="116146"/>
          </a:xfrm>
          <a:custGeom xmlns:a="http://schemas.openxmlformats.org/drawingml/2006/main">
            <a:pathLst>
              <a:path w="558304" h="116146">
                <a:moveTo>
                  <a:pt x="81601" y="35882"/>
                </a:moveTo>
                <a:cubicBezTo>
                  <a:pt x="81601" y="38580"/>
                  <a:pt x="81432" y="41436"/>
                  <a:pt x="81095" y="44448"/>
                </a:cubicBezTo>
                <a:cubicBezTo>
                  <a:pt x="80758" y="47461"/>
                  <a:pt x="80196" y="50530"/>
                  <a:pt x="79409" y="53655"/>
                </a:cubicBezTo>
                <a:cubicBezTo>
                  <a:pt x="78622" y="56780"/>
                  <a:pt x="77565" y="59883"/>
                  <a:pt x="76239" y="62963"/>
                </a:cubicBezTo>
                <a:cubicBezTo>
                  <a:pt x="74912" y="66043"/>
                  <a:pt x="73260" y="68988"/>
                  <a:pt x="71281" y="71799"/>
                </a:cubicBezTo>
                <a:cubicBezTo>
                  <a:pt x="69303" y="74609"/>
                  <a:pt x="66954" y="77228"/>
                  <a:pt x="64233" y="79656"/>
                </a:cubicBezTo>
                <a:cubicBezTo>
                  <a:pt x="61513" y="82084"/>
                  <a:pt x="58376" y="84187"/>
                  <a:pt x="54824" y="85963"/>
                </a:cubicBezTo>
                <a:cubicBezTo>
                  <a:pt x="51272" y="87739"/>
                  <a:pt x="47270" y="89122"/>
                  <a:pt x="42818" y="90111"/>
                </a:cubicBezTo>
                <a:cubicBezTo>
                  <a:pt x="38367" y="91100"/>
                  <a:pt x="33061" y="91595"/>
                  <a:pt x="26901" y="91595"/>
                </a:cubicBezTo>
                <a:lnTo>
                  <a:pt x="4710" y="91595"/>
                </a:lnTo>
                <a:cubicBezTo>
                  <a:pt x="3991" y="91595"/>
                  <a:pt x="3305" y="91505"/>
                  <a:pt x="2653" y="91325"/>
                </a:cubicBezTo>
                <a:cubicBezTo>
                  <a:pt x="2001" y="91145"/>
                  <a:pt x="1461" y="90841"/>
                  <a:pt x="1034" y="90414"/>
                </a:cubicBezTo>
                <a:cubicBezTo>
                  <a:pt x="607" y="89987"/>
                  <a:pt x="315" y="89414"/>
                  <a:pt x="157" y="88694"/>
                </a:cubicBezTo>
                <a:cubicBezTo>
                  <a:pt x="0" y="87975"/>
                  <a:pt x="34" y="87076"/>
                  <a:pt x="259" y="85996"/>
                </a:cubicBezTo>
                <a:lnTo>
                  <a:pt x="15502" y="9915"/>
                </a:lnTo>
                <a:cubicBezTo>
                  <a:pt x="15862" y="7936"/>
                  <a:pt x="16648" y="6509"/>
                  <a:pt x="17863" y="5632"/>
                </a:cubicBezTo>
                <a:cubicBezTo>
                  <a:pt x="19077" y="4755"/>
                  <a:pt x="20515" y="4317"/>
                  <a:pt x="22179" y="4317"/>
                </a:cubicBezTo>
                <a:lnTo>
                  <a:pt x="43223" y="4317"/>
                </a:lnTo>
                <a:cubicBezTo>
                  <a:pt x="50148" y="4317"/>
                  <a:pt x="55937" y="4991"/>
                  <a:pt x="60591" y="6340"/>
                </a:cubicBezTo>
                <a:cubicBezTo>
                  <a:pt x="65245" y="7689"/>
                  <a:pt x="69134" y="9690"/>
                  <a:pt x="72259" y="12343"/>
                </a:cubicBezTo>
                <a:cubicBezTo>
                  <a:pt x="75385" y="14996"/>
                  <a:pt x="77723" y="18290"/>
                  <a:pt x="79274" y="22224"/>
                </a:cubicBezTo>
                <a:cubicBezTo>
                  <a:pt x="80825" y="26159"/>
                  <a:pt x="81601" y="30711"/>
                  <a:pt x="81601" y="35882"/>
                </a:cubicBezTo>
                <a:moveTo>
                  <a:pt x="62985" y="37973"/>
                </a:moveTo>
                <a:cubicBezTo>
                  <a:pt x="62985" y="35140"/>
                  <a:pt x="62603" y="32510"/>
                  <a:pt x="61839" y="30082"/>
                </a:cubicBezTo>
                <a:cubicBezTo>
                  <a:pt x="61074" y="27654"/>
                  <a:pt x="59838" y="25563"/>
                  <a:pt x="58129" y="23809"/>
                </a:cubicBezTo>
                <a:cubicBezTo>
                  <a:pt x="56420" y="22056"/>
                  <a:pt x="54228" y="20684"/>
                  <a:pt x="51553" y="19695"/>
                </a:cubicBezTo>
                <a:cubicBezTo>
                  <a:pt x="48877" y="18706"/>
                  <a:pt x="45291" y="18211"/>
                  <a:pt x="40795" y="18211"/>
                </a:cubicBezTo>
                <a:lnTo>
                  <a:pt x="31554" y="18211"/>
                </a:lnTo>
                <a:lnTo>
                  <a:pt x="19616" y="77565"/>
                </a:lnTo>
                <a:lnTo>
                  <a:pt x="28924" y="77565"/>
                </a:lnTo>
                <a:cubicBezTo>
                  <a:pt x="33645" y="77565"/>
                  <a:pt x="37614" y="76992"/>
                  <a:pt x="40829" y="75845"/>
                </a:cubicBezTo>
                <a:cubicBezTo>
                  <a:pt x="44044" y="74699"/>
                  <a:pt x="46876" y="73125"/>
                  <a:pt x="49327" y="71124"/>
                </a:cubicBezTo>
                <a:cubicBezTo>
                  <a:pt x="51778" y="69123"/>
                  <a:pt x="53869" y="66807"/>
                  <a:pt x="55600" y="64177"/>
                </a:cubicBezTo>
                <a:cubicBezTo>
                  <a:pt x="57331" y="61546"/>
                  <a:pt x="58747" y="58770"/>
                  <a:pt x="59849" y="55847"/>
                </a:cubicBezTo>
                <a:cubicBezTo>
                  <a:pt x="60951" y="52924"/>
                  <a:pt x="61749" y="49934"/>
                  <a:pt x="62243" y="46876"/>
                </a:cubicBezTo>
                <a:cubicBezTo>
                  <a:pt x="62738" y="43819"/>
                  <a:pt x="62985" y="40851"/>
                  <a:pt x="62985" y="37973"/>
                </a:cubicBezTo>
                <a:close/>
                <a:moveTo>
                  <a:pt x="148323" y="42320"/>
                </a:moveTo>
                <a:cubicBezTo>
                  <a:pt x="148323" y="45563"/>
                  <a:pt x="147592" y="48480"/>
                  <a:pt x="146131" y="51071"/>
                </a:cubicBezTo>
                <a:cubicBezTo>
                  <a:pt x="144669" y="53661"/>
                  <a:pt x="142399" y="55891"/>
                  <a:pt x="139319" y="57761"/>
                </a:cubicBezTo>
                <a:cubicBezTo>
                  <a:pt x="136238" y="59630"/>
                  <a:pt x="132326" y="61060"/>
                  <a:pt x="127583" y="62050"/>
                </a:cubicBezTo>
                <a:cubicBezTo>
                  <a:pt x="122839" y="63041"/>
                  <a:pt x="117184" y="63536"/>
                  <a:pt x="110619" y="63536"/>
                </a:cubicBezTo>
                <a:lnTo>
                  <a:pt x="104414" y="63536"/>
                </a:lnTo>
                <a:cubicBezTo>
                  <a:pt x="104234" y="64570"/>
                  <a:pt x="104099" y="65593"/>
                  <a:pt x="104009" y="66605"/>
                </a:cubicBezTo>
                <a:cubicBezTo>
                  <a:pt x="103919" y="67617"/>
                  <a:pt x="103875" y="68550"/>
                  <a:pt x="103875" y="69404"/>
                </a:cubicBezTo>
                <a:cubicBezTo>
                  <a:pt x="103875" y="73046"/>
                  <a:pt x="104819" y="75789"/>
                  <a:pt x="106707" y="77633"/>
                </a:cubicBezTo>
                <a:cubicBezTo>
                  <a:pt x="108596" y="79476"/>
                  <a:pt x="111631" y="80398"/>
                  <a:pt x="115813" y="80398"/>
                </a:cubicBezTo>
                <a:cubicBezTo>
                  <a:pt x="118781" y="80398"/>
                  <a:pt x="121445" y="80181"/>
                  <a:pt x="123805" y="79747"/>
                </a:cubicBezTo>
                <a:cubicBezTo>
                  <a:pt x="126166" y="79313"/>
                  <a:pt x="128235" y="78833"/>
                  <a:pt x="130011" y="78307"/>
                </a:cubicBezTo>
                <a:cubicBezTo>
                  <a:pt x="131787" y="77782"/>
                  <a:pt x="133259" y="77302"/>
                  <a:pt x="134429" y="76868"/>
                </a:cubicBezTo>
                <a:cubicBezTo>
                  <a:pt x="135598" y="76434"/>
                  <a:pt x="136452" y="76216"/>
                  <a:pt x="136992" y="76216"/>
                </a:cubicBezTo>
                <a:cubicBezTo>
                  <a:pt x="137531" y="76216"/>
                  <a:pt x="137913" y="76375"/>
                  <a:pt x="138138" y="76693"/>
                </a:cubicBezTo>
                <a:cubicBezTo>
                  <a:pt x="138363" y="77010"/>
                  <a:pt x="138475" y="77508"/>
                  <a:pt x="138475" y="78187"/>
                </a:cubicBezTo>
                <a:cubicBezTo>
                  <a:pt x="138475" y="78959"/>
                  <a:pt x="138408" y="79843"/>
                  <a:pt x="138273" y="80841"/>
                </a:cubicBezTo>
                <a:cubicBezTo>
                  <a:pt x="138138" y="81837"/>
                  <a:pt x="137947" y="82823"/>
                  <a:pt x="137700" y="83798"/>
                </a:cubicBezTo>
                <a:cubicBezTo>
                  <a:pt x="137452" y="84772"/>
                  <a:pt x="137138" y="85689"/>
                  <a:pt x="136756" y="86551"/>
                </a:cubicBezTo>
                <a:cubicBezTo>
                  <a:pt x="136373" y="87412"/>
                  <a:pt x="135935" y="88069"/>
                  <a:pt x="135440" y="88521"/>
                </a:cubicBezTo>
                <a:cubicBezTo>
                  <a:pt x="134901" y="89065"/>
                  <a:pt x="133911" y="89610"/>
                  <a:pt x="132473" y="90155"/>
                </a:cubicBezTo>
                <a:cubicBezTo>
                  <a:pt x="131034" y="90699"/>
                  <a:pt x="129302" y="91197"/>
                  <a:pt x="127279" y="91649"/>
                </a:cubicBezTo>
                <a:cubicBezTo>
                  <a:pt x="125256" y="92103"/>
                  <a:pt x="122985" y="92477"/>
                  <a:pt x="120467" y="92771"/>
                </a:cubicBezTo>
                <a:cubicBezTo>
                  <a:pt x="117949" y="93066"/>
                  <a:pt x="115386" y="93213"/>
                  <a:pt x="112778" y="93213"/>
                </a:cubicBezTo>
                <a:cubicBezTo>
                  <a:pt x="108461" y="93213"/>
                  <a:pt x="104695" y="92762"/>
                  <a:pt x="101480" y="91860"/>
                </a:cubicBezTo>
                <a:cubicBezTo>
                  <a:pt x="98265" y="90959"/>
                  <a:pt x="95578" y="89586"/>
                  <a:pt x="93420" y="87740"/>
                </a:cubicBezTo>
                <a:cubicBezTo>
                  <a:pt x="91262" y="85892"/>
                  <a:pt x="89643" y="83537"/>
                  <a:pt x="88564" y="80676"/>
                </a:cubicBezTo>
                <a:cubicBezTo>
                  <a:pt x="87485" y="77816"/>
                  <a:pt x="86945" y="74426"/>
                  <a:pt x="86945" y="70507"/>
                </a:cubicBezTo>
                <a:cubicBezTo>
                  <a:pt x="86945" y="67487"/>
                  <a:pt x="87226" y="64254"/>
                  <a:pt x="87788" y="60809"/>
                </a:cubicBezTo>
                <a:cubicBezTo>
                  <a:pt x="88350" y="57362"/>
                  <a:pt x="89261" y="53960"/>
                  <a:pt x="90520" y="50603"/>
                </a:cubicBezTo>
                <a:cubicBezTo>
                  <a:pt x="91779" y="47246"/>
                  <a:pt x="93398" y="44036"/>
                  <a:pt x="95376" y="40973"/>
                </a:cubicBezTo>
                <a:cubicBezTo>
                  <a:pt x="97355" y="37909"/>
                  <a:pt x="99749" y="35218"/>
                  <a:pt x="102559" y="32898"/>
                </a:cubicBezTo>
                <a:cubicBezTo>
                  <a:pt x="105370" y="30576"/>
                  <a:pt x="108618" y="28717"/>
                  <a:pt x="112306" y="27321"/>
                </a:cubicBezTo>
                <a:cubicBezTo>
                  <a:pt x="115993" y="25924"/>
                  <a:pt x="120197" y="25226"/>
                  <a:pt x="124918" y="25226"/>
                </a:cubicBezTo>
                <a:cubicBezTo>
                  <a:pt x="129010" y="25226"/>
                  <a:pt x="132529" y="25710"/>
                  <a:pt x="135474" y="26678"/>
                </a:cubicBezTo>
                <a:cubicBezTo>
                  <a:pt x="138419" y="27646"/>
                  <a:pt x="140836" y="28930"/>
                  <a:pt x="142725" y="30529"/>
                </a:cubicBezTo>
                <a:cubicBezTo>
                  <a:pt x="144613" y="32128"/>
                  <a:pt x="146018" y="33952"/>
                  <a:pt x="146940" y="36003"/>
                </a:cubicBezTo>
                <a:cubicBezTo>
                  <a:pt x="147862" y="38053"/>
                  <a:pt x="148323" y="40158"/>
                  <a:pt x="148323" y="42320"/>
                </a:cubicBezTo>
                <a:moveTo>
                  <a:pt x="131663" y="43612"/>
                </a:moveTo>
                <a:cubicBezTo>
                  <a:pt x="131663" y="41821"/>
                  <a:pt x="130955" y="40333"/>
                  <a:pt x="129539" y="39147"/>
                </a:cubicBezTo>
                <a:cubicBezTo>
                  <a:pt x="128122" y="37960"/>
                  <a:pt x="126065" y="37366"/>
                  <a:pt x="123367" y="37366"/>
                </a:cubicBezTo>
                <a:cubicBezTo>
                  <a:pt x="121119" y="37366"/>
                  <a:pt x="119107" y="37770"/>
                  <a:pt x="117330" y="38576"/>
                </a:cubicBezTo>
                <a:cubicBezTo>
                  <a:pt x="115554" y="39381"/>
                  <a:pt x="113992" y="40467"/>
                  <a:pt x="112643" y="41833"/>
                </a:cubicBezTo>
                <a:cubicBezTo>
                  <a:pt x="111294" y="43197"/>
                  <a:pt x="110136" y="44809"/>
                  <a:pt x="109169" y="46668"/>
                </a:cubicBezTo>
                <a:cubicBezTo>
                  <a:pt x="108202" y="48525"/>
                  <a:pt x="107427" y="50506"/>
                  <a:pt x="106842" y="52610"/>
                </a:cubicBezTo>
                <a:lnTo>
                  <a:pt x="112508" y="52610"/>
                </a:lnTo>
                <a:cubicBezTo>
                  <a:pt x="116105" y="52610"/>
                  <a:pt x="119118" y="52375"/>
                  <a:pt x="121546" y="51906"/>
                </a:cubicBezTo>
                <a:cubicBezTo>
                  <a:pt x="123974" y="51435"/>
                  <a:pt x="125930" y="50797"/>
                  <a:pt x="127414" y="49992"/>
                </a:cubicBezTo>
                <a:cubicBezTo>
                  <a:pt x="128898" y="49185"/>
                  <a:pt x="129977" y="48234"/>
                  <a:pt x="130651" y="47138"/>
                </a:cubicBezTo>
                <a:cubicBezTo>
                  <a:pt x="131326" y="46040"/>
                  <a:pt x="131663" y="44865"/>
                  <a:pt x="131663" y="43612"/>
                </a:cubicBezTo>
                <a:close/>
                <a:moveTo>
                  <a:pt x="208660" y="33128"/>
                </a:moveTo>
                <a:cubicBezTo>
                  <a:pt x="208660" y="34167"/>
                  <a:pt x="208537" y="35343"/>
                  <a:pt x="208289" y="36654"/>
                </a:cubicBezTo>
                <a:cubicBezTo>
                  <a:pt x="208042" y="37963"/>
                  <a:pt x="207716" y="39206"/>
                  <a:pt x="207311" y="40380"/>
                </a:cubicBezTo>
                <a:cubicBezTo>
                  <a:pt x="206907" y="41555"/>
                  <a:pt x="206401" y="42538"/>
                  <a:pt x="205794" y="43329"/>
                </a:cubicBezTo>
                <a:cubicBezTo>
                  <a:pt x="205187" y="44120"/>
                  <a:pt x="204523" y="44516"/>
                  <a:pt x="203804" y="44516"/>
                </a:cubicBezTo>
                <a:cubicBezTo>
                  <a:pt x="203130" y="44516"/>
                  <a:pt x="202478" y="44242"/>
                  <a:pt x="201848" y="43696"/>
                </a:cubicBezTo>
                <a:cubicBezTo>
                  <a:pt x="201219" y="43149"/>
                  <a:pt x="200443" y="42534"/>
                  <a:pt x="199521" y="41852"/>
                </a:cubicBezTo>
                <a:cubicBezTo>
                  <a:pt x="198599" y="41169"/>
                  <a:pt x="197441" y="40543"/>
                  <a:pt x="196048" y="39974"/>
                </a:cubicBezTo>
                <a:cubicBezTo>
                  <a:pt x="194654" y="39404"/>
                  <a:pt x="192855" y="39120"/>
                  <a:pt x="190652" y="39120"/>
                </a:cubicBezTo>
                <a:cubicBezTo>
                  <a:pt x="188313" y="39120"/>
                  <a:pt x="186223" y="39636"/>
                  <a:pt x="184379" y="40669"/>
                </a:cubicBezTo>
                <a:cubicBezTo>
                  <a:pt x="182535" y="41702"/>
                  <a:pt x="180928" y="43038"/>
                  <a:pt x="179556" y="44676"/>
                </a:cubicBezTo>
                <a:cubicBezTo>
                  <a:pt x="178185" y="46314"/>
                  <a:pt x="177050" y="48178"/>
                  <a:pt x="176150" y="50266"/>
                </a:cubicBezTo>
                <a:cubicBezTo>
                  <a:pt x="175251" y="52352"/>
                  <a:pt x="174509" y="54462"/>
                  <a:pt x="173925" y="56593"/>
                </a:cubicBezTo>
                <a:cubicBezTo>
                  <a:pt x="173340" y="58725"/>
                  <a:pt x="172924" y="60767"/>
                  <a:pt x="172677" y="62720"/>
                </a:cubicBezTo>
                <a:cubicBezTo>
                  <a:pt x="172429" y="64674"/>
                  <a:pt x="172306" y="66368"/>
                  <a:pt x="172306" y="67804"/>
                </a:cubicBezTo>
                <a:cubicBezTo>
                  <a:pt x="172306" y="71441"/>
                  <a:pt x="173104" y="74202"/>
                  <a:pt x="174700" y="76088"/>
                </a:cubicBezTo>
                <a:cubicBezTo>
                  <a:pt x="176296" y="77972"/>
                  <a:pt x="178803" y="78914"/>
                  <a:pt x="182221" y="78914"/>
                </a:cubicBezTo>
                <a:cubicBezTo>
                  <a:pt x="184739" y="78914"/>
                  <a:pt x="186897" y="78588"/>
                  <a:pt x="188696" y="77936"/>
                </a:cubicBezTo>
                <a:cubicBezTo>
                  <a:pt x="190494" y="77284"/>
                  <a:pt x="192034" y="76565"/>
                  <a:pt x="193316" y="75778"/>
                </a:cubicBezTo>
                <a:cubicBezTo>
                  <a:pt x="194597" y="74991"/>
                  <a:pt x="195699" y="74283"/>
                  <a:pt x="196621" y="73653"/>
                </a:cubicBezTo>
                <a:cubicBezTo>
                  <a:pt x="197543" y="73024"/>
                  <a:pt x="198386" y="72709"/>
                  <a:pt x="199150" y="72709"/>
                </a:cubicBezTo>
                <a:cubicBezTo>
                  <a:pt x="199600" y="72709"/>
                  <a:pt x="199926" y="72911"/>
                  <a:pt x="200128" y="73316"/>
                </a:cubicBezTo>
                <a:cubicBezTo>
                  <a:pt x="200330" y="73721"/>
                  <a:pt x="200432" y="74305"/>
                  <a:pt x="200432" y="75070"/>
                </a:cubicBezTo>
                <a:cubicBezTo>
                  <a:pt x="200432" y="75834"/>
                  <a:pt x="200342" y="76790"/>
                  <a:pt x="200162" y="77936"/>
                </a:cubicBezTo>
                <a:cubicBezTo>
                  <a:pt x="199982" y="79083"/>
                  <a:pt x="199746" y="80241"/>
                  <a:pt x="199454" y="81410"/>
                </a:cubicBezTo>
                <a:cubicBezTo>
                  <a:pt x="199161" y="82579"/>
                  <a:pt x="198824" y="83669"/>
                  <a:pt x="198442" y="84681"/>
                </a:cubicBezTo>
                <a:cubicBezTo>
                  <a:pt x="198060" y="85693"/>
                  <a:pt x="197565" y="86494"/>
                  <a:pt x="196958" y="87084"/>
                </a:cubicBezTo>
                <a:cubicBezTo>
                  <a:pt x="196351" y="87674"/>
                  <a:pt x="195396" y="88344"/>
                  <a:pt x="194092" y="89095"/>
                </a:cubicBezTo>
                <a:cubicBezTo>
                  <a:pt x="192788" y="89844"/>
                  <a:pt x="191281" y="90513"/>
                  <a:pt x="189572" y="91103"/>
                </a:cubicBezTo>
                <a:cubicBezTo>
                  <a:pt x="187864" y="91694"/>
                  <a:pt x="186009" y="92170"/>
                  <a:pt x="184008" y="92533"/>
                </a:cubicBezTo>
                <a:cubicBezTo>
                  <a:pt x="182007" y="92896"/>
                  <a:pt x="179927" y="93078"/>
                  <a:pt x="177769" y="93078"/>
                </a:cubicBezTo>
                <a:cubicBezTo>
                  <a:pt x="170080" y="93078"/>
                  <a:pt x="164324" y="91134"/>
                  <a:pt x="160502" y="87244"/>
                </a:cubicBezTo>
                <a:cubicBezTo>
                  <a:pt x="156680" y="83355"/>
                  <a:pt x="154769" y="77610"/>
                  <a:pt x="154769" y="70011"/>
                </a:cubicBezTo>
                <a:cubicBezTo>
                  <a:pt x="154769" y="67268"/>
                  <a:pt x="155028" y="64256"/>
                  <a:pt x="155545" y="60973"/>
                </a:cubicBezTo>
                <a:cubicBezTo>
                  <a:pt x="156062" y="57691"/>
                  <a:pt x="156905" y="54397"/>
                  <a:pt x="158074" y="51092"/>
                </a:cubicBezTo>
                <a:cubicBezTo>
                  <a:pt x="159243" y="47787"/>
                  <a:pt x="160761" y="44583"/>
                  <a:pt x="162627" y="41481"/>
                </a:cubicBezTo>
                <a:cubicBezTo>
                  <a:pt x="164493" y="38378"/>
                  <a:pt x="166775" y="35635"/>
                  <a:pt x="169473" y="33252"/>
                </a:cubicBezTo>
                <a:cubicBezTo>
                  <a:pt x="172171" y="30869"/>
                  <a:pt x="175296" y="28958"/>
                  <a:pt x="178848" y="27519"/>
                </a:cubicBezTo>
                <a:cubicBezTo>
                  <a:pt x="182400" y="26080"/>
                  <a:pt x="186492" y="25361"/>
                  <a:pt x="191124" y="25361"/>
                </a:cubicBezTo>
                <a:cubicBezTo>
                  <a:pt x="192922" y="25361"/>
                  <a:pt x="194676" y="25495"/>
                  <a:pt x="196385" y="25765"/>
                </a:cubicBezTo>
                <a:cubicBezTo>
                  <a:pt x="198093" y="26035"/>
                  <a:pt x="199667" y="26406"/>
                  <a:pt x="201106" y="26878"/>
                </a:cubicBezTo>
                <a:cubicBezTo>
                  <a:pt x="202545" y="27350"/>
                  <a:pt x="203815" y="27901"/>
                  <a:pt x="204917" y="28531"/>
                </a:cubicBezTo>
                <a:cubicBezTo>
                  <a:pt x="206019" y="29160"/>
                  <a:pt x="206839" y="29733"/>
                  <a:pt x="207379" y="30251"/>
                </a:cubicBezTo>
                <a:cubicBezTo>
                  <a:pt x="207918" y="30768"/>
                  <a:pt x="208267" y="31230"/>
                  <a:pt x="208424" y="31637"/>
                </a:cubicBezTo>
                <a:cubicBezTo>
                  <a:pt x="208582" y="32043"/>
                  <a:pt x="208660" y="32540"/>
                  <a:pt x="208660" y="33128"/>
                </a:cubicBezTo>
                <a:close/>
                <a:moveTo>
                  <a:pt x="271677" y="42320"/>
                </a:moveTo>
                <a:cubicBezTo>
                  <a:pt x="271677" y="45563"/>
                  <a:pt x="270946" y="48480"/>
                  <a:pt x="269485" y="51071"/>
                </a:cubicBezTo>
                <a:cubicBezTo>
                  <a:pt x="268023" y="53661"/>
                  <a:pt x="265753" y="55891"/>
                  <a:pt x="262673" y="57761"/>
                </a:cubicBezTo>
                <a:cubicBezTo>
                  <a:pt x="259592" y="59630"/>
                  <a:pt x="255680" y="61060"/>
                  <a:pt x="250937" y="62050"/>
                </a:cubicBezTo>
                <a:cubicBezTo>
                  <a:pt x="246193" y="63041"/>
                  <a:pt x="240538" y="63536"/>
                  <a:pt x="233973" y="63536"/>
                </a:cubicBezTo>
                <a:lnTo>
                  <a:pt x="227768" y="63536"/>
                </a:lnTo>
                <a:cubicBezTo>
                  <a:pt x="227588" y="64570"/>
                  <a:pt x="227453" y="65593"/>
                  <a:pt x="227363" y="66605"/>
                </a:cubicBezTo>
                <a:cubicBezTo>
                  <a:pt x="227273" y="67617"/>
                  <a:pt x="227229" y="68550"/>
                  <a:pt x="227229" y="69404"/>
                </a:cubicBezTo>
                <a:cubicBezTo>
                  <a:pt x="227229" y="73046"/>
                  <a:pt x="228173" y="75789"/>
                  <a:pt x="230061" y="77633"/>
                </a:cubicBezTo>
                <a:cubicBezTo>
                  <a:pt x="231950" y="79476"/>
                  <a:pt x="234985" y="80398"/>
                  <a:pt x="239167" y="80398"/>
                </a:cubicBezTo>
                <a:cubicBezTo>
                  <a:pt x="242135" y="80398"/>
                  <a:pt x="244799" y="80181"/>
                  <a:pt x="247159" y="79747"/>
                </a:cubicBezTo>
                <a:cubicBezTo>
                  <a:pt x="249520" y="79313"/>
                  <a:pt x="251589" y="78833"/>
                  <a:pt x="253365" y="78307"/>
                </a:cubicBezTo>
                <a:cubicBezTo>
                  <a:pt x="255141" y="77782"/>
                  <a:pt x="256613" y="77302"/>
                  <a:pt x="257783" y="76868"/>
                </a:cubicBezTo>
                <a:cubicBezTo>
                  <a:pt x="258952" y="76434"/>
                  <a:pt x="259806" y="76216"/>
                  <a:pt x="260346" y="76216"/>
                </a:cubicBezTo>
                <a:cubicBezTo>
                  <a:pt x="260885" y="76216"/>
                  <a:pt x="261267" y="76375"/>
                  <a:pt x="261492" y="76693"/>
                </a:cubicBezTo>
                <a:cubicBezTo>
                  <a:pt x="261717" y="77010"/>
                  <a:pt x="261829" y="77508"/>
                  <a:pt x="261829" y="78187"/>
                </a:cubicBezTo>
                <a:cubicBezTo>
                  <a:pt x="261829" y="78959"/>
                  <a:pt x="261762" y="79843"/>
                  <a:pt x="261627" y="80841"/>
                </a:cubicBezTo>
                <a:cubicBezTo>
                  <a:pt x="261492" y="81837"/>
                  <a:pt x="261301" y="82823"/>
                  <a:pt x="261054" y="83798"/>
                </a:cubicBezTo>
                <a:cubicBezTo>
                  <a:pt x="260806" y="84772"/>
                  <a:pt x="260492" y="85689"/>
                  <a:pt x="260109" y="86551"/>
                </a:cubicBezTo>
                <a:cubicBezTo>
                  <a:pt x="259727" y="87412"/>
                  <a:pt x="259289" y="88069"/>
                  <a:pt x="258794" y="88521"/>
                </a:cubicBezTo>
                <a:cubicBezTo>
                  <a:pt x="258255" y="89065"/>
                  <a:pt x="257265" y="89610"/>
                  <a:pt x="255827" y="90155"/>
                </a:cubicBezTo>
                <a:cubicBezTo>
                  <a:pt x="254388" y="90699"/>
                  <a:pt x="252656" y="91197"/>
                  <a:pt x="250633" y="91649"/>
                </a:cubicBezTo>
                <a:cubicBezTo>
                  <a:pt x="248610" y="92103"/>
                  <a:pt x="246339" y="92477"/>
                  <a:pt x="243821" y="92771"/>
                </a:cubicBezTo>
                <a:cubicBezTo>
                  <a:pt x="241303" y="93066"/>
                  <a:pt x="238740" y="93213"/>
                  <a:pt x="236132" y="93213"/>
                </a:cubicBezTo>
                <a:cubicBezTo>
                  <a:pt x="231815" y="93213"/>
                  <a:pt x="228049" y="92762"/>
                  <a:pt x="224834" y="91860"/>
                </a:cubicBezTo>
                <a:cubicBezTo>
                  <a:pt x="221619" y="90959"/>
                  <a:pt x="218932" y="89586"/>
                  <a:pt x="216774" y="87740"/>
                </a:cubicBezTo>
                <a:cubicBezTo>
                  <a:pt x="214616" y="85892"/>
                  <a:pt x="212997" y="83537"/>
                  <a:pt x="211918" y="80676"/>
                </a:cubicBezTo>
                <a:cubicBezTo>
                  <a:pt x="210839" y="77816"/>
                  <a:pt x="210299" y="74426"/>
                  <a:pt x="210299" y="70507"/>
                </a:cubicBezTo>
                <a:cubicBezTo>
                  <a:pt x="210299" y="67487"/>
                  <a:pt x="210580" y="64254"/>
                  <a:pt x="211142" y="60809"/>
                </a:cubicBezTo>
                <a:cubicBezTo>
                  <a:pt x="211704" y="57362"/>
                  <a:pt x="212615" y="53960"/>
                  <a:pt x="213874" y="50603"/>
                </a:cubicBezTo>
                <a:cubicBezTo>
                  <a:pt x="215133" y="47246"/>
                  <a:pt x="216752" y="44036"/>
                  <a:pt x="218730" y="40973"/>
                </a:cubicBezTo>
                <a:cubicBezTo>
                  <a:pt x="220709" y="37909"/>
                  <a:pt x="223103" y="35218"/>
                  <a:pt x="225913" y="32898"/>
                </a:cubicBezTo>
                <a:cubicBezTo>
                  <a:pt x="228724" y="30576"/>
                  <a:pt x="231972" y="28717"/>
                  <a:pt x="235660" y="27321"/>
                </a:cubicBezTo>
                <a:cubicBezTo>
                  <a:pt x="239347" y="25924"/>
                  <a:pt x="243551" y="25226"/>
                  <a:pt x="248272" y="25226"/>
                </a:cubicBezTo>
                <a:cubicBezTo>
                  <a:pt x="252364" y="25226"/>
                  <a:pt x="255883" y="25710"/>
                  <a:pt x="258828" y="26678"/>
                </a:cubicBezTo>
                <a:cubicBezTo>
                  <a:pt x="261773" y="27646"/>
                  <a:pt x="264190" y="28930"/>
                  <a:pt x="266079" y="30529"/>
                </a:cubicBezTo>
                <a:cubicBezTo>
                  <a:pt x="267967" y="32128"/>
                  <a:pt x="269372" y="33952"/>
                  <a:pt x="270294" y="36003"/>
                </a:cubicBezTo>
                <a:cubicBezTo>
                  <a:pt x="271216" y="38053"/>
                  <a:pt x="271677" y="40158"/>
                  <a:pt x="271677" y="42320"/>
                </a:cubicBezTo>
                <a:moveTo>
                  <a:pt x="255017" y="43612"/>
                </a:moveTo>
                <a:cubicBezTo>
                  <a:pt x="255017" y="41821"/>
                  <a:pt x="254309" y="40333"/>
                  <a:pt x="252893" y="39147"/>
                </a:cubicBezTo>
                <a:cubicBezTo>
                  <a:pt x="251476" y="37960"/>
                  <a:pt x="249419" y="37366"/>
                  <a:pt x="246721" y="37366"/>
                </a:cubicBezTo>
                <a:cubicBezTo>
                  <a:pt x="244473" y="37366"/>
                  <a:pt x="242461" y="37770"/>
                  <a:pt x="240684" y="38576"/>
                </a:cubicBezTo>
                <a:cubicBezTo>
                  <a:pt x="238908" y="39381"/>
                  <a:pt x="237346" y="40467"/>
                  <a:pt x="235997" y="41833"/>
                </a:cubicBezTo>
                <a:cubicBezTo>
                  <a:pt x="234648" y="43197"/>
                  <a:pt x="233490" y="44809"/>
                  <a:pt x="232523" y="46668"/>
                </a:cubicBezTo>
                <a:cubicBezTo>
                  <a:pt x="231556" y="48525"/>
                  <a:pt x="230781" y="50506"/>
                  <a:pt x="230196" y="52610"/>
                </a:cubicBezTo>
                <a:lnTo>
                  <a:pt x="235862" y="52610"/>
                </a:lnTo>
                <a:cubicBezTo>
                  <a:pt x="239459" y="52610"/>
                  <a:pt x="242472" y="52375"/>
                  <a:pt x="244900" y="51906"/>
                </a:cubicBezTo>
                <a:cubicBezTo>
                  <a:pt x="247328" y="51435"/>
                  <a:pt x="249284" y="50797"/>
                  <a:pt x="250768" y="49992"/>
                </a:cubicBezTo>
                <a:cubicBezTo>
                  <a:pt x="252252" y="49185"/>
                  <a:pt x="253331" y="48234"/>
                  <a:pt x="254005" y="47138"/>
                </a:cubicBezTo>
                <a:cubicBezTo>
                  <a:pt x="254680" y="46040"/>
                  <a:pt x="255017" y="44865"/>
                  <a:pt x="255017" y="43612"/>
                </a:cubicBezTo>
                <a:close/>
                <a:moveTo>
                  <a:pt x="343210" y="48204"/>
                </a:moveTo>
                <a:cubicBezTo>
                  <a:pt x="343210" y="51133"/>
                  <a:pt x="342941" y="54287"/>
                  <a:pt x="342401" y="57666"/>
                </a:cubicBezTo>
                <a:cubicBezTo>
                  <a:pt x="341861" y="61044"/>
                  <a:pt x="341030" y="64400"/>
                  <a:pt x="339905" y="67735"/>
                </a:cubicBezTo>
                <a:cubicBezTo>
                  <a:pt x="338781" y="71069"/>
                  <a:pt x="337342" y="74279"/>
                  <a:pt x="335589" y="77365"/>
                </a:cubicBezTo>
                <a:cubicBezTo>
                  <a:pt x="333835" y="80451"/>
                  <a:pt x="331733" y="83166"/>
                  <a:pt x="329282" y="85510"/>
                </a:cubicBezTo>
                <a:cubicBezTo>
                  <a:pt x="326832" y="87852"/>
                  <a:pt x="324021" y="89722"/>
                  <a:pt x="320851" y="91118"/>
                </a:cubicBezTo>
                <a:cubicBezTo>
                  <a:pt x="317681" y="92515"/>
                  <a:pt x="314118" y="93213"/>
                  <a:pt x="310161" y="93213"/>
                </a:cubicBezTo>
                <a:cubicBezTo>
                  <a:pt x="308362" y="93213"/>
                  <a:pt x="306676" y="93033"/>
                  <a:pt x="305102" y="92674"/>
                </a:cubicBezTo>
                <a:cubicBezTo>
                  <a:pt x="303528" y="92314"/>
                  <a:pt x="302078" y="91809"/>
                  <a:pt x="300752" y="91158"/>
                </a:cubicBezTo>
                <a:cubicBezTo>
                  <a:pt x="299425" y="90506"/>
                  <a:pt x="298222" y="89743"/>
                  <a:pt x="297143" y="88867"/>
                </a:cubicBezTo>
                <a:cubicBezTo>
                  <a:pt x="296064" y="87990"/>
                  <a:pt x="295120" y="87057"/>
                  <a:pt x="294310" y="86068"/>
                </a:cubicBezTo>
                <a:lnTo>
                  <a:pt x="288982" y="113243"/>
                </a:lnTo>
                <a:cubicBezTo>
                  <a:pt x="288892" y="113693"/>
                  <a:pt x="288679" y="114098"/>
                  <a:pt x="288341" y="114457"/>
                </a:cubicBezTo>
                <a:cubicBezTo>
                  <a:pt x="288004" y="114819"/>
                  <a:pt x="287487" y="115123"/>
                  <a:pt x="286790" y="115370"/>
                </a:cubicBezTo>
                <a:cubicBezTo>
                  <a:pt x="286093" y="115617"/>
                  <a:pt x="285183" y="115808"/>
                  <a:pt x="284058" y="115943"/>
                </a:cubicBezTo>
                <a:cubicBezTo>
                  <a:pt x="282934" y="116078"/>
                  <a:pt x="281540" y="116146"/>
                  <a:pt x="279877" y="116146"/>
                </a:cubicBezTo>
                <a:cubicBezTo>
                  <a:pt x="278213" y="116146"/>
                  <a:pt x="276864" y="116078"/>
                  <a:pt x="275830" y="115943"/>
                </a:cubicBezTo>
                <a:cubicBezTo>
                  <a:pt x="274795" y="115808"/>
                  <a:pt x="273975" y="115617"/>
                  <a:pt x="273368" y="115370"/>
                </a:cubicBezTo>
                <a:cubicBezTo>
                  <a:pt x="272761" y="115123"/>
                  <a:pt x="272367" y="114819"/>
                  <a:pt x="272188" y="114457"/>
                </a:cubicBezTo>
                <a:cubicBezTo>
                  <a:pt x="272008" y="114098"/>
                  <a:pt x="271963" y="113693"/>
                  <a:pt x="272053" y="113243"/>
                </a:cubicBezTo>
                <a:lnTo>
                  <a:pt x="288915" y="29072"/>
                </a:lnTo>
                <a:cubicBezTo>
                  <a:pt x="289095" y="28127"/>
                  <a:pt x="289791" y="27451"/>
                  <a:pt x="291006" y="27047"/>
                </a:cubicBezTo>
                <a:cubicBezTo>
                  <a:pt x="292220" y="26642"/>
                  <a:pt x="294221" y="26440"/>
                  <a:pt x="297008" y="26440"/>
                </a:cubicBezTo>
                <a:cubicBezTo>
                  <a:pt x="298402" y="26440"/>
                  <a:pt x="299538" y="26496"/>
                  <a:pt x="300415" y="26608"/>
                </a:cubicBezTo>
                <a:cubicBezTo>
                  <a:pt x="301291" y="26721"/>
                  <a:pt x="301988" y="26878"/>
                  <a:pt x="302505" y="27080"/>
                </a:cubicBezTo>
                <a:cubicBezTo>
                  <a:pt x="303023" y="27283"/>
                  <a:pt x="303371" y="27553"/>
                  <a:pt x="303551" y="27892"/>
                </a:cubicBezTo>
                <a:cubicBezTo>
                  <a:pt x="303731" y="28229"/>
                  <a:pt x="303776" y="28623"/>
                  <a:pt x="303686" y="29072"/>
                </a:cubicBezTo>
                <a:lnTo>
                  <a:pt x="301797" y="38810"/>
                </a:lnTo>
                <a:cubicBezTo>
                  <a:pt x="302472" y="37323"/>
                  <a:pt x="303540" y="35781"/>
                  <a:pt x="305001" y="34181"/>
                </a:cubicBezTo>
                <a:cubicBezTo>
                  <a:pt x="306462" y="32581"/>
                  <a:pt x="308216" y="31116"/>
                  <a:pt x="310262" y="29787"/>
                </a:cubicBezTo>
                <a:cubicBezTo>
                  <a:pt x="312308" y="28458"/>
                  <a:pt x="314556" y="27365"/>
                  <a:pt x="317007" y="26509"/>
                </a:cubicBezTo>
                <a:cubicBezTo>
                  <a:pt x="319457" y="25653"/>
                  <a:pt x="321987" y="25226"/>
                  <a:pt x="324595" y="25226"/>
                </a:cubicBezTo>
                <a:cubicBezTo>
                  <a:pt x="328057" y="25226"/>
                  <a:pt x="330969" y="25823"/>
                  <a:pt x="333329" y="27017"/>
                </a:cubicBezTo>
                <a:cubicBezTo>
                  <a:pt x="335690" y="28210"/>
                  <a:pt x="337601" y="29843"/>
                  <a:pt x="339062" y="31916"/>
                </a:cubicBezTo>
                <a:cubicBezTo>
                  <a:pt x="340524" y="33988"/>
                  <a:pt x="341580" y="36421"/>
                  <a:pt x="342232" y="39215"/>
                </a:cubicBezTo>
                <a:cubicBezTo>
                  <a:pt x="342884" y="42008"/>
                  <a:pt x="343210" y="45005"/>
                  <a:pt x="343210" y="48204"/>
                </a:cubicBezTo>
                <a:moveTo>
                  <a:pt x="325741" y="49709"/>
                </a:moveTo>
                <a:cubicBezTo>
                  <a:pt x="325741" y="48180"/>
                  <a:pt x="325618" y="46787"/>
                  <a:pt x="325370" y="45528"/>
                </a:cubicBezTo>
                <a:cubicBezTo>
                  <a:pt x="325123" y="44268"/>
                  <a:pt x="324718" y="43201"/>
                  <a:pt x="324156" y="42324"/>
                </a:cubicBezTo>
                <a:cubicBezTo>
                  <a:pt x="323594" y="41447"/>
                  <a:pt x="322875" y="40784"/>
                  <a:pt x="321998" y="40334"/>
                </a:cubicBezTo>
                <a:cubicBezTo>
                  <a:pt x="321121" y="39884"/>
                  <a:pt x="320053" y="39660"/>
                  <a:pt x="318794" y="39660"/>
                </a:cubicBezTo>
                <a:cubicBezTo>
                  <a:pt x="316771" y="39660"/>
                  <a:pt x="314736" y="40255"/>
                  <a:pt x="312690" y="41447"/>
                </a:cubicBezTo>
                <a:cubicBezTo>
                  <a:pt x="310644" y="42638"/>
                  <a:pt x="308722" y="44258"/>
                  <a:pt x="306923" y="46305"/>
                </a:cubicBezTo>
                <a:cubicBezTo>
                  <a:pt x="305125" y="48351"/>
                  <a:pt x="303528" y="50735"/>
                  <a:pt x="302134" y="53457"/>
                </a:cubicBezTo>
                <a:cubicBezTo>
                  <a:pt x="300741" y="56177"/>
                  <a:pt x="299751" y="59090"/>
                  <a:pt x="299167" y="62194"/>
                </a:cubicBezTo>
                <a:lnTo>
                  <a:pt x="297278" y="71394"/>
                </a:lnTo>
                <a:cubicBezTo>
                  <a:pt x="298852" y="73856"/>
                  <a:pt x="300594" y="75702"/>
                  <a:pt x="302505" y="76933"/>
                </a:cubicBezTo>
                <a:cubicBezTo>
                  <a:pt x="304416" y="78164"/>
                  <a:pt x="306631" y="78779"/>
                  <a:pt x="309149" y="78779"/>
                </a:cubicBezTo>
                <a:cubicBezTo>
                  <a:pt x="310993" y="78779"/>
                  <a:pt x="312690" y="78330"/>
                  <a:pt x="314241" y="77430"/>
                </a:cubicBezTo>
                <a:cubicBezTo>
                  <a:pt x="315793" y="76531"/>
                  <a:pt x="317187" y="75328"/>
                  <a:pt x="318423" y="73822"/>
                </a:cubicBezTo>
                <a:cubicBezTo>
                  <a:pt x="319660" y="72316"/>
                  <a:pt x="320739" y="70573"/>
                  <a:pt x="321661" y="68595"/>
                </a:cubicBezTo>
                <a:cubicBezTo>
                  <a:pt x="322583" y="66616"/>
                  <a:pt x="323347" y="64548"/>
                  <a:pt x="323954" y="62390"/>
                </a:cubicBezTo>
                <a:cubicBezTo>
                  <a:pt x="324561" y="60231"/>
                  <a:pt x="325011" y="58062"/>
                  <a:pt x="325303" y="55881"/>
                </a:cubicBezTo>
                <a:cubicBezTo>
                  <a:pt x="325595" y="53700"/>
                  <a:pt x="325741" y="51643"/>
                  <a:pt x="325741" y="49709"/>
                </a:cubicBezTo>
                <a:close/>
                <a:moveTo>
                  <a:pt x="396228" y="29745"/>
                </a:moveTo>
                <a:cubicBezTo>
                  <a:pt x="396228" y="30194"/>
                  <a:pt x="396183" y="30768"/>
                  <a:pt x="396093" y="31465"/>
                </a:cubicBezTo>
                <a:cubicBezTo>
                  <a:pt x="396003" y="32162"/>
                  <a:pt x="395879" y="32915"/>
                  <a:pt x="395722" y="33724"/>
                </a:cubicBezTo>
                <a:cubicBezTo>
                  <a:pt x="395565" y="34533"/>
                  <a:pt x="395351" y="35343"/>
                  <a:pt x="395081" y="36152"/>
                </a:cubicBezTo>
                <a:cubicBezTo>
                  <a:pt x="394811" y="36962"/>
                  <a:pt x="394508" y="37692"/>
                  <a:pt x="394171" y="38344"/>
                </a:cubicBezTo>
                <a:cubicBezTo>
                  <a:pt x="393833" y="38996"/>
                  <a:pt x="393451" y="39536"/>
                  <a:pt x="393024" y="39963"/>
                </a:cubicBezTo>
                <a:cubicBezTo>
                  <a:pt x="392597" y="40390"/>
                  <a:pt x="392136" y="40604"/>
                  <a:pt x="391641" y="40604"/>
                </a:cubicBezTo>
                <a:lnTo>
                  <a:pt x="378489" y="40604"/>
                </a:lnTo>
                <a:lnTo>
                  <a:pt x="372823" y="68865"/>
                </a:lnTo>
                <a:cubicBezTo>
                  <a:pt x="372688" y="69535"/>
                  <a:pt x="372565" y="70328"/>
                  <a:pt x="372452" y="71244"/>
                </a:cubicBezTo>
                <a:cubicBezTo>
                  <a:pt x="372340" y="72159"/>
                  <a:pt x="372284" y="72907"/>
                  <a:pt x="372284" y="73487"/>
                </a:cubicBezTo>
                <a:cubicBezTo>
                  <a:pt x="372284" y="75273"/>
                  <a:pt x="372711" y="76579"/>
                  <a:pt x="373565" y="77405"/>
                </a:cubicBezTo>
                <a:cubicBezTo>
                  <a:pt x="374420" y="78231"/>
                  <a:pt x="375769" y="78645"/>
                  <a:pt x="377612" y="78645"/>
                </a:cubicBezTo>
                <a:cubicBezTo>
                  <a:pt x="378691" y="78645"/>
                  <a:pt x="379613" y="78566"/>
                  <a:pt x="380378" y="78408"/>
                </a:cubicBezTo>
                <a:cubicBezTo>
                  <a:pt x="381142" y="78251"/>
                  <a:pt x="381805" y="78071"/>
                  <a:pt x="382367" y="77869"/>
                </a:cubicBezTo>
                <a:cubicBezTo>
                  <a:pt x="382929" y="77667"/>
                  <a:pt x="383413" y="77487"/>
                  <a:pt x="383817" y="77329"/>
                </a:cubicBezTo>
                <a:cubicBezTo>
                  <a:pt x="384222" y="77172"/>
                  <a:pt x="384604" y="77093"/>
                  <a:pt x="384964" y="77093"/>
                </a:cubicBezTo>
                <a:cubicBezTo>
                  <a:pt x="385324" y="77093"/>
                  <a:pt x="385627" y="77262"/>
                  <a:pt x="385875" y="77599"/>
                </a:cubicBezTo>
                <a:cubicBezTo>
                  <a:pt x="386122" y="77936"/>
                  <a:pt x="386246" y="78488"/>
                  <a:pt x="386246" y="79254"/>
                </a:cubicBezTo>
                <a:cubicBezTo>
                  <a:pt x="386246" y="80112"/>
                  <a:pt x="386156" y="81084"/>
                  <a:pt x="385976" y="82169"/>
                </a:cubicBezTo>
                <a:cubicBezTo>
                  <a:pt x="385796" y="83254"/>
                  <a:pt x="385560" y="84304"/>
                  <a:pt x="385268" y="85320"/>
                </a:cubicBezTo>
                <a:cubicBezTo>
                  <a:pt x="384975" y="86336"/>
                  <a:pt x="384649" y="87262"/>
                  <a:pt x="384290" y="88098"/>
                </a:cubicBezTo>
                <a:cubicBezTo>
                  <a:pt x="383930" y="88934"/>
                  <a:pt x="383548" y="89555"/>
                  <a:pt x="383143" y="89961"/>
                </a:cubicBezTo>
                <a:cubicBezTo>
                  <a:pt x="382738" y="90369"/>
                  <a:pt x="382131" y="90753"/>
                  <a:pt x="381322" y="91114"/>
                </a:cubicBezTo>
                <a:cubicBezTo>
                  <a:pt x="380512" y="91475"/>
                  <a:pt x="379557" y="91791"/>
                  <a:pt x="378455" y="92063"/>
                </a:cubicBezTo>
                <a:cubicBezTo>
                  <a:pt x="377354" y="92334"/>
                  <a:pt x="376173" y="92548"/>
                  <a:pt x="374914" y="92705"/>
                </a:cubicBezTo>
                <a:cubicBezTo>
                  <a:pt x="373655" y="92864"/>
                  <a:pt x="372396" y="92944"/>
                  <a:pt x="371137" y="92944"/>
                </a:cubicBezTo>
                <a:cubicBezTo>
                  <a:pt x="368439" y="92944"/>
                  <a:pt x="366067" y="92663"/>
                  <a:pt x="364021" y="92100"/>
                </a:cubicBezTo>
                <a:cubicBezTo>
                  <a:pt x="361975" y="91538"/>
                  <a:pt x="360256" y="90650"/>
                  <a:pt x="358862" y="89436"/>
                </a:cubicBezTo>
                <a:cubicBezTo>
                  <a:pt x="357468" y="88222"/>
                  <a:pt x="356422" y="86671"/>
                  <a:pt x="355725" y="84782"/>
                </a:cubicBezTo>
                <a:cubicBezTo>
                  <a:pt x="355028" y="82894"/>
                  <a:pt x="354680" y="80601"/>
                  <a:pt x="354680" y="77903"/>
                </a:cubicBezTo>
                <a:cubicBezTo>
                  <a:pt x="354680" y="77408"/>
                  <a:pt x="354702" y="76835"/>
                  <a:pt x="354747" y="76183"/>
                </a:cubicBezTo>
                <a:cubicBezTo>
                  <a:pt x="354792" y="75531"/>
                  <a:pt x="354871" y="74845"/>
                  <a:pt x="354983" y="74126"/>
                </a:cubicBezTo>
                <a:cubicBezTo>
                  <a:pt x="355096" y="73406"/>
                  <a:pt x="355208" y="72675"/>
                  <a:pt x="355321" y="71933"/>
                </a:cubicBezTo>
                <a:cubicBezTo>
                  <a:pt x="355433" y="71192"/>
                  <a:pt x="355557" y="70528"/>
                  <a:pt x="355692" y="69944"/>
                </a:cubicBezTo>
                <a:lnTo>
                  <a:pt x="361560" y="40604"/>
                </a:lnTo>
                <a:lnTo>
                  <a:pt x="354275" y="40604"/>
                </a:lnTo>
                <a:cubicBezTo>
                  <a:pt x="353691" y="40604"/>
                  <a:pt x="353263" y="40413"/>
                  <a:pt x="352994" y="40030"/>
                </a:cubicBezTo>
                <a:cubicBezTo>
                  <a:pt x="352724" y="39648"/>
                  <a:pt x="352589" y="38918"/>
                  <a:pt x="352589" y="37838"/>
                </a:cubicBezTo>
                <a:cubicBezTo>
                  <a:pt x="352589" y="37074"/>
                  <a:pt x="352668" y="36074"/>
                  <a:pt x="352825" y="34837"/>
                </a:cubicBezTo>
                <a:cubicBezTo>
                  <a:pt x="352982" y="33600"/>
                  <a:pt x="353241" y="32386"/>
                  <a:pt x="353601" y="31195"/>
                </a:cubicBezTo>
                <a:cubicBezTo>
                  <a:pt x="353960" y="30003"/>
                  <a:pt x="354433" y="28980"/>
                  <a:pt x="355017" y="28126"/>
                </a:cubicBezTo>
                <a:cubicBezTo>
                  <a:pt x="355602" y="27272"/>
                  <a:pt x="356299" y="26844"/>
                  <a:pt x="357108" y="26844"/>
                </a:cubicBezTo>
                <a:lnTo>
                  <a:pt x="364325" y="26844"/>
                </a:lnTo>
                <a:lnTo>
                  <a:pt x="367023" y="13367"/>
                </a:lnTo>
                <a:cubicBezTo>
                  <a:pt x="367113" y="12916"/>
                  <a:pt x="367326" y="12510"/>
                  <a:pt x="367664" y="12149"/>
                </a:cubicBezTo>
                <a:cubicBezTo>
                  <a:pt x="368001" y="11787"/>
                  <a:pt x="368518" y="11482"/>
                  <a:pt x="369215" y="11234"/>
                </a:cubicBezTo>
                <a:cubicBezTo>
                  <a:pt x="369912" y="10986"/>
                  <a:pt x="370811" y="10805"/>
                  <a:pt x="371913" y="10693"/>
                </a:cubicBezTo>
                <a:cubicBezTo>
                  <a:pt x="373014" y="10579"/>
                  <a:pt x="374397" y="10522"/>
                  <a:pt x="376061" y="10522"/>
                </a:cubicBezTo>
                <a:cubicBezTo>
                  <a:pt x="377680" y="10522"/>
                  <a:pt x="379029" y="10579"/>
                  <a:pt x="380108" y="10693"/>
                </a:cubicBezTo>
                <a:cubicBezTo>
                  <a:pt x="381187" y="10805"/>
                  <a:pt x="382019" y="10986"/>
                  <a:pt x="382603" y="11234"/>
                </a:cubicBezTo>
                <a:cubicBezTo>
                  <a:pt x="383188" y="11482"/>
                  <a:pt x="383581" y="11787"/>
                  <a:pt x="383784" y="12149"/>
                </a:cubicBezTo>
                <a:cubicBezTo>
                  <a:pt x="383986" y="12510"/>
                  <a:pt x="384042" y="12916"/>
                  <a:pt x="383952" y="13367"/>
                </a:cubicBezTo>
                <a:lnTo>
                  <a:pt x="381254" y="26844"/>
                </a:lnTo>
                <a:lnTo>
                  <a:pt x="394272" y="26844"/>
                </a:lnTo>
                <a:cubicBezTo>
                  <a:pt x="395036" y="26844"/>
                  <a:pt x="395553" y="27092"/>
                  <a:pt x="395823" y="27586"/>
                </a:cubicBezTo>
                <a:cubicBezTo>
                  <a:pt x="396093" y="28081"/>
                  <a:pt x="396228" y="28800"/>
                  <a:pt x="396228" y="29745"/>
                </a:cubicBezTo>
                <a:close/>
                <a:moveTo>
                  <a:pt x="431210" y="8903"/>
                </a:moveTo>
                <a:cubicBezTo>
                  <a:pt x="430896" y="10567"/>
                  <a:pt x="430468" y="11972"/>
                  <a:pt x="429929" y="13119"/>
                </a:cubicBezTo>
                <a:cubicBezTo>
                  <a:pt x="429389" y="14265"/>
                  <a:pt x="428670" y="15187"/>
                  <a:pt x="427771" y="15884"/>
                </a:cubicBezTo>
                <a:cubicBezTo>
                  <a:pt x="426871" y="16581"/>
                  <a:pt x="425770" y="17076"/>
                  <a:pt x="424466" y="17368"/>
                </a:cubicBezTo>
                <a:cubicBezTo>
                  <a:pt x="423162" y="17660"/>
                  <a:pt x="421543" y="17806"/>
                  <a:pt x="419609" y="17806"/>
                </a:cubicBezTo>
                <a:cubicBezTo>
                  <a:pt x="417721" y="17806"/>
                  <a:pt x="416181" y="17660"/>
                  <a:pt x="414989" y="17368"/>
                </a:cubicBezTo>
                <a:cubicBezTo>
                  <a:pt x="413798" y="17076"/>
                  <a:pt x="412898" y="16581"/>
                  <a:pt x="412291" y="15884"/>
                </a:cubicBezTo>
                <a:cubicBezTo>
                  <a:pt x="411684" y="15187"/>
                  <a:pt x="411336" y="14265"/>
                  <a:pt x="411246" y="13119"/>
                </a:cubicBezTo>
                <a:cubicBezTo>
                  <a:pt x="411156" y="11972"/>
                  <a:pt x="411291" y="10567"/>
                  <a:pt x="411650" y="8903"/>
                </a:cubicBezTo>
                <a:cubicBezTo>
                  <a:pt x="411965" y="7284"/>
                  <a:pt x="412392" y="5913"/>
                  <a:pt x="412932" y="4789"/>
                </a:cubicBezTo>
                <a:cubicBezTo>
                  <a:pt x="413472" y="3665"/>
                  <a:pt x="414191" y="2743"/>
                  <a:pt x="415090" y="2023"/>
                </a:cubicBezTo>
                <a:cubicBezTo>
                  <a:pt x="415990" y="1304"/>
                  <a:pt x="417091" y="787"/>
                  <a:pt x="418395" y="472"/>
                </a:cubicBezTo>
                <a:cubicBezTo>
                  <a:pt x="419699" y="157"/>
                  <a:pt x="421318" y="0"/>
                  <a:pt x="423252" y="0"/>
                </a:cubicBezTo>
                <a:cubicBezTo>
                  <a:pt x="425140" y="0"/>
                  <a:pt x="426680" y="157"/>
                  <a:pt x="427872" y="472"/>
                </a:cubicBezTo>
                <a:cubicBezTo>
                  <a:pt x="429063" y="787"/>
                  <a:pt x="429963" y="1304"/>
                  <a:pt x="430570" y="2023"/>
                </a:cubicBezTo>
                <a:cubicBezTo>
                  <a:pt x="431177" y="2743"/>
                  <a:pt x="431514" y="3665"/>
                  <a:pt x="431581" y="4789"/>
                </a:cubicBezTo>
                <a:cubicBezTo>
                  <a:pt x="431649" y="5913"/>
                  <a:pt x="431525" y="7284"/>
                  <a:pt x="431210" y="8903"/>
                </a:cubicBezTo>
                <a:moveTo>
                  <a:pt x="413809" y="89301"/>
                </a:moveTo>
                <a:cubicBezTo>
                  <a:pt x="413719" y="89751"/>
                  <a:pt x="413505" y="90144"/>
                  <a:pt x="413168" y="90482"/>
                </a:cubicBezTo>
                <a:cubicBezTo>
                  <a:pt x="412831" y="90819"/>
                  <a:pt x="412314" y="91100"/>
                  <a:pt x="411617" y="91325"/>
                </a:cubicBezTo>
                <a:cubicBezTo>
                  <a:pt x="410920" y="91550"/>
                  <a:pt x="410009" y="91718"/>
                  <a:pt x="408885" y="91831"/>
                </a:cubicBezTo>
                <a:cubicBezTo>
                  <a:pt x="407761" y="91943"/>
                  <a:pt x="406389" y="91999"/>
                  <a:pt x="404771" y="91999"/>
                </a:cubicBezTo>
                <a:cubicBezTo>
                  <a:pt x="403107" y="91999"/>
                  <a:pt x="401747" y="91943"/>
                  <a:pt x="400690" y="91831"/>
                </a:cubicBezTo>
                <a:cubicBezTo>
                  <a:pt x="399633" y="91718"/>
                  <a:pt x="398802" y="91550"/>
                  <a:pt x="398195" y="91325"/>
                </a:cubicBezTo>
                <a:cubicBezTo>
                  <a:pt x="397587" y="91100"/>
                  <a:pt x="397194" y="90819"/>
                  <a:pt x="397014" y="90482"/>
                </a:cubicBezTo>
                <a:cubicBezTo>
                  <a:pt x="396834" y="90144"/>
                  <a:pt x="396789" y="89751"/>
                  <a:pt x="396879" y="89301"/>
                </a:cubicBezTo>
                <a:lnTo>
                  <a:pt x="408818" y="29273"/>
                </a:lnTo>
                <a:cubicBezTo>
                  <a:pt x="408908" y="28823"/>
                  <a:pt x="409121" y="28429"/>
                  <a:pt x="409458" y="28092"/>
                </a:cubicBezTo>
                <a:cubicBezTo>
                  <a:pt x="409796" y="27755"/>
                  <a:pt x="410313" y="27463"/>
                  <a:pt x="411010" y="27215"/>
                </a:cubicBezTo>
                <a:cubicBezTo>
                  <a:pt x="411707" y="26968"/>
                  <a:pt x="412606" y="26777"/>
                  <a:pt x="413708" y="26642"/>
                </a:cubicBezTo>
                <a:cubicBezTo>
                  <a:pt x="414809" y="26507"/>
                  <a:pt x="416192" y="26440"/>
                  <a:pt x="417856" y="26440"/>
                </a:cubicBezTo>
                <a:cubicBezTo>
                  <a:pt x="419519" y="26440"/>
                  <a:pt x="420880" y="26507"/>
                  <a:pt x="421936" y="26642"/>
                </a:cubicBezTo>
                <a:cubicBezTo>
                  <a:pt x="422993" y="26777"/>
                  <a:pt x="423825" y="26968"/>
                  <a:pt x="424432" y="27215"/>
                </a:cubicBezTo>
                <a:cubicBezTo>
                  <a:pt x="425039" y="27463"/>
                  <a:pt x="425432" y="27755"/>
                  <a:pt x="425612" y="28092"/>
                </a:cubicBezTo>
                <a:cubicBezTo>
                  <a:pt x="425792" y="28429"/>
                  <a:pt x="425837" y="28823"/>
                  <a:pt x="425747" y="29273"/>
                </a:cubicBezTo>
                <a:lnTo>
                  <a:pt x="413809" y="89301"/>
                </a:lnTo>
                <a:close/>
                <a:moveTo>
                  <a:pt x="495408" y="28665"/>
                </a:moveTo>
                <a:cubicBezTo>
                  <a:pt x="495408" y="29160"/>
                  <a:pt x="495341" y="29767"/>
                  <a:pt x="495206" y="30487"/>
                </a:cubicBezTo>
                <a:cubicBezTo>
                  <a:pt x="495071" y="31206"/>
                  <a:pt x="494868" y="31970"/>
                  <a:pt x="494599" y="32780"/>
                </a:cubicBezTo>
                <a:cubicBezTo>
                  <a:pt x="492935" y="37636"/>
                  <a:pt x="491091" y="42504"/>
                  <a:pt x="489068" y="47382"/>
                </a:cubicBezTo>
                <a:cubicBezTo>
                  <a:pt x="487044" y="52261"/>
                  <a:pt x="484819" y="57084"/>
                  <a:pt x="482390" y="61850"/>
                </a:cubicBezTo>
                <a:cubicBezTo>
                  <a:pt x="479962" y="66616"/>
                  <a:pt x="477343" y="71293"/>
                  <a:pt x="474533" y="75879"/>
                </a:cubicBezTo>
                <a:cubicBezTo>
                  <a:pt x="471722" y="80466"/>
                  <a:pt x="468676" y="84895"/>
                  <a:pt x="465394" y="89166"/>
                </a:cubicBezTo>
                <a:cubicBezTo>
                  <a:pt x="464944" y="89796"/>
                  <a:pt x="464404" y="90302"/>
                  <a:pt x="463775" y="90684"/>
                </a:cubicBezTo>
                <a:cubicBezTo>
                  <a:pt x="463145" y="91066"/>
                  <a:pt x="462381" y="91359"/>
                  <a:pt x="461482" y="91561"/>
                </a:cubicBezTo>
                <a:cubicBezTo>
                  <a:pt x="460582" y="91763"/>
                  <a:pt x="459526" y="91887"/>
                  <a:pt x="458312" y="91932"/>
                </a:cubicBezTo>
                <a:cubicBezTo>
                  <a:pt x="457097" y="91977"/>
                  <a:pt x="455681" y="91999"/>
                  <a:pt x="454062" y="91999"/>
                </a:cubicBezTo>
                <a:cubicBezTo>
                  <a:pt x="451589" y="91999"/>
                  <a:pt x="449633" y="91943"/>
                  <a:pt x="448194" y="91831"/>
                </a:cubicBezTo>
                <a:cubicBezTo>
                  <a:pt x="446755" y="91718"/>
                  <a:pt x="445654" y="91527"/>
                  <a:pt x="444889" y="91257"/>
                </a:cubicBezTo>
                <a:cubicBezTo>
                  <a:pt x="444125" y="90988"/>
                  <a:pt x="443608" y="90617"/>
                  <a:pt x="443338" y="90144"/>
                </a:cubicBezTo>
                <a:cubicBezTo>
                  <a:pt x="443068" y="89672"/>
                  <a:pt x="442911" y="89077"/>
                  <a:pt x="442866" y="88357"/>
                </a:cubicBezTo>
                <a:lnTo>
                  <a:pt x="435784" y="34264"/>
                </a:lnTo>
                <a:cubicBezTo>
                  <a:pt x="435739" y="33544"/>
                  <a:pt x="435694" y="32870"/>
                  <a:pt x="435649" y="32240"/>
                </a:cubicBezTo>
                <a:cubicBezTo>
                  <a:pt x="435604" y="31611"/>
                  <a:pt x="435581" y="31026"/>
                  <a:pt x="435581" y="30487"/>
                </a:cubicBezTo>
                <a:cubicBezTo>
                  <a:pt x="435581" y="29587"/>
                  <a:pt x="435683" y="28902"/>
                  <a:pt x="435885" y="28429"/>
                </a:cubicBezTo>
                <a:cubicBezTo>
                  <a:pt x="436087" y="27957"/>
                  <a:pt x="436492" y="27575"/>
                  <a:pt x="437099" y="27283"/>
                </a:cubicBezTo>
                <a:cubicBezTo>
                  <a:pt x="437706" y="26991"/>
                  <a:pt x="438583" y="26777"/>
                  <a:pt x="439730" y="26642"/>
                </a:cubicBezTo>
                <a:cubicBezTo>
                  <a:pt x="440876" y="26507"/>
                  <a:pt x="442416" y="26440"/>
                  <a:pt x="444350" y="26440"/>
                </a:cubicBezTo>
                <a:cubicBezTo>
                  <a:pt x="446148" y="26440"/>
                  <a:pt x="447565" y="26485"/>
                  <a:pt x="448599" y="26575"/>
                </a:cubicBezTo>
                <a:cubicBezTo>
                  <a:pt x="449633" y="26665"/>
                  <a:pt x="450431" y="26822"/>
                  <a:pt x="450993" y="27047"/>
                </a:cubicBezTo>
                <a:cubicBezTo>
                  <a:pt x="451555" y="27272"/>
                  <a:pt x="451926" y="27575"/>
                  <a:pt x="452106" y="27957"/>
                </a:cubicBezTo>
                <a:cubicBezTo>
                  <a:pt x="452286" y="28339"/>
                  <a:pt x="452399" y="28800"/>
                  <a:pt x="452444" y="29340"/>
                </a:cubicBezTo>
                <a:lnTo>
                  <a:pt x="457570" y="73518"/>
                </a:lnTo>
                <a:lnTo>
                  <a:pt x="457570" y="75205"/>
                </a:lnTo>
                <a:lnTo>
                  <a:pt x="457907" y="74598"/>
                </a:lnTo>
                <a:cubicBezTo>
                  <a:pt x="460200" y="71135"/>
                  <a:pt x="462280" y="67651"/>
                  <a:pt x="464146" y="64143"/>
                </a:cubicBezTo>
                <a:cubicBezTo>
                  <a:pt x="466012" y="60636"/>
                  <a:pt x="467743" y="57039"/>
                  <a:pt x="469339" y="53351"/>
                </a:cubicBezTo>
                <a:cubicBezTo>
                  <a:pt x="470936" y="49664"/>
                  <a:pt x="472431" y="45842"/>
                  <a:pt x="473825" y="41885"/>
                </a:cubicBezTo>
                <a:cubicBezTo>
                  <a:pt x="475219" y="37928"/>
                  <a:pt x="476590" y="33747"/>
                  <a:pt x="477939" y="29340"/>
                </a:cubicBezTo>
                <a:cubicBezTo>
                  <a:pt x="478074" y="28755"/>
                  <a:pt x="478321" y="28283"/>
                  <a:pt x="478681" y="27924"/>
                </a:cubicBezTo>
                <a:cubicBezTo>
                  <a:pt x="479041" y="27564"/>
                  <a:pt x="479591" y="27272"/>
                  <a:pt x="480333" y="27047"/>
                </a:cubicBezTo>
                <a:cubicBezTo>
                  <a:pt x="481075" y="26822"/>
                  <a:pt x="482020" y="26665"/>
                  <a:pt x="483166" y="26575"/>
                </a:cubicBezTo>
                <a:cubicBezTo>
                  <a:pt x="484313" y="26485"/>
                  <a:pt x="485740" y="26440"/>
                  <a:pt x="487449" y="26440"/>
                </a:cubicBezTo>
                <a:cubicBezTo>
                  <a:pt x="489113" y="26440"/>
                  <a:pt x="490473" y="26485"/>
                  <a:pt x="491530" y="26575"/>
                </a:cubicBezTo>
                <a:cubicBezTo>
                  <a:pt x="492586" y="26665"/>
                  <a:pt x="493396" y="26799"/>
                  <a:pt x="493958" y="26979"/>
                </a:cubicBezTo>
                <a:cubicBezTo>
                  <a:pt x="494520" y="27159"/>
                  <a:pt x="494902" y="27384"/>
                  <a:pt x="495104" y="27654"/>
                </a:cubicBezTo>
                <a:cubicBezTo>
                  <a:pt x="495307" y="27924"/>
                  <a:pt x="495408" y="28261"/>
                  <a:pt x="495408" y="28665"/>
                </a:cubicBezTo>
                <a:close/>
                <a:moveTo>
                  <a:pt x="558304" y="42320"/>
                </a:moveTo>
                <a:cubicBezTo>
                  <a:pt x="558304" y="45563"/>
                  <a:pt x="557573" y="48480"/>
                  <a:pt x="556112" y="51071"/>
                </a:cubicBezTo>
                <a:cubicBezTo>
                  <a:pt x="554651" y="53661"/>
                  <a:pt x="552380" y="55891"/>
                  <a:pt x="549300" y="57761"/>
                </a:cubicBezTo>
                <a:cubicBezTo>
                  <a:pt x="546220" y="59630"/>
                  <a:pt x="542308" y="61060"/>
                  <a:pt x="537564" y="62050"/>
                </a:cubicBezTo>
                <a:cubicBezTo>
                  <a:pt x="532820" y="63041"/>
                  <a:pt x="527166" y="63536"/>
                  <a:pt x="520601" y="63536"/>
                </a:cubicBezTo>
                <a:lnTo>
                  <a:pt x="514395" y="63536"/>
                </a:lnTo>
                <a:cubicBezTo>
                  <a:pt x="514215" y="64570"/>
                  <a:pt x="514081" y="65593"/>
                  <a:pt x="513991" y="66605"/>
                </a:cubicBezTo>
                <a:cubicBezTo>
                  <a:pt x="513901" y="67617"/>
                  <a:pt x="513856" y="68550"/>
                  <a:pt x="513856" y="69404"/>
                </a:cubicBezTo>
                <a:cubicBezTo>
                  <a:pt x="513856" y="73046"/>
                  <a:pt x="514800" y="75789"/>
                  <a:pt x="516689" y="77633"/>
                </a:cubicBezTo>
                <a:cubicBezTo>
                  <a:pt x="518577" y="79476"/>
                  <a:pt x="521612" y="80398"/>
                  <a:pt x="525794" y="80398"/>
                </a:cubicBezTo>
                <a:cubicBezTo>
                  <a:pt x="528762" y="80398"/>
                  <a:pt x="531426" y="80181"/>
                  <a:pt x="533787" y="79747"/>
                </a:cubicBezTo>
                <a:cubicBezTo>
                  <a:pt x="536147" y="79313"/>
                  <a:pt x="538216" y="78833"/>
                  <a:pt x="539992" y="78307"/>
                </a:cubicBezTo>
                <a:cubicBezTo>
                  <a:pt x="541768" y="77782"/>
                  <a:pt x="543241" y="77302"/>
                  <a:pt x="544410" y="76868"/>
                </a:cubicBezTo>
                <a:cubicBezTo>
                  <a:pt x="545579" y="76434"/>
                  <a:pt x="546433" y="76216"/>
                  <a:pt x="546973" y="76216"/>
                </a:cubicBezTo>
                <a:cubicBezTo>
                  <a:pt x="547512" y="76216"/>
                  <a:pt x="547895" y="76375"/>
                  <a:pt x="548119" y="76693"/>
                </a:cubicBezTo>
                <a:cubicBezTo>
                  <a:pt x="548344" y="77010"/>
                  <a:pt x="548457" y="77508"/>
                  <a:pt x="548457" y="78187"/>
                </a:cubicBezTo>
                <a:cubicBezTo>
                  <a:pt x="548457" y="78959"/>
                  <a:pt x="548389" y="79843"/>
                  <a:pt x="548254" y="80841"/>
                </a:cubicBezTo>
                <a:cubicBezTo>
                  <a:pt x="548119" y="81837"/>
                  <a:pt x="547928" y="82823"/>
                  <a:pt x="547681" y="83798"/>
                </a:cubicBezTo>
                <a:cubicBezTo>
                  <a:pt x="547434" y="84772"/>
                  <a:pt x="547119" y="85689"/>
                  <a:pt x="546737" y="86551"/>
                </a:cubicBezTo>
                <a:cubicBezTo>
                  <a:pt x="546355" y="87412"/>
                  <a:pt x="545916" y="88069"/>
                  <a:pt x="545422" y="88521"/>
                </a:cubicBezTo>
                <a:cubicBezTo>
                  <a:pt x="544882" y="89065"/>
                  <a:pt x="543893" y="89610"/>
                  <a:pt x="542454" y="90155"/>
                </a:cubicBezTo>
                <a:cubicBezTo>
                  <a:pt x="541015" y="90699"/>
                  <a:pt x="539284" y="91197"/>
                  <a:pt x="537260" y="91649"/>
                </a:cubicBezTo>
                <a:cubicBezTo>
                  <a:pt x="535237" y="92103"/>
                  <a:pt x="532966" y="92477"/>
                  <a:pt x="530448" y="92771"/>
                </a:cubicBezTo>
                <a:cubicBezTo>
                  <a:pt x="527930" y="93066"/>
                  <a:pt x="525367" y="93213"/>
                  <a:pt x="522759" y="93213"/>
                </a:cubicBezTo>
                <a:cubicBezTo>
                  <a:pt x="518442" y="93213"/>
                  <a:pt x="514676" y="92762"/>
                  <a:pt x="511461" y="91860"/>
                </a:cubicBezTo>
                <a:cubicBezTo>
                  <a:pt x="508246" y="90959"/>
                  <a:pt x="505560" y="89586"/>
                  <a:pt x="503401" y="87740"/>
                </a:cubicBezTo>
                <a:cubicBezTo>
                  <a:pt x="501243" y="85892"/>
                  <a:pt x="499624" y="83537"/>
                  <a:pt x="498545" y="80676"/>
                </a:cubicBezTo>
                <a:cubicBezTo>
                  <a:pt x="497466" y="77816"/>
                  <a:pt x="496926" y="74426"/>
                  <a:pt x="496926" y="70507"/>
                </a:cubicBezTo>
                <a:cubicBezTo>
                  <a:pt x="496926" y="67487"/>
                  <a:pt x="497207" y="64254"/>
                  <a:pt x="497769" y="60809"/>
                </a:cubicBezTo>
                <a:cubicBezTo>
                  <a:pt x="498331" y="57362"/>
                  <a:pt x="499242" y="53960"/>
                  <a:pt x="500501" y="50603"/>
                </a:cubicBezTo>
                <a:cubicBezTo>
                  <a:pt x="501760" y="47246"/>
                  <a:pt x="503379" y="44036"/>
                  <a:pt x="505357" y="40973"/>
                </a:cubicBezTo>
                <a:cubicBezTo>
                  <a:pt x="507336" y="37909"/>
                  <a:pt x="509730" y="35218"/>
                  <a:pt x="512541" y="32898"/>
                </a:cubicBezTo>
                <a:cubicBezTo>
                  <a:pt x="515351" y="30576"/>
                  <a:pt x="518600" y="28717"/>
                  <a:pt x="522287" y="27321"/>
                </a:cubicBezTo>
                <a:cubicBezTo>
                  <a:pt x="525974" y="25924"/>
                  <a:pt x="530178" y="25226"/>
                  <a:pt x="534900" y="25226"/>
                </a:cubicBezTo>
                <a:cubicBezTo>
                  <a:pt x="538991" y="25226"/>
                  <a:pt x="542510" y="25710"/>
                  <a:pt x="545455" y="26678"/>
                </a:cubicBezTo>
                <a:cubicBezTo>
                  <a:pt x="548400" y="27646"/>
                  <a:pt x="550817" y="28930"/>
                  <a:pt x="552706" y="30529"/>
                </a:cubicBezTo>
                <a:cubicBezTo>
                  <a:pt x="554594" y="32128"/>
                  <a:pt x="556000" y="33952"/>
                  <a:pt x="556921" y="36003"/>
                </a:cubicBezTo>
                <a:cubicBezTo>
                  <a:pt x="557843" y="38053"/>
                  <a:pt x="558304" y="40158"/>
                  <a:pt x="558304" y="42320"/>
                </a:cubicBezTo>
                <a:moveTo>
                  <a:pt x="541644" y="43612"/>
                </a:moveTo>
                <a:cubicBezTo>
                  <a:pt x="541644" y="41821"/>
                  <a:pt x="540936" y="40333"/>
                  <a:pt x="539520" y="39147"/>
                </a:cubicBezTo>
                <a:cubicBezTo>
                  <a:pt x="538103" y="37960"/>
                  <a:pt x="536046" y="37366"/>
                  <a:pt x="533348" y="37366"/>
                </a:cubicBezTo>
                <a:cubicBezTo>
                  <a:pt x="531100" y="37366"/>
                  <a:pt x="529088" y="37770"/>
                  <a:pt x="527312" y="38576"/>
                </a:cubicBezTo>
                <a:cubicBezTo>
                  <a:pt x="525536" y="39381"/>
                  <a:pt x="523973" y="40467"/>
                  <a:pt x="522624" y="41833"/>
                </a:cubicBezTo>
                <a:cubicBezTo>
                  <a:pt x="521275" y="43197"/>
                  <a:pt x="520117" y="44809"/>
                  <a:pt x="519150" y="46668"/>
                </a:cubicBezTo>
                <a:cubicBezTo>
                  <a:pt x="518184" y="48525"/>
                  <a:pt x="517408" y="50506"/>
                  <a:pt x="516823" y="52610"/>
                </a:cubicBezTo>
                <a:lnTo>
                  <a:pt x="522489" y="52610"/>
                </a:lnTo>
                <a:cubicBezTo>
                  <a:pt x="526086" y="52610"/>
                  <a:pt x="529099" y="52375"/>
                  <a:pt x="531527" y="51906"/>
                </a:cubicBezTo>
                <a:cubicBezTo>
                  <a:pt x="533955" y="51435"/>
                  <a:pt x="535911" y="50797"/>
                  <a:pt x="537395" y="49992"/>
                </a:cubicBezTo>
                <a:cubicBezTo>
                  <a:pt x="538879" y="49185"/>
                  <a:pt x="539958" y="48234"/>
                  <a:pt x="540633" y="47138"/>
                </a:cubicBezTo>
                <a:cubicBezTo>
                  <a:pt x="541307" y="46040"/>
                  <a:pt x="541644" y="44865"/>
                  <a:pt x="541644" y="4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Category">
            <a:extLst xmlns:a="http://schemas.openxmlformats.org/drawingml/2006/main">
              <a:ext uri="{FF2B5EF4-FFF2-40B4-BE49-F238E27FC236}">
                <a16:creationId xmlns:a16="http://schemas.microsoft.com/office/drawing/2014/main" id="{42774672-70E1-437A-8493-063A2308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6304" y="1730568"/>
            <a:ext cx="514674" cy="113523"/>
          </a:xfrm>
          <a:custGeom xmlns:a="http://schemas.openxmlformats.org/drawingml/2006/main">
            <a:pathLst>
              <a:path w="514674" h="113523">
                <a:moveTo>
                  <a:pt x="70800" y="9884"/>
                </a:moveTo>
                <a:cubicBezTo>
                  <a:pt x="70800" y="11148"/>
                  <a:pt x="70587" y="12841"/>
                  <a:pt x="70159" y="14962"/>
                </a:cubicBezTo>
                <a:cubicBezTo>
                  <a:pt x="69732" y="17083"/>
                  <a:pt x="69192" y="18786"/>
                  <a:pt x="68539" y="20073"/>
                </a:cubicBezTo>
                <a:cubicBezTo>
                  <a:pt x="67887" y="21359"/>
                  <a:pt x="67156" y="22003"/>
                  <a:pt x="66346" y="22003"/>
                </a:cubicBezTo>
                <a:cubicBezTo>
                  <a:pt x="65761" y="22003"/>
                  <a:pt x="65063" y="21632"/>
                  <a:pt x="64253" y="20889"/>
                </a:cubicBezTo>
                <a:cubicBezTo>
                  <a:pt x="63444" y="20147"/>
                  <a:pt x="62386" y="19348"/>
                  <a:pt x="61081" y="18493"/>
                </a:cubicBezTo>
                <a:cubicBezTo>
                  <a:pt x="59776" y="17638"/>
                  <a:pt x="58112" y="16840"/>
                  <a:pt x="56087" y="16097"/>
                </a:cubicBezTo>
                <a:cubicBezTo>
                  <a:pt x="54062" y="15355"/>
                  <a:pt x="51542" y="14983"/>
                  <a:pt x="48528" y="14983"/>
                </a:cubicBezTo>
                <a:cubicBezTo>
                  <a:pt x="45198" y="14983"/>
                  <a:pt x="42161" y="15647"/>
                  <a:pt x="39416" y="16975"/>
                </a:cubicBezTo>
                <a:cubicBezTo>
                  <a:pt x="36671" y="18302"/>
                  <a:pt x="34219" y="20057"/>
                  <a:pt x="32059" y="22239"/>
                </a:cubicBezTo>
                <a:cubicBezTo>
                  <a:pt x="29899" y="24421"/>
                  <a:pt x="28010" y="26930"/>
                  <a:pt x="26390" y="29764"/>
                </a:cubicBezTo>
                <a:cubicBezTo>
                  <a:pt x="24770" y="32599"/>
                  <a:pt x="23431" y="35546"/>
                  <a:pt x="22374" y="38606"/>
                </a:cubicBezTo>
                <a:cubicBezTo>
                  <a:pt x="21317" y="41666"/>
                  <a:pt x="20529" y="44714"/>
                  <a:pt x="20012" y="47751"/>
                </a:cubicBezTo>
                <a:cubicBezTo>
                  <a:pt x="19494" y="50789"/>
                  <a:pt x="19236" y="53612"/>
                  <a:pt x="19236" y="56222"/>
                </a:cubicBezTo>
                <a:cubicBezTo>
                  <a:pt x="19236" y="59371"/>
                  <a:pt x="19629" y="62139"/>
                  <a:pt x="20417" y="64523"/>
                </a:cubicBezTo>
                <a:cubicBezTo>
                  <a:pt x="21204" y="66908"/>
                  <a:pt x="22340" y="68888"/>
                  <a:pt x="23825" y="70463"/>
                </a:cubicBezTo>
                <a:cubicBezTo>
                  <a:pt x="25310" y="72038"/>
                  <a:pt x="27132" y="73219"/>
                  <a:pt x="29292" y="74006"/>
                </a:cubicBezTo>
                <a:cubicBezTo>
                  <a:pt x="31452" y="74794"/>
                  <a:pt x="33882" y="75187"/>
                  <a:pt x="36581" y="75187"/>
                </a:cubicBezTo>
                <a:cubicBezTo>
                  <a:pt x="39776" y="75187"/>
                  <a:pt x="42509" y="74850"/>
                  <a:pt x="44782" y="74175"/>
                </a:cubicBezTo>
                <a:cubicBezTo>
                  <a:pt x="47054" y="73500"/>
                  <a:pt x="48989" y="72758"/>
                  <a:pt x="50586" y="71948"/>
                </a:cubicBezTo>
                <a:cubicBezTo>
                  <a:pt x="52183" y="71138"/>
                  <a:pt x="53511" y="70395"/>
                  <a:pt x="54568" y="69720"/>
                </a:cubicBezTo>
                <a:cubicBezTo>
                  <a:pt x="55626" y="69045"/>
                  <a:pt x="56582" y="68708"/>
                  <a:pt x="57437" y="68708"/>
                </a:cubicBezTo>
                <a:cubicBezTo>
                  <a:pt x="58022" y="68708"/>
                  <a:pt x="58415" y="68922"/>
                  <a:pt x="58618" y="69351"/>
                </a:cubicBezTo>
                <a:cubicBezTo>
                  <a:pt x="58820" y="69780"/>
                  <a:pt x="58921" y="70378"/>
                  <a:pt x="58921" y="71146"/>
                </a:cubicBezTo>
                <a:cubicBezTo>
                  <a:pt x="58921" y="71461"/>
                  <a:pt x="58876" y="71935"/>
                  <a:pt x="58787" y="72568"/>
                </a:cubicBezTo>
                <a:cubicBezTo>
                  <a:pt x="58697" y="73199"/>
                  <a:pt x="58584" y="73910"/>
                  <a:pt x="58449" y="74700"/>
                </a:cubicBezTo>
                <a:cubicBezTo>
                  <a:pt x="58314" y="75490"/>
                  <a:pt x="58157" y="76348"/>
                  <a:pt x="57977" y="77273"/>
                </a:cubicBezTo>
                <a:cubicBezTo>
                  <a:pt x="57797" y="78199"/>
                  <a:pt x="57594" y="79056"/>
                  <a:pt x="57369" y="79846"/>
                </a:cubicBezTo>
                <a:cubicBezTo>
                  <a:pt x="57144" y="80635"/>
                  <a:pt x="56885" y="81357"/>
                  <a:pt x="56593" y="82013"/>
                </a:cubicBezTo>
                <a:cubicBezTo>
                  <a:pt x="56301" y="82666"/>
                  <a:pt x="55907" y="83242"/>
                  <a:pt x="55412" y="83738"/>
                </a:cubicBezTo>
                <a:cubicBezTo>
                  <a:pt x="54917" y="84234"/>
                  <a:pt x="53949" y="84878"/>
                  <a:pt x="52510" y="85668"/>
                </a:cubicBezTo>
                <a:cubicBezTo>
                  <a:pt x="51070" y="86458"/>
                  <a:pt x="49315" y="87192"/>
                  <a:pt x="47245" y="87870"/>
                </a:cubicBezTo>
                <a:cubicBezTo>
                  <a:pt x="45175" y="88546"/>
                  <a:pt x="42836" y="89121"/>
                  <a:pt x="40226" y="89595"/>
                </a:cubicBezTo>
                <a:cubicBezTo>
                  <a:pt x="37616" y="90069"/>
                  <a:pt x="34826" y="90306"/>
                  <a:pt x="31857" y="90306"/>
                </a:cubicBezTo>
                <a:cubicBezTo>
                  <a:pt x="26952" y="90306"/>
                  <a:pt x="22531" y="89653"/>
                  <a:pt x="18594" y="88346"/>
                </a:cubicBezTo>
                <a:cubicBezTo>
                  <a:pt x="14657" y="87039"/>
                  <a:pt x="11316" y="85056"/>
                  <a:pt x="8572" y="82399"/>
                </a:cubicBezTo>
                <a:cubicBezTo>
                  <a:pt x="5827" y="79740"/>
                  <a:pt x="3712" y="76405"/>
                  <a:pt x="2227" y="72395"/>
                </a:cubicBezTo>
                <a:cubicBezTo>
                  <a:pt x="742" y="68383"/>
                  <a:pt x="0" y="63696"/>
                  <a:pt x="0" y="58333"/>
                </a:cubicBezTo>
                <a:cubicBezTo>
                  <a:pt x="0" y="54143"/>
                  <a:pt x="427" y="49783"/>
                  <a:pt x="1282" y="45254"/>
                </a:cubicBezTo>
                <a:cubicBezTo>
                  <a:pt x="2137" y="40725"/>
                  <a:pt x="3431" y="36298"/>
                  <a:pt x="5163" y="31973"/>
                </a:cubicBezTo>
                <a:cubicBezTo>
                  <a:pt x="6896" y="27646"/>
                  <a:pt x="9089" y="23545"/>
                  <a:pt x="11744" y="19670"/>
                </a:cubicBezTo>
                <a:cubicBezTo>
                  <a:pt x="14399" y="15795"/>
                  <a:pt x="17537" y="12404"/>
                  <a:pt x="21159" y="9498"/>
                </a:cubicBezTo>
                <a:cubicBezTo>
                  <a:pt x="24781" y="6591"/>
                  <a:pt x="28898" y="4282"/>
                  <a:pt x="33510" y="2569"/>
                </a:cubicBezTo>
                <a:cubicBezTo>
                  <a:pt x="38122" y="856"/>
                  <a:pt x="43241" y="0"/>
                  <a:pt x="48865" y="0"/>
                </a:cubicBezTo>
                <a:cubicBezTo>
                  <a:pt x="52015" y="0"/>
                  <a:pt x="54996" y="328"/>
                  <a:pt x="57808" y="983"/>
                </a:cubicBezTo>
                <a:cubicBezTo>
                  <a:pt x="60620" y="1637"/>
                  <a:pt x="63072" y="2506"/>
                  <a:pt x="65165" y="3590"/>
                </a:cubicBezTo>
                <a:cubicBezTo>
                  <a:pt x="67257" y="4672"/>
                  <a:pt x="68719" y="5654"/>
                  <a:pt x="69552" y="6534"/>
                </a:cubicBezTo>
                <a:cubicBezTo>
                  <a:pt x="70384" y="7413"/>
                  <a:pt x="70800" y="8529"/>
                  <a:pt x="70800" y="9884"/>
                </a:cubicBezTo>
                <a:close/>
                <a:moveTo>
                  <a:pt x="123844" y="86594"/>
                </a:moveTo>
                <a:cubicBezTo>
                  <a:pt x="123664" y="87539"/>
                  <a:pt x="122955" y="88214"/>
                  <a:pt x="121718" y="88618"/>
                </a:cubicBezTo>
                <a:cubicBezTo>
                  <a:pt x="120481" y="89023"/>
                  <a:pt x="118489" y="89226"/>
                  <a:pt x="115745" y="89226"/>
                </a:cubicBezTo>
                <a:cubicBezTo>
                  <a:pt x="114350" y="89226"/>
                  <a:pt x="113214" y="89181"/>
                  <a:pt x="112336" y="89091"/>
                </a:cubicBezTo>
                <a:cubicBezTo>
                  <a:pt x="111459" y="89001"/>
                  <a:pt x="110750" y="88855"/>
                  <a:pt x="110210" y="88652"/>
                </a:cubicBezTo>
                <a:cubicBezTo>
                  <a:pt x="109670" y="88450"/>
                  <a:pt x="109322" y="88180"/>
                  <a:pt x="109164" y="87842"/>
                </a:cubicBezTo>
                <a:cubicBezTo>
                  <a:pt x="109007" y="87505"/>
                  <a:pt x="108973" y="87089"/>
                  <a:pt x="109063" y="86594"/>
                </a:cubicBezTo>
                <a:lnTo>
                  <a:pt x="110953" y="76942"/>
                </a:lnTo>
                <a:cubicBezTo>
                  <a:pt x="110278" y="78389"/>
                  <a:pt x="109198" y="79915"/>
                  <a:pt x="107713" y="81521"/>
                </a:cubicBezTo>
                <a:cubicBezTo>
                  <a:pt x="106228" y="83127"/>
                  <a:pt x="104473" y="84586"/>
                  <a:pt x="102449" y="85898"/>
                </a:cubicBezTo>
                <a:cubicBezTo>
                  <a:pt x="100424" y="87208"/>
                  <a:pt x="98185" y="88293"/>
                  <a:pt x="95733" y="89152"/>
                </a:cubicBezTo>
                <a:cubicBezTo>
                  <a:pt x="93281" y="90011"/>
                  <a:pt x="90750" y="90441"/>
                  <a:pt x="88140" y="90441"/>
                </a:cubicBezTo>
                <a:cubicBezTo>
                  <a:pt x="84540" y="90441"/>
                  <a:pt x="81548" y="89809"/>
                  <a:pt x="79163" y="88547"/>
                </a:cubicBezTo>
                <a:cubicBezTo>
                  <a:pt x="76779" y="87284"/>
                  <a:pt x="74866" y="85582"/>
                  <a:pt x="73427" y="83440"/>
                </a:cubicBezTo>
                <a:cubicBezTo>
                  <a:pt x="71987" y="81299"/>
                  <a:pt x="70963" y="78854"/>
                  <a:pt x="70356" y="76105"/>
                </a:cubicBezTo>
                <a:cubicBezTo>
                  <a:pt x="69748" y="73354"/>
                  <a:pt x="69444" y="70468"/>
                  <a:pt x="69444" y="67447"/>
                </a:cubicBezTo>
                <a:cubicBezTo>
                  <a:pt x="69444" y="64606"/>
                  <a:pt x="69714" y="61507"/>
                  <a:pt x="70254" y="58150"/>
                </a:cubicBezTo>
                <a:cubicBezTo>
                  <a:pt x="70794" y="54790"/>
                  <a:pt x="71627" y="51442"/>
                  <a:pt x="72752" y="48106"/>
                </a:cubicBezTo>
                <a:cubicBezTo>
                  <a:pt x="73877" y="44769"/>
                  <a:pt x="75316" y="41557"/>
                  <a:pt x="77071" y="38469"/>
                </a:cubicBezTo>
                <a:cubicBezTo>
                  <a:pt x="78826" y="35381"/>
                  <a:pt x="80930" y="32643"/>
                  <a:pt x="83382" y="30254"/>
                </a:cubicBezTo>
                <a:cubicBezTo>
                  <a:pt x="85834" y="27863"/>
                  <a:pt x="88646" y="25958"/>
                  <a:pt x="91818" y="24538"/>
                </a:cubicBezTo>
                <a:cubicBezTo>
                  <a:pt x="94991" y="23118"/>
                  <a:pt x="98579" y="22408"/>
                  <a:pt x="102584" y="22408"/>
                </a:cubicBezTo>
                <a:cubicBezTo>
                  <a:pt x="106318" y="22408"/>
                  <a:pt x="109625" y="23190"/>
                  <a:pt x="112505" y="24753"/>
                </a:cubicBezTo>
                <a:cubicBezTo>
                  <a:pt x="115385" y="26317"/>
                  <a:pt x="117905" y="28595"/>
                  <a:pt x="120064" y="31587"/>
                </a:cubicBezTo>
                <a:lnTo>
                  <a:pt x="121144" y="26255"/>
                </a:lnTo>
                <a:cubicBezTo>
                  <a:pt x="121324" y="25310"/>
                  <a:pt x="122033" y="24635"/>
                  <a:pt x="123270" y="24230"/>
                </a:cubicBezTo>
                <a:cubicBezTo>
                  <a:pt x="124508" y="23825"/>
                  <a:pt x="126499" y="23623"/>
                  <a:pt x="129243" y="23623"/>
                </a:cubicBezTo>
                <a:cubicBezTo>
                  <a:pt x="130593" y="23623"/>
                  <a:pt x="131718" y="23679"/>
                  <a:pt x="132618" y="23791"/>
                </a:cubicBezTo>
                <a:cubicBezTo>
                  <a:pt x="133518" y="23904"/>
                  <a:pt x="134227" y="24061"/>
                  <a:pt x="134744" y="24264"/>
                </a:cubicBezTo>
                <a:cubicBezTo>
                  <a:pt x="135262" y="24466"/>
                  <a:pt x="135610" y="24736"/>
                  <a:pt x="135790" y="25074"/>
                </a:cubicBezTo>
                <a:cubicBezTo>
                  <a:pt x="135970" y="25411"/>
                  <a:pt x="136015" y="25805"/>
                  <a:pt x="135925" y="26255"/>
                </a:cubicBezTo>
                <a:lnTo>
                  <a:pt x="123844" y="86594"/>
                </a:lnTo>
                <a:moveTo>
                  <a:pt x="115475" y="44343"/>
                </a:moveTo>
                <a:cubicBezTo>
                  <a:pt x="113900" y="41846"/>
                  <a:pt x="112156" y="39973"/>
                  <a:pt x="110244" y="38724"/>
                </a:cubicBezTo>
                <a:cubicBezTo>
                  <a:pt x="108332" y="37476"/>
                  <a:pt x="106116" y="36851"/>
                  <a:pt x="103596" y="36851"/>
                </a:cubicBezTo>
                <a:cubicBezTo>
                  <a:pt x="101706" y="36851"/>
                  <a:pt x="99974" y="37302"/>
                  <a:pt x="98399" y="38203"/>
                </a:cubicBezTo>
                <a:cubicBezTo>
                  <a:pt x="96824" y="39105"/>
                  <a:pt x="95429" y="40310"/>
                  <a:pt x="94214" y="41820"/>
                </a:cubicBezTo>
                <a:cubicBezTo>
                  <a:pt x="93000" y="43331"/>
                  <a:pt x="91931" y="45078"/>
                  <a:pt x="91009" y="47062"/>
                </a:cubicBezTo>
                <a:cubicBezTo>
                  <a:pt x="90086" y="49044"/>
                  <a:pt x="89321" y="51106"/>
                  <a:pt x="88714" y="53248"/>
                </a:cubicBezTo>
                <a:cubicBezTo>
                  <a:pt x="88106" y="55388"/>
                  <a:pt x="87656" y="57551"/>
                  <a:pt x="87364" y="59738"/>
                </a:cubicBezTo>
                <a:cubicBezTo>
                  <a:pt x="87071" y="61923"/>
                  <a:pt x="86925" y="63940"/>
                  <a:pt x="86925" y="65789"/>
                </a:cubicBezTo>
                <a:cubicBezTo>
                  <a:pt x="86925" y="67140"/>
                  <a:pt x="87026" y="68425"/>
                  <a:pt x="87229" y="69642"/>
                </a:cubicBezTo>
                <a:cubicBezTo>
                  <a:pt x="87431" y="70859"/>
                  <a:pt x="87803" y="71941"/>
                  <a:pt x="88343" y="72888"/>
                </a:cubicBezTo>
                <a:cubicBezTo>
                  <a:pt x="88883" y="73835"/>
                  <a:pt x="89602" y="74590"/>
                  <a:pt x="90502" y="75154"/>
                </a:cubicBezTo>
                <a:cubicBezTo>
                  <a:pt x="91402" y="75716"/>
                  <a:pt x="92550" y="75997"/>
                  <a:pt x="93944" y="75997"/>
                </a:cubicBezTo>
                <a:cubicBezTo>
                  <a:pt x="95924" y="75997"/>
                  <a:pt x="97949" y="75401"/>
                  <a:pt x="100019" y="74209"/>
                </a:cubicBezTo>
                <a:cubicBezTo>
                  <a:pt x="102089" y="73016"/>
                  <a:pt x="104023" y="71396"/>
                  <a:pt x="105823" y="69349"/>
                </a:cubicBezTo>
                <a:cubicBezTo>
                  <a:pt x="107623" y="67302"/>
                  <a:pt x="109209" y="64917"/>
                  <a:pt x="110582" y="62195"/>
                </a:cubicBezTo>
                <a:cubicBezTo>
                  <a:pt x="111954" y="59473"/>
                  <a:pt x="112955" y="56559"/>
                  <a:pt x="113585" y="53455"/>
                </a:cubicBezTo>
                <a:lnTo>
                  <a:pt x="115475" y="44343"/>
                </a:lnTo>
                <a:close/>
                <a:moveTo>
                  <a:pt x="188256" y="26930"/>
                </a:moveTo>
                <a:cubicBezTo>
                  <a:pt x="188256" y="27380"/>
                  <a:pt x="188211" y="27953"/>
                  <a:pt x="188121" y="28651"/>
                </a:cubicBezTo>
                <a:cubicBezTo>
                  <a:pt x="188031" y="29348"/>
                  <a:pt x="187907" y="30102"/>
                  <a:pt x="187750" y="30912"/>
                </a:cubicBezTo>
                <a:cubicBezTo>
                  <a:pt x="187592" y="31722"/>
                  <a:pt x="187378" y="32532"/>
                  <a:pt x="187108" y="33342"/>
                </a:cubicBezTo>
                <a:cubicBezTo>
                  <a:pt x="186838" y="34152"/>
                  <a:pt x="186535" y="34883"/>
                  <a:pt x="186197" y="35535"/>
                </a:cubicBezTo>
                <a:cubicBezTo>
                  <a:pt x="185860" y="36188"/>
                  <a:pt x="185477" y="36728"/>
                  <a:pt x="185050" y="37155"/>
                </a:cubicBezTo>
                <a:cubicBezTo>
                  <a:pt x="184622" y="37582"/>
                  <a:pt x="184161" y="37796"/>
                  <a:pt x="183666" y="37796"/>
                </a:cubicBezTo>
                <a:lnTo>
                  <a:pt x="170505" y="37796"/>
                </a:lnTo>
                <a:lnTo>
                  <a:pt x="164836" y="66076"/>
                </a:lnTo>
                <a:cubicBezTo>
                  <a:pt x="164701" y="66746"/>
                  <a:pt x="164577" y="67540"/>
                  <a:pt x="164464" y="68457"/>
                </a:cubicBezTo>
                <a:cubicBezTo>
                  <a:pt x="164352" y="69372"/>
                  <a:pt x="164296" y="70120"/>
                  <a:pt x="164296" y="70701"/>
                </a:cubicBezTo>
                <a:cubicBezTo>
                  <a:pt x="164296" y="72488"/>
                  <a:pt x="164723" y="73795"/>
                  <a:pt x="165578" y="74622"/>
                </a:cubicBezTo>
                <a:cubicBezTo>
                  <a:pt x="166433" y="75449"/>
                  <a:pt x="167783" y="75862"/>
                  <a:pt x="169628" y="75862"/>
                </a:cubicBezTo>
                <a:cubicBezTo>
                  <a:pt x="170708" y="75862"/>
                  <a:pt x="171630" y="75784"/>
                  <a:pt x="172395" y="75626"/>
                </a:cubicBezTo>
                <a:cubicBezTo>
                  <a:pt x="173160" y="75469"/>
                  <a:pt x="173823" y="75289"/>
                  <a:pt x="174386" y="75086"/>
                </a:cubicBezTo>
                <a:cubicBezTo>
                  <a:pt x="174948" y="74884"/>
                  <a:pt x="175432" y="74704"/>
                  <a:pt x="175837" y="74546"/>
                </a:cubicBezTo>
                <a:cubicBezTo>
                  <a:pt x="176242" y="74389"/>
                  <a:pt x="176624" y="74310"/>
                  <a:pt x="176984" y="74310"/>
                </a:cubicBezTo>
                <a:cubicBezTo>
                  <a:pt x="177344" y="74310"/>
                  <a:pt x="177648" y="74479"/>
                  <a:pt x="177896" y="74816"/>
                </a:cubicBezTo>
                <a:cubicBezTo>
                  <a:pt x="178143" y="75154"/>
                  <a:pt x="178267" y="75705"/>
                  <a:pt x="178267" y="76472"/>
                </a:cubicBezTo>
                <a:cubicBezTo>
                  <a:pt x="178267" y="77331"/>
                  <a:pt x="178177" y="78303"/>
                  <a:pt x="177997" y="79389"/>
                </a:cubicBezTo>
                <a:cubicBezTo>
                  <a:pt x="177817" y="80474"/>
                  <a:pt x="177581" y="81525"/>
                  <a:pt x="177288" y="82542"/>
                </a:cubicBezTo>
                <a:cubicBezTo>
                  <a:pt x="176996" y="83559"/>
                  <a:pt x="176669" y="84485"/>
                  <a:pt x="176309" y="85322"/>
                </a:cubicBezTo>
                <a:cubicBezTo>
                  <a:pt x="175949" y="86158"/>
                  <a:pt x="175567" y="86780"/>
                  <a:pt x="175162" y="87186"/>
                </a:cubicBezTo>
                <a:cubicBezTo>
                  <a:pt x="174757" y="87594"/>
                  <a:pt x="174150" y="87979"/>
                  <a:pt x="173340" y="88340"/>
                </a:cubicBezTo>
                <a:cubicBezTo>
                  <a:pt x="172530" y="88701"/>
                  <a:pt x="171574" y="89018"/>
                  <a:pt x="170471" y="89289"/>
                </a:cubicBezTo>
                <a:cubicBezTo>
                  <a:pt x="169369" y="89561"/>
                  <a:pt x="168188" y="89775"/>
                  <a:pt x="166928" y="89932"/>
                </a:cubicBezTo>
                <a:cubicBezTo>
                  <a:pt x="165668" y="90091"/>
                  <a:pt x="164408" y="90171"/>
                  <a:pt x="163148" y="90171"/>
                </a:cubicBezTo>
                <a:cubicBezTo>
                  <a:pt x="160449" y="90171"/>
                  <a:pt x="158075" y="89890"/>
                  <a:pt x="156028" y="89327"/>
                </a:cubicBezTo>
                <a:cubicBezTo>
                  <a:pt x="153980" y="88765"/>
                  <a:pt x="152259" y="87876"/>
                  <a:pt x="150865" y="86661"/>
                </a:cubicBezTo>
                <a:cubicBezTo>
                  <a:pt x="149470" y="85446"/>
                  <a:pt x="148424" y="83894"/>
                  <a:pt x="147726" y="82004"/>
                </a:cubicBezTo>
                <a:cubicBezTo>
                  <a:pt x="147029" y="80114"/>
                  <a:pt x="146680" y="77820"/>
                  <a:pt x="146680" y="75120"/>
                </a:cubicBezTo>
                <a:cubicBezTo>
                  <a:pt x="146680" y="74625"/>
                  <a:pt x="146702" y="74051"/>
                  <a:pt x="146747" y="73399"/>
                </a:cubicBezTo>
                <a:cubicBezTo>
                  <a:pt x="146792" y="72746"/>
                  <a:pt x="146871" y="72060"/>
                  <a:pt x="146984" y="71340"/>
                </a:cubicBezTo>
                <a:cubicBezTo>
                  <a:pt x="147096" y="70620"/>
                  <a:pt x="147209" y="69889"/>
                  <a:pt x="147321" y="69147"/>
                </a:cubicBezTo>
                <a:cubicBezTo>
                  <a:pt x="147434" y="68404"/>
                  <a:pt x="147557" y="67741"/>
                  <a:pt x="147692" y="67156"/>
                </a:cubicBezTo>
                <a:lnTo>
                  <a:pt x="153564" y="37796"/>
                </a:lnTo>
                <a:lnTo>
                  <a:pt x="146275" y="37796"/>
                </a:lnTo>
                <a:cubicBezTo>
                  <a:pt x="145690" y="37796"/>
                  <a:pt x="145263" y="37605"/>
                  <a:pt x="144993" y="37222"/>
                </a:cubicBezTo>
                <a:cubicBezTo>
                  <a:pt x="144723" y="36840"/>
                  <a:pt x="144588" y="36109"/>
                  <a:pt x="144588" y="35029"/>
                </a:cubicBezTo>
                <a:cubicBezTo>
                  <a:pt x="144588" y="34264"/>
                  <a:pt x="144666" y="33263"/>
                  <a:pt x="144824" y="32025"/>
                </a:cubicBezTo>
                <a:cubicBezTo>
                  <a:pt x="144981" y="30788"/>
                  <a:pt x="145240" y="29573"/>
                  <a:pt x="145600" y="28381"/>
                </a:cubicBezTo>
                <a:cubicBezTo>
                  <a:pt x="145960" y="27188"/>
                  <a:pt x="146432" y="26165"/>
                  <a:pt x="147017" y="25310"/>
                </a:cubicBezTo>
                <a:cubicBezTo>
                  <a:pt x="147602" y="24455"/>
                  <a:pt x="148300" y="24028"/>
                  <a:pt x="149110" y="24028"/>
                </a:cubicBezTo>
                <a:lnTo>
                  <a:pt x="156331" y="24028"/>
                </a:lnTo>
                <a:lnTo>
                  <a:pt x="159031" y="10542"/>
                </a:lnTo>
                <a:cubicBezTo>
                  <a:pt x="159121" y="10090"/>
                  <a:pt x="159335" y="9684"/>
                  <a:pt x="159672" y="9322"/>
                </a:cubicBezTo>
                <a:cubicBezTo>
                  <a:pt x="160010" y="8960"/>
                  <a:pt x="160527" y="8655"/>
                  <a:pt x="161225" y="8407"/>
                </a:cubicBezTo>
                <a:cubicBezTo>
                  <a:pt x="161922" y="8158"/>
                  <a:pt x="162822" y="7978"/>
                  <a:pt x="163924" y="7865"/>
                </a:cubicBezTo>
                <a:cubicBezTo>
                  <a:pt x="165027" y="7751"/>
                  <a:pt x="166410" y="7694"/>
                  <a:pt x="168075" y="7694"/>
                </a:cubicBezTo>
                <a:cubicBezTo>
                  <a:pt x="169695" y="7694"/>
                  <a:pt x="171045" y="7751"/>
                  <a:pt x="172125" y="7865"/>
                </a:cubicBezTo>
                <a:cubicBezTo>
                  <a:pt x="173205" y="7978"/>
                  <a:pt x="174037" y="8158"/>
                  <a:pt x="174622" y="8407"/>
                </a:cubicBezTo>
                <a:cubicBezTo>
                  <a:pt x="175207" y="8655"/>
                  <a:pt x="175601" y="8960"/>
                  <a:pt x="175803" y="9322"/>
                </a:cubicBezTo>
                <a:cubicBezTo>
                  <a:pt x="176006" y="9684"/>
                  <a:pt x="176062" y="10090"/>
                  <a:pt x="175972" y="10542"/>
                </a:cubicBezTo>
                <a:lnTo>
                  <a:pt x="173272" y="24028"/>
                </a:lnTo>
                <a:lnTo>
                  <a:pt x="186298" y="24028"/>
                </a:lnTo>
                <a:cubicBezTo>
                  <a:pt x="187063" y="24028"/>
                  <a:pt x="187581" y="24275"/>
                  <a:pt x="187851" y="24770"/>
                </a:cubicBezTo>
                <a:cubicBezTo>
                  <a:pt x="188121" y="25265"/>
                  <a:pt x="188256" y="25985"/>
                  <a:pt x="188256" y="26930"/>
                </a:cubicBezTo>
                <a:close/>
                <a:moveTo>
                  <a:pt x="249950" y="39513"/>
                </a:moveTo>
                <a:cubicBezTo>
                  <a:pt x="249950" y="42758"/>
                  <a:pt x="249218" y="45677"/>
                  <a:pt x="247756" y="48270"/>
                </a:cubicBezTo>
                <a:cubicBezTo>
                  <a:pt x="246294" y="50862"/>
                  <a:pt x="244022" y="53093"/>
                  <a:pt x="240939" y="54965"/>
                </a:cubicBezTo>
                <a:cubicBezTo>
                  <a:pt x="237857" y="56835"/>
                  <a:pt x="233943" y="58266"/>
                  <a:pt x="229196" y="59257"/>
                </a:cubicBezTo>
                <a:cubicBezTo>
                  <a:pt x="224449" y="60248"/>
                  <a:pt x="218790" y="60744"/>
                  <a:pt x="212221" y="60744"/>
                </a:cubicBezTo>
                <a:lnTo>
                  <a:pt x="206012" y="60744"/>
                </a:lnTo>
                <a:cubicBezTo>
                  <a:pt x="205832" y="61779"/>
                  <a:pt x="205697" y="62802"/>
                  <a:pt x="205607" y="63815"/>
                </a:cubicBezTo>
                <a:cubicBezTo>
                  <a:pt x="205517" y="64827"/>
                  <a:pt x="205472" y="65761"/>
                  <a:pt x="205472" y="66616"/>
                </a:cubicBezTo>
                <a:cubicBezTo>
                  <a:pt x="205472" y="70260"/>
                  <a:pt x="206417" y="73005"/>
                  <a:pt x="208306" y="74850"/>
                </a:cubicBezTo>
                <a:cubicBezTo>
                  <a:pt x="210196" y="76695"/>
                  <a:pt x="213233" y="77617"/>
                  <a:pt x="217418" y="77617"/>
                </a:cubicBezTo>
                <a:cubicBezTo>
                  <a:pt x="220388" y="77617"/>
                  <a:pt x="223054" y="77400"/>
                  <a:pt x="225416" y="76965"/>
                </a:cubicBezTo>
                <a:cubicBezTo>
                  <a:pt x="227778" y="76531"/>
                  <a:pt x="229848" y="76051"/>
                  <a:pt x="231625" y="75525"/>
                </a:cubicBezTo>
                <a:cubicBezTo>
                  <a:pt x="233403" y="74999"/>
                  <a:pt x="234876" y="74519"/>
                  <a:pt x="236046" y="74084"/>
                </a:cubicBezTo>
                <a:cubicBezTo>
                  <a:pt x="237216" y="73650"/>
                  <a:pt x="238071" y="73433"/>
                  <a:pt x="238611" y="73433"/>
                </a:cubicBezTo>
                <a:cubicBezTo>
                  <a:pt x="239151" y="73433"/>
                  <a:pt x="239533" y="73591"/>
                  <a:pt x="239758" y="73909"/>
                </a:cubicBezTo>
                <a:cubicBezTo>
                  <a:pt x="239983" y="74227"/>
                  <a:pt x="240096" y="74725"/>
                  <a:pt x="240096" y="75405"/>
                </a:cubicBezTo>
                <a:cubicBezTo>
                  <a:pt x="240096" y="76177"/>
                  <a:pt x="240028" y="77062"/>
                  <a:pt x="239893" y="78060"/>
                </a:cubicBezTo>
                <a:cubicBezTo>
                  <a:pt x="239758" y="79057"/>
                  <a:pt x="239567" y="80043"/>
                  <a:pt x="239319" y="81019"/>
                </a:cubicBezTo>
                <a:cubicBezTo>
                  <a:pt x="239072" y="81994"/>
                  <a:pt x="238757" y="82912"/>
                  <a:pt x="238375" y="83774"/>
                </a:cubicBezTo>
                <a:cubicBezTo>
                  <a:pt x="237992" y="84636"/>
                  <a:pt x="237553" y="85293"/>
                  <a:pt x="237058" y="85746"/>
                </a:cubicBezTo>
                <a:cubicBezTo>
                  <a:pt x="236519" y="86290"/>
                  <a:pt x="235529" y="86835"/>
                  <a:pt x="234089" y="87380"/>
                </a:cubicBezTo>
                <a:cubicBezTo>
                  <a:pt x="232649" y="87925"/>
                  <a:pt x="230917" y="88423"/>
                  <a:pt x="228892" y="88876"/>
                </a:cubicBezTo>
                <a:cubicBezTo>
                  <a:pt x="226867" y="89330"/>
                  <a:pt x="224595" y="89704"/>
                  <a:pt x="222075" y="89998"/>
                </a:cubicBezTo>
                <a:cubicBezTo>
                  <a:pt x="219555" y="90293"/>
                  <a:pt x="216991" y="90441"/>
                  <a:pt x="214381" y="90441"/>
                </a:cubicBezTo>
                <a:cubicBezTo>
                  <a:pt x="210061" y="90441"/>
                  <a:pt x="206293" y="89989"/>
                  <a:pt x="203076" y="89087"/>
                </a:cubicBezTo>
                <a:cubicBezTo>
                  <a:pt x="199859" y="88185"/>
                  <a:pt x="197170" y="86811"/>
                  <a:pt x="195010" y="84963"/>
                </a:cubicBezTo>
                <a:cubicBezTo>
                  <a:pt x="192850" y="83114"/>
                  <a:pt x="191231" y="80758"/>
                  <a:pt x="190151" y="77895"/>
                </a:cubicBezTo>
                <a:cubicBezTo>
                  <a:pt x="189071" y="75033"/>
                  <a:pt x="188531" y="71640"/>
                  <a:pt x="188531" y="67719"/>
                </a:cubicBezTo>
                <a:cubicBezTo>
                  <a:pt x="188531" y="64697"/>
                  <a:pt x="188812" y="61462"/>
                  <a:pt x="189375" y="58015"/>
                </a:cubicBezTo>
                <a:cubicBezTo>
                  <a:pt x="189937" y="54565"/>
                  <a:pt x="190848" y="51161"/>
                  <a:pt x="192108" y="47802"/>
                </a:cubicBezTo>
                <a:cubicBezTo>
                  <a:pt x="193368" y="44443"/>
                  <a:pt x="194988" y="41231"/>
                  <a:pt x="196968" y="38165"/>
                </a:cubicBezTo>
                <a:cubicBezTo>
                  <a:pt x="198947" y="35100"/>
                  <a:pt x="201343" y="32407"/>
                  <a:pt x="204156" y="30085"/>
                </a:cubicBezTo>
                <a:cubicBezTo>
                  <a:pt x="206968" y="27762"/>
                  <a:pt x="210219" y="25902"/>
                  <a:pt x="213908" y="24504"/>
                </a:cubicBezTo>
                <a:cubicBezTo>
                  <a:pt x="217598" y="23107"/>
                  <a:pt x="221805" y="22408"/>
                  <a:pt x="226530" y="22408"/>
                </a:cubicBezTo>
                <a:cubicBezTo>
                  <a:pt x="230624" y="22408"/>
                  <a:pt x="234145" y="22892"/>
                  <a:pt x="237092" y="23861"/>
                </a:cubicBezTo>
                <a:cubicBezTo>
                  <a:pt x="240039" y="24830"/>
                  <a:pt x="242458" y="26114"/>
                  <a:pt x="244348" y="27714"/>
                </a:cubicBezTo>
                <a:cubicBezTo>
                  <a:pt x="246238" y="29315"/>
                  <a:pt x="247644" y="31140"/>
                  <a:pt x="248566" y="33192"/>
                </a:cubicBezTo>
                <a:cubicBezTo>
                  <a:pt x="249488" y="35243"/>
                  <a:pt x="249950" y="37350"/>
                  <a:pt x="249950" y="39513"/>
                </a:cubicBezTo>
                <a:moveTo>
                  <a:pt x="233279" y="40806"/>
                </a:moveTo>
                <a:cubicBezTo>
                  <a:pt x="233279" y="39015"/>
                  <a:pt x="232570" y="37525"/>
                  <a:pt x="231153" y="36339"/>
                </a:cubicBezTo>
                <a:cubicBezTo>
                  <a:pt x="229735" y="35151"/>
                  <a:pt x="227677" y="34556"/>
                  <a:pt x="224977" y="34556"/>
                </a:cubicBezTo>
                <a:cubicBezTo>
                  <a:pt x="222727" y="34556"/>
                  <a:pt x="220714" y="34960"/>
                  <a:pt x="218937" y="35767"/>
                </a:cubicBezTo>
                <a:cubicBezTo>
                  <a:pt x="217159" y="36573"/>
                  <a:pt x="215596" y="37659"/>
                  <a:pt x="214246" y="39026"/>
                </a:cubicBezTo>
                <a:cubicBezTo>
                  <a:pt x="212896" y="40391"/>
                  <a:pt x="211737" y="42004"/>
                  <a:pt x="210770" y="43864"/>
                </a:cubicBezTo>
                <a:cubicBezTo>
                  <a:pt x="209802" y="45723"/>
                  <a:pt x="209026" y="47705"/>
                  <a:pt x="208441" y="49810"/>
                </a:cubicBezTo>
                <a:lnTo>
                  <a:pt x="214111" y="49810"/>
                </a:lnTo>
                <a:cubicBezTo>
                  <a:pt x="217710" y="49810"/>
                  <a:pt x="220725" y="49575"/>
                  <a:pt x="223155" y="49105"/>
                </a:cubicBezTo>
                <a:cubicBezTo>
                  <a:pt x="225585" y="48634"/>
                  <a:pt x="227542" y="47996"/>
                  <a:pt x="229027" y="47190"/>
                </a:cubicBezTo>
                <a:cubicBezTo>
                  <a:pt x="230512" y="46383"/>
                  <a:pt x="231592" y="45431"/>
                  <a:pt x="232266" y="44335"/>
                </a:cubicBezTo>
                <a:cubicBezTo>
                  <a:pt x="232941" y="43236"/>
                  <a:pt x="233279" y="42060"/>
                  <a:pt x="233279" y="40806"/>
                </a:cubicBezTo>
                <a:close/>
                <a:moveTo>
                  <a:pt x="310462" y="89004"/>
                </a:moveTo>
                <a:cubicBezTo>
                  <a:pt x="309652" y="93102"/>
                  <a:pt x="308392" y="96671"/>
                  <a:pt x="306682" y="99711"/>
                </a:cubicBezTo>
                <a:cubicBezTo>
                  <a:pt x="304972" y="102751"/>
                  <a:pt x="302722" y="105295"/>
                  <a:pt x="299933" y="107344"/>
                </a:cubicBezTo>
                <a:cubicBezTo>
                  <a:pt x="297143" y="109392"/>
                  <a:pt x="293757" y="110934"/>
                  <a:pt x="289775" y="111969"/>
                </a:cubicBezTo>
                <a:cubicBezTo>
                  <a:pt x="285793" y="113005"/>
                  <a:pt x="281147" y="113523"/>
                  <a:pt x="275838" y="113523"/>
                </a:cubicBezTo>
                <a:cubicBezTo>
                  <a:pt x="272013" y="113523"/>
                  <a:pt x="268582" y="113218"/>
                  <a:pt x="265545" y="112608"/>
                </a:cubicBezTo>
                <a:cubicBezTo>
                  <a:pt x="262508" y="111999"/>
                  <a:pt x="259977" y="111220"/>
                  <a:pt x="257952" y="110271"/>
                </a:cubicBezTo>
                <a:cubicBezTo>
                  <a:pt x="257232" y="109910"/>
                  <a:pt x="256737" y="109503"/>
                  <a:pt x="256467" y="109050"/>
                </a:cubicBezTo>
                <a:cubicBezTo>
                  <a:pt x="256197" y="108599"/>
                  <a:pt x="256062" y="107966"/>
                  <a:pt x="256062" y="107154"/>
                </a:cubicBezTo>
                <a:cubicBezTo>
                  <a:pt x="256062" y="106882"/>
                  <a:pt x="256085" y="106430"/>
                  <a:pt x="256130" y="105798"/>
                </a:cubicBezTo>
                <a:cubicBezTo>
                  <a:pt x="256175" y="105165"/>
                  <a:pt x="256276" y="104465"/>
                  <a:pt x="256433" y="103697"/>
                </a:cubicBezTo>
                <a:cubicBezTo>
                  <a:pt x="256591" y="102929"/>
                  <a:pt x="256782" y="102127"/>
                  <a:pt x="257007" y="101290"/>
                </a:cubicBezTo>
                <a:cubicBezTo>
                  <a:pt x="257232" y="100455"/>
                  <a:pt x="257513" y="99710"/>
                  <a:pt x="257851" y="99055"/>
                </a:cubicBezTo>
                <a:cubicBezTo>
                  <a:pt x="258188" y="98399"/>
                  <a:pt x="258559" y="97857"/>
                  <a:pt x="258964" y="97428"/>
                </a:cubicBezTo>
                <a:cubicBezTo>
                  <a:pt x="259369" y="97000"/>
                  <a:pt x="259842" y="96785"/>
                  <a:pt x="260382" y="96785"/>
                </a:cubicBezTo>
                <a:cubicBezTo>
                  <a:pt x="260922" y="96785"/>
                  <a:pt x="261585" y="96976"/>
                  <a:pt x="262373" y="97359"/>
                </a:cubicBezTo>
                <a:cubicBezTo>
                  <a:pt x="263160" y="97741"/>
                  <a:pt x="264206" y="98157"/>
                  <a:pt x="265511" y="98607"/>
                </a:cubicBezTo>
                <a:cubicBezTo>
                  <a:pt x="266816" y="99057"/>
                  <a:pt x="268436" y="99474"/>
                  <a:pt x="270371" y="99856"/>
                </a:cubicBezTo>
                <a:cubicBezTo>
                  <a:pt x="272306" y="100239"/>
                  <a:pt x="274690" y="100430"/>
                  <a:pt x="277525" y="100430"/>
                </a:cubicBezTo>
                <a:cubicBezTo>
                  <a:pt x="279820" y="100430"/>
                  <a:pt x="281878" y="100250"/>
                  <a:pt x="283701" y="99892"/>
                </a:cubicBezTo>
                <a:cubicBezTo>
                  <a:pt x="285523" y="99535"/>
                  <a:pt x="287109" y="98953"/>
                  <a:pt x="288459" y="98146"/>
                </a:cubicBezTo>
                <a:cubicBezTo>
                  <a:pt x="289809" y="97340"/>
                  <a:pt x="290900" y="96310"/>
                  <a:pt x="291732" y="95056"/>
                </a:cubicBezTo>
                <a:cubicBezTo>
                  <a:pt x="292565" y="93803"/>
                  <a:pt x="293161" y="92259"/>
                  <a:pt x="293521" y="90424"/>
                </a:cubicBezTo>
                <a:cubicBezTo>
                  <a:pt x="294106" y="87465"/>
                  <a:pt x="294691" y="85002"/>
                  <a:pt x="295276" y="83033"/>
                </a:cubicBezTo>
                <a:cubicBezTo>
                  <a:pt x="295861" y="81063"/>
                  <a:pt x="296401" y="79452"/>
                  <a:pt x="296896" y="78199"/>
                </a:cubicBezTo>
                <a:cubicBezTo>
                  <a:pt x="296086" y="79687"/>
                  <a:pt x="294927" y="81163"/>
                  <a:pt x="293420" y="82628"/>
                </a:cubicBezTo>
                <a:cubicBezTo>
                  <a:pt x="291912" y="84094"/>
                  <a:pt x="290191" y="85413"/>
                  <a:pt x="288256" y="86585"/>
                </a:cubicBezTo>
                <a:cubicBezTo>
                  <a:pt x="286322" y="87758"/>
                  <a:pt x="284241" y="88694"/>
                  <a:pt x="282013" y="89393"/>
                </a:cubicBezTo>
                <a:cubicBezTo>
                  <a:pt x="279786" y="90091"/>
                  <a:pt x="277548" y="90441"/>
                  <a:pt x="275298" y="90441"/>
                </a:cubicBezTo>
                <a:cubicBezTo>
                  <a:pt x="271833" y="90441"/>
                  <a:pt x="268920" y="89855"/>
                  <a:pt x="266557" y="88684"/>
                </a:cubicBezTo>
                <a:cubicBezTo>
                  <a:pt x="264195" y="87511"/>
                  <a:pt x="262272" y="85888"/>
                  <a:pt x="260787" y="83814"/>
                </a:cubicBezTo>
                <a:cubicBezTo>
                  <a:pt x="259302" y="81740"/>
                  <a:pt x="258233" y="79305"/>
                  <a:pt x="257581" y="76510"/>
                </a:cubicBezTo>
                <a:cubicBezTo>
                  <a:pt x="256928" y="73714"/>
                  <a:pt x="256602" y="70693"/>
                  <a:pt x="256602" y="67447"/>
                </a:cubicBezTo>
                <a:cubicBezTo>
                  <a:pt x="256602" y="64516"/>
                  <a:pt x="256872" y="61361"/>
                  <a:pt x="257412" y="57981"/>
                </a:cubicBezTo>
                <a:cubicBezTo>
                  <a:pt x="257952" y="54599"/>
                  <a:pt x="258796" y="51240"/>
                  <a:pt x="259943" y="47903"/>
                </a:cubicBezTo>
                <a:cubicBezTo>
                  <a:pt x="261090" y="44567"/>
                  <a:pt x="262542" y="41366"/>
                  <a:pt x="264296" y="38300"/>
                </a:cubicBezTo>
                <a:cubicBezTo>
                  <a:pt x="266051" y="35235"/>
                  <a:pt x="268155" y="32519"/>
                  <a:pt x="270607" y="30153"/>
                </a:cubicBezTo>
                <a:cubicBezTo>
                  <a:pt x="273059" y="27785"/>
                  <a:pt x="275871" y="25902"/>
                  <a:pt x="279044" y="24504"/>
                </a:cubicBezTo>
                <a:cubicBezTo>
                  <a:pt x="282216" y="23107"/>
                  <a:pt x="285782" y="22408"/>
                  <a:pt x="289741" y="22408"/>
                </a:cubicBezTo>
                <a:cubicBezTo>
                  <a:pt x="293476" y="22408"/>
                  <a:pt x="296783" y="23186"/>
                  <a:pt x="299663" y="24743"/>
                </a:cubicBezTo>
                <a:cubicBezTo>
                  <a:pt x="302542" y="26298"/>
                  <a:pt x="305062" y="28563"/>
                  <a:pt x="307222" y="31538"/>
                </a:cubicBezTo>
                <a:lnTo>
                  <a:pt x="308302" y="26257"/>
                </a:lnTo>
                <a:cubicBezTo>
                  <a:pt x="308482" y="25311"/>
                  <a:pt x="309191" y="24635"/>
                  <a:pt x="310428" y="24230"/>
                </a:cubicBezTo>
                <a:cubicBezTo>
                  <a:pt x="311665" y="23825"/>
                  <a:pt x="313656" y="23623"/>
                  <a:pt x="316401" y="23623"/>
                </a:cubicBezTo>
                <a:cubicBezTo>
                  <a:pt x="317751" y="23623"/>
                  <a:pt x="318876" y="23679"/>
                  <a:pt x="319776" y="23791"/>
                </a:cubicBezTo>
                <a:cubicBezTo>
                  <a:pt x="320676" y="23904"/>
                  <a:pt x="321384" y="24061"/>
                  <a:pt x="321902" y="24264"/>
                </a:cubicBezTo>
                <a:cubicBezTo>
                  <a:pt x="322419" y="24466"/>
                  <a:pt x="322768" y="24737"/>
                  <a:pt x="322948" y="25076"/>
                </a:cubicBezTo>
                <a:cubicBezTo>
                  <a:pt x="323128" y="25413"/>
                  <a:pt x="323173" y="25807"/>
                  <a:pt x="323083" y="26257"/>
                </a:cubicBezTo>
                <a:lnTo>
                  <a:pt x="310462" y="89004"/>
                </a:lnTo>
                <a:moveTo>
                  <a:pt x="302632" y="44252"/>
                </a:moveTo>
                <a:cubicBezTo>
                  <a:pt x="301058" y="41786"/>
                  <a:pt x="299314" y="39936"/>
                  <a:pt x="297402" y="38703"/>
                </a:cubicBezTo>
                <a:cubicBezTo>
                  <a:pt x="295489" y="37469"/>
                  <a:pt x="293273" y="36851"/>
                  <a:pt x="290754" y="36851"/>
                </a:cubicBezTo>
                <a:cubicBezTo>
                  <a:pt x="288864" y="36851"/>
                  <a:pt x="287143" y="37301"/>
                  <a:pt x="285590" y="38201"/>
                </a:cubicBezTo>
                <a:cubicBezTo>
                  <a:pt x="284038" y="39101"/>
                  <a:pt x="282643" y="40305"/>
                  <a:pt x="281406" y="41812"/>
                </a:cubicBezTo>
                <a:cubicBezTo>
                  <a:pt x="280169" y="43319"/>
                  <a:pt x="279089" y="45063"/>
                  <a:pt x="278166" y="47043"/>
                </a:cubicBezTo>
                <a:cubicBezTo>
                  <a:pt x="277244" y="49022"/>
                  <a:pt x="276479" y="51092"/>
                  <a:pt x="275871" y="53252"/>
                </a:cubicBezTo>
                <a:cubicBezTo>
                  <a:pt x="275264" y="55412"/>
                  <a:pt x="274814" y="57572"/>
                  <a:pt x="274522" y="59731"/>
                </a:cubicBezTo>
                <a:cubicBezTo>
                  <a:pt x="274229" y="61891"/>
                  <a:pt x="274083" y="63938"/>
                  <a:pt x="274083" y="65873"/>
                </a:cubicBezTo>
                <a:cubicBezTo>
                  <a:pt x="274083" y="67403"/>
                  <a:pt x="274218" y="68798"/>
                  <a:pt x="274488" y="70058"/>
                </a:cubicBezTo>
                <a:cubicBezTo>
                  <a:pt x="274758" y="71318"/>
                  <a:pt x="275174" y="72386"/>
                  <a:pt x="275736" y="73264"/>
                </a:cubicBezTo>
                <a:cubicBezTo>
                  <a:pt x="276299" y="74141"/>
                  <a:pt x="277019" y="74816"/>
                  <a:pt x="277896" y="75289"/>
                </a:cubicBezTo>
                <a:cubicBezTo>
                  <a:pt x="278774" y="75761"/>
                  <a:pt x="279842" y="75997"/>
                  <a:pt x="281102" y="75997"/>
                </a:cubicBezTo>
                <a:cubicBezTo>
                  <a:pt x="283082" y="75997"/>
                  <a:pt x="285107" y="75401"/>
                  <a:pt x="287177" y="74209"/>
                </a:cubicBezTo>
                <a:cubicBezTo>
                  <a:pt x="289246" y="73016"/>
                  <a:pt x="291181" y="71396"/>
                  <a:pt x="292981" y="69349"/>
                </a:cubicBezTo>
                <a:cubicBezTo>
                  <a:pt x="294781" y="67300"/>
                  <a:pt x="296367" y="64904"/>
                  <a:pt x="297739" y="62159"/>
                </a:cubicBezTo>
                <a:cubicBezTo>
                  <a:pt x="299112" y="59413"/>
                  <a:pt x="300113" y="56492"/>
                  <a:pt x="300743" y="53398"/>
                </a:cubicBezTo>
                <a:lnTo>
                  <a:pt x="302632" y="44252"/>
                </a:lnTo>
                <a:close/>
                <a:moveTo>
                  <a:pt x="394099" y="46551"/>
                </a:moveTo>
                <a:cubicBezTo>
                  <a:pt x="394099" y="49797"/>
                  <a:pt x="393796" y="53133"/>
                  <a:pt x="393188" y="56559"/>
                </a:cubicBezTo>
                <a:cubicBezTo>
                  <a:pt x="392581" y="59986"/>
                  <a:pt x="391625" y="63334"/>
                  <a:pt x="390320" y="66603"/>
                </a:cubicBezTo>
                <a:cubicBezTo>
                  <a:pt x="389015" y="69871"/>
                  <a:pt x="387339" y="72936"/>
                  <a:pt x="385291" y="75799"/>
                </a:cubicBezTo>
                <a:cubicBezTo>
                  <a:pt x="383244" y="78662"/>
                  <a:pt x="380792" y="81186"/>
                  <a:pt x="377935" y="83373"/>
                </a:cubicBezTo>
                <a:cubicBezTo>
                  <a:pt x="375078" y="85559"/>
                  <a:pt x="371804" y="87284"/>
                  <a:pt x="368114" y="88547"/>
                </a:cubicBezTo>
                <a:cubicBezTo>
                  <a:pt x="364425" y="89809"/>
                  <a:pt x="360263" y="90441"/>
                  <a:pt x="355628" y="90441"/>
                </a:cubicBezTo>
                <a:cubicBezTo>
                  <a:pt x="351084" y="90441"/>
                  <a:pt x="347158" y="89911"/>
                  <a:pt x="343851" y="88850"/>
                </a:cubicBezTo>
                <a:cubicBezTo>
                  <a:pt x="340544" y="87792"/>
                  <a:pt x="337788" y="86237"/>
                  <a:pt x="335583" y="84185"/>
                </a:cubicBezTo>
                <a:cubicBezTo>
                  <a:pt x="333378" y="82133"/>
                  <a:pt x="331736" y="79609"/>
                  <a:pt x="330656" y="76611"/>
                </a:cubicBezTo>
                <a:cubicBezTo>
                  <a:pt x="329576" y="73613"/>
                  <a:pt x="329036" y="70175"/>
                  <a:pt x="329036" y="66297"/>
                </a:cubicBezTo>
                <a:cubicBezTo>
                  <a:pt x="329036" y="63052"/>
                  <a:pt x="329340" y="59716"/>
                  <a:pt x="329947" y="56289"/>
                </a:cubicBezTo>
                <a:cubicBezTo>
                  <a:pt x="330555" y="52863"/>
                  <a:pt x="331511" y="49527"/>
                  <a:pt x="332816" y="46281"/>
                </a:cubicBezTo>
                <a:cubicBezTo>
                  <a:pt x="334120" y="43035"/>
                  <a:pt x="335797" y="39957"/>
                  <a:pt x="337844" y="37049"/>
                </a:cubicBezTo>
                <a:cubicBezTo>
                  <a:pt x="339891" y="34142"/>
                  <a:pt x="342343" y="31606"/>
                  <a:pt x="345201" y="29442"/>
                </a:cubicBezTo>
                <a:cubicBezTo>
                  <a:pt x="348058" y="27278"/>
                  <a:pt x="351331" y="25564"/>
                  <a:pt x="355021" y="24302"/>
                </a:cubicBezTo>
                <a:cubicBezTo>
                  <a:pt x="358710" y="23039"/>
                  <a:pt x="362873" y="22408"/>
                  <a:pt x="367507" y="22408"/>
                </a:cubicBezTo>
                <a:cubicBezTo>
                  <a:pt x="372052" y="22408"/>
                  <a:pt x="375977" y="22938"/>
                  <a:pt x="379285" y="23998"/>
                </a:cubicBezTo>
                <a:cubicBezTo>
                  <a:pt x="382592" y="25057"/>
                  <a:pt x="385348" y="26612"/>
                  <a:pt x="387552" y="28663"/>
                </a:cubicBezTo>
                <a:cubicBezTo>
                  <a:pt x="389757" y="30715"/>
                  <a:pt x="391400" y="33240"/>
                  <a:pt x="392479" y="36237"/>
                </a:cubicBezTo>
                <a:cubicBezTo>
                  <a:pt x="393559" y="39235"/>
                  <a:pt x="394099" y="42673"/>
                  <a:pt x="394099" y="46551"/>
                </a:cubicBezTo>
                <a:moveTo>
                  <a:pt x="376551" y="47669"/>
                </a:moveTo>
                <a:cubicBezTo>
                  <a:pt x="376551" y="45776"/>
                  <a:pt x="376360" y="44098"/>
                  <a:pt x="375977" y="42635"/>
                </a:cubicBezTo>
                <a:cubicBezTo>
                  <a:pt x="375595" y="41169"/>
                  <a:pt x="374965" y="39930"/>
                  <a:pt x="374088" y="38916"/>
                </a:cubicBezTo>
                <a:cubicBezTo>
                  <a:pt x="373210" y="37901"/>
                  <a:pt x="372085" y="37123"/>
                  <a:pt x="370713" y="36583"/>
                </a:cubicBezTo>
                <a:cubicBezTo>
                  <a:pt x="369341" y="36042"/>
                  <a:pt x="367665" y="35771"/>
                  <a:pt x="365685" y="35771"/>
                </a:cubicBezTo>
                <a:cubicBezTo>
                  <a:pt x="363435" y="35771"/>
                  <a:pt x="361410" y="36211"/>
                  <a:pt x="359610" y="37090"/>
                </a:cubicBezTo>
                <a:cubicBezTo>
                  <a:pt x="357811" y="37968"/>
                  <a:pt x="356202" y="39152"/>
                  <a:pt x="354785" y="40639"/>
                </a:cubicBezTo>
                <a:cubicBezTo>
                  <a:pt x="353367" y="42127"/>
                  <a:pt x="352141" y="43851"/>
                  <a:pt x="351106" y="45811"/>
                </a:cubicBezTo>
                <a:cubicBezTo>
                  <a:pt x="350071" y="47771"/>
                  <a:pt x="349216" y="49833"/>
                  <a:pt x="348541" y="51997"/>
                </a:cubicBezTo>
                <a:cubicBezTo>
                  <a:pt x="347867" y="54160"/>
                  <a:pt x="347372" y="56357"/>
                  <a:pt x="347057" y="58588"/>
                </a:cubicBezTo>
                <a:cubicBezTo>
                  <a:pt x="346742" y="60818"/>
                  <a:pt x="346584" y="62948"/>
                  <a:pt x="346584" y="64977"/>
                </a:cubicBezTo>
                <a:cubicBezTo>
                  <a:pt x="346584" y="66870"/>
                  <a:pt x="346775" y="68560"/>
                  <a:pt x="347158" y="70047"/>
                </a:cubicBezTo>
                <a:cubicBezTo>
                  <a:pt x="347540" y="71534"/>
                  <a:pt x="348170" y="72784"/>
                  <a:pt x="349048" y="73800"/>
                </a:cubicBezTo>
                <a:cubicBezTo>
                  <a:pt x="349925" y="74813"/>
                  <a:pt x="351050" y="75591"/>
                  <a:pt x="352422" y="76132"/>
                </a:cubicBezTo>
                <a:cubicBezTo>
                  <a:pt x="353795" y="76672"/>
                  <a:pt x="355471" y="76942"/>
                  <a:pt x="357451" y="76942"/>
                </a:cubicBezTo>
                <a:cubicBezTo>
                  <a:pt x="359700" y="76942"/>
                  <a:pt x="361725" y="76503"/>
                  <a:pt x="363525" y="75624"/>
                </a:cubicBezTo>
                <a:cubicBezTo>
                  <a:pt x="365325" y="74745"/>
                  <a:pt x="366933" y="73551"/>
                  <a:pt x="368351" y="72040"/>
                </a:cubicBezTo>
                <a:cubicBezTo>
                  <a:pt x="369768" y="70530"/>
                  <a:pt x="370994" y="68795"/>
                  <a:pt x="372029" y="66835"/>
                </a:cubicBezTo>
                <a:cubicBezTo>
                  <a:pt x="373064" y="64875"/>
                  <a:pt x="373919" y="62802"/>
                  <a:pt x="374594" y="60617"/>
                </a:cubicBezTo>
                <a:cubicBezTo>
                  <a:pt x="375269" y="58431"/>
                  <a:pt x="375764" y="56234"/>
                  <a:pt x="376079" y="54026"/>
                </a:cubicBezTo>
                <a:cubicBezTo>
                  <a:pt x="376394" y="51817"/>
                  <a:pt x="376551" y="49698"/>
                  <a:pt x="376551" y="47669"/>
                </a:cubicBezTo>
                <a:close/>
                <a:moveTo>
                  <a:pt x="450476" y="25310"/>
                </a:moveTo>
                <a:cubicBezTo>
                  <a:pt x="450476" y="25625"/>
                  <a:pt x="450431" y="26187"/>
                  <a:pt x="450341" y="26997"/>
                </a:cubicBezTo>
                <a:cubicBezTo>
                  <a:pt x="450251" y="27807"/>
                  <a:pt x="450116" y="28752"/>
                  <a:pt x="449936" y="29832"/>
                </a:cubicBezTo>
                <a:cubicBezTo>
                  <a:pt x="449756" y="30912"/>
                  <a:pt x="449531" y="32025"/>
                  <a:pt x="449261" y="33173"/>
                </a:cubicBezTo>
                <a:cubicBezTo>
                  <a:pt x="448991" y="34320"/>
                  <a:pt x="448688" y="35389"/>
                  <a:pt x="448350" y="36379"/>
                </a:cubicBezTo>
                <a:cubicBezTo>
                  <a:pt x="448013" y="37369"/>
                  <a:pt x="447630" y="38179"/>
                  <a:pt x="447203" y="38809"/>
                </a:cubicBezTo>
                <a:cubicBezTo>
                  <a:pt x="446775" y="39438"/>
                  <a:pt x="446314" y="39753"/>
                  <a:pt x="445819" y="39753"/>
                </a:cubicBezTo>
                <a:cubicBezTo>
                  <a:pt x="445414" y="39753"/>
                  <a:pt x="445009" y="39675"/>
                  <a:pt x="444604" y="39517"/>
                </a:cubicBezTo>
                <a:cubicBezTo>
                  <a:pt x="444199" y="39360"/>
                  <a:pt x="443749" y="39202"/>
                  <a:pt x="443254" y="39045"/>
                </a:cubicBezTo>
                <a:cubicBezTo>
                  <a:pt x="442759" y="38887"/>
                  <a:pt x="442219" y="38730"/>
                  <a:pt x="441635" y="38572"/>
                </a:cubicBezTo>
                <a:cubicBezTo>
                  <a:pt x="441050" y="38415"/>
                  <a:pt x="440375" y="38336"/>
                  <a:pt x="439610" y="38336"/>
                </a:cubicBezTo>
                <a:cubicBezTo>
                  <a:pt x="438080" y="38336"/>
                  <a:pt x="436449" y="38923"/>
                  <a:pt x="434716" y="40097"/>
                </a:cubicBezTo>
                <a:cubicBezTo>
                  <a:pt x="432984" y="41270"/>
                  <a:pt x="431331" y="42816"/>
                  <a:pt x="429756" y="44735"/>
                </a:cubicBezTo>
                <a:cubicBezTo>
                  <a:pt x="428181" y="46653"/>
                  <a:pt x="426775" y="48888"/>
                  <a:pt x="425537" y="51438"/>
                </a:cubicBezTo>
                <a:cubicBezTo>
                  <a:pt x="424300" y="53989"/>
                  <a:pt x="423411" y="56663"/>
                  <a:pt x="422871" y="59461"/>
                </a:cubicBezTo>
                <a:lnTo>
                  <a:pt x="417472" y="86526"/>
                </a:lnTo>
                <a:cubicBezTo>
                  <a:pt x="417382" y="86976"/>
                  <a:pt x="417168" y="87370"/>
                  <a:pt x="416831" y="87707"/>
                </a:cubicBezTo>
                <a:cubicBezTo>
                  <a:pt x="416493" y="88045"/>
                  <a:pt x="415976" y="88326"/>
                  <a:pt x="415278" y="88551"/>
                </a:cubicBezTo>
                <a:cubicBezTo>
                  <a:pt x="414581" y="88776"/>
                  <a:pt x="413670" y="88945"/>
                  <a:pt x="412545" y="89057"/>
                </a:cubicBezTo>
                <a:cubicBezTo>
                  <a:pt x="411420" y="89170"/>
                  <a:pt x="410048" y="89226"/>
                  <a:pt x="408428" y="89226"/>
                </a:cubicBezTo>
                <a:cubicBezTo>
                  <a:pt x="406763" y="89226"/>
                  <a:pt x="405402" y="89170"/>
                  <a:pt x="404345" y="89057"/>
                </a:cubicBezTo>
                <a:cubicBezTo>
                  <a:pt x="403287" y="88945"/>
                  <a:pt x="402455" y="88776"/>
                  <a:pt x="401847" y="88551"/>
                </a:cubicBezTo>
                <a:cubicBezTo>
                  <a:pt x="401240" y="88326"/>
                  <a:pt x="400846" y="88045"/>
                  <a:pt x="400666" y="87707"/>
                </a:cubicBezTo>
                <a:cubicBezTo>
                  <a:pt x="400486" y="87370"/>
                  <a:pt x="400441" y="86976"/>
                  <a:pt x="400531" y="86526"/>
                </a:cubicBezTo>
                <a:lnTo>
                  <a:pt x="412545" y="26255"/>
                </a:lnTo>
                <a:cubicBezTo>
                  <a:pt x="412635" y="25805"/>
                  <a:pt x="412837" y="25411"/>
                  <a:pt x="413152" y="25074"/>
                </a:cubicBezTo>
                <a:cubicBezTo>
                  <a:pt x="413467" y="24736"/>
                  <a:pt x="413929" y="24466"/>
                  <a:pt x="414536" y="24264"/>
                </a:cubicBezTo>
                <a:cubicBezTo>
                  <a:pt x="415143" y="24061"/>
                  <a:pt x="415931" y="23904"/>
                  <a:pt x="416898" y="23791"/>
                </a:cubicBezTo>
                <a:cubicBezTo>
                  <a:pt x="417866" y="23679"/>
                  <a:pt x="419024" y="23623"/>
                  <a:pt x="420374" y="23623"/>
                </a:cubicBezTo>
                <a:cubicBezTo>
                  <a:pt x="421769" y="23623"/>
                  <a:pt x="422905" y="23679"/>
                  <a:pt x="423783" y="23791"/>
                </a:cubicBezTo>
                <a:cubicBezTo>
                  <a:pt x="424660" y="23904"/>
                  <a:pt x="425346" y="24061"/>
                  <a:pt x="425841" y="24264"/>
                </a:cubicBezTo>
                <a:cubicBezTo>
                  <a:pt x="426336" y="24466"/>
                  <a:pt x="426662" y="24736"/>
                  <a:pt x="426820" y="25074"/>
                </a:cubicBezTo>
                <a:cubicBezTo>
                  <a:pt x="426977" y="25411"/>
                  <a:pt x="427011" y="25805"/>
                  <a:pt x="426921" y="26255"/>
                </a:cubicBezTo>
                <a:lnTo>
                  <a:pt x="425031" y="35839"/>
                </a:lnTo>
                <a:cubicBezTo>
                  <a:pt x="426111" y="33894"/>
                  <a:pt x="427360" y="32108"/>
                  <a:pt x="428777" y="30479"/>
                </a:cubicBezTo>
                <a:cubicBezTo>
                  <a:pt x="430194" y="28851"/>
                  <a:pt x="431702" y="27438"/>
                  <a:pt x="433299" y="26240"/>
                </a:cubicBezTo>
                <a:cubicBezTo>
                  <a:pt x="434896" y="25042"/>
                  <a:pt x="436550" y="24104"/>
                  <a:pt x="438260" y="23426"/>
                </a:cubicBezTo>
                <a:cubicBezTo>
                  <a:pt x="439970" y="22747"/>
                  <a:pt x="441657" y="22408"/>
                  <a:pt x="443322" y="22408"/>
                </a:cubicBezTo>
                <a:cubicBezTo>
                  <a:pt x="443997" y="22408"/>
                  <a:pt x="444683" y="22453"/>
                  <a:pt x="445380" y="22543"/>
                </a:cubicBezTo>
                <a:cubicBezTo>
                  <a:pt x="446078" y="22633"/>
                  <a:pt x="446730" y="22745"/>
                  <a:pt x="447338" y="22880"/>
                </a:cubicBezTo>
                <a:cubicBezTo>
                  <a:pt x="447945" y="23015"/>
                  <a:pt x="448485" y="23184"/>
                  <a:pt x="448958" y="23386"/>
                </a:cubicBezTo>
                <a:cubicBezTo>
                  <a:pt x="449430" y="23589"/>
                  <a:pt x="449801" y="23803"/>
                  <a:pt x="450071" y="24028"/>
                </a:cubicBezTo>
                <a:cubicBezTo>
                  <a:pt x="450341" y="24298"/>
                  <a:pt x="450476" y="24725"/>
                  <a:pt x="450476" y="25310"/>
                </a:cubicBezTo>
                <a:close/>
                <a:moveTo>
                  <a:pt x="514674" y="26120"/>
                </a:moveTo>
                <a:cubicBezTo>
                  <a:pt x="514674" y="26705"/>
                  <a:pt x="514606" y="27357"/>
                  <a:pt x="514471" y="28077"/>
                </a:cubicBezTo>
                <a:cubicBezTo>
                  <a:pt x="514336" y="28797"/>
                  <a:pt x="514134" y="29539"/>
                  <a:pt x="513864" y="30304"/>
                </a:cubicBezTo>
                <a:cubicBezTo>
                  <a:pt x="512334" y="34444"/>
                  <a:pt x="510680" y="38719"/>
                  <a:pt x="508903" y="43128"/>
                </a:cubicBezTo>
                <a:cubicBezTo>
                  <a:pt x="507126" y="47538"/>
                  <a:pt x="505089" y="52082"/>
                  <a:pt x="502795" y="56762"/>
                </a:cubicBezTo>
                <a:cubicBezTo>
                  <a:pt x="500500" y="61441"/>
                  <a:pt x="497890" y="66278"/>
                  <a:pt x="494966" y="71273"/>
                </a:cubicBezTo>
                <a:cubicBezTo>
                  <a:pt x="492041" y="76267"/>
                  <a:pt x="488689" y="81442"/>
                  <a:pt x="484909" y="86796"/>
                </a:cubicBezTo>
                <a:lnTo>
                  <a:pt x="468441" y="110208"/>
                </a:lnTo>
                <a:cubicBezTo>
                  <a:pt x="468036" y="110794"/>
                  <a:pt x="467530" y="111279"/>
                  <a:pt x="466922" y="111663"/>
                </a:cubicBezTo>
                <a:cubicBezTo>
                  <a:pt x="466315" y="112047"/>
                  <a:pt x="465550" y="112363"/>
                  <a:pt x="464627" y="112610"/>
                </a:cubicBezTo>
                <a:cubicBezTo>
                  <a:pt x="463705" y="112859"/>
                  <a:pt x="462591" y="113051"/>
                  <a:pt x="461286" y="113186"/>
                </a:cubicBezTo>
                <a:cubicBezTo>
                  <a:pt x="459982" y="113321"/>
                  <a:pt x="458474" y="113388"/>
                  <a:pt x="456764" y="113388"/>
                </a:cubicBezTo>
                <a:cubicBezTo>
                  <a:pt x="454830" y="113388"/>
                  <a:pt x="453266" y="113309"/>
                  <a:pt x="452074" y="113150"/>
                </a:cubicBezTo>
                <a:cubicBezTo>
                  <a:pt x="450881" y="112993"/>
                  <a:pt x="450015" y="112733"/>
                  <a:pt x="449475" y="112372"/>
                </a:cubicBezTo>
                <a:cubicBezTo>
                  <a:pt x="448935" y="112012"/>
                  <a:pt x="448688" y="111561"/>
                  <a:pt x="448733" y="111020"/>
                </a:cubicBezTo>
                <a:cubicBezTo>
                  <a:pt x="448778" y="110478"/>
                  <a:pt x="449093" y="109824"/>
                  <a:pt x="449678" y="109056"/>
                </a:cubicBezTo>
                <a:lnTo>
                  <a:pt x="464999" y="88821"/>
                </a:lnTo>
                <a:lnTo>
                  <a:pt x="455077" y="30912"/>
                </a:lnTo>
                <a:cubicBezTo>
                  <a:pt x="454987" y="30327"/>
                  <a:pt x="454897" y="29719"/>
                  <a:pt x="454807" y="29090"/>
                </a:cubicBezTo>
                <a:cubicBezTo>
                  <a:pt x="454717" y="28460"/>
                  <a:pt x="454672" y="27920"/>
                  <a:pt x="454672" y="27470"/>
                </a:cubicBezTo>
                <a:cubicBezTo>
                  <a:pt x="454672" y="26660"/>
                  <a:pt x="454818" y="26007"/>
                  <a:pt x="455111" y="25512"/>
                </a:cubicBezTo>
                <a:cubicBezTo>
                  <a:pt x="455403" y="25017"/>
                  <a:pt x="455898" y="24635"/>
                  <a:pt x="456596" y="24365"/>
                </a:cubicBezTo>
                <a:cubicBezTo>
                  <a:pt x="457293" y="24095"/>
                  <a:pt x="458227" y="23904"/>
                  <a:pt x="459397" y="23791"/>
                </a:cubicBezTo>
                <a:cubicBezTo>
                  <a:pt x="460567" y="23679"/>
                  <a:pt x="461984" y="23623"/>
                  <a:pt x="463649" y="23623"/>
                </a:cubicBezTo>
                <a:cubicBezTo>
                  <a:pt x="465494" y="23623"/>
                  <a:pt x="466945" y="23656"/>
                  <a:pt x="468002" y="23724"/>
                </a:cubicBezTo>
                <a:cubicBezTo>
                  <a:pt x="469059" y="23791"/>
                  <a:pt x="469858" y="23938"/>
                  <a:pt x="470398" y="24163"/>
                </a:cubicBezTo>
                <a:cubicBezTo>
                  <a:pt x="470938" y="24388"/>
                  <a:pt x="471309" y="24725"/>
                  <a:pt x="471512" y="25175"/>
                </a:cubicBezTo>
                <a:cubicBezTo>
                  <a:pt x="471714" y="25625"/>
                  <a:pt x="471860" y="26187"/>
                  <a:pt x="471950" y="26862"/>
                </a:cubicBezTo>
                <a:lnTo>
                  <a:pt x="478160" y="69045"/>
                </a:lnTo>
                <a:lnTo>
                  <a:pt x="478295" y="69045"/>
                </a:lnTo>
                <a:cubicBezTo>
                  <a:pt x="480544" y="65671"/>
                  <a:pt x="482592" y="62251"/>
                  <a:pt x="484437" y="58787"/>
                </a:cubicBezTo>
                <a:cubicBezTo>
                  <a:pt x="486281" y="55322"/>
                  <a:pt x="487969" y="51801"/>
                  <a:pt x="489499" y="48224"/>
                </a:cubicBezTo>
                <a:cubicBezTo>
                  <a:pt x="491028" y="44647"/>
                  <a:pt x="492435" y="41025"/>
                  <a:pt x="493717" y="37357"/>
                </a:cubicBezTo>
                <a:cubicBezTo>
                  <a:pt x="494999" y="33690"/>
                  <a:pt x="496180" y="29989"/>
                  <a:pt x="497260" y="26255"/>
                </a:cubicBezTo>
                <a:cubicBezTo>
                  <a:pt x="497350" y="25805"/>
                  <a:pt x="497553" y="25411"/>
                  <a:pt x="497868" y="25074"/>
                </a:cubicBezTo>
                <a:cubicBezTo>
                  <a:pt x="498183" y="24736"/>
                  <a:pt x="498711" y="24466"/>
                  <a:pt x="499454" y="24264"/>
                </a:cubicBezTo>
                <a:cubicBezTo>
                  <a:pt x="500196" y="24061"/>
                  <a:pt x="501175" y="23904"/>
                  <a:pt x="502390" y="23791"/>
                </a:cubicBezTo>
                <a:cubicBezTo>
                  <a:pt x="503605" y="23679"/>
                  <a:pt x="505179" y="23623"/>
                  <a:pt x="507114" y="23623"/>
                </a:cubicBezTo>
                <a:cubicBezTo>
                  <a:pt x="509994" y="23623"/>
                  <a:pt x="511974" y="23803"/>
                  <a:pt x="513054" y="24163"/>
                </a:cubicBezTo>
                <a:cubicBezTo>
                  <a:pt x="514134" y="24522"/>
                  <a:pt x="514674" y="25175"/>
                  <a:pt x="514674" y="261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Text Deceptive">
            <a:extLst xmlns:a="http://schemas.openxmlformats.org/drawingml/2006/main">
              <a:ext uri="{FF2B5EF4-FFF2-40B4-BE49-F238E27FC236}">
                <a16:creationId xmlns:a16="http://schemas.microsoft.com/office/drawing/2014/main" id="{6D6556CF-72B0-4302-B480-FA813C2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0835" y="1562034"/>
            <a:ext cx="558304" cy="116146"/>
          </a:xfrm>
          <a:custGeom xmlns:a="http://schemas.openxmlformats.org/drawingml/2006/main">
            <a:pathLst>
              <a:path w="558304" h="116146">
                <a:moveTo>
                  <a:pt x="81601" y="35882"/>
                </a:moveTo>
                <a:cubicBezTo>
                  <a:pt x="81601" y="38580"/>
                  <a:pt x="81432" y="41436"/>
                  <a:pt x="81095" y="44448"/>
                </a:cubicBezTo>
                <a:cubicBezTo>
                  <a:pt x="80758" y="47461"/>
                  <a:pt x="80196" y="50530"/>
                  <a:pt x="79409" y="53655"/>
                </a:cubicBezTo>
                <a:cubicBezTo>
                  <a:pt x="78622" y="56780"/>
                  <a:pt x="77565" y="59883"/>
                  <a:pt x="76239" y="62963"/>
                </a:cubicBezTo>
                <a:cubicBezTo>
                  <a:pt x="74912" y="66043"/>
                  <a:pt x="73260" y="68988"/>
                  <a:pt x="71281" y="71799"/>
                </a:cubicBezTo>
                <a:cubicBezTo>
                  <a:pt x="69303" y="74609"/>
                  <a:pt x="66954" y="77228"/>
                  <a:pt x="64233" y="79656"/>
                </a:cubicBezTo>
                <a:cubicBezTo>
                  <a:pt x="61513" y="82084"/>
                  <a:pt x="58376" y="84187"/>
                  <a:pt x="54824" y="85963"/>
                </a:cubicBezTo>
                <a:cubicBezTo>
                  <a:pt x="51272" y="87739"/>
                  <a:pt x="47270" y="89122"/>
                  <a:pt x="42818" y="90111"/>
                </a:cubicBezTo>
                <a:cubicBezTo>
                  <a:pt x="38367" y="91100"/>
                  <a:pt x="33061" y="91595"/>
                  <a:pt x="26901" y="91595"/>
                </a:cubicBezTo>
                <a:lnTo>
                  <a:pt x="4710" y="91595"/>
                </a:lnTo>
                <a:cubicBezTo>
                  <a:pt x="3991" y="91595"/>
                  <a:pt x="3305" y="91505"/>
                  <a:pt x="2653" y="91325"/>
                </a:cubicBezTo>
                <a:cubicBezTo>
                  <a:pt x="2001" y="91145"/>
                  <a:pt x="1461" y="90841"/>
                  <a:pt x="1034" y="90414"/>
                </a:cubicBezTo>
                <a:cubicBezTo>
                  <a:pt x="607" y="89987"/>
                  <a:pt x="315" y="89414"/>
                  <a:pt x="157" y="88694"/>
                </a:cubicBezTo>
                <a:cubicBezTo>
                  <a:pt x="0" y="87975"/>
                  <a:pt x="34" y="87076"/>
                  <a:pt x="259" y="85996"/>
                </a:cubicBezTo>
                <a:lnTo>
                  <a:pt x="15502" y="9915"/>
                </a:lnTo>
                <a:cubicBezTo>
                  <a:pt x="15862" y="7936"/>
                  <a:pt x="16648" y="6509"/>
                  <a:pt x="17863" y="5632"/>
                </a:cubicBezTo>
                <a:cubicBezTo>
                  <a:pt x="19077" y="4755"/>
                  <a:pt x="20515" y="4317"/>
                  <a:pt x="22179" y="4317"/>
                </a:cubicBezTo>
                <a:lnTo>
                  <a:pt x="43223" y="4317"/>
                </a:lnTo>
                <a:cubicBezTo>
                  <a:pt x="50148" y="4317"/>
                  <a:pt x="55937" y="4991"/>
                  <a:pt x="60591" y="6340"/>
                </a:cubicBezTo>
                <a:cubicBezTo>
                  <a:pt x="65245" y="7689"/>
                  <a:pt x="69134" y="9690"/>
                  <a:pt x="72259" y="12343"/>
                </a:cubicBezTo>
                <a:cubicBezTo>
                  <a:pt x="75385" y="14996"/>
                  <a:pt x="77723" y="18290"/>
                  <a:pt x="79274" y="22224"/>
                </a:cubicBezTo>
                <a:cubicBezTo>
                  <a:pt x="80825" y="26159"/>
                  <a:pt x="81601" y="30711"/>
                  <a:pt x="81601" y="35882"/>
                </a:cubicBezTo>
                <a:moveTo>
                  <a:pt x="62985" y="37973"/>
                </a:moveTo>
                <a:cubicBezTo>
                  <a:pt x="62985" y="35140"/>
                  <a:pt x="62603" y="32510"/>
                  <a:pt x="61839" y="30082"/>
                </a:cubicBezTo>
                <a:cubicBezTo>
                  <a:pt x="61074" y="27654"/>
                  <a:pt x="59838" y="25563"/>
                  <a:pt x="58129" y="23809"/>
                </a:cubicBezTo>
                <a:cubicBezTo>
                  <a:pt x="56420" y="22056"/>
                  <a:pt x="54228" y="20684"/>
                  <a:pt x="51553" y="19695"/>
                </a:cubicBezTo>
                <a:cubicBezTo>
                  <a:pt x="48877" y="18706"/>
                  <a:pt x="45291" y="18211"/>
                  <a:pt x="40795" y="18211"/>
                </a:cubicBezTo>
                <a:lnTo>
                  <a:pt x="31554" y="18211"/>
                </a:lnTo>
                <a:lnTo>
                  <a:pt x="19616" y="77565"/>
                </a:lnTo>
                <a:lnTo>
                  <a:pt x="28924" y="77565"/>
                </a:lnTo>
                <a:cubicBezTo>
                  <a:pt x="33645" y="77565"/>
                  <a:pt x="37614" y="76992"/>
                  <a:pt x="40829" y="75845"/>
                </a:cubicBezTo>
                <a:cubicBezTo>
                  <a:pt x="44044" y="74699"/>
                  <a:pt x="46876" y="73125"/>
                  <a:pt x="49327" y="71124"/>
                </a:cubicBezTo>
                <a:cubicBezTo>
                  <a:pt x="51778" y="69123"/>
                  <a:pt x="53869" y="66807"/>
                  <a:pt x="55600" y="64177"/>
                </a:cubicBezTo>
                <a:cubicBezTo>
                  <a:pt x="57331" y="61546"/>
                  <a:pt x="58747" y="58770"/>
                  <a:pt x="59849" y="55847"/>
                </a:cubicBezTo>
                <a:cubicBezTo>
                  <a:pt x="60951" y="52924"/>
                  <a:pt x="61749" y="49934"/>
                  <a:pt x="62243" y="46876"/>
                </a:cubicBezTo>
                <a:cubicBezTo>
                  <a:pt x="62738" y="43819"/>
                  <a:pt x="62985" y="40851"/>
                  <a:pt x="62985" y="37973"/>
                </a:cubicBezTo>
                <a:close/>
                <a:moveTo>
                  <a:pt x="148323" y="42320"/>
                </a:moveTo>
                <a:cubicBezTo>
                  <a:pt x="148323" y="45563"/>
                  <a:pt x="147593" y="48480"/>
                  <a:pt x="146131" y="51071"/>
                </a:cubicBezTo>
                <a:cubicBezTo>
                  <a:pt x="144670" y="53661"/>
                  <a:pt x="142399" y="55891"/>
                  <a:pt x="139319" y="57761"/>
                </a:cubicBezTo>
                <a:cubicBezTo>
                  <a:pt x="136239" y="59630"/>
                  <a:pt x="132327" y="61060"/>
                  <a:pt x="127583" y="62050"/>
                </a:cubicBezTo>
                <a:cubicBezTo>
                  <a:pt x="122839" y="63041"/>
                  <a:pt x="117185" y="63536"/>
                  <a:pt x="110620" y="63536"/>
                </a:cubicBezTo>
                <a:lnTo>
                  <a:pt x="104415" y="63536"/>
                </a:lnTo>
                <a:cubicBezTo>
                  <a:pt x="104235" y="64570"/>
                  <a:pt x="104100" y="65593"/>
                  <a:pt x="104010" y="66605"/>
                </a:cubicBezTo>
                <a:cubicBezTo>
                  <a:pt x="103920" y="67617"/>
                  <a:pt x="103875" y="68550"/>
                  <a:pt x="103875" y="69404"/>
                </a:cubicBezTo>
                <a:cubicBezTo>
                  <a:pt x="103875" y="73046"/>
                  <a:pt x="104819" y="75789"/>
                  <a:pt x="106708" y="77633"/>
                </a:cubicBezTo>
                <a:cubicBezTo>
                  <a:pt x="108596" y="79476"/>
                  <a:pt x="111632" y="80398"/>
                  <a:pt x="115813" y="80398"/>
                </a:cubicBezTo>
                <a:cubicBezTo>
                  <a:pt x="118781" y="80398"/>
                  <a:pt x="121445" y="80181"/>
                  <a:pt x="123806" y="79747"/>
                </a:cubicBezTo>
                <a:cubicBezTo>
                  <a:pt x="126167" y="79313"/>
                  <a:pt x="128235" y="78833"/>
                  <a:pt x="130011" y="78307"/>
                </a:cubicBezTo>
                <a:cubicBezTo>
                  <a:pt x="131787" y="77782"/>
                  <a:pt x="133260" y="77302"/>
                  <a:pt x="134429" y="76868"/>
                </a:cubicBezTo>
                <a:cubicBezTo>
                  <a:pt x="135598" y="76434"/>
                  <a:pt x="136453" y="76216"/>
                  <a:pt x="136992" y="76216"/>
                </a:cubicBezTo>
                <a:cubicBezTo>
                  <a:pt x="137532" y="76216"/>
                  <a:pt x="137914" y="76375"/>
                  <a:pt x="138139" y="76693"/>
                </a:cubicBezTo>
                <a:cubicBezTo>
                  <a:pt x="138364" y="77010"/>
                  <a:pt x="138476" y="77508"/>
                  <a:pt x="138476" y="78187"/>
                </a:cubicBezTo>
                <a:cubicBezTo>
                  <a:pt x="138476" y="78959"/>
                  <a:pt x="138409" y="79843"/>
                  <a:pt x="138274" y="80841"/>
                </a:cubicBezTo>
                <a:cubicBezTo>
                  <a:pt x="138139" y="81837"/>
                  <a:pt x="137948" y="82823"/>
                  <a:pt x="137700" y="83798"/>
                </a:cubicBezTo>
                <a:cubicBezTo>
                  <a:pt x="137453" y="84772"/>
                  <a:pt x="137138" y="85689"/>
                  <a:pt x="136756" y="86551"/>
                </a:cubicBezTo>
                <a:cubicBezTo>
                  <a:pt x="136374" y="87412"/>
                  <a:pt x="135935" y="88069"/>
                  <a:pt x="135441" y="88521"/>
                </a:cubicBezTo>
                <a:cubicBezTo>
                  <a:pt x="134901" y="89065"/>
                  <a:pt x="133912" y="89610"/>
                  <a:pt x="132473" y="90155"/>
                </a:cubicBezTo>
                <a:cubicBezTo>
                  <a:pt x="131034" y="90699"/>
                  <a:pt x="129303" y="91197"/>
                  <a:pt x="127280" y="91649"/>
                </a:cubicBezTo>
                <a:cubicBezTo>
                  <a:pt x="125256" y="92103"/>
                  <a:pt x="122985" y="92477"/>
                  <a:pt x="120467" y="92771"/>
                </a:cubicBezTo>
                <a:cubicBezTo>
                  <a:pt x="117949" y="93066"/>
                  <a:pt x="115386" y="93213"/>
                  <a:pt x="112778" y="93213"/>
                </a:cubicBezTo>
                <a:cubicBezTo>
                  <a:pt x="108462" y="93213"/>
                  <a:pt x="104696" y="92762"/>
                  <a:pt x="101481" y="91860"/>
                </a:cubicBezTo>
                <a:cubicBezTo>
                  <a:pt x="98266" y="90959"/>
                  <a:pt x="95579" y="89586"/>
                  <a:pt x="93421" y="87740"/>
                </a:cubicBezTo>
                <a:cubicBezTo>
                  <a:pt x="91262" y="85892"/>
                  <a:pt x="89644" y="83537"/>
                  <a:pt x="88564" y="80676"/>
                </a:cubicBezTo>
                <a:cubicBezTo>
                  <a:pt x="87485" y="77816"/>
                  <a:pt x="86946" y="74426"/>
                  <a:pt x="86946" y="70507"/>
                </a:cubicBezTo>
                <a:cubicBezTo>
                  <a:pt x="86946" y="67487"/>
                  <a:pt x="87227" y="64254"/>
                  <a:pt x="87789" y="60809"/>
                </a:cubicBezTo>
                <a:cubicBezTo>
                  <a:pt x="88351" y="57362"/>
                  <a:pt x="89261" y="53960"/>
                  <a:pt x="90520" y="50603"/>
                </a:cubicBezTo>
                <a:cubicBezTo>
                  <a:pt x="91779" y="47246"/>
                  <a:pt x="93398" y="44036"/>
                  <a:pt x="95377" y="40973"/>
                </a:cubicBezTo>
                <a:cubicBezTo>
                  <a:pt x="97355" y="37909"/>
                  <a:pt x="99750" y="35218"/>
                  <a:pt x="102560" y="32898"/>
                </a:cubicBezTo>
                <a:cubicBezTo>
                  <a:pt x="105370" y="30576"/>
                  <a:pt x="108619" y="28717"/>
                  <a:pt x="112306" y="27321"/>
                </a:cubicBezTo>
                <a:cubicBezTo>
                  <a:pt x="115993" y="25924"/>
                  <a:pt x="120198" y="25226"/>
                  <a:pt x="124919" y="25226"/>
                </a:cubicBezTo>
                <a:cubicBezTo>
                  <a:pt x="129011" y="25226"/>
                  <a:pt x="132529" y="25710"/>
                  <a:pt x="135475" y="26678"/>
                </a:cubicBezTo>
                <a:cubicBezTo>
                  <a:pt x="138420" y="27646"/>
                  <a:pt x="140837" y="28930"/>
                  <a:pt x="142725" y="30529"/>
                </a:cubicBezTo>
                <a:cubicBezTo>
                  <a:pt x="144614" y="32128"/>
                  <a:pt x="146019" y="33952"/>
                  <a:pt x="146941" y="36003"/>
                </a:cubicBezTo>
                <a:cubicBezTo>
                  <a:pt x="147863" y="38053"/>
                  <a:pt x="148323" y="40158"/>
                  <a:pt x="148323" y="42320"/>
                </a:cubicBezTo>
                <a:moveTo>
                  <a:pt x="131664" y="43612"/>
                </a:moveTo>
                <a:cubicBezTo>
                  <a:pt x="131664" y="41821"/>
                  <a:pt x="130956" y="40333"/>
                  <a:pt x="129539" y="39147"/>
                </a:cubicBezTo>
                <a:cubicBezTo>
                  <a:pt x="128123" y="37960"/>
                  <a:pt x="126066" y="37366"/>
                  <a:pt x="123368" y="37366"/>
                </a:cubicBezTo>
                <a:cubicBezTo>
                  <a:pt x="121119" y="37366"/>
                  <a:pt x="119107" y="37770"/>
                  <a:pt x="117331" y="38576"/>
                </a:cubicBezTo>
                <a:cubicBezTo>
                  <a:pt x="115555" y="39381"/>
                  <a:pt x="113992" y="40467"/>
                  <a:pt x="112643" y="41833"/>
                </a:cubicBezTo>
                <a:cubicBezTo>
                  <a:pt x="111294" y="43197"/>
                  <a:pt x="110137" y="44809"/>
                  <a:pt x="109170" y="46668"/>
                </a:cubicBezTo>
                <a:cubicBezTo>
                  <a:pt x="108203" y="48525"/>
                  <a:pt x="107427" y="50506"/>
                  <a:pt x="106843" y="52610"/>
                </a:cubicBezTo>
                <a:lnTo>
                  <a:pt x="112508" y="52610"/>
                </a:lnTo>
                <a:cubicBezTo>
                  <a:pt x="116106" y="52610"/>
                  <a:pt x="119118" y="52375"/>
                  <a:pt x="121547" y="51906"/>
                </a:cubicBezTo>
                <a:cubicBezTo>
                  <a:pt x="123975" y="51435"/>
                  <a:pt x="125931" y="50797"/>
                  <a:pt x="127415" y="49992"/>
                </a:cubicBezTo>
                <a:cubicBezTo>
                  <a:pt x="128898" y="49185"/>
                  <a:pt x="129978" y="48234"/>
                  <a:pt x="130652" y="47138"/>
                </a:cubicBezTo>
                <a:cubicBezTo>
                  <a:pt x="131327" y="46040"/>
                  <a:pt x="131664" y="44865"/>
                  <a:pt x="131664" y="43612"/>
                </a:cubicBezTo>
                <a:close/>
                <a:moveTo>
                  <a:pt x="208660" y="33128"/>
                </a:moveTo>
                <a:cubicBezTo>
                  <a:pt x="208660" y="34167"/>
                  <a:pt x="208537" y="35343"/>
                  <a:pt x="208289" y="36654"/>
                </a:cubicBezTo>
                <a:cubicBezTo>
                  <a:pt x="208042" y="37963"/>
                  <a:pt x="207716" y="39206"/>
                  <a:pt x="207311" y="40380"/>
                </a:cubicBezTo>
                <a:cubicBezTo>
                  <a:pt x="206907" y="41555"/>
                  <a:pt x="206401" y="42538"/>
                  <a:pt x="205794" y="43329"/>
                </a:cubicBezTo>
                <a:cubicBezTo>
                  <a:pt x="205187" y="44120"/>
                  <a:pt x="204523" y="44516"/>
                  <a:pt x="203804" y="44516"/>
                </a:cubicBezTo>
                <a:cubicBezTo>
                  <a:pt x="203130" y="44516"/>
                  <a:pt x="202478" y="44242"/>
                  <a:pt x="201848" y="43696"/>
                </a:cubicBezTo>
                <a:cubicBezTo>
                  <a:pt x="201219" y="43149"/>
                  <a:pt x="200443" y="42534"/>
                  <a:pt x="199521" y="41852"/>
                </a:cubicBezTo>
                <a:cubicBezTo>
                  <a:pt x="198599" y="41169"/>
                  <a:pt x="197441" y="40543"/>
                  <a:pt x="196048" y="39974"/>
                </a:cubicBezTo>
                <a:cubicBezTo>
                  <a:pt x="194654" y="39404"/>
                  <a:pt x="192855" y="39120"/>
                  <a:pt x="190652" y="39120"/>
                </a:cubicBezTo>
                <a:cubicBezTo>
                  <a:pt x="188313" y="39120"/>
                  <a:pt x="186223" y="39636"/>
                  <a:pt x="184379" y="40669"/>
                </a:cubicBezTo>
                <a:cubicBezTo>
                  <a:pt x="182535" y="41702"/>
                  <a:pt x="180928" y="43038"/>
                  <a:pt x="179556" y="44676"/>
                </a:cubicBezTo>
                <a:cubicBezTo>
                  <a:pt x="178185" y="46314"/>
                  <a:pt x="177050" y="48178"/>
                  <a:pt x="176150" y="50266"/>
                </a:cubicBezTo>
                <a:cubicBezTo>
                  <a:pt x="175251" y="52352"/>
                  <a:pt x="174509" y="54462"/>
                  <a:pt x="173925" y="56593"/>
                </a:cubicBezTo>
                <a:cubicBezTo>
                  <a:pt x="173340" y="58725"/>
                  <a:pt x="172924" y="60767"/>
                  <a:pt x="172677" y="62720"/>
                </a:cubicBezTo>
                <a:cubicBezTo>
                  <a:pt x="172429" y="64674"/>
                  <a:pt x="172306" y="66368"/>
                  <a:pt x="172306" y="67804"/>
                </a:cubicBezTo>
                <a:cubicBezTo>
                  <a:pt x="172306" y="71441"/>
                  <a:pt x="173104" y="74202"/>
                  <a:pt x="174700" y="76088"/>
                </a:cubicBezTo>
                <a:cubicBezTo>
                  <a:pt x="176296" y="77972"/>
                  <a:pt x="178803" y="78914"/>
                  <a:pt x="182221" y="78914"/>
                </a:cubicBezTo>
                <a:cubicBezTo>
                  <a:pt x="184739" y="78914"/>
                  <a:pt x="186897" y="78588"/>
                  <a:pt x="188696" y="77936"/>
                </a:cubicBezTo>
                <a:cubicBezTo>
                  <a:pt x="190494" y="77284"/>
                  <a:pt x="192034" y="76565"/>
                  <a:pt x="193316" y="75778"/>
                </a:cubicBezTo>
                <a:cubicBezTo>
                  <a:pt x="194597" y="74991"/>
                  <a:pt x="195699" y="74283"/>
                  <a:pt x="196621" y="73653"/>
                </a:cubicBezTo>
                <a:cubicBezTo>
                  <a:pt x="197543" y="73024"/>
                  <a:pt x="198386" y="72709"/>
                  <a:pt x="199150" y="72709"/>
                </a:cubicBezTo>
                <a:cubicBezTo>
                  <a:pt x="199600" y="72709"/>
                  <a:pt x="199926" y="72911"/>
                  <a:pt x="200128" y="73316"/>
                </a:cubicBezTo>
                <a:cubicBezTo>
                  <a:pt x="200330" y="73721"/>
                  <a:pt x="200432" y="74305"/>
                  <a:pt x="200432" y="75070"/>
                </a:cubicBezTo>
                <a:cubicBezTo>
                  <a:pt x="200432" y="75834"/>
                  <a:pt x="200342" y="76790"/>
                  <a:pt x="200162" y="77936"/>
                </a:cubicBezTo>
                <a:cubicBezTo>
                  <a:pt x="199982" y="79083"/>
                  <a:pt x="199746" y="80241"/>
                  <a:pt x="199454" y="81410"/>
                </a:cubicBezTo>
                <a:cubicBezTo>
                  <a:pt x="199161" y="82579"/>
                  <a:pt x="198824" y="83669"/>
                  <a:pt x="198442" y="84681"/>
                </a:cubicBezTo>
                <a:cubicBezTo>
                  <a:pt x="198060" y="85693"/>
                  <a:pt x="197565" y="86494"/>
                  <a:pt x="196958" y="87084"/>
                </a:cubicBezTo>
                <a:cubicBezTo>
                  <a:pt x="196351" y="87674"/>
                  <a:pt x="195396" y="88344"/>
                  <a:pt x="194092" y="89095"/>
                </a:cubicBezTo>
                <a:cubicBezTo>
                  <a:pt x="192788" y="89844"/>
                  <a:pt x="191281" y="90513"/>
                  <a:pt x="189572" y="91103"/>
                </a:cubicBezTo>
                <a:cubicBezTo>
                  <a:pt x="187864" y="91694"/>
                  <a:pt x="186009" y="92170"/>
                  <a:pt x="184008" y="92533"/>
                </a:cubicBezTo>
                <a:cubicBezTo>
                  <a:pt x="182007" y="92896"/>
                  <a:pt x="179927" y="93078"/>
                  <a:pt x="177769" y="93078"/>
                </a:cubicBezTo>
                <a:cubicBezTo>
                  <a:pt x="170080" y="93078"/>
                  <a:pt x="164324" y="91134"/>
                  <a:pt x="160502" y="87244"/>
                </a:cubicBezTo>
                <a:cubicBezTo>
                  <a:pt x="156680" y="83355"/>
                  <a:pt x="154769" y="77610"/>
                  <a:pt x="154769" y="70011"/>
                </a:cubicBezTo>
                <a:cubicBezTo>
                  <a:pt x="154769" y="67268"/>
                  <a:pt x="155028" y="64256"/>
                  <a:pt x="155545" y="60973"/>
                </a:cubicBezTo>
                <a:cubicBezTo>
                  <a:pt x="156062" y="57691"/>
                  <a:pt x="156905" y="54397"/>
                  <a:pt x="158074" y="51092"/>
                </a:cubicBezTo>
                <a:cubicBezTo>
                  <a:pt x="159243" y="47787"/>
                  <a:pt x="160761" y="44583"/>
                  <a:pt x="162627" y="41481"/>
                </a:cubicBezTo>
                <a:cubicBezTo>
                  <a:pt x="164493" y="38378"/>
                  <a:pt x="166775" y="35635"/>
                  <a:pt x="169473" y="33252"/>
                </a:cubicBezTo>
                <a:cubicBezTo>
                  <a:pt x="172171" y="30869"/>
                  <a:pt x="175296" y="28958"/>
                  <a:pt x="178848" y="27519"/>
                </a:cubicBezTo>
                <a:cubicBezTo>
                  <a:pt x="182400" y="26080"/>
                  <a:pt x="186492" y="25361"/>
                  <a:pt x="191124" y="25361"/>
                </a:cubicBezTo>
                <a:cubicBezTo>
                  <a:pt x="192922" y="25361"/>
                  <a:pt x="194676" y="25495"/>
                  <a:pt x="196385" y="25765"/>
                </a:cubicBezTo>
                <a:cubicBezTo>
                  <a:pt x="198093" y="26035"/>
                  <a:pt x="199667" y="26406"/>
                  <a:pt x="201106" y="26878"/>
                </a:cubicBezTo>
                <a:cubicBezTo>
                  <a:pt x="202545" y="27350"/>
                  <a:pt x="203815" y="27901"/>
                  <a:pt x="204917" y="28531"/>
                </a:cubicBezTo>
                <a:cubicBezTo>
                  <a:pt x="206019" y="29160"/>
                  <a:pt x="206839" y="29733"/>
                  <a:pt x="207379" y="30251"/>
                </a:cubicBezTo>
                <a:cubicBezTo>
                  <a:pt x="207918" y="30768"/>
                  <a:pt x="208267" y="31230"/>
                  <a:pt x="208424" y="31637"/>
                </a:cubicBezTo>
                <a:cubicBezTo>
                  <a:pt x="208582" y="32043"/>
                  <a:pt x="208660" y="32540"/>
                  <a:pt x="208660" y="33128"/>
                </a:cubicBezTo>
                <a:close/>
                <a:moveTo>
                  <a:pt x="271676" y="42320"/>
                </a:moveTo>
                <a:cubicBezTo>
                  <a:pt x="271676" y="45563"/>
                  <a:pt x="270945" y="48480"/>
                  <a:pt x="269484" y="51071"/>
                </a:cubicBezTo>
                <a:cubicBezTo>
                  <a:pt x="268023" y="53661"/>
                  <a:pt x="265752" y="55891"/>
                  <a:pt x="262672" y="57761"/>
                </a:cubicBezTo>
                <a:cubicBezTo>
                  <a:pt x="259592" y="59630"/>
                  <a:pt x="255680" y="61060"/>
                  <a:pt x="250936" y="62050"/>
                </a:cubicBezTo>
                <a:cubicBezTo>
                  <a:pt x="246192" y="63041"/>
                  <a:pt x="240537" y="63536"/>
                  <a:pt x="233972" y="63536"/>
                </a:cubicBezTo>
                <a:lnTo>
                  <a:pt x="227767" y="63536"/>
                </a:lnTo>
                <a:cubicBezTo>
                  <a:pt x="227587" y="64570"/>
                  <a:pt x="227452" y="65593"/>
                  <a:pt x="227363" y="66605"/>
                </a:cubicBezTo>
                <a:cubicBezTo>
                  <a:pt x="227273" y="67617"/>
                  <a:pt x="227228" y="68550"/>
                  <a:pt x="227228" y="69404"/>
                </a:cubicBezTo>
                <a:cubicBezTo>
                  <a:pt x="227228" y="73046"/>
                  <a:pt x="228172" y="75789"/>
                  <a:pt x="230060" y="77633"/>
                </a:cubicBezTo>
                <a:cubicBezTo>
                  <a:pt x="231949" y="79476"/>
                  <a:pt x="234984" y="80398"/>
                  <a:pt x="239166" y="80398"/>
                </a:cubicBezTo>
                <a:cubicBezTo>
                  <a:pt x="242134" y="80398"/>
                  <a:pt x="244798" y="80181"/>
                  <a:pt x="247159" y="79747"/>
                </a:cubicBezTo>
                <a:cubicBezTo>
                  <a:pt x="249519" y="79313"/>
                  <a:pt x="251588" y="78833"/>
                  <a:pt x="253364" y="78307"/>
                </a:cubicBezTo>
                <a:cubicBezTo>
                  <a:pt x="255140" y="77782"/>
                  <a:pt x="256613" y="77302"/>
                  <a:pt x="257782" y="76868"/>
                </a:cubicBezTo>
                <a:cubicBezTo>
                  <a:pt x="258951" y="76434"/>
                  <a:pt x="259805" y="76216"/>
                  <a:pt x="260345" y="76216"/>
                </a:cubicBezTo>
                <a:cubicBezTo>
                  <a:pt x="260884" y="76216"/>
                  <a:pt x="261267" y="76375"/>
                  <a:pt x="261491" y="76693"/>
                </a:cubicBezTo>
                <a:cubicBezTo>
                  <a:pt x="261716" y="77010"/>
                  <a:pt x="261829" y="77508"/>
                  <a:pt x="261829" y="78187"/>
                </a:cubicBezTo>
                <a:cubicBezTo>
                  <a:pt x="261829" y="78959"/>
                  <a:pt x="261761" y="79843"/>
                  <a:pt x="261626" y="80841"/>
                </a:cubicBezTo>
                <a:cubicBezTo>
                  <a:pt x="261491" y="81837"/>
                  <a:pt x="261300" y="82823"/>
                  <a:pt x="261053" y="83798"/>
                </a:cubicBezTo>
                <a:cubicBezTo>
                  <a:pt x="260806" y="84772"/>
                  <a:pt x="260491" y="85689"/>
                  <a:pt x="260109" y="86551"/>
                </a:cubicBezTo>
                <a:cubicBezTo>
                  <a:pt x="259726" y="87412"/>
                  <a:pt x="259288" y="88069"/>
                  <a:pt x="258793" y="88521"/>
                </a:cubicBezTo>
                <a:cubicBezTo>
                  <a:pt x="258254" y="89065"/>
                  <a:pt x="257265" y="89610"/>
                  <a:pt x="255826" y="90155"/>
                </a:cubicBezTo>
                <a:cubicBezTo>
                  <a:pt x="254387" y="90699"/>
                  <a:pt x="252656" y="91197"/>
                  <a:pt x="250632" y="91649"/>
                </a:cubicBezTo>
                <a:cubicBezTo>
                  <a:pt x="248609" y="92103"/>
                  <a:pt x="246338" y="92477"/>
                  <a:pt x="243820" y="92771"/>
                </a:cubicBezTo>
                <a:cubicBezTo>
                  <a:pt x="241302" y="93066"/>
                  <a:pt x="238739" y="93213"/>
                  <a:pt x="236131" y="93213"/>
                </a:cubicBezTo>
                <a:cubicBezTo>
                  <a:pt x="231814" y="93213"/>
                  <a:pt x="228048" y="92762"/>
                  <a:pt x="224833" y="91860"/>
                </a:cubicBezTo>
                <a:cubicBezTo>
                  <a:pt x="221618" y="90959"/>
                  <a:pt x="218932" y="89586"/>
                  <a:pt x="216773" y="87740"/>
                </a:cubicBezTo>
                <a:cubicBezTo>
                  <a:pt x="214615" y="85892"/>
                  <a:pt x="212996" y="83537"/>
                  <a:pt x="211917" y="80676"/>
                </a:cubicBezTo>
                <a:cubicBezTo>
                  <a:pt x="210838" y="77816"/>
                  <a:pt x="210298" y="74426"/>
                  <a:pt x="210298" y="70507"/>
                </a:cubicBezTo>
                <a:cubicBezTo>
                  <a:pt x="210298" y="67487"/>
                  <a:pt x="210579" y="64254"/>
                  <a:pt x="211141" y="60809"/>
                </a:cubicBezTo>
                <a:cubicBezTo>
                  <a:pt x="211703" y="57362"/>
                  <a:pt x="212614" y="53960"/>
                  <a:pt x="213873" y="50603"/>
                </a:cubicBezTo>
                <a:cubicBezTo>
                  <a:pt x="215132" y="47246"/>
                  <a:pt x="216751" y="44036"/>
                  <a:pt x="218729" y="40973"/>
                </a:cubicBezTo>
                <a:cubicBezTo>
                  <a:pt x="220708" y="37909"/>
                  <a:pt x="223102" y="35218"/>
                  <a:pt x="225912" y="32898"/>
                </a:cubicBezTo>
                <a:cubicBezTo>
                  <a:pt x="228723" y="30576"/>
                  <a:pt x="231972" y="28717"/>
                  <a:pt x="235659" y="27321"/>
                </a:cubicBezTo>
                <a:cubicBezTo>
                  <a:pt x="239346" y="25924"/>
                  <a:pt x="243550" y="25226"/>
                  <a:pt x="248271" y="25226"/>
                </a:cubicBezTo>
                <a:cubicBezTo>
                  <a:pt x="252363" y="25226"/>
                  <a:pt x="255882" y="25710"/>
                  <a:pt x="258827" y="26678"/>
                </a:cubicBezTo>
                <a:cubicBezTo>
                  <a:pt x="261772" y="27646"/>
                  <a:pt x="264189" y="28930"/>
                  <a:pt x="266078" y="30529"/>
                </a:cubicBezTo>
                <a:cubicBezTo>
                  <a:pt x="267966" y="32128"/>
                  <a:pt x="269372" y="33952"/>
                  <a:pt x="270293" y="36003"/>
                </a:cubicBezTo>
                <a:cubicBezTo>
                  <a:pt x="271215" y="38053"/>
                  <a:pt x="271676" y="40158"/>
                  <a:pt x="271676" y="42320"/>
                </a:cubicBezTo>
                <a:moveTo>
                  <a:pt x="255016" y="43612"/>
                </a:moveTo>
                <a:cubicBezTo>
                  <a:pt x="255016" y="41821"/>
                  <a:pt x="254308" y="40333"/>
                  <a:pt x="252892" y="39147"/>
                </a:cubicBezTo>
                <a:cubicBezTo>
                  <a:pt x="251475" y="37960"/>
                  <a:pt x="249418" y="37366"/>
                  <a:pt x="246720" y="37366"/>
                </a:cubicBezTo>
                <a:cubicBezTo>
                  <a:pt x="244472" y="37366"/>
                  <a:pt x="242460" y="37770"/>
                  <a:pt x="240684" y="38576"/>
                </a:cubicBezTo>
                <a:cubicBezTo>
                  <a:pt x="238907" y="39381"/>
                  <a:pt x="237345" y="40467"/>
                  <a:pt x="235996" y="41833"/>
                </a:cubicBezTo>
                <a:cubicBezTo>
                  <a:pt x="234647" y="43197"/>
                  <a:pt x="233489" y="44809"/>
                  <a:pt x="232522" y="46668"/>
                </a:cubicBezTo>
                <a:cubicBezTo>
                  <a:pt x="231556" y="48525"/>
                  <a:pt x="230780" y="50506"/>
                  <a:pt x="230195" y="52610"/>
                </a:cubicBezTo>
                <a:lnTo>
                  <a:pt x="235861" y="52610"/>
                </a:lnTo>
                <a:cubicBezTo>
                  <a:pt x="239458" y="52610"/>
                  <a:pt x="242471" y="52375"/>
                  <a:pt x="244899" y="51906"/>
                </a:cubicBezTo>
                <a:cubicBezTo>
                  <a:pt x="247327" y="51435"/>
                  <a:pt x="249283" y="50797"/>
                  <a:pt x="250767" y="49992"/>
                </a:cubicBezTo>
                <a:cubicBezTo>
                  <a:pt x="252251" y="49185"/>
                  <a:pt x="253330" y="48234"/>
                  <a:pt x="254005" y="47138"/>
                </a:cubicBezTo>
                <a:cubicBezTo>
                  <a:pt x="254679" y="46040"/>
                  <a:pt x="255016" y="44865"/>
                  <a:pt x="255016" y="43612"/>
                </a:cubicBezTo>
                <a:close/>
                <a:moveTo>
                  <a:pt x="343210" y="48204"/>
                </a:moveTo>
                <a:cubicBezTo>
                  <a:pt x="343210" y="51133"/>
                  <a:pt x="342941" y="54287"/>
                  <a:pt x="342401" y="57666"/>
                </a:cubicBezTo>
                <a:cubicBezTo>
                  <a:pt x="341861" y="61044"/>
                  <a:pt x="341030" y="64400"/>
                  <a:pt x="339905" y="67735"/>
                </a:cubicBezTo>
                <a:cubicBezTo>
                  <a:pt x="338781" y="71069"/>
                  <a:pt x="337342" y="74279"/>
                  <a:pt x="335589" y="77365"/>
                </a:cubicBezTo>
                <a:cubicBezTo>
                  <a:pt x="333835" y="80451"/>
                  <a:pt x="331733" y="83166"/>
                  <a:pt x="329282" y="85510"/>
                </a:cubicBezTo>
                <a:cubicBezTo>
                  <a:pt x="326832" y="87852"/>
                  <a:pt x="324021" y="89722"/>
                  <a:pt x="320851" y="91118"/>
                </a:cubicBezTo>
                <a:cubicBezTo>
                  <a:pt x="317681" y="92515"/>
                  <a:pt x="314118" y="93213"/>
                  <a:pt x="310161" y="93213"/>
                </a:cubicBezTo>
                <a:cubicBezTo>
                  <a:pt x="308362" y="93213"/>
                  <a:pt x="306676" y="93033"/>
                  <a:pt x="305102" y="92674"/>
                </a:cubicBezTo>
                <a:cubicBezTo>
                  <a:pt x="303528" y="92314"/>
                  <a:pt x="302078" y="91809"/>
                  <a:pt x="300752" y="91158"/>
                </a:cubicBezTo>
                <a:cubicBezTo>
                  <a:pt x="299425" y="90506"/>
                  <a:pt x="298222" y="89743"/>
                  <a:pt x="297143" y="88867"/>
                </a:cubicBezTo>
                <a:cubicBezTo>
                  <a:pt x="296064" y="87990"/>
                  <a:pt x="295120" y="87057"/>
                  <a:pt x="294310" y="86068"/>
                </a:cubicBezTo>
                <a:lnTo>
                  <a:pt x="288982" y="113243"/>
                </a:lnTo>
                <a:cubicBezTo>
                  <a:pt x="288892" y="113693"/>
                  <a:pt x="288679" y="114098"/>
                  <a:pt x="288341" y="114457"/>
                </a:cubicBezTo>
                <a:cubicBezTo>
                  <a:pt x="288004" y="114819"/>
                  <a:pt x="287487" y="115123"/>
                  <a:pt x="286790" y="115370"/>
                </a:cubicBezTo>
                <a:cubicBezTo>
                  <a:pt x="286093" y="115617"/>
                  <a:pt x="285183" y="115808"/>
                  <a:pt x="284058" y="115943"/>
                </a:cubicBezTo>
                <a:cubicBezTo>
                  <a:pt x="282934" y="116078"/>
                  <a:pt x="281540" y="116146"/>
                  <a:pt x="279877" y="116146"/>
                </a:cubicBezTo>
                <a:cubicBezTo>
                  <a:pt x="278213" y="116146"/>
                  <a:pt x="276864" y="116078"/>
                  <a:pt x="275830" y="115943"/>
                </a:cubicBezTo>
                <a:cubicBezTo>
                  <a:pt x="274795" y="115808"/>
                  <a:pt x="273975" y="115617"/>
                  <a:pt x="273368" y="115370"/>
                </a:cubicBezTo>
                <a:cubicBezTo>
                  <a:pt x="272761" y="115123"/>
                  <a:pt x="272367" y="114819"/>
                  <a:pt x="272188" y="114457"/>
                </a:cubicBezTo>
                <a:cubicBezTo>
                  <a:pt x="272008" y="114098"/>
                  <a:pt x="271963" y="113693"/>
                  <a:pt x="272053" y="113243"/>
                </a:cubicBezTo>
                <a:lnTo>
                  <a:pt x="288915" y="29072"/>
                </a:lnTo>
                <a:cubicBezTo>
                  <a:pt x="289095" y="28127"/>
                  <a:pt x="289791" y="27451"/>
                  <a:pt x="291006" y="27047"/>
                </a:cubicBezTo>
                <a:cubicBezTo>
                  <a:pt x="292220" y="26642"/>
                  <a:pt x="294221" y="26440"/>
                  <a:pt x="297008" y="26440"/>
                </a:cubicBezTo>
                <a:cubicBezTo>
                  <a:pt x="298402" y="26440"/>
                  <a:pt x="299538" y="26496"/>
                  <a:pt x="300415" y="26608"/>
                </a:cubicBezTo>
                <a:cubicBezTo>
                  <a:pt x="301291" y="26721"/>
                  <a:pt x="301988" y="26878"/>
                  <a:pt x="302505" y="27080"/>
                </a:cubicBezTo>
                <a:cubicBezTo>
                  <a:pt x="303023" y="27283"/>
                  <a:pt x="303371" y="27553"/>
                  <a:pt x="303551" y="27892"/>
                </a:cubicBezTo>
                <a:cubicBezTo>
                  <a:pt x="303731" y="28229"/>
                  <a:pt x="303776" y="28623"/>
                  <a:pt x="303686" y="29072"/>
                </a:cubicBezTo>
                <a:lnTo>
                  <a:pt x="301797" y="38810"/>
                </a:lnTo>
                <a:cubicBezTo>
                  <a:pt x="302472" y="37323"/>
                  <a:pt x="303540" y="35781"/>
                  <a:pt x="305001" y="34181"/>
                </a:cubicBezTo>
                <a:cubicBezTo>
                  <a:pt x="306462" y="32581"/>
                  <a:pt x="308216" y="31116"/>
                  <a:pt x="310262" y="29787"/>
                </a:cubicBezTo>
                <a:cubicBezTo>
                  <a:pt x="312308" y="28458"/>
                  <a:pt x="314556" y="27365"/>
                  <a:pt x="317007" y="26509"/>
                </a:cubicBezTo>
                <a:cubicBezTo>
                  <a:pt x="319457" y="25653"/>
                  <a:pt x="321987" y="25226"/>
                  <a:pt x="324595" y="25226"/>
                </a:cubicBezTo>
                <a:cubicBezTo>
                  <a:pt x="328057" y="25226"/>
                  <a:pt x="330969" y="25823"/>
                  <a:pt x="333329" y="27017"/>
                </a:cubicBezTo>
                <a:cubicBezTo>
                  <a:pt x="335690" y="28210"/>
                  <a:pt x="337601" y="29843"/>
                  <a:pt x="339062" y="31916"/>
                </a:cubicBezTo>
                <a:cubicBezTo>
                  <a:pt x="340524" y="33988"/>
                  <a:pt x="341580" y="36421"/>
                  <a:pt x="342232" y="39215"/>
                </a:cubicBezTo>
                <a:cubicBezTo>
                  <a:pt x="342884" y="42008"/>
                  <a:pt x="343210" y="45005"/>
                  <a:pt x="343210" y="48204"/>
                </a:cubicBezTo>
                <a:moveTo>
                  <a:pt x="325741" y="49709"/>
                </a:moveTo>
                <a:cubicBezTo>
                  <a:pt x="325741" y="48180"/>
                  <a:pt x="325618" y="46787"/>
                  <a:pt x="325370" y="45528"/>
                </a:cubicBezTo>
                <a:cubicBezTo>
                  <a:pt x="325123" y="44268"/>
                  <a:pt x="324718" y="43201"/>
                  <a:pt x="324156" y="42324"/>
                </a:cubicBezTo>
                <a:cubicBezTo>
                  <a:pt x="323594" y="41447"/>
                  <a:pt x="322875" y="40784"/>
                  <a:pt x="321998" y="40334"/>
                </a:cubicBezTo>
                <a:cubicBezTo>
                  <a:pt x="321121" y="39884"/>
                  <a:pt x="320053" y="39660"/>
                  <a:pt x="318794" y="39660"/>
                </a:cubicBezTo>
                <a:cubicBezTo>
                  <a:pt x="316771" y="39660"/>
                  <a:pt x="314736" y="40255"/>
                  <a:pt x="312690" y="41447"/>
                </a:cubicBezTo>
                <a:cubicBezTo>
                  <a:pt x="310644" y="42638"/>
                  <a:pt x="308722" y="44258"/>
                  <a:pt x="306923" y="46305"/>
                </a:cubicBezTo>
                <a:cubicBezTo>
                  <a:pt x="305125" y="48351"/>
                  <a:pt x="303528" y="50735"/>
                  <a:pt x="302134" y="53457"/>
                </a:cubicBezTo>
                <a:cubicBezTo>
                  <a:pt x="300741" y="56177"/>
                  <a:pt x="299751" y="59090"/>
                  <a:pt x="299167" y="62194"/>
                </a:cubicBezTo>
                <a:lnTo>
                  <a:pt x="297278" y="71394"/>
                </a:lnTo>
                <a:cubicBezTo>
                  <a:pt x="298852" y="73856"/>
                  <a:pt x="300594" y="75702"/>
                  <a:pt x="302505" y="76933"/>
                </a:cubicBezTo>
                <a:cubicBezTo>
                  <a:pt x="304416" y="78164"/>
                  <a:pt x="306631" y="78779"/>
                  <a:pt x="309149" y="78779"/>
                </a:cubicBezTo>
                <a:cubicBezTo>
                  <a:pt x="310993" y="78779"/>
                  <a:pt x="312690" y="78330"/>
                  <a:pt x="314241" y="77430"/>
                </a:cubicBezTo>
                <a:cubicBezTo>
                  <a:pt x="315793" y="76531"/>
                  <a:pt x="317187" y="75328"/>
                  <a:pt x="318423" y="73822"/>
                </a:cubicBezTo>
                <a:cubicBezTo>
                  <a:pt x="319660" y="72316"/>
                  <a:pt x="320739" y="70573"/>
                  <a:pt x="321661" y="68595"/>
                </a:cubicBezTo>
                <a:cubicBezTo>
                  <a:pt x="322583" y="66616"/>
                  <a:pt x="323347" y="64548"/>
                  <a:pt x="323954" y="62390"/>
                </a:cubicBezTo>
                <a:cubicBezTo>
                  <a:pt x="324561" y="60231"/>
                  <a:pt x="325011" y="58062"/>
                  <a:pt x="325303" y="55881"/>
                </a:cubicBezTo>
                <a:cubicBezTo>
                  <a:pt x="325595" y="53700"/>
                  <a:pt x="325741" y="51643"/>
                  <a:pt x="325741" y="49709"/>
                </a:cubicBezTo>
                <a:close/>
                <a:moveTo>
                  <a:pt x="396228" y="29745"/>
                </a:moveTo>
                <a:cubicBezTo>
                  <a:pt x="396228" y="30194"/>
                  <a:pt x="396183" y="30768"/>
                  <a:pt x="396093" y="31465"/>
                </a:cubicBezTo>
                <a:cubicBezTo>
                  <a:pt x="396003" y="32162"/>
                  <a:pt x="395879" y="32915"/>
                  <a:pt x="395722" y="33724"/>
                </a:cubicBezTo>
                <a:cubicBezTo>
                  <a:pt x="395565" y="34533"/>
                  <a:pt x="395351" y="35343"/>
                  <a:pt x="395081" y="36152"/>
                </a:cubicBezTo>
                <a:cubicBezTo>
                  <a:pt x="394811" y="36962"/>
                  <a:pt x="394508" y="37692"/>
                  <a:pt x="394171" y="38344"/>
                </a:cubicBezTo>
                <a:cubicBezTo>
                  <a:pt x="393833" y="38996"/>
                  <a:pt x="393451" y="39536"/>
                  <a:pt x="393024" y="39963"/>
                </a:cubicBezTo>
                <a:cubicBezTo>
                  <a:pt x="392597" y="40390"/>
                  <a:pt x="392136" y="40604"/>
                  <a:pt x="391641" y="40604"/>
                </a:cubicBezTo>
                <a:lnTo>
                  <a:pt x="378489" y="40604"/>
                </a:lnTo>
                <a:lnTo>
                  <a:pt x="372823" y="68865"/>
                </a:lnTo>
                <a:cubicBezTo>
                  <a:pt x="372688" y="69535"/>
                  <a:pt x="372565" y="70328"/>
                  <a:pt x="372452" y="71244"/>
                </a:cubicBezTo>
                <a:cubicBezTo>
                  <a:pt x="372340" y="72159"/>
                  <a:pt x="372284" y="72907"/>
                  <a:pt x="372284" y="73487"/>
                </a:cubicBezTo>
                <a:cubicBezTo>
                  <a:pt x="372284" y="75273"/>
                  <a:pt x="372711" y="76579"/>
                  <a:pt x="373565" y="77405"/>
                </a:cubicBezTo>
                <a:cubicBezTo>
                  <a:pt x="374420" y="78231"/>
                  <a:pt x="375769" y="78645"/>
                  <a:pt x="377612" y="78645"/>
                </a:cubicBezTo>
                <a:cubicBezTo>
                  <a:pt x="378691" y="78645"/>
                  <a:pt x="379613" y="78566"/>
                  <a:pt x="380378" y="78408"/>
                </a:cubicBezTo>
                <a:cubicBezTo>
                  <a:pt x="381142" y="78251"/>
                  <a:pt x="381805" y="78071"/>
                  <a:pt x="382367" y="77869"/>
                </a:cubicBezTo>
                <a:cubicBezTo>
                  <a:pt x="382929" y="77667"/>
                  <a:pt x="383413" y="77487"/>
                  <a:pt x="383817" y="77329"/>
                </a:cubicBezTo>
                <a:cubicBezTo>
                  <a:pt x="384222" y="77172"/>
                  <a:pt x="384604" y="77093"/>
                  <a:pt x="384964" y="77093"/>
                </a:cubicBezTo>
                <a:cubicBezTo>
                  <a:pt x="385324" y="77093"/>
                  <a:pt x="385627" y="77262"/>
                  <a:pt x="385875" y="77599"/>
                </a:cubicBezTo>
                <a:cubicBezTo>
                  <a:pt x="386122" y="77936"/>
                  <a:pt x="386246" y="78488"/>
                  <a:pt x="386246" y="79254"/>
                </a:cubicBezTo>
                <a:cubicBezTo>
                  <a:pt x="386246" y="80112"/>
                  <a:pt x="386156" y="81084"/>
                  <a:pt x="385976" y="82169"/>
                </a:cubicBezTo>
                <a:cubicBezTo>
                  <a:pt x="385796" y="83254"/>
                  <a:pt x="385560" y="84304"/>
                  <a:pt x="385268" y="85320"/>
                </a:cubicBezTo>
                <a:cubicBezTo>
                  <a:pt x="384975" y="86336"/>
                  <a:pt x="384649" y="87262"/>
                  <a:pt x="384290" y="88098"/>
                </a:cubicBezTo>
                <a:cubicBezTo>
                  <a:pt x="383930" y="88934"/>
                  <a:pt x="383548" y="89555"/>
                  <a:pt x="383143" y="89961"/>
                </a:cubicBezTo>
                <a:cubicBezTo>
                  <a:pt x="382738" y="90369"/>
                  <a:pt x="382131" y="90753"/>
                  <a:pt x="381322" y="91114"/>
                </a:cubicBezTo>
                <a:cubicBezTo>
                  <a:pt x="380512" y="91475"/>
                  <a:pt x="379557" y="91791"/>
                  <a:pt x="378455" y="92063"/>
                </a:cubicBezTo>
                <a:cubicBezTo>
                  <a:pt x="377354" y="92334"/>
                  <a:pt x="376173" y="92548"/>
                  <a:pt x="374914" y="92705"/>
                </a:cubicBezTo>
                <a:cubicBezTo>
                  <a:pt x="373655" y="92864"/>
                  <a:pt x="372396" y="92944"/>
                  <a:pt x="371137" y="92944"/>
                </a:cubicBezTo>
                <a:cubicBezTo>
                  <a:pt x="368439" y="92944"/>
                  <a:pt x="366067" y="92663"/>
                  <a:pt x="364021" y="92100"/>
                </a:cubicBezTo>
                <a:cubicBezTo>
                  <a:pt x="361975" y="91538"/>
                  <a:pt x="360256" y="90650"/>
                  <a:pt x="358862" y="89436"/>
                </a:cubicBezTo>
                <a:cubicBezTo>
                  <a:pt x="357468" y="88222"/>
                  <a:pt x="356422" y="86671"/>
                  <a:pt x="355725" y="84782"/>
                </a:cubicBezTo>
                <a:cubicBezTo>
                  <a:pt x="355028" y="82894"/>
                  <a:pt x="354680" y="80601"/>
                  <a:pt x="354680" y="77903"/>
                </a:cubicBezTo>
                <a:cubicBezTo>
                  <a:pt x="354680" y="77408"/>
                  <a:pt x="354702" y="76835"/>
                  <a:pt x="354747" y="76183"/>
                </a:cubicBezTo>
                <a:cubicBezTo>
                  <a:pt x="354792" y="75531"/>
                  <a:pt x="354871" y="74845"/>
                  <a:pt x="354983" y="74126"/>
                </a:cubicBezTo>
                <a:cubicBezTo>
                  <a:pt x="355096" y="73406"/>
                  <a:pt x="355208" y="72675"/>
                  <a:pt x="355321" y="71933"/>
                </a:cubicBezTo>
                <a:cubicBezTo>
                  <a:pt x="355433" y="71192"/>
                  <a:pt x="355557" y="70528"/>
                  <a:pt x="355692" y="69944"/>
                </a:cubicBezTo>
                <a:lnTo>
                  <a:pt x="361560" y="40604"/>
                </a:lnTo>
                <a:lnTo>
                  <a:pt x="354275" y="40604"/>
                </a:lnTo>
                <a:cubicBezTo>
                  <a:pt x="353691" y="40604"/>
                  <a:pt x="353263" y="40413"/>
                  <a:pt x="352994" y="40030"/>
                </a:cubicBezTo>
                <a:cubicBezTo>
                  <a:pt x="352724" y="39648"/>
                  <a:pt x="352589" y="38918"/>
                  <a:pt x="352589" y="37838"/>
                </a:cubicBezTo>
                <a:cubicBezTo>
                  <a:pt x="352589" y="37074"/>
                  <a:pt x="352668" y="36074"/>
                  <a:pt x="352825" y="34837"/>
                </a:cubicBezTo>
                <a:cubicBezTo>
                  <a:pt x="352982" y="33600"/>
                  <a:pt x="353241" y="32386"/>
                  <a:pt x="353601" y="31195"/>
                </a:cubicBezTo>
                <a:cubicBezTo>
                  <a:pt x="353960" y="30003"/>
                  <a:pt x="354433" y="28980"/>
                  <a:pt x="355017" y="28126"/>
                </a:cubicBezTo>
                <a:cubicBezTo>
                  <a:pt x="355602" y="27272"/>
                  <a:pt x="356299" y="26844"/>
                  <a:pt x="357108" y="26844"/>
                </a:cubicBezTo>
                <a:lnTo>
                  <a:pt x="364325" y="26844"/>
                </a:lnTo>
                <a:lnTo>
                  <a:pt x="367023" y="13367"/>
                </a:lnTo>
                <a:cubicBezTo>
                  <a:pt x="367113" y="12916"/>
                  <a:pt x="367326" y="12510"/>
                  <a:pt x="367664" y="12149"/>
                </a:cubicBezTo>
                <a:cubicBezTo>
                  <a:pt x="368001" y="11787"/>
                  <a:pt x="368518" y="11482"/>
                  <a:pt x="369215" y="11234"/>
                </a:cubicBezTo>
                <a:cubicBezTo>
                  <a:pt x="369912" y="10986"/>
                  <a:pt x="370811" y="10805"/>
                  <a:pt x="371913" y="10693"/>
                </a:cubicBezTo>
                <a:cubicBezTo>
                  <a:pt x="373014" y="10579"/>
                  <a:pt x="374397" y="10522"/>
                  <a:pt x="376061" y="10522"/>
                </a:cubicBezTo>
                <a:cubicBezTo>
                  <a:pt x="377680" y="10522"/>
                  <a:pt x="379029" y="10579"/>
                  <a:pt x="380108" y="10693"/>
                </a:cubicBezTo>
                <a:cubicBezTo>
                  <a:pt x="381187" y="10805"/>
                  <a:pt x="382019" y="10986"/>
                  <a:pt x="382603" y="11234"/>
                </a:cubicBezTo>
                <a:cubicBezTo>
                  <a:pt x="383188" y="11482"/>
                  <a:pt x="383581" y="11787"/>
                  <a:pt x="383784" y="12149"/>
                </a:cubicBezTo>
                <a:cubicBezTo>
                  <a:pt x="383986" y="12510"/>
                  <a:pt x="384042" y="12916"/>
                  <a:pt x="383952" y="13367"/>
                </a:cubicBezTo>
                <a:lnTo>
                  <a:pt x="381254" y="26844"/>
                </a:lnTo>
                <a:lnTo>
                  <a:pt x="394272" y="26844"/>
                </a:lnTo>
                <a:cubicBezTo>
                  <a:pt x="395036" y="26844"/>
                  <a:pt x="395553" y="27092"/>
                  <a:pt x="395823" y="27586"/>
                </a:cubicBezTo>
                <a:cubicBezTo>
                  <a:pt x="396093" y="28081"/>
                  <a:pt x="396228" y="28800"/>
                  <a:pt x="396228" y="29745"/>
                </a:cubicBezTo>
                <a:close/>
                <a:moveTo>
                  <a:pt x="431210" y="8903"/>
                </a:moveTo>
                <a:cubicBezTo>
                  <a:pt x="430896" y="10567"/>
                  <a:pt x="430468" y="11972"/>
                  <a:pt x="429929" y="13119"/>
                </a:cubicBezTo>
                <a:cubicBezTo>
                  <a:pt x="429389" y="14265"/>
                  <a:pt x="428670" y="15187"/>
                  <a:pt x="427771" y="15884"/>
                </a:cubicBezTo>
                <a:cubicBezTo>
                  <a:pt x="426871" y="16581"/>
                  <a:pt x="425770" y="17076"/>
                  <a:pt x="424466" y="17368"/>
                </a:cubicBezTo>
                <a:cubicBezTo>
                  <a:pt x="423162" y="17660"/>
                  <a:pt x="421543" y="17806"/>
                  <a:pt x="419609" y="17806"/>
                </a:cubicBezTo>
                <a:cubicBezTo>
                  <a:pt x="417721" y="17806"/>
                  <a:pt x="416181" y="17660"/>
                  <a:pt x="414989" y="17368"/>
                </a:cubicBezTo>
                <a:cubicBezTo>
                  <a:pt x="413798" y="17076"/>
                  <a:pt x="412898" y="16581"/>
                  <a:pt x="412291" y="15884"/>
                </a:cubicBezTo>
                <a:cubicBezTo>
                  <a:pt x="411684" y="15187"/>
                  <a:pt x="411336" y="14265"/>
                  <a:pt x="411246" y="13119"/>
                </a:cubicBezTo>
                <a:cubicBezTo>
                  <a:pt x="411156" y="11972"/>
                  <a:pt x="411291" y="10567"/>
                  <a:pt x="411650" y="8903"/>
                </a:cubicBezTo>
                <a:cubicBezTo>
                  <a:pt x="411965" y="7284"/>
                  <a:pt x="412392" y="5913"/>
                  <a:pt x="412932" y="4789"/>
                </a:cubicBezTo>
                <a:cubicBezTo>
                  <a:pt x="413472" y="3665"/>
                  <a:pt x="414191" y="2743"/>
                  <a:pt x="415090" y="2023"/>
                </a:cubicBezTo>
                <a:cubicBezTo>
                  <a:pt x="415990" y="1304"/>
                  <a:pt x="417091" y="787"/>
                  <a:pt x="418395" y="472"/>
                </a:cubicBezTo>
                <a:cubicBezTo>
                  <a:pt x="419699" y="157"/>
                  <a:pt x="421318" y="0"/>
                  <a:pt x="423252" y="0"/>
                </a:cubicBezTo>
                <a:cubicBezTo>
                  <a:pt x="425140" y="0"/>
                  <a:pt x="426680" y="157"/>
                  <a:pt x="427872" y="472"/>
                </a:cubicBezTo>
                <a:cubicBezTo>
                  <a:pt x="429063" y="787"/>
                  <a:pt x="429963" y="1304"/>
                  <a:pt x="430570" y="2023"/>
                </a:cubicBezTo>
                <a:cubicBezTo>
                  <a:pt x="431177" y="2743"/>
                  <a:pt x="431514" y="3665"/>
                  <a:pt x="431581" y="4789"/>
                </a:cubicBezTo>
                <a:cubicBezTo>
                  <a:pt x="431649" y="5913"/>
                  <a:pt x="431525" y="7284"/>
                  <a:pt x="431210" y="8903"/>
                </a:cubicBezTo>
                <a:moveTo>
                  <a:pt x="413809" y="89301"/>
                </a:moveTo>
                <a:cubicBezTo>
                  <a:pt x="413719" y="89751"/>
                  <a:pt x="413505" y="90144"/>
                  <a:pt x="413168" y="90482"/>
                </a:cubicBezTo>
                <a:cubicBezTo>
                  <a:pt x="412831" y="90819"/>
                  <a:pt x="412314" y="91100"/>
                  <a:pt x="411617" y="91325"/>
                </a:cubicBezTo>
                <a:cubicBezTo>
                  <a:pt x="410920" y="91550"/>
                  <a:pt x="410009" y="91718"/>
                  <a:pt x="408885" y="91831"/>
                </a:cubicBezTo>
                <a:cubicBezTo>
                  <a:pt x="407761" y="91943"/>
                  <a:pt x="406389" y="91999"/>
                  <a:pt x="404771" y="91999"/>
                </a:cubicBezTo>
                <a:cubicBezTo>
                  <a:pt x="403107" y="91999"/>
                  <a:pt x="401747" y="91943"/>
                  <a:pt x="400690" y="91831"/>
                </a:cubicBezTo>
                <a:cubicBezTo>
                  <a:pt x="399633" y="91718"/>
                  <a:pt x="398802" y="91550"/>
                  <a:pt x="398195" y="91325"/>
                </a:cubicBezTo>
                <a:cubicBezTo>
                  <a:pt x="397587" y="91100"/>
                  <a:pt x="397194" y="90819"/>
                  <a:pt x="397014" y="90482"/>
                </a:cubicBezTo>
                <a:cubicBezTo>
                  <a:pt x="396834" y="90144"/>
                  <a:pt x="396789" y="89751"/>
                  <a:pt x="396879" y="89301"/>
                </a:cubicBezTo>
                <a:lnTo>
                  <a:pt x="408818" y="29273"/>
                </a:lnTo>
                <a:cubicBezTo>
                  <a:pt x="408908" y="28823"/>
                  <a:pt x="409121" y="28429"/>
                  <a:pt x="409458" y="28092"/>
                </a:cubicBezTo>
                <a:cubicBezTo>
                  <a:pt x="409796" y="27755"/>
                  <a:pt x="410313" y="27463"/>
                  <a:pt x="411010" y="27215"/>
                </a:cubicBezTo>
                <a:cubicBezTo>
                  <a:pt x="411707" y="26968"/>
                  <a:pt x="412606" y="26777"/>
                  <a:pt x="413708" y="26642"/>
                </a:cubicBezTo>
                <a:cubicBezTo>
                  <a:pt x="414809" y="26507"/>
                  <a:pt x="416192" y="26440"/>
                  <a:pt x="417856" y="26440"/>
                </a:cubicBezTo>
                <a:cubicBezTo>
                  <a:pt x="419519" y="26440"/>
                  <a:pt x="420880" y="26507"/>
                  <a:pt x="421936" y="26642"/>
                </a:cubicBezTo>
                <a:cubicBezTo>
                  <a:pt x="422993" y="26777"/>
                  <a:pt x="423825" y="26968"/>
                  <a:pt x="424432" y="27215"/>
                </a:cubicBezTo>
                <a:cubicBezTo>
                  <a:pt x="425039" y="27463"/>
                  <a:pt x="425432" y="27755"/>
                  <a:pt x="425612" y="28092"/>
                </a:cubicBezTo>
                <a:cubicBezTo>
                  <a:pt x="425792" y="28429"/>
                  <a:pt x="425837" y="28823"/>
                  <a:pt x="425747" y="29273"/>
                </a:cubicBezTo>
                <a:lnTo>
                  <a:pt x="413809" y="89301"/>
                </a:lnTo>
                <a:close/>
                <a:moveTo>
                  <a:pt x="495408" y="28665"/>
                </a:moveTo>
                <a:cubicBezTo>
                  <a:pt x="495408" y="29160"/>
                  <a:pt x="495341" y="29767"/>
                  <a:pt x="495206" y="30487"/>
                </a:cubicBezTo>
                <a:cubicBezTo>
                  <a:pt x="495071" y="31206"/>
                  <a:pt x="494868" y="31970"/>
                  <a:pt x="494599" y="32780"/>
                </a:cubicBezTo>
                <a:cubicBezTo>
                  <a:pt x="492935" y="37636"/>
                  <a:pt x="491091" y="42504"/>
                  <a:pt x="489068" y="47382"/>
                </a:cubicBezTo>
                <a:cubicBezTo>
                  <a:pt x="487044" y="52261"/>
                  <a:pt x="484819" y="57084"/>
                  <a:pt x="482390" y="61850"/>
                </a:cubicBezTo>
                <a:cubicBezTo>
                  <a:pt x="479962" y="66616"/>
                  <a:pt x="477343" y="71293"/>
                  <a:pt x="474533" y="75879"/>
                </a:cubicBezTo>
                <a:cubicBezTo>
                  <a:pt x="471722" y="80466"/>
                  <a:pt x="468676" y="84895"/>
                  <a:pt x="465394" y="89166"/>
                </a:cubicBezTo>
                <a:cubicBezTo>
                  <a:pt x="464944" y="89796"/>
                  <a:pt x="464404" y="90302"/>
                  <a:pt x="463775" y="90684"/>
                </a:cubicBezTo>
                <a:cubicBezTo>
                  <a:pt x="463145" y="91066"/>
                  <a:pt x="462381" y="91359"/>
                  <a:pt x="461482" y="91561"/>
                </a:cubicBezTo>
                <a:cubicBezTo>
                  <a:pt x="460582" y="91763"/>
                  <a:pt x="459526" y="91887"/>
                  <a:pt x="458312" y="91932"/>
                </a:cubicBezTo>
                <a:cubicBezTo>
                  <a:pt x="457097" y="91977"/>
                  <a:pt x="455681" y="91999"/>
                  <a:pt x="454062" y="91999"/>
                </a:cubicBezTo>
                <a:cubicBezTo>
                  <a:pt x="451589" y="91999"/>
                  <a:pt x="449633" y="91943"/>
                  <a:pt x="448194" y="91831"/>
                </a:cubicBezTo>
                <a:cubicBezTo>
                  <a:pt x="446755" y="91718"/>
                  <a:pt x="445654" y="91527"/>
                  <a:pt x="444889" y="91257"/>
                </a:cubicBezTo>
                <a:cubicBezTo>
                  <a:pt x="444125" y="90988"/>
                  <a:pt x="443608" y="90617"/>
                  <a:pt x="443338" y="90144"/>
                </a:cubicBezTo>
                <a:cubicBezTo>
                  <a:pt x="443068" y="89672"/>
                  <a:pt x="442911" y="89077"/>
                  <a:pt x="442866" y="88357"/>
                </a:cubicBezTo>
                <a:lnTo>
                  <a:pt x="435784" y="34264"/>
                </a:lnTo>
                <a:cubicBezTo>
                  <a:pt x="435739" y="33544"/>
                  <a:pt x="435694" y="32870"/>
                  <a:pt x="435649" y="32240"/>
                </a:cubicBezTo>
                <a:cubicBezTo>
                  <a:pt x="435604" y="31611"/>
                  <a:pt x="435581" y="31026"/>
                  <a:pt x="435581" y="30487"/>
                </a:cubicBezTo>
                <a:cubicBezTo>
                  <a:pt x="435581" y="29587"/>
                  <a:pt x="435683" y="28902"/>
                  <a:pt x="435885" y="28429"/>
                </a:cubicBezTo>
                <a:cubicBezTo>
                  <a:pt x="436087" y="27957"/>
                  <a:pt x="436492" y="27575"/>
                  <a:pt x="437099" y="27283"/>
                </a:cubicBezTo>
                <a:cubicBezTo>
                  <a:pt x="437706" y="26991"/>
                  <a:pt x="438583" y="26777"/>
                  <a:pt x="439730" y="26642"/>
                </a:cubicBezTo>
                <a:cubicBezTo>
                  <a:pt x="440876" y="26507"/>
                  <a:pt x="442416" y="26440"/>
                  <a:pt x="444350" y="26440"/>
                </a:cubicBezTo>
                <a:cubicBezTo>
                  <a:pt x="446148" y="26440"/>
                  <a:pt x="447565" y="26485"/>
                  <a:pt x="448599" y="26575"/>
                </a:cubicBezTo>
                <a:cubicBezTo>
                  <a:pt x="449633" y="26665"/>
                  <a:pt x="450431" y="26822"/>
                  <a:pt x="450993" y="27047"/>
                </a:cubicBezTo>
                <a:cubicBezTo>
                  <a:pt x="451555" y="27272"/>
                  <a:pt x="451926" y="27575"/>
                  <a:pt x="452106" y="27957"/>
                </a:cubicBezTo>
                <a:cubicBezTo>
                  <a:pt x="452286" y="28339"/>
                  <a:pt x="452399" y="28800"/>
                  <a:pt x="452444" y="29340"/>
                </a:cubicBezTo>
                <a:lnTo>
                  <a:pt x="457570" y="73518"/>
                </a:lnTo>
                <a:lnTo>
                  <a:pt x="457570" y="75205"/>
                </a:lnTo>
                <a:lnTo>
                  <a:pt x="457907" y="74598"/>
                </a:lnTo>
                <a:cubicBezTo>
                  <a:pt x="460200" y="71135"/>
                  <a:pt x="462280" y="67651"/>
                  <a:pt x="464146" y="64143"/>
                </a:cubicBezTo>
                <a:cubicBezTo>
                  <a:pt x="466012" y="60636"/>
                  <a:pt x="467743" y="57039"/>
                  <a:pt x="469339" y="53351"/>
                </a:cubicBezTo>
                <a:cubicBezTo>
                  <a:pt x="470936" y="49664"/>
                  <a:pt x="472431" y="45842"/>
                  <a:pt x="473825" y="41885"/>
                </a:cubicBezTo>
                <a:cubicBezTo>
                  <a:pt x="475219" y="37928"/>
                  <a:pt x="476590" y="33747"/>
                  <a:pt x="477939" y="29340"/>
                </a:cubicBezTo>
                <a:cubicBezTo>
                  <a:pt x="478074" y="28755"/>
                  <a:pt x="478321" y="28283"/>
                  <a:pt x="478681" y="27924"/>
                </a:cubicBezTo>
                <a:cubicBezTo>
                  <a:pt x="479041" y="27564"/>
                  <a:pt x="479591" y="27272"/>
                  <a:pt x="480333" y="27047"/>
                </a:cubicBezTo>
                <a:cubicBezTo>
                  <a:pt x="481075" y="26822"/>
                  <a:pt x="482020" y="26665"/>
                  <a:pt x="483166" y="26575"/>
                </a:cubicBezTo>
                <a:cubicBezTo>
                  <a:pt x="484313" y="26485"/>
                  <a:pt x="485740" y="26440"/>
                  <a:pt x="487449" y="26440"/>
                </a:cubicBezTo>
                <a:cubicBezTo>
                  <a:pt x="489113" y="26440"/>
                  <a:pt x="490473" y="26485"/>
                  <a:pt x="491530" y="26575"/>
                </a:cubicBezTo>
                <a:cubicBezTo>
                  <a:pt x="492586" y="26665"/>
                  <a:pt x="493396" y="26799"/>
                  <a:pt x="493958" y="26979"/>
                </a:cubicBezTo>
                <a:cubicBezTo>
                  <a:pt x="494520" y="27159"/>
                  <a:pt x="494902" y="27384"/>
                  <a:pt x="495104" y="27654"/>
                </a:cubicBezTo>
                <a:cubicBezTo>
                  <a:pt x="495307" y="27924"/>
                  <a:pt x="495408" y="28261"/>
                  <a:pt x="495408" y="28665"/>
                </a:cubicBezTo>
                <a:close/>
                <a:moveTo>
                  <a:pt x="558304" y="42320"/>
                </a:moveTo>
                <a:cubicBezTo>
                  <a:pt x="558304" y="45563"/>
                  <a:pt x="557573" y="48480"/>
                  <a:pt x="556112" y="51071"/>
                </a:cubicBezTo>
                <a:cubicBezTo>
                  <a:pt x="554651" y="53661"/>
                  <a:pt x="552380" y="55891"/>
                  <a:pt x="549300" y="57761"/>
                </a:cubicBezTo>
                <a:cubicBezTo>
                  <a:pt x="546220" y="59630"/>
                  <a:pt x="542308" y="61060"/>
                  <a:pt x="537564" y="62050"/>
                </a:cubicBezTo>
                <a:cubicBezTo>
                  <a:pt x="532820" y="63041"/>
                  <a:pt x="527166" y="63536"/>
                  <a:pt x="520601" y="63536"/>
                </a:cubicBezTo>
                <a:lnTo>
                  <a:pt x="514395" y="63536"/>
                </a:lnTo>
                <a:cubicBezTo>
                  <a:pt x="514215" y="64570"/>
                  <a:pt x="514081" y="65593"/>
                  <a:pt x="513991" y="66605"/>
                </a:cubicBezTo>
                <a:cubicBezTo>
                  <a:pt x="513901" y="67617"/>
                  <a:pt x="513856" y="68550"/>
                  <a:pt x="513856" y="69404"/>
                </a:cubicBezTo>
                <a:cubicBezTo>
                  <a:pt x="513856" y="73046"/>
                  <a:pt x="514800" y="75789"/>
                  <a:pt x="516689" y="77633"/>
                </a:cubicBezTo>
                <a:cubicBezTo>
                  <a:pt x="518577" y="79476"/>
                  <a:pt x="521612" y="80398"/>
                  <a:pt x="525794" y="80398"/>
                </a:cubicBezTo>
                <a:cubicBezTo>
                  <a:pt x="528762" y="80398"/>
                  <a:pt x="531426" y="80181"/>
                  <a:pt x="533787" y="79747"/>
                </a:cubicBezTo>
                <a:cubicBezTo>
                  <a:pt x="536147" y="79313"/>
                  <a:pt x="538216" y="78833"/>
                  <a:pt x="539992" y="78307"/>
                </a:cubicBezTo>
                <a:cubicBezTo>
                  <a:pt x="541768" y="77782"/>
                  <a:pt x="543241" y="77302"/>
                  <a:pt x="544410" y="76868"/>
                </a:cubicBezTo>
                <a:cubicBezTo>
                  <a:pt x="545579" y="76434"/>
                  <a:pt x="546433" y="76216"/>
                  <a:pt x="546973" y="76216"/>
                </a:cubicBezTo>
                <a:cubicBezTo>
                  <a:pt x="547512" y="76216"/>
                  <a:pt x="547895" y="76375"/>
                  <a:pt x="548119" y="76693"/>
                </a:cubicBezTo>
                <a:cubicBezTo>
                  <a:pt x="548344" y="77010"/>
                  <a:pt x="548457" y="77508"/>
                  <a:pt x="548457" y="78187"/>
                </a:cubicBezTo>
                <a:cubicBezTo>
                  <a:pt x="548457" y="78959"/>
                  <a:pt x="548389" y="79843"/>
                  <a:pt x="548254" y="80841"/>
                </a:cubicBezTo>
                <a:cubicBezTo>
                  <a:pt x="548119" y="81837"/>
                  <a:pt x="547928" y="82823"/>
                  <a:pt x="547681" y="83798"/>
                </a:cubicBezTo>
                <a:cubicBezTo>
                  <a:pt x="547434" y="84772"/>
                  <a:pt x="547119" y="85689"/>
                  <a:pt x="546737" y="86551"/>
                </a:cubicBezTo>
                <a:cubicBezTo>
                  <a:pt x="546355" y="87412"/>
                  <a:pt x="545916" y="88069"/>
                  <a:pt x="545422" y="88521"/>
                </a:cubicBezTo>
                <a:cubicBezTo>
                  <a:pt x="544882" y="89065"/>
                  <a:pt x="543893" y="89610"/>
                  <a:pt x="542454" y="90155"/>
                </a:cubicBezTo>
                <a:cubicBezTo>
                  <a:pt x="541015" y="90699"/>
                  <a:pt x="539284" y="91197"/>
                  <a:pt x="537260" y="91649"/>
                </a:cubicBezTo>
                <a:cubicBezTo>
                  <a:pt x="535237" y="92103"/>
                  <a:pt x="532966" y="92477"/>
                  <a:pt x="530448" y="92771"/>
                </a:cubicBezTo>
                <a:cubicBezTo>
                  <a:pt x="527930" y="93066"/>
                  <a:pt x="525367" y="93213"/>
                  <a:pt x="522759" y="93213"/>
                </a:cubicBezTo>
                <a:cubicBezTo>
                  <a:pt x="518442" y="93213"/>
                  <a:pt x="514676" y="92762"/>
                  <a:pt x="511461" y="91860"/>
                </a:cubicBezTo>
                <a:cubicBezTo>
                  <a:pt x="508246" y="90959"/>
                  <a:pt x="505560" y="89586"/>
                  <a:pt x="503401" y="87740"/>
                </a:cubicBezTo>
                <a:cubicBezTo>
                  <a:pt x="501243" y="85892"/>
                  <a:pt x="499624" y="83537"/>
                  <a:pt x="498545" y="80676"/>
                </a:cubicBezTo>
                <a:cubicBezTo>
                  <a:pt x="497466" y="77816"/>
                  <a:pt x="496926" y="74426"/>
                  <a:pt x="496926" y="70507"/>
                </a:cubicBezTo>
                <a:cubicBezTo>
                  <a:pt x="496926" y="67487"/>
                  <a:pt x="497207" y="64254"/>
                  <a:pt x="497769" y="60809"/>
                </a:cubicBezTo>
                <a:cubicBezTo>
                  <a:pt x="498331" y="57362"/>
                  <a:pt x="499242" y="53960"/>
                  <a:pt x="500501" y="50603"/>
                </a:cubicBezTo>
                <a:cubicBezTo>
                  <a:pt x="501760" y="47246"/>
                  <a:pt x="503379" y="44036"/>
                  <a:pt x="505357" y="40973"/>
                </a:cubicBezTo>
                <a:cubicBezTo>
                  <a:pt x="507336" y="37909"/>
                  <a:pt x="509730" y="35218"/>
                  <a:pt x="512541" y="32898"/>
                </a:cubicBezTo>
                <a:cubicBezTo>
                  <a:pt x="515351" y="30576"/>
                  <a:pt x="518600" y="28717"/>
                  <a:pt x="522287" y="27321"/>
                </a:cubicBezTo>
                <a:cubicBezTo>
                  <a:pt x="525974" y="25924"/>
                  <a:pt x="530178" y="25226"/>
                  <a:pt x="534900" y="25226"/>
                </a:cubicBezTo>
                <a:cubicBezTo>
                  <a:pt x="538991" y="25226"/>
                  <a:pt x="542510" y="25710"/>
                  <a:pt x="545455" y="26678"/>
                </a:cubicBezTo>
                <a:cubicBezTo>
                  <a:pt x="548400" y="27646"/>
                  <a:pt x="550817" y="28930"/>
                  <a:pt x="552706" y="30529"/>
                </a:cubicBezTo>
                <a:cubicBezTo>
                  <a:pt x="554594" y="32128"/>
                  <a:pt x="556000" y="33952"/>
                  <a:pt x="556921" y="36003"/>
                </a:cubicBezTo>
                <a:cubicBezTo>
                  <a:pt x="557843" y="38053"/>
                  <a:pt x="558304" y="40158"/>
                  <a:pt x="558304" y="42320"/>
                </a:cubicBezTo>
                <a:moveTo>
                  <a:pt x="541644" y="43612"/>
                </a:moveTo>
                <a:cubicBezTo>
                  <a:pt x="541644" y="41821"/>
                  <a:pt x="540936" y="40333"/>
                  <a:pt x="539520" y="39147"/>
                </a:cubicBezTo>
                <a:cubicBezTo>
                  <a:pt x="538103" y="37960"/>
                  <a:pt x="536046" y="37366"/>
                  <a:pt x="533348" y="37366"/>
                </a:cubicBezTo>
                <a:cubicBezTo>
                  <a:pt x="531100" y="37366"/>
                  <a:pt x="529088" y="37770"/>
                  <a:pt x="527312" y="38576"/>
                </a:cubicBezTo>
                <a:cubicBezTo>
                  <a:pt x="525536" y="39381"/>
                  <a:pt x="523973" y="40467"/>
                  <a:pt x="522624" y="41833"/>
                </a:cubicBezTo>
                <a:cubicBezTo>
                  <a:pt x="521275" y="43197"/>
                  <a:pt x="520117" y="44809"/>
                  <a:pt x="519150" y="46668"/>
                </a:cubicBezTo>
                <a:cubicBezTo>
                  <a:pt x="518184" y="48525"/>
                  <a:pt x="517408" y="50506"/>
                  <a:pt x="516823" y="52610"/>
                </a:cubicBezTo>
                <a:lnTo>
                  <a:pt x="522489" y="52610"/>
                </a:lnTo>
                <a:cubicBezTo>
                  <a:pt x="526086" y="52610"/>
                  <a:pt x="529099" y="52375"/>
                  <a:pt x="531527" y="51906"/>
                </a:cubicBezTo>
                <a:cubicBezTo>
                  <a:pt x="533955" y="51435"/>
                  <a:pt x="535911" y="50797"/>
                  <a:pt x="537395" y="49992"/>
                </a:cubicBezTo>
                <a:cubicBezTo>
                  <a:pt x="538879" y="49185"/>
                  <a:pt x="539958" y="48234"/>
                  <a:pt x="540633" y="47138"/>
                </a:cubicBezTo>
                <a:cubicBezTo>
                  <a:pt x="541307" y="46040"/>
                  <a:pt x="541644" y="44865"/>
                  <a:pt x="541644" y="436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Text Subtype">
            <a:extLst xmlns:a="http://schemas.openxmlformats.org/drawingml/2006/main">
              <a:ext uri="{FF2B5EF4-FFF2-40B4-BE49-F238E27FC236}">
                <a16:creationId xmlns:a16="http://schemas.microsoft.com/office/drawing/2014/main" id="{96D7E534-FADB-4946-B3F5-6E390C0F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819" y="1725439"/>
            <a:ext cx="460933" cy="118518"/>
          </a:xfrm>
          <a:custGeom xmlns:a="http://schemas.openxmlformats.org/drawingml/2006/main">
            <a:pathLst>
              <a:path w="460933" h="118518">
                <a:moveTo>
                  <a:pt x="64793" y="13286"/>
                </a:moveTo>
                <a:cubicBezTo>
                  <a:pt x="64793" y="13648"/>
                  <a:pt x="64760" y="14170"/>
                  <a:pt x="64692" y="14851"/>
                </a:cubicBezTo>
                <a:cubicBezTo>
                  <a:pt x="64625" y="15530"/>
                  <a:pt x="64523" y="16277"/>
                  <a:pt x="64388" y="17093"/>
                </a:cubicBezTo>
                <a:cubicBezTo>
                  <a:pt x="64253" y="17908"/>
                  <a:pt x="64085" y="18736"/>
                  <a:pt x="63882" y="19575"/>
                </a:cubicBezTo>
                <a:cubicBezTo>
                  <a:pt x="63680" y="20413"/>
                  <a:pt x="63432" y="21183"/>
                  <a:pt x="63140" y="21885"/>
                </a:cubicBezTo>
                <a:cubicBezTo>
                  <a:pt x="62847" y="22586"/>
                  <a:pt x="62521" y="23164"/>
                  <a:pt x="62161" y="23618"/>
                </a:cubicBezTo>
                <a:cubicBezTo>
                  <a:pt x="61801" y="24071"/>
                  <a:pt x="61419" y="24298"/>
                  <a:pt x="61014" y="24298"/>
                </a:cubicBezTo>
                <a:cubicBezTo>
                  <a:pt x="60384" y="24298"/>
                  <a:pt x="59596" y="24013"/>
                  <a:pt x="58652" y="23443"/>
                </a:cubicBezTo>
                <a:cubicBezTo>
                  <a:pt x="57707" y="22874"/>
                  <a:pt x="56548" y="22259"/>
                  <a:pt x="55176" y="21598"/>
                </a:cubicBezTo>
                <a:cubicBezTo>
                  <a:pt x="53803" y="20937"/>
                  <a:pt x="52195" y="20322"/>
                  <a:pt x="50350" y="19752"/>
                </a:cubicBezTo>
                <a:cubicBezTo>
                  <a:pt x="48505" y="19183"/>
                  <a:pt x="46413" y="18898"/>
                  <a:pt x="44073" y="18898"/>
                </a:cubicBezTo>
                <a:cubicBezTo>
                  <a:pt x="41643" y="18898"/>
                  <a:pt x="39585" y="19235"/>
                  <a:pt x="37897" y="19908"/>
                </a:cubicBezTo>
                <a:cubicBezTo>
                  <a:pt x="36210" y="20582"/>
                  <a:pt x="34826" y="21468"/>
                  <a:pt x="33747" y="22568"/>
                </a:cubicBezTo>
                <a:cubicBezTo>
                  <a:pt x="32667" y="23668"/>
                  <a:pt x="31868" y="24902"/>
                  <a:pt x="31351" y="26272"/>
                </a:cubicBezTo>
                <a:cubicBezTo>
                  <a:pt x="30833" y="27640"/>
                  <a:pt x="30574" y="29019"/>
                  <a:pt x="30574" y="30410"/>
                </a:cubicBezTo>
                <a:cubicBezTo>
                  <a:pt x="30574" y="32033"/>
                  <a:pt x="30979" y="33463"/>
                  <a:pt x="31789" y="34702"/>
                </a:cubicBezTo>
                <a:cubicBezTo>
                  <a:pt x="32599" y="35941"/>
                  <a:pt x="33679" y="37090"/>
                  <a:pt x="35029" y="38150"/>
                </a:cubicBezTo>
                <a:cubicBezTo>
                  <a:pt x="36379" y="39209"/>
                  <a:pt x="37920" y="40234"/>
                  <a:pt x="39652" y="41226"/>
                </a:cubicBezTo>
                <a:cubicBezTo>
                  <a:pt x="41385" y="42217"/>
                  <a:pt x="43139" y="43253"/>
                  <a:pt x="44917" y="44335"/>
                </a:cubicBezTo>
                <a:cubicBezTo>
                  <a:pt x="46694" y="45416"/>
                  <a:pt x="48449" y="46599"/>
                  <a:pt x="50181" y="47884"/>
                </a:cubicBezTo>
                <a:cubicBezTo>
                  <a:pt x="51913" y="49168"/>
                  <a:pt x="53455" y="50655"/>
                  <a:pt x="54804" y="52345"/>
                </a:cubicBezTo>
                <a:cubicBezTo>
                  <a:pt x="56154" y="54034"/>
                  <a:pt x="57234" y="55971"/>
                  <a:pt x="58044" y="58158"/>
                </a:cubicBezTo>
                <a:cubicBezTo>
                  <a:pt x="58854" y="60343"/>
                  <a:pt x="59259" y="62855"/>
                  <a:pt x="59259" y="65694"/>
                </a:cubicBezTo>
                <a:cubicBezTo>
                  <a:pt x="59259" y="69929"/>
                  <a:pt x="58404" y="73861"/>
                  <a:pt x="56694" y="77488"/>
                </a:cubicBezTo>
                <a:cubicBezTo>
                  <a:pt x="54984" y="81116"/>
                  <a:pt x="52566" y="84271"/>
                  <a:pt x="49439" y="86952"/>
                </a:cubicBezTo>
                <a:cubicBezTo>
                  <a:pt x="46312" y="89634"/>
                  <a:pt x="42532" y="91741"/>
                  <a:pt x="38100" y="93273"/>
                </a:cubicBezTo>
                <a:cubicBezTo>
                  <a:pt x="33668" y="94805"/>
                  <a:pt x="28752" y="95570"/>
                  <a:pt x="23353" y="95570"/>
                </a:cubicBezTo>
                <a:cubicBezTo>
                  <a:pt x="20428" y="95570"/>
                  <a:pt x="17728" y="95334"/>
                  <a:pt x="15253" y="94862"/>
                </a:cubicBezTo>
                <a:cubicBezTo>
                  <a:pt x="12779" y="94389"/>
                  <a:pt x="10585" y="93815"/>
                  <a:pt x="8673" y="93141"/>
                </a:cubicBezTo>
                <a:cubicBezTo>
                  <a:pt x="6761" y="92466"/>
                  <a:pt x="5152" y="91757"/>
                  <a:pt x="3847" y="91014"/>
                </a:cubicBezTo>
                <a:cubicBezTo>
                  <a:pt x="2542" y="90272"/>
                  <a:pt x="1575" y="89563"/>
                  <a:pt x="945" y="88888"/>
                </a:cubicBezTo>
                <a:cubicBezTo>
                  <a:pt x="315" y="88214"/>
                  <a:pt x="0" y="87201"/>
                  <a:pt x="0" y="85851"/>
                </a:cubicBezTo>
                <a:cubicBezTo>
                  <a:pt x="0" y="85491"/>
                  <a:pt x="45" y="84951"/>
                  <a:pt x="135" y="84231"/>
                </a:cubicBezTo>
                <a:cubicBezTo>
                  <a:pt x="225" y="83511"/>
                  <a:pt x="349" y="82735"/>
                  <a:pt x="506" y="81903"/>
                </a:cubicBezTo>
                <a:cubicBezTo>
                  <a:pt x="664" y="81070"/>
                  <a:pt x="855" y="80216"/>
                  <a:pt x="1080" y="79338"/>
                </a:cubicBezTo>
                <a:cubicBezTo>
                  <a:pt x="1305" y="78461"/>
                  <a:pt x="1575" y="77662"/>
                  <a:pt x="1890" y="76942"/>
                </a:cubicBezTo>
                <a:cubicBezTo>
                  <a:pt x="2205" y="76222"/>
                  <a:pt x="2553" y="75637"/>
                  <a:pt x="2936" y="75187"/>
                </a:cubicBezTo>
                <a:cubicBezTo>
                  <a:pt x="3318" y="74737"/>
                  <a:pt x="3735" y="74512"/>
                  <a:pt x="4185" y="74512"/>
                </a:cubicBezTo>
                <a:cubicBezTo>
                  <a:pt x="4949" y="74512"/>
                  <a:pt x="5861" y="74861"/>
                  <a:pt x="6918" y="75559"/>
                </a:cubicBezTo>
                <a:cubicBezTo>
                  <a:pt x="7975" y="76256"/>
                  <a:pt x="9292" y="77021"/>
                  <a:pt x="10866" y="77853"/>
                </a:cubicBezTo>
                <a:cubicBezTo>
                  <a:pt x="12441" y="78686"/>
                  <a:pt x="14309" y="79462"/>
                  <a:pt x="16468" y="80182"/>
                </a:cubicBezTo>
                <a:cubicBezTo>
                  <a:pt x="18628" y="80902"/>
                  <a:pt x="21215" y="81262"/>
                  <a:pt x="24230" y="81262"/>
                </a:cubicBezTo>
                <a:cubicBezTo>
                  <a:pt x="26885" y="81262"/>
                  <a:pt x="29213" y="80924"/>
                  <a:pt x="31216" y="80247"/>
                </a:cubicBezTo>
                <a:cubicBezTo>
                  <a:pt x="33218" y="79569"/>
                  <a:pt x="34894" y="78644"/>
                  <a:pt x="36244" y="77472"/>
                </a:cubicBezTo>
                <a:cubicBezTo>
                  <a:pt x="37594" y="76297"/>
                  <a:pt x="38617" y="74932"/>
                  <a:pt x="39315" y="73376"/>
                </a:cubicBezTo>
                <a:cubicBezTo>
                  <a:pt x="40012" y="71818"/>
                  <a:pt x="40361" y="70113"/>
                  <a:pt x="40361" y="68263"/>
                </a:cubicBezTo>
                <a:cubicBezTo>
                  <a:pt x="40361" y="66595"/>
                  <a:pt x="39956" y="65131"/>
                  <a:pt x="39146" y="63870"/>
                </a:cubicBezTo>
                <a:cubicBezTo>
                  <a:pt x="38336" y="62608"/>
                  <a:pt x="37267" y="61448"/>
                  <a:pt x="35940" y="60389"/>
                </a:cubicBezTo>
                <a:cubicBezTo>
                  <a:pt x="34613" y="59329"/>
                  <a:pt x="33105" y="58326"/>
                  <a:pt x="31418" y="57380"/>
                </a:cubicBezTo>
                <a:cubicBezTo>
                  <a:pt x="29731" y="56433"/>
                  <a:pt x="28010" y="55420"/>
                  <a:pt x="26255" y="54338"/>
                </a:cubicBezTo>
                <a:cubicBezTo>
                  <a:pt x="24500" y="53257"/>
                  <a:pt x="22779" y="52086"/>
                  <a:pt x="21092" y="50824"/>
                </a:cubicBezTo>
                <a:cubicBezTo>
                  <a:pt x="19404" y="49562"/>
                  <a:pt x="17897" y="48086"/>
                  <a:pt x="16570" y="46397"/>
                </a:cubicBezTo>
                <a:cubicBezTo>
                  <a:pt x="15242" y="44707"/>
                  <a:pt x="14174" y="42758"/>
                  <a:pt x="13364" y="40551"/>
                </a:cubicBezTo>
                <a:cubicBezTo>
                  <a:pt x="12554" y="38342"/>
                  <a:pt x="12149" y="35773"/>
                  <a:pt x="12149" y="32844"/>
                </a:cubicBezTo>
                <a:cubicBezTo>
                  <a:pt x="12149" y="28787"/>
                  <a:pt x="12959" y="25047"/>
                  <a:pt x="14579" y="21623"/>
                </a:cubicBezTo>
                <a:cubicBezTo>
                  <a:pt x="16198" y="18198"/>
                  <a:pt x="18448" y="15258"/>
                  <a:pt x="21328" y="12803"/>
                </a:cubicBezTo>
                <a:cubicBezTo>
                  <a:pt x="24208" y="10346"/>
                  <a:pt x="27650" y="8431"/>
                  <a:pt x="31654" y="7057"/>
                </a:cubicBezTo>
                <a:cubicBezTo>
                  <a:pt x="35659" y="5682"/>
                  <a:pt x="40068" y="4994"/>
                  <a:pt x="44883" y="4994"/>
                </a:cubicBezTo>
                <a:cubicBezTo>
                  <a:pt x="47133" y="4994"/>
                  <a:pt x="49270" y="5165"/>
                  <a:pt x="51295" y="5505"/>
                </a:cubicBezTo>
                <a:cubicBezTo>
                  <a:pt x="53320" y="5844"/>
                  <a:pt x="55164" y="6274"/>
                  <a:pt x="56829" y="6796"/>
                </a:cubicBezTo>
                <a:cubicBezTo>
                  <a:pt x="58494" y="7317"/>
                  <a:pt x="59911" y="7895"/>
                  <a:pt x="61081" y="8529"/>
                </a:cubicBezTo>
                <a:cubicBezTo>
                  <a:pt x="62251" y="9164"/>
                  <a:pt x="63061" y="9696"/>
                  <a:pt x="63511" y="10126"/>
                </a:cubicBezTo>
                <a:cubicBezTo>
                  <a:pt x="63961" y="10556"/>
                  <a:pt x="64287" y="11010"/>
                  <a:pt x="64490" y="11486"/>
                </a:cubicBezTo>
                <a:cubicBezTo>
                  <a:pt x="64692" y="11962"/>
                  <a:pt x="64793" y="12561"/>
                  <a:pt x="64793" y="13286"/>
                </a:cubicBezTo>
                <a:close/>
                <a:moveTo>
                  <a:pt x="122858" y="91723"/>
                </a:moveTo>
                <a:cubicBezTo>
                  <a:pt x="122768" y="92173"/>
                  <a:pt x="122577" y="92567"/>
                  <a:pt x="122284" y="92904"/>
                </a:cubicBezTo>
                <a:cubicBezTo>
                  <a:pt x="121992" y="93242"/>
                  <a:pt x="121542" y="93512"/>
                  <a:pt x="120935" y="93714"/>
                </a:cubicBezTo>
                <a:cubicBezTo>
                  <a:pt x="120327" y="93917"/>
                  <a:pt x="119551" y="94074"/>
                  <a:pt x="118606" y="94187"/>
                </a:cubicBezTo>
                <a:cubicBezTo>
                  <a:pt x="117661" y="94299"/>
                  <a:pt x="116491" y="94355"/>
                  <a:pt x="115096" y="94355"/>
                </a:cubicBezTo>
                <a:cubicBezTo>
                  <a:pt x="113701" y="94355"/>
                  <a:pt x="112565" y="94299"/>
                  <a:pt x="111688" y="94187"/>
                </a:cubicBezTo>
                <a:cubicBezTo>
                  <a:pt x="110811" y="94074"/>
                  <a:pt x="110124" y="93917"/>
                  <a:pt x="109629" y="93714"/>
                </a:cubicBezTo>
                <a:cubicBezTo>
                  <a:pt x="109134" y="93512"/>
                  <a:pt x="108808" y="93242"/>
                  <a:pt x="108651" y="92904"/>
                </a:cubicBezTo>
                <a:cubicBezTo>
                  <a:pt x="108493" y="92567"/>
                  <a:pt x="108482" y="92173"/>
                  <a:pt x="108617" y="91723"/>
                </a:cubicBezTo>
                <a:lnTo>
                  <a:pt x="110439" y="81937"/>
                </a:lnTo>
                <a:cubicBezTo>
                  <a:pt x="109539" y="83520"/>
                  <a:pt x="108302" y="85114"/>
                  <a:pt x="106727" y="86720"/>
                </a:cubicBezTo>
                <a:cubicBezTo>
                  <a:pt x="105152" y="88325"/>
                  <a:pt x="103341" y="89794"/>
                  <a:pt x="101294" y="91128"/>
                </a:cubicBezTo>
                <a:cubicBezTo>
                  <a:pt x="99247" y="92461"/>
                  <a:pt x="97031" y="93535"/>
                  <a:pt x="94646" y="94349"/>
                </a:cubicBezTo>
                <a:cubicBezTo>
                  <a:pt x="92261" y="95163"/>
                  <a:pt x="89809" y="95570"/>
                  <a:pt x="87289" y="95570"/>
                </a:cubicBezTo>
                <a:cubicBezTo>
                  <a:pt x="84140" y="95570"/>
                  <a:pt x="81474" y="95130"/>
                  <a:pt x="79291" y="94250"/>
                </a:cubicBezTo>
                <a:cubicBezTo>
                  <a:pt x="77109" y="93371"/>
                  <a:pt x="75354" y="92176"/>
                  <a:pt x="74027" y="90664"/>
                </a:cubicBezTo>
                <a:cubicBezTo>
                  <a:pt x="72699" y="89153"/>
                  <a:pt x="71732" y="87338"/>
                  <a:pt x="71125" y="85218"/>
                </a:cubicBezTo>
                <a:cubicBezTo>
                  <a:pt x="70517" y="83098"/>
                  <a:pt x="70213" y="80797"/>
                  <a:pt x="70213" y="78315"/>
                </a:cubicBezTo>
                <a:cubicBezTo>
                  <a:pt x="70213" y="76783"/>
                  <a:pt x="70315" y="75215"/>
                  <a:pt x="70517" y="73614"/>
                </a:cubicBezTo>
                <a:cubicBezTo>
                  <a:pt x="70720" y="72012"/>
                  <a:pt x="70978" y="70377"/>
                  <a:pt x="71293" y="68708"/>
                </a:cubicBezTo>
                <a:lnTo>
                  <a:pt x="78718" y="31384"/>
                </a:lnTo>
                <a:cubicBezTo>
                  <a:pt x="78808" y="30934"/>
                  <a:pt x="79021" y="30541"/>
                  <a:pt x="79359" y="30203"/>
                </a:cubicBezTo>
                <a:cubicBezTo>
                  <a:pt x="79696" y="29866"/>
                  <a:pt x="80214" y="29596"/>
                  <a:pt x="80911" y="29393"/>
                </a:cubicBezTo>
                <a:cubicBezTo>
                  <a:pt x="81609" y="29191"/>
                  <a:pt x="82520" y="29033"/>
                  <a:pt x="83645" y="28921"/>
                </a:cubicBezTo>
                <a:cubicBezTo>
                  <a:pt x="84769" y="28808"/>
                  <a:pt x="86142" y="28752"/>
                  <a:pt x="87762" y="28752"/>
                </a:cubicBezTo>
                <a:cubicBezTo>
                  <a:pt x="89426" y="28752"/>
                  <a:pt x="90788" y="28808"/>
                  <a:pt x="91845" y="28921"/>
                </a:cubicBezTo>
                <a:cubicBezTo>
                  <a:pt x="92902" y="29033"/>
                  <a:pt x="93724" y="29191"/>
                  <a:pt x="94308" y="29393"/>
                </a:cubicBezTo>
                <a:cubicBezTo>
                  <a:pt x="94893" y="29596"/>
                  <a:pt x="95287" y="29866"/>
                  <a:pt x="95490" y="30203"/>
                </a:cubicBezTo>
                <a:cubicBezTo>
                  <a:pt x="95692" y="30541"/>
                  <a:pt x="95748" y="30934"/>
                  <a:pt x="95658" y="31384"/>
                </a:cubicBezTo>
                <a:lnTo>
                  <a:pt x="88504" y="67561"/>
                </a:lnTo>
                <a:cubicBezTo>
                  <a:pt x="88279" y="68551"/>
                  <a:pt x="88110" y="69585"/>
                  <a:pt x="87998" y="70665"/>
                </a:cubicBezTo>
                <a:cubicBezTo>
                  <a:pt x="87885" y="71745"/>
                  <a:pt x="87829" y="72780"/>
                  <a:pt x="87829" y="73770"/>
                </a:cubicBezTo>
                <a:cubicBezTo>
                  <a:pt x="87829" y="74850"/>
                  <a:pt x="87930" y="75829"/>
                  <a:pt x="88133" y="76706"/>
                </a:cubicBezTo>
                <a:cubicBezTo>
                  <a:pt x="88335" y="77583"/>
                  <a:pt x="88662" y="78337"/>
                  <a:pt x="89112" y="78967"/>
                </a:cubicBezTo>
                <a:cubicBezTo>
                  <a:pt x="89561" y="79597"/>
                  <a:pt x="90135" y="80069"/>
                  <a:pt x="90833" y="80384"/>
                </a:cubicBezTo>
                <a:cubicBezTo>
                  <a:pt x="91530" y="80699"/>
                  <a:pt x="92374" y="80857"/>
                  <a:pt x="93364" y="80857"/>
                </a:cubicBezTo>
                <a:cubicBezTo>
                  <a:pt x="95208" y="80857"/>
                  <a:pt x="97132" y="80261"/>
                  <a:pt x="99134" y="79068"/>
                </a:cubicBezTo>
                <a:cubicBezTo>
                  <a:pt x="101137" y="77876"/>
                  <a:pt x="103038" y="76233"/>
                  <a:pt x="104837" y="74141"/>
                </a:cubicBezTo>
                <a:cubicBezTo>
                  <a:pt x="106637" y="72049"/>
                  <a:pt x="108246" y="69574"/>
                  <a:pt x="109663" y="66717"/>
                </a:cubicBezTo>
                <a:cubicBezTo>
                  <a:pt x="111081" y="63860"/>
                  <a:pt x="112149" y="60766"/>
                  <a:pt x="112869" y="57437"/>
                </a:cubicBezTo>
                <a:lnTo>
                  <a:pt x="117999" y="31384"/>
                </a:lnTo>
                <a:cubicBezTo>
                  <a:pt x="118044" y="30934"/>
                  <a:pt x="118246" y="30541"/>
                  <a:pt x="118606" y="30203"/>
                </a:cubicBezTo>
                <a:cubicBezTo>
                  <a:pt x="118966" y="29866"/>
                  <a:pt x="119495" y="29596"/>
                  <a:pt x="120192" y="29393"/>
                </a:cubicBezTo>
                <a:cubicBezTo>
                  <a:pt x="120890" y="29191"/>
                  <a:pt x="121801" y="29033"/>
                  <a:pt x="122926" y="28921"/>
                </a:cubicBezTo>
                <a:cubicBezTo>
                  <a:pt x="124050" y="28808"/>
                  <a:pt x="125423" y="28752"/>
                  <a:pt x="127043" y="28752"/>
                </a:cubicBezTo>
                <a:cubicBezTo>
                  <a:pt x="128707" y="28752"/>
                  <a:pt x="130069" y="28808"/>
                  <a:pt x="131126" y="28921"/>
                </a:cubicBezTo>
                <a:cubicBezTo>
                  <a:pt x="132183" y="29033"/>
                  <a:pt x="133016" y="29191"/>
                  <a:pt x="133623" y="29393"/>
                </a:cubicBezTo>
                <a:cubicBezTo>
                  <a:pt x="134231" y="29596"/>
                  <a:pt x="134624" y="29866"/>
                  <a:pt x="134804" y="30203"/>
                </a:cubicBezTo>
                <a:cubicBezTo>
                  <a:pt x="134984" y="30541"/>
                  <a:pt x="135029" y="30934"/>
                  <a:pt x="134939" y="31384"/>
                </a:cubicBezTo>
                <a:lnTo>
                  <a:pt x="122858" y="91723"/>
                </a:lnTo>
                <a:close/>
                <a:moveTo>
                  <a:pt x="206300" y="50531"/>
                </a:moveTo>
                <a:cubicBezTo>
                  <a:pt x="206300" y="53507"/>
                  <a:pt x="206030" y="56685"/>
                  <a:pt x="205490" y="60067"/>
                </a:cubicBezTo>
                <a:cubicBezTo>
                  <a:pt x="204950" y="63447"/>
                  <a:pt x="204118" y="66806"/>
                  <a:pt x="202993" y="70142"/>
                </a:cubicBezTo>
                <a:cubicBezTo>
                  <a:pt x="201868" y="73479"/>
                  <a:pt x="200428" y="76680"/>
                  <a:pt x="198673" y="79745"/>
                </a:cubicBezTo>
                <a:cubicBezTo>
                  <a:pt x="196919" y="82811"/>
                  <a:pt x="194804" y="85516"/>
                  <a:pt x="192329" y="87861"/>
                </a:cubicBezTo>
                <a:cubicBezTo>
                  <a:pt x="189854" y="90205"/>
                  <a:pt x="187031" y="92076"/>
                  <a:pt x="183859" y="93474"/>
                </a:cubicBezTo>
                <a:cubicBezTo>
                  <a:pt x="180687" y="94871"/>
                  <a:pt x="177143" y="95570"/>
                  <a:pt x="173229" y="95570"/>
                </a:cubicBezTo>
                <a:cubicBezTo>
                  <a:pt x="169449" y="95570"/>
                  <a:pt x="166108" y="94826"/>
                  <a:pt x="163206" y="93339"/>
                </a:cubicBezTo>
                <a:cubicBezTo>
                  <a:pt x="160304" y="91851"/>
                  <a:pt x="157795" y="89597"/>
                  <a:pt x="155680" y="86577"/>
                </a:cubicBezTo>
                <a:lnTo>
                  <a:pt x="154668" y="91656"/>
                </a:lnTo>
                <a:cubicBezTo>
                  <a:pt x="154488" y="92601"/>
                  <a:pt x="153779" y="93287"/>
                  <a:pt x="152542" y="93714"/>
                </a:cubicBezTo>
                <a:cubicBezTo>
                  <a:pt x="151305" y="94142"/>
                  <a:pt x="149313" y="94355"/>
                  <a:pt x="146569" y="94355"/>
                </a:cubicBezTo>
                <a:cubicBezTo>
                  <a:pt x="143869" y="94355"/>
                  <a:pt x="142035" y="94130"/>
                  <a:pt x="141068" y="93680"/>
                </a:cubicBezTo>
                <a:cubicBezTo>
                  <a:pt x="140101" y="93230"/>
                  <a:pt x="139707" y="92556"/>
                  <a:pt x="139887" y="91656"/>
                </a:cubicBezTo>
                <a:lnTo>
                  <a:pt x="157638" y="2902"/>
                </a:lnTo>
                <a:cubicBezTo>
                  <a:pt x="157728" y="2452"/>
                  <a:pt x="157930" y="2047"/>
                  <a:pt x="158245" y="1687"/>
                </a:cubicBezTo>
                <a:cubicBezTo>
                  <a:pt x="158560" y="1327"/>
                  <a:pt x="159077" y="1024"/>
                  <a:pt x="159797" y="776"/>
                </a:cubicBezTo>
                <a:cubicBezTo>
                  <a:pt x="160517" y="529"/>
                  <a:pt x="161428" y="337"/>
                  <a:pt x="162531" y="202"/>
                </a:cubicBezTo>
                <a:cubicBezTo>
                  <a:pt x="163633" y="67"/>
                  <a:pt x="165017" y="0"/>
                  <a:pt x="166682" y="0"/>
                </a:cubicBezTo>
                <a:cubicBezTo>
                  <a:pt x="168347" y="0"/>
                  <a:pt x="169696" y="67"/>
                  <a:pt x="170731" y="202"/>
                </a:cubicBezTo>
                <a:cubicBezTo>
                  <a:pt x="171766" y="337"/>
                  <a:pt x="172587" y="529"/>
                  <a:pt x="173195" y="776"/>
                </a:cubicBezTo>
                <a:cubicBezTo>
                  <a:pt x="173802" y="1024"/>
                  <a:pt x="174196" y="1327"/>
                  <a:pt x="174376" y="1687"/>
                </a:cubicBezTo>
                <a:cubicBezTo>
                  <a:pt x="174556" y="2047"/>
                  <a:pt x="174601" y="2452"/>
                  <a:pt x="174511" y="2902"/>
                </a:cubicBezTo>
                <a:lnTo>
                  <a:pt x="169719" y="27058"/>
                </a:lnTo>
                <a:cubicBezTo>
                  <a:pt x="169494" y="28096"/>
                  <a:pt x="169246" y="29189"/>
                  <a:pt x="168976" y="30336"/>
                </a:cubicBezTo>
                <a:cubicBezTo>
                  <a:pt x="168706" y="31482"/>
                  <a:pt x="168403" y="32620"/>
                  <a:pt x="168065" y="33749"/>
                </a:cubicBezTo>
                <a:cubicBezTo>
                  <a:pt x="167728" y="34878"/>
                  <a:pt x="167390" y="35965"/>
                  <a:pt x="167053" y="37012"/>
                </a:cubicBezTo>
                <a:cubicBezTo>
                  <a:pt x="166715" y="38056"/>
                  <a:pt x="166389" y="38979"/>
                  <a:pt x="166074" y="39779"/>
                </a:cubicBezTo>
                <a:cubicBezTo>
                  <a:pt x="166884" y="38367"/>
                  <a:pt x="168043" y="36925"/>
                  <a:pt x="169550" y="35453"/>
                </a:cubicBezTo>
                <a:cubicBezTo>
                  <a:pt x="171057" y="33981"/>
                  <a:pt x="172779" y="32656"/>
                  <a:pt x="174713" y="31479"/>
                </a:cubicBezTo>
                <a:cubicBezTo>
                  <a:pt x="176648" y="30301"/>
                  <a:pt x="178729" y="29350"/>
                  <a:pt x="180956" y="28626"/>
                </a:cubicBezTo>
                <a:cubicBezTo>
                  <a:pt x="183184" y="27900"/>
                  <a:pt x="185422" y="27537"/>
                  <a:pt x="187672" y="27537"/>
                </a:cubicBezTo>
                <a:cubicBezTo>
                  <a:pt x="190237" y="27537"/>
                  <a:pt x="192464" y="27864"/>
                  <a:pt x="194354" y="28518"/>
                </a:cubicBezTo>
                <a:cubicBezTo>
                  <a:pt x="196244" y="29172"/>
                  <a:pt x="197886" y="30063"/>
                  <a:pt x="199281" y="31190"/>
                </a:cubicBezTo>
                <a:cubicBezTo>
                  <a:pt x="200676" y="32317"/>
                  <a:pt x="201823" y="33646"/>
                  <a:pt x="202723" y="35179"/>
                </a:cubicBezTo>
                <a:cubicBezTo>
                  <a:pt x="203623" y="36711"/>
                  <a:pt x="204343" y="38323"/>
                  <a:pt x="204883" y="40015"/>
                </a:cubicBezTo>
                <a:cubicBezTo>
                  <a:pt x="205423" y="41705"/>
                  <a:pt x="205794" y="43452"/>
                  <a:pt x="205996" y="45256"/>
                </a:cubicBezTo>
                <a:cubicBezTo>
                  <a:pt x="206199" y="47059"/>
                  <a:pt x="206300" y="48817"/>
                  <a:pt x="206300" y="50531"/>
                </a:cubicBezTo>
                <a:moveTo>
                  <a:pt x="188819" y="52189"/>
                </a:moveTo>
                <a:cubicBezTo>
                  <a:pt x="188819" y="51063"/>
                  <a:pt x="188741" y="49891"/>
                  <a:pt x="188583" y="48675"/>
                </a:cubicBezTo>
                <a:cubicBezTo>
                  <a:pt x="188426" y="47458"/>
                  <a:pt x="188088" y="46353"/>
                  <a:pt x="187571" y="45362"/>
                </a:cubicBezTo>
                <a:cubicBezTo>
                  <a:pt x="187053" y="44370"/>
                  <a:pt x="186345" y="43559"/>
                  <a:pt x="185445" y="42928"/>
                </a:cubicBezTo>
                <a:cubicBezTo>
                  <a:pt x="184545" y="42296"/>
                  <a:pt x="183352" y="41981"/>
                  <a:pt x="181868" y="41981"/>
                </a:cubicBezTo>
                <a:cubicBezTo>
                  <a:pt x="179843" y="41981"/>
                  <a:pt x="177807" y="42579"/>
                  <a:pt x="175760" y="43776"/>
                </a:cubicBezTo>
                <a:cubicBezTo>
                  <a:pt x="173712" y="44972"/>
                  <a:pt x="171789" y="46610"/>
                  <a:pt x="169989" y="48688"/>
                </a:cubicBezTo>
                <a:cubicBezTo>
                  <a:pt x="168189" y="50765"/>
                  <a:pt x="166592" y="53180"/>
                  <a:pt x="165197" y="55935"/>
                </a:cubicBezTo>
                <a:cubicBezTo>
                  <a:pt x="163802" y="58689"/>
                  <a:pt x="162812" y="61618"/>
                  <a:pt x="162227" y="64720"/>
                </a:cubicBezTo>
                <a:lnTo>
                  <a:pt x="160337" y="73863"/>
                </a:lnTo>
                <a:cubicBezTo>
                  <a:pt x="161912" y="76329"/>
                  <a:pt x="163656" y="78156"/>
                  <a:pt x="165568" y="79344"/>
                </a:cubicBezTo>
                <a:cubicBezTo>
                  <a:pt x="167480" y="80533"/>
                  <a:pt x="169696" y="81127"/>
                  <a:pt x="172216" y="81127"/>
                </a:cubicBezTo>
                <a:cubicBezTo>
                  <a:pt x="174016" y="81127"/>
                  <a:pt x="175681" y="80687"/>
                  <a:pt x="177211" y="79809"/>
                </a:cubicBezTo>
                <a:cubicBezTo>
                  <a:pt x="178740" y="78930"/>
                  <a:pt x="180124" y="77769"/>
                  <a:pt x="181361" y="76326"/>
                </a:cubicBezTo>
                <a:cubicBezTo>
                  <a:pt x="182599" y="74884"/>
                  <a:pt x="183679" y="73193"/>
                  <a:pt x="184601" y="71256"/>
                </a:cubicBezTo>
                <a:cubicBezTo>
                  <a:pt x="185524" y="69318"/>
                  <a:pt x="186300" y="67279"/>
                  <a:pt x="186930" y="65137"/>
                </a:cubicBezTo>
                <a:cubicBezTo>
                  <a:pt x="187560" y="62996"/>
                  <a:pt x="188032" y="60821"/>
                  <a:pt x="188347" y="58614"/>
                </a:cubicBezTo>
                <a:cubicBezTo>
                  <a:pt x="188662" y="56405"/>
                  <a:pt x="188819" y="54263"/>
                  <a:pt x="188819" y="52189"/>
                </a:cubicBezTo>
                <a:close/>
                <a:moveTo>
                  <a:pt x="259630" y="32059"/>
                </a:moveTo>
                <a:cubicBezTo>
                  <a:pt x="259630" y="32509"/>
                  <a:pt x="259585" y="33083"/>
                  <a:pt x="259495" y="33780"/>
                </a:cubicBezTo>
                <a:cubicBezTo>
                  <a:pt x="259405" y="34478"/>
                  <a:pt x="259282" y="35231"/>
                  <a:pt x="259124" y="36041"/>
                </a:cubicBezTo>
                <a:cubicBezTo>
                  <a:pt x="258967" y="36851"/>
                  <a:pt x="258753" y="37661"/>
                  <a:pt x="258483" y="38471"/>
                </a:cubicBezTo>
                <a:cubicBezTo>
                  <a:pt x="258213" y="39281"/>
                  <a:pt x="257909" y="40012"/>
                  <a:pt x="257572" y="40665"/>
                </a:cubicBezTo>
                <a:cubicBezTo>
                  <a:pt x="257234" y="41317"/>
                  <a:pt x="256852" y="41857"/>
                  <a:pt x="256424" y="42284"/>
                </a:cubicBezTo>
                <a:cubicBezTo>
                  <a:pt x="255997" y="42712"/>
                  <a:pt x="255536" y="42926"/>
                  <a:pt x="255041" y="42926"/>
                </a:cubicBezTo>
                <a:lnTo>
                  <a:pt x="241880" y="42926"/>
                </a:lnTo>
                <a:lnTo>
                  <a:pt x="236210" y="71205"/>
                </a:lnTo>
                <a:cubicBezTo>
                  <a:pt x="236075" y="71876"/>
                  <a:pt x="235952" y="72670"/>
                  <a:pt x="235839" y="73586"/>
                </a:cubicBezTo>
                <a:cubicBezTo>
                  <a:pt x="235727" y="74502"/>
                  <a:pt x="235670" y="75250"/>
                  <a:pt x="235670" y="75831"/>
                </a:cubicBezTo>
                <a:cubicBezTo>
                  <a:pt x="235670" y="77618"/>
                  <a:pt x="236098" y="78925"/>
                  <a:pt x="236953" y="79752"/>
                </a:cubicBezTo>
                <a:cubicBezTo>
                  <a:pt x="237808" y="80578"/>
                  <a:pt x="239157" y="80992"/>
                  <a:pt x="241002" y="80992"/>
                </a:cubicBezTo>
                <a:cubicBezTo>
                  <a:pt x="242082" y="80992"/>
                  <a:pt x="243005" y="80913"/>
                  <a:pt x="243769" y="80756"/>
                </a:cubicBezTo>
                <a:cubicBezTo>
                  <a:pt x="244534" y="80598"/>
                  <a:pt x="245198" y="80418"/>
                  <a:pt x="245761" y="80216"/>
                </a:cubicBezTo>
                <a:cubicBezTo>
                  <a:pt x="246323" y="80013"/>
                  <a:pt x="246807" y="79833"/>
                  <a:pt x="247212" y="79676"/>
                </a:cubicBezTo>
                <a:cubicBezTo>
                  <a:pt x="247617" y="79518"/>
                  <a:pt x="247999" y="79439"/>
                  <a:pt x="248359" y="79439"/>
                </a:cubicBezTo>
                <a:cubicBezTo>
                  <a:pt x="248719" y="79439"/>
                  <a:pt x="249023" y="79608"/>
                  <a:pt x="249270" y="79946"/>
                </a:cubicBezTo>
                <a:cubicBezTo>
                  <a:pt x="249518" y="80283"/>
                  <a:pt x="249641" y="80835"/>
                  <a:pt x="249641" y="81601"/>
                </a:cubicBezTo>
                <a:cubicBezTo>
                  <a:pt x="249641" y="82460"/>
                  <a:pt x="249551" y="83433"/>
                  <a:pt x="249371" y="84518"/>
                </a:cubicBezTo>
                <a:cubicBezTo>
                  <a:pt x="249191" y="85604"/>
                  <a:pt x="248955" y="86655"/>
                  <a:pt x="248663" y="87671"/>
                </a:cubicBezTo>
                <a:cubicBezTo>
                  <a:pt x="248370" y="88688"/>
                  <a:pt x="248044" y="89615"/>
                  <a:pt x="247684" y="90451"/>
                </a:cubicBezTo>
                <a:cubicBezTo>
                  <a:pt x="247324" y="91288"/>
                  <a:pt x="246942" y="91909"/>
                  <a:pt x="246537" y="92316"/>
                </a:cubicBezTo>
                <a:cubicBezTo>
                  <a:pt x="246132" y="92724"/>
                  <a:pt x="245524" y="93108"/>
                  <a:pt x="244714" y="93470"/>
                </a:cubicBezTo>
                <a:cubicBezTo>
                  <a:pt x="243904" y="93831"/>
                  <a:pt x="242948" y="94147"/>
                  <a:pt x="241846" y="94419"/>
                </a:cubicBezTo>
                <a:cubicBezTo>
                  <a:pt x="240744" y="94690"/>
                  <a:pt x="239562" y="94904"/>
                  <a:pt x="238303" y="95062"/>
                </a:cubicBezTo>
                <a:cubicBezTo>
                  <a:pt x="237043" y="95221"/>
                  <a:pt x="235783" y="95300"/>
                  <a:pt x="234523" y="95300"/>
                </a:cubicBezTo>
                <a:cubicBezTo>
                  <a:pt x="231823" y="95300"/>
                  <a:pt x="229450" y="95019"/>
                  <a:pt x="227402" y="94457"/>
                </a:cubicBezTo>
                <a:cubicBezTo>
                  <a:pt x="225355" y="93894"/>
                  <a:pt x="223634" y="93006"/>
                  <a:pt x="222239" y="91791"/>
                </a:cubicBezTo>
                <a:cubicBezTo>
                  <a:pt x="220844" y="90576"/>
                  <a:pt x="219798" y="89023"/>
                  <a:pt x="219101" y="87134"/>
                </a:cubicBezTo>
                <a:cubicBezTo>
                  <a:pt x="218403" y="85244"/>
                  <a:pt x="218055" y="82949"/>
                  <a:pt x="218055" y="80249"/>
                </a:cubicBezTo>
                <a:cubicBezTo>
                  <a:pt x="218055" y="79754"/>
                  <a:pt x="218077" y="79181"/>
                  <a:pt x="218122" y="78528"/>
                </a:cubicBezTo>
                <a:cubicBezTo>
                  <a:pt x="218167" y="77876"/>
                  <a:pt x="218246" y="77190"/>
                  <a:pt x="218358" y="76470"/>
                </a:cubicBezTo>
                <a:cubicBezTo>
                  <a:pt x="218471" y="75750"/>
                  <a:pt x="218583" y="75019"/>
                  <a:pt x="218696" y="74276"/>
                </a:cubicBezTo>
                <a:cubicBezTo>
                  <a:pt x="218808" y="73534"/>
                  <a:pt x="218932" y="72870"/>
                  <a:pt x="219067" y="72285"/>
                </a:cubicBezTo>
                <a:lnTo>
                  <a:pt x="224939" y="42926"/>
                </a:lnTo>
                <a:lnTo>
                  <a:pt x="217650" y="42926"/>
                </a:lnTo>
                <a:cubicBezTo>
                  <a:pt x="217065" y="42926"/>
                  <a:pt x="216637" y="42734"/>
                  <a:pt x="216367" y="42352"/>
                </a:cubicBezTo>
                <a:cubicBezTo>
                  <a:pt x="216097" y="41969"/>
                  <a:pt x="215962" y="41238"/>
                  <a:pt x="215962" y="40158"/>
                </a:cubicBezTo>
                <a:cubicBezTo>
                  <a:pt x="215962" y="39393"/>
                  <a:pt x="216041" y="38392"/>
                  <a:pt x="216199" y="37155"/>
                </a:cubicBezTo>
                <a:cubicBezTo>
                  <a:pt x="216356" y="35918"/>
                  <a:pt x="216615" y="34703"/>
                  <a:pt x="216975" y="33510"/>
                </a:cubicBezTo>
                <a:cubicBezTo>
                  <a:pt x="217335" y="32318"/>
                  <a:pt x="217807" y="31294"/>
                  <a:pt x="218392" y="30439"/>
                </a:cubicBezTo>
                <a:cubicBezTo>
                  <a:pt x="218977" y="29584"/>
                  <a:pt x="219674" y="29157"/>
                  <a:pt x="220484" y="29157"/>
                </a:cubicBezTo>
                <a:lnTo>
                  <a:pt x="227706" y="29157"/>
                </a:lnTo>
                <a:lnTo>
                  <a:pt x="230406" y="15671"/>
                </a:lnTo>
                <a:cubicBezTo>
                  <a:pt x="230496" y="15220"/>
                  <a:pt x="230710" y="14813"/>
                  <a:pt x="231047" y="14452"/>
                </a:cubicBezTo>
                <a:cubicBezTo>
                  <a:pt x="231384" y="14089"/>
                  <a:pt x="231902" y="13784"/>
                  <a:pt x="232599" y="13537"/>
                </a:cubicBezTo>
                <a:cubicBezTo>
                  <a:pt x="233297" y="13288"/>
                  <a:pt x="234197" y="13107"/>
                  <a:pt x="235299" y="12995"/>
                </a:cubicBezTo>
                <a:cubicBezTo>
                  <a:pt x="236401" y="12881"/>
                  <a:pt x="237785" y="12824"/>
                  <a:pt x="239450" y="12824"/>
                </a:cubicBezTo>
                <a:cubicBezTo>
                  <a:pt x="241070" y="12824"/>
                  <a:pt x="242420" y="12881"/>
                  <a:pt x="243500" y="12995"/>
                </a:cubicBezTo>
                <a:cubicBezTo>
                  <a:pt x="244579" y="13107"/>
                  <a:pt x="245412" y="13288"/>
                  <a:pt x="245997" y="13537"/>
                </a:cubicBezTo>
                <a:cubicBezTo>
                  <a:pt x="246582" y="13784"/>
                  <a:pt x="246975" y="14089"/>
                  <a:pt x="247178" y="14452"/>
                </a:cubicBezTo>
                <a:cubicBezTo>
                  <a:pt x="247380" y="14813"/>
                  <a:pt x="247437" y="15220"/>
                  <a:pt x="247347" y="15671"/>
                </a:cubicBezTo>
                <a:lnTo>
                  <a:pt x="244647" y="29157"/>
                </a:lnTo>
                <a:lnTo>
                  <a:pt x="257673" y="29157"/>
                </a:lnTo>
                <a:cubicBezTo>
                  <a:pt x="258438" y="29157"/>
                  <a:pt x="258955" y="29405"/>
                  <a:pt x="259225" y="29899"/>
                </a:cubicBezTo>
                <a:cubicBezTo>
                  <a:pt x="259495" y="30394"/>
                  <a:pt x="259630" y="31114"/>
                  <a:pt x="259630" y="32059"/>
                </a:cubicBezTo>
                <a:close/>
                <a:moveTo>
                  <a:pt x="324941" y="31249"/>
                </a:moveTo>
                <a:cubicBezTo>
                  <a:pt x="324941" y="31834"/>
                  <a:pt x="324873" y="32487"/>
                  <a:pt x="324738" y="33207"/>
                </a:cubicBezTo>
                <a:cubicBezTo>
                  <a:pt x="324603" y="33927"/>
                  <a:pt x="324401" y="34669"/>
                  <a:pt x="324131" y="35434"/>
                </a:cubicBezTo>
                <a:cubicBezTo>
                  <a:pt x="322601" y="39573"/>
                  <a:pt x="320948" y="43848"/>
                  <a:pt x="319170" y="48258"/>
                </a:cubicBezTo>
                <a:cubicBezTo>
                  <a:pt x="317393" y="52667"/>
                  <a:pt x="315357" y="57212"/>
                  <a:pt x="313062" y="61891"/>
                </a:cubicBezTo>
                <a:cubicBezTo>
                  <a:pt x="310767" y="66571"/>
                  <a:pt x="308158" y="71408"/>
                  <a:pt x="305233" y="76402"/>
                </a:cubicBezTo>
                <a:cubicBezTo>
                  <a:pt x="302308" y="81397"/>
                  <a:pt x="298956" y="86571"/>
                  <a:pt x="295176" y="91926"/>
                </a:cubicBezTo>
                <a:lnTo>
                  <a:pt x="278708" y="115337"/>
                </a:lnTo>
                <a:cubicBezTo>
                  <a:pt x="278303" y="115924"/>
                  <a:pt x="277797" y="116409"/>
                  <a:pt x="277190" y="116793"/>
                </a:cubicBezTo>
                <a:cubicBezTo>
                  <a:pt x="276582" y="117176"/>
                  <a:pt x="275817" y="117492"/>
                  <a:pt x="274895" y="117740"/>
                </a:cubicBezTo>
                <a:cubicBezTo>
                  <a:pt x="273972" y="117989"/>
                  <a:pt x="272859" y="118180"/>
                  <a:pt x="271554" y="118315"/>
                </a:cubicBezTo>
                <a:cubicBezTo>
                  <a:pt x="270249" y="118450"/>
                  <a:pt x="268742" y="118518"/>
                  <a:pt x="267032" y="118518"/>
                </a:cubicBezTo>
                <a:cubicBezTo>
                  <a:pt x="265097" y="118518"/>
                  <a:pt x="263533" y="118438"/>
                  <a:pt x="262341" y="118280"/>
                </a:cubicBezTo>
                <a:cubicBezTo>
                  <a:pt x="261149" y="118122"/>
                  <a:pt x="260283" y="117863"/>
                  <a:pt x="259743" y="117501"/>
                </a:cubicBezTo>
                <a:cubicBezTo>
                  <a:pt x="259203" y="117141"/>
                  <a:pt x="258955" y="116691"/>
                  <a:pt x="259000" y="116149"/>
                </a:cubicBezTo>
                <a:cubicBezTo>
                  <a:pt x="259045" y="115608"/>
                  <a:pt x="259360" y="114953"/>
                  <a:pt x="259945" y="114186"/>
                </a:cubicBezTo>
                <a:lnTo>
                  <a:pt x="275266" y="93950"/>
                </a:lnTo>
                <a:lnTo>
                  <a:pt x="265345" y="36041"/>
                </a:lnTo>
                <a:cubicBezTo>
                  <a:pt x="265255" y="35456"/>
                  <a:pt x="265165" y="34849"/>
                  <a:pt x="265075" y="34219"/>
                </a:cubicBezTo>
                <a:cubicBezTo>
                  <a:pt x="264985" y="33589"/>
                  <a:pt x="264940" y="33049"/>
                  <a:pt x="264940" y="32599"/>
                </a:cubicBezTo>
                <a:cubicBezTo>
                  <a:pt x="264940" y="31789"/>
                  <a:pt x="265086" y="31137"/>
                  <a:pt x="265378" y="30642"/>
                </a:cubicBezTo>
                <a:cubicBezTo>
                  <a:pt x="265671" y="30147"/>
                  <a:pt x="266166" y="29764"/>
                  <a:pt x="266863" y="29494"/>
                </a:cubicBezTo>
                <a:cubicBezTo>
                  <a:pt x="267561" y="29225"/>
                  <a:pt x="268494" y="29033"/>
                  <a:pt x="269664" y="28921"/>
                </a:cubicBezTo>
                <a:cubicBezTo>
                  <a:pt x="270834" y="28808"/>
                  <a:pt x="272251" y="28752"/>
                  <a:pt x="273916" y="28752"/>
                </a:cubicBezTo>
                <a:cubicBezTo>
                  <a:pt x="275761" y="28752"/>
                  <a:pt x="277212" y="28786"/>
                  <a:pt x="278269" y="28853"/>
                </a:cubicBezTo>
                <a:cubicBezTo>
                  <a:pt x="279327" y="28921"/>
                  <a:pt x="280126" y="29067"/>
                  <a:pt x="280665" y="29292"/>
                </a:cubicBezTo>
                <a:cubicBezTo>
                  <a:pt x="281205" y="29517"/>
                  <a:pt x="281577" y="29854"/>
                  <a:pt x="281779" y="30304"/>
                </a:cubicBezTo>
                <a:cubicBezTo>
                  <a:pt x="281982" y="30754"/>
                  <a:pt x="282128" y="31317"/>
                  <a:pt x="282218" y="31992"/>
                </a:cubicBezTo>
                <a:lnTo>
                  <a:pt x="288427" y="74175"/>
                </a:lnTo>
                <a:lnTo>
                  <a:pt x="288562" y="74175"/>
                </a:lnTo>
                <a:cubicBezTo>
                  <a:pt x="290812" y="70800"/>
                  <a:pt x="292859" y="67381"/>
                  <a:pt x="294704" y="63916"/>
                </a:cubicBezTo>
                <a:cubicBezTo>
                  <a:pt x="296549" y="60451"/>
                  <a:pt x="298236" y="56930"/>
                  <a:pt x="299766" y="53353"/>
                </a:cubicBezTo>
                <a:cubicBezTo>
                  <a:pt x="301296" y="49776"/>
                  <a:pt x="302702" y="46154"/>
                  <a:pt x="303984" y="42487"/>
                </a:cubicBezTo>
                <a:cubicBezTo>
                  <a:pt x="305267" y="38820"/>
                  <a:pt x="306448" y="35119"/>
                  <a:pt x="307528" y="31384"/>
                </a:cubicBezTo>
                <a:cubicBezTo>
                  <a:pt x="307618" y="30934"/>
                  <a:pt x="307820" y="30541"/>
                  <a:pt x="308135" y="30203"/>
                </a:cubicBezTo>
                <a:cubicBezTo>
                  <a:pt x="308450" y="29866"/>
                  <a:pt x="308979" y="29596"/>
                  <a:pt x="309721" y="29393"/>
                </a:cubicBezTo>
                <a:cubicBezTo>
                  <a:pt x="310464" y="29191"/>
                  <a:pt x="311442" y="29033"/>
                  <a:pt x="312657" y="28921"/>
                </a:cubicBezTo>
                <a:cubicBezTo>
                  <a:pt x="313872" y="28808"/>
                  <a:pt x="315447" y="28752"/>
                  <a:pt x="317382" y="28752"/>
                </a:cubicBezTo>
                <a:cubicBezTo>
                  <a:pt x="320261" y="28752"/>
                  <a:pt x="322241" y="28932"/>
                  <a:pt x="323321" y="29292"/>
                </a:cubicBezTo>
                <a:cubicBezTo>
                  <a:pt x="324401" y="29652"/>
                  <a:pt x="324941" y="30304"/>
                  <a:pt x="324941" y="31249"/>
                </a:cubicBezTo>
                <a:close/>
                <a:moveTo>
                  <a:pt x="391661" y="50531"/>
                </a:moveTo>
                <a:cubicBezTo>
                  <a:pt x="391661" y="53462"/>
                  <a:pt x="391391" y="56618"/>
                  <a:pt x="390851" y="59999"/>
                </a:cubicBezTo>
                <a:cubicBezTo>
                  <a:pt x="390311" y="63380"/>
                  <a:pt x="389479" y="66738"/>
                  <a:pt x="388354" y="70075"/>
                </a:cubicBezTo>
                <a:cubicBezTo>
                  <a:pt x="387229" y="73411"/>
                  <a:pt x="385789" y="76624"/>
                  <a:pt x="384034" y="79711"/>
                </a:cubicBezTo>
                <a:cubicBezTo>
                  <a:pt x="382279" y="82799"/>
                  <a:pt x="380176" y="85516"/>
                  <a:pt x="377724" y="87861"/>
                </a:cubicBezTo>
                <a:cubicBezTo>
                  <a:pt x="375271" y="90205"/>
                  <a:pt x="372459" y="92076"/>
                  <a:pt x="369287" y="93474"/>
                </a:cubicBezTo>
                <a:cubicBezTo>
                  <a:pt x="366115" y="94871"/>
                  <a:pt x="362549" y="95570"/>
                  <a:pt x="358589" y="95570"/>
                </a:cubicBezTo>
                <a:cubicBezTo>
                  <a:pt x="356790" y="95570"/>
                  <a:pt x="355102" y="95390"/>
                  <a:pt x="353527" y="95030"/>
                </a:cubicBezTo>
                <a:cubicBezTo>
                  <a:pt x="351953" y="94670"/>
                  <a:pt x="350501" y="94165"/>
                  <a:pt x="349174" y="93514"/>
                </a:cubicBezTo>
                <a:cubicBezTo>
                  <a:pt x="347847" y="92861"/>
                  <a:pt x="346643" y="92097"/>
                  <a:pt x="345563" y="91221"/>
                </a:cubicBezTo>
                <a:cubicBezTo>
                  <a:pt x="344483" y="90344"/>
                  <a:pt x="343538" y="89410"/>
                  <a:pt x="342729" y="88420"/>
                </a:cubicBezTo>
                <a:lnTo>
                  <a:pt x="337397" y="115614"/>
                </a:lnTo>
                <a:cubicBezTo>
                  <a:pt x="337307" y="116064"/>
                  <a:pt x="337093" y="116469"/>
                  <a:pt x="336755" y="116828"/>
                </a:cubicBezTo>
                <a:cubicBezTo>
                  <a:pt x="336418" y="117190"/>
                  <a:pt x="335900" y="117494"/>
                  <a:pt x="335203" y="117742"/>
                </a:cubicBezTo>
                <a:cubicBezTo>
                  <a:pt x="334506" y="117989"/>
                  <a:pt x="333594" y="118180"/>
                  <a:pt x="332470" y="118315"/>
                </a:cubicBezTo>
                <a:cubicBezTo>
                  <a:pt x="331345" y="118450"/>
                  <a:pt x="329950" y="118518"/>
                  <a:pt x="328285" y="118518"/>
                </a:cubicBezTo>
                <a:cubicBezTo>
                  <a:pt x="326620" y="118518"/>
                  <a:pt x="325270" y="118450"/>
                  <a:pt x="324235" y="118315"/>
                </a:cubicBezTo>
                <a:cubicBezTo>
                  <a:pt x="323201" y="118180"/>
                  <a:pt x="322379" y="117989"/>
                  <a:pt x="321772" y="117742"/>
                </a:cubicBezTo>
                <a:cubicBezTo>
                  <a:pt x="321164" y="117494"/>
                  <a:pt x="320771" y="117190"/>
                  <a:pt x="320591" y="116828"/>
                </a:cubicBezTo>
                <a:cubicBezTo>
                  <a:pt x="320411" y="116469"/>
                  <a:pt x="320366" y="116064"/>
                  <a:pt x="320456" y="115614"/>
                </a:cubicBezTo>
                <a:lnTo>
                  <a:pt x="337329" y="31386"/>
                </a:lnTo>
                <a:cubicBezTo>
                  <a:pt x="337509" y="30440"/>
                  <a:pt x="338206" y="29764"/>
                  <a:pt x="339421" y="29360"/>
                </a:cubicBezTo>
                <a:cubicBezTo>
                  <a:pt x="340636" y="28955"/>
                  <a:pt x="342639" y="28752"/>
                  <a:pt x="345428" y="28752"/>
                </a:cubicBezTo>
                <a:cubicBezTo>
                  <a:pt x="346823" y="28752"/>
                  <a:pt x="347959" y="28808"/>
                  <a:pt x="348837" y="28921"/>
                </a:cubicBezTo>
                <a:cubicBezTo>
                  <a:pt x="349714" y="29033"/>
                  <a:pt x="350411" y="29191"/>
                  <a:pt x="350929" y="29393"/>
                </a:cubicBezTo>
                <a:cubicBezTo>
                  <a:pt x="351446" y="29596"/>
                  <a:pt x="351795" y="29866"/>
                  <a:pt x="351975" y="30205"/>
                </a:cubicBezTo>
                <a:cubicBezTo>
                  <a:pt x="352155" y="30543"/>
                  <a:pt x="352200" y="30936"/>
                  <a:pt x="352110" y="31386"/>
                </a:cubicBezTo>
                <a:lnTo>
                  <a:pt x="350220" y="41131"/>
                </a:lnTo>
                <a:cubicBezTo>
                  <a:pt x="350895" y="39643"/>
                  <a:pt x="351964" y="38099"/>
                  <a:pt x="353426" y="36499"/>
                </a:cubicBezTo>
                <a:cubicBezTo>
                  <a:pt x="354889" y="34897"/>
                  <a:pt x="356643" y="33432"/>
                  <a:pt x="358691" y="32101"/>
                </a:cubicBezTo>
                <a:cubicBezTo>
                  <a:pt x="360738" y="30771"/>
                  <a:pt x="362988" y="29678"/>
                  <a:pt x="365440" y="28822"/>
                </a:cubicBezTo>
                <a:cubicBezTo>
                  <a:pt x="367892" y="27965"/>
                  <a:pt x="370423" y="27537"/>
                  <a:pt x="373033" y="27537"/>
                </a:cubicBezTo>
                <a:cubicBezTo>
                  <a:pt x="376498" y="27537"/>
                  <a:pt x="379411" y="28135"/>
                  <a:pt x="381773" y="29330"/>
                </a:cubicBezTo>
                <a:cubicBezTo>
                  <a:pt x="384136" y="30524"/>
                  <a:pt x="386048" y="32158"/>
                  <a:pt x="387510" y="34232"/>
                </a:cubicBezTo>
                <a:cubicBezTo>
                  <a:pt x="388973" y="36306"/>
                  <a:pt x="390030" y="38740"/>
                  <a:pt x="390682" y="41536"/>
                </a:cubicBezTo>
                <a:cubicBezTo>
                  <a:pt x="391335" y="44331"/>
                  <a:pt x="391661" y="47330"/>
                  <a:pt x="391661" y="50531"/>
                </a:cubicBezTo>
                <a:moveTo>
                  <a:pt x="374180" y="52037"/>
                </a:moveTo>
                <a:cubicBezTo>
                  <a:pt x="374180" y="50507"/>
                  <a:pt x="374057" y="49112"/>
                  <a:pt x="373809" y="47853"/>
                </a:cubicBezTo>
                <a:cubicBezTo>
                  <a:pt x="373562" y="46593"/>
                  <a:pt x="373157" y="45524"/>
                  <a:pt x="372594" y="44647"/>
                </a:cubicBezTo>
                <a:cubicBezTo>
                  <a:pt x="372032" y="43769"/>
                  <a:pt x="371312" y="43106"/>
                  <a:pt x="370434" y="42656"/>
                </a:cubicBezTo>
                <a:cubicBezTo>
                  <a:pt x="369557" y="42206"/>
                  <a:pt x="368488" y="41981"/>
                  <a:pt x="367229" y="41981"/>
                </a:cubicBezTo>
                <a:cubicBezTo>
                  <a:pt x="365204" y="41981"/>
                  <a:pt x="363168" y="42577"/>
                  <a:pt x="361120" y="43769"/>
                </a:cubicBezTo>
                <a:cubicBezTo>
                  <a:pt x="359073" y="44962"/>
                  <a:pt x="357150" y="46582"/>
                  <a:pt x="355350" y="48631"/>
                </a:cubicBezTo>
                <a:cubicBezTo>
                  <a:pt x="353550" y="50678"/>
                  <a:pt x="351953" y="53064"/>
                  <a:pt x="350558" y="55787"/>
                </a:cubicBezTo>
                <a:cubicBezTo>
                  <a:pt x="349163" y="58509"/>
                  <a:pt x="348173" y="61424"/>
                  <a:pt x="347588" y="64530"/>
                </a:cubicBezTo>
                <a:lnTo>
                  <a:pt x="345698" y="73736"/>
                </a:lnTo>
                <a:cubicBezTo>
                  <a:pt x="347273" y="76200"/>
                  <a:pt x="349017" y="78047"/>
                  <a:pt x="350929" y="79279"/>
                </a:cubicBezTo>
                <a:cubicBezTo>
                  <a:pt x="352841" y="80511"/>
                  <a:pt x="355057" y="81127"/>
                  <a:pt x="357577" y="81127"/>
                </a:cubicBezTo>
                <a:cubicBezTo>
                  <a:pt x="359422" y="81127"/>
                  <a:pt x="361120" y="80677"/>
                  <a:pt x="362673" y="79777"/>
                </a:cubicBezTo>
                <a:cubicBezTo>
                  <a:pt x="364225" y="78877"/>
                  <a:pt x="365620" y="77673"/>
                  <a:pt x="366857" y="76166"/>
                </a:cubicBezTo>
                <a:cubicBezTo>
                  <a:pt x="368095" y="74659"/>
                  <a:pt x="369175" y="72915"/>
                  <a:pt x="370097" y="70935"/>
                </a:cubicBezTo>
                <a:cubicBezTo>
                  <a:pt x="371019" y="68955"/>
                  <a:pt x="371784" y="66886"/>
                  <a:pt x="372392" y="64726"/>
                </a:cubicBezTo>
                <a:cubicBezTo>
                  <a:pt x="372999" y="62566"/>
                  <a:pt x="373449" y="60395"/>
                  <a:pt x="373742" y="58213"/>
                </a:cubicBezTo>
                <a:cubicBezTo>
                  <a:pt x="374034" y="56031"/>
                  <a:pt x="374180" y="53972"/>
                  <a:pt x="374180" y="52037"/>
                </a:cubicBezTo>
                <a:close/>
                <a:moveTo>
                  <a:pt x="460933" y="44642"/>
                </a:moveTo>
                <a:cubicBezTo>
                  <a:pt x="460933" y="47888"/>
                  <a:pt x="460202" y="50807"/>
                  <a:pt x="458740" y="53400"/>
                </a:cubicBezTo>
                <a:cubicBezTo>
                  <a:pt x="457277" y="55991"/>
                  <a:pt x="455005" y="58223"/>
                  <a:pt x="451923" y="60094"/>
                </a:cubicBezTo>
                <a:cubicBezTo>
                  <a:pt x="448841" y="61964"/>
                  <a:pt x="444926" y="63395"/>
                  <a:pt x="440179" y="64386"/>
                </a:cubicBezTo>
                <a:cubicBezTo>
                  <a:pt x="435432" y="65378"/>
                  <a:pt x="429774" y="65873"/>
                  <a:pt x="423205" y="65873"/>
                </a:cubicBezTo>
                <a:lnTo>
                  <a:pt x="416995" y="65873"/>
                </a:lnTo>
                <a:cubicBezTo>
                  <a:pt x="416815" y="66908"/>
                  <a:pt x="416680" y="67932"/>
                  <a:pt x="416590" y="68944"/>
                </a:cubicBezTo>
                <a:cubicBezTo>
                  <a:pt x="416500" y="69957"/>
                  <a:pt x="416455" y="70890"/>
                  <a:pt x="416455" y="71745"/>
                </a:cubicBezTo>
                <a:cubicBezTo>
                  <a:pt x="416455" y="75390"/>
                  <a:pt x="417400" y="78135"/>
                  <a:pt x="419290" y="79979"/>
                </a:cubicBezTo>
                <a:cubicBezTo>
                  <a:pt x="421180" y="81824"/>
                  <a:pt x="424217" y="82747"/>
                  <a:pt x="428401" y="82747"/>
                </a:cubicBezTo>
                <a:cubicBezTo>
                  <a:pt x="431371" y="82747"/>
                  <a:pt x="434037" y="82529"/>
                  <a:pt x="436399" y="82095"/>
                </a:cubicBezTo>
                <a:cubicBezTo>
                  <a:pt x="438762" y="81660"/>
                  <a:pt x="440831" y="81180"/>
                  <a:pt x="442609" y="80654"/>
                </a:cubicBezTo>
                <a:cubicBezTo>
                  <a:pt x="444386" y="80128"/>
                  <a:pt x="445860" y="79648"/>
                  <a:pt x="447030" y="79214"/>
                </a:cubicBezTo>
                <a:cubicBezTo>
                  <a:pt x="448199" y="78779"/>
                  <a:pt x="449054" y="78562"/>
                  <a:pt x="449594" y="78562"/>
                </a:cubicBezTo>
                <a:cubicBezTo>
                  <a:pt x="450134" y="78562"/>
                  <a:pt x="450517" y="78721"/>
                  <a:pt x="450742" y="79039"/>
                </a:cubicBezTo>
                <a:cubicBezTo>
                  <a:pt x="450967" y="79356"/>
                  <a:pt x="451079" y="79855"/>
                  <a:pt x="451079" y="80534"/>
                </a:cubicBezTo>
                <a:cubicBezTo>
                  <a:pt x="451079" y="81306"/>
                  <a:pt x="451012" y="82191"/>
                  <a:pt x="450877" y="83189"/>
                </a:cubicBezTo>
                <a:cubicBezTo>
                  <a:pt x="450742" y="84186"/>
                  <a:pt x="450550" y="85173"/>
                  <a:pt x="450303" y="86149"/>
                </a:cubicBezTo>
                <a:cubicBezTo>
                  <a:pt x="450056" y="87123"/>
                  <a:pt x="449741" y="88041"/>
                  <a:pt x="449358" y="88903"/>
                </a:cubicBezTo>
                <a:cubicBezTo>
                  <a:pt x="448976" y="89765"/>
                  <a:pt x="448537" y="90422"/>
                  <a:pt x="448042" y="90875"/>
                </a:cubicBezTo>
                <a:cubicBezTo>
                  <a:pt x="447502" y="91419"/>
                  <a:pt x="446512" y="91964"/>
                  <a:pt x="445072" y="92510"/>
                </a:cubicBezTo>
                <a:cubicBezTo>
                  <a:pt x="443632" y="93054"/>
                  <a:pt x="441900" y="93552"/>
                  <a:pt x="439875" y="94005"/>
                </a:cubicBezTo>
                <a:cubicBezTo>
                  <a:pt x="437851" y="94459"/>
                  <a:pt x="435578" y="94833"/>
                  <a:pt x="433059" y="95127"/>
                </a:cubicBezTo>
                <a:cubicBezTo>
                  <a:pt x="430539" y="95423"/>
                  <a:pt x="427974" y="95570"/>
                  <a:pt x="425364" y="95570"/>
                </a:cubicBezTo>
                <a:cubicBezTo>
                  <a:pt x="421045" y="95570"/>
                  <a:pt x="417276" y="95119"/>
                  <a:pt x="414059" y="94216"/>
                </a:cubicBezTo>
                <a:cubicBezTo>
                  <a:pt x="410842" y="93315"/>
                  <a:pt x="408154" y="91940"/>
                  <a:pt x="405994" y="90093"/>
                </a:cubicBezTo>
                <a:cubicBezTo>
                  <a:pt x="403834" y="88244"/>
                  <a:pt x="402214" y="85888"/>
                  <a:pt x="401134" y="83025"/>
                </a:cubicBezTo>
                <a:cubicBezTo>
                  <a:pt x="400054" y="80162"/>
                  <a:pt x="399514" y="76770"/>
                  <a:pt x="399514" y="72848"/>
                </a:cubicBezTo>
                <a:cubicBezTo>
                  <a:pt x="399514" y="69827"/>
                  <a:pt x="399796" y="66592"/>
                  <a:pt x="400358" y="63144"/>
                </a:cubicBezTo>
                <a:cubicBezTo>
                  <a:pt x="400921" y="59695"/>
                  <a:pt x="401832" y="56291"/>
                  <a:pt x="403092" y="52931"/>
                </a:cubicBezTo>
                <a:cubicBezTo>
                  <a:pt x="404351" y="49572"/>
                  <a:pt x="405971" y="46360"/>
                  <a:pt x="407951" y="43295"/>
                </a:cubicBezTo>
                <a:cubicBezTo>
                  <a:pt x="409931" y="40229"/>
                  <a:pt x="412327" y="37536"/>
                  <a:pt x="415139" y="35215"/>
                </a:cubicBezTo>
                <a:cubicBezTo>
                  <a:pt x="417951" y="32892"/>
                  <a:pt x="421202" y="31031"/>
                  <a:pt x="424892" y="29634"/>
                </a:cubicBezTo>
                <a:cubicBezTo>
                  <a:pt x="428581" y="28236"/>
                  <a:pt x="432789" y="27537"/>
                  <a:pt x="437513" y="27537"/>
                </a:cubicBezTo>
                <a:cubicBezTo>
                  <a:pt x="441608" y="27537"/>
                  <a:pt x="445129" y="28022"/>
                  <a:pt x="448076" y="28990"/>
                </a:cubicBezTo>
                <a:cubicBezTo>
                  <a:pt x="451023" y="29959"/>
                  <a:pt x="453441" y="31244"/>
                  <a:pt x="455331" y="32844"/>
                </a:cubicBezTo>
                <a:cubicBezTo>
                  <a:pt x="457221" y="34444"/>
                  <a:pt x="458627" y="36270"/>
                  <a:pt x="459550" y="38321"/>
                </a:cubicBezTo>
                <a:cubicBezTo>
                  <a:pt x="460472" y="40373"/>
                  <a:pt x="460933" y="42480"/>
                  <a:pt x="460933" y="44642"/>
                </a:cubicBezTo>
                <a:moveTo>
                  <a:pt x="444262" y="45935"/>
                </a:moveTo>
                <a:cubicBezTo>
                  <a:pt x="444262" y="44144"/>
                  <a:pt x="443554" y="42655"/>
                  <a:pt x="442136" y="41468"/>
                </a:cubicBezTo>
                <a:cubicBezTo>
                  <a:pt x="440719" y="40280"/>
                  <a:pt x="438660" y="39686"/>
                  <a:pt x="435961" y="39686"/>
                </a:cubicBezTo>
                <a:cubicBezTo>
                  <a:pt x="433711" y="39686"/>
                  <a:pt x="431697" y="40090"/>
                  <a:pt x="429920" y="40897"/>
                </a:cubicBezTo>
                <a:cubicBezTo>
                  <a:pt x="428143" y="41702"/>
                  <a:pt x="426579" y="42789"/>
                  <a:pt x="425229" y="44155"/>
                </a:cubicBezTo>
                <a:cubicBezTo>
                  <a:pt x="423879" y="45521"/>
                  <a:pt x="422721" y="47133"/>
                  <a:pt x="421753" y="48994"/>
                </a:cubicBezTo>
                <a:cubicBezTo>
                  <a:pt x="420786" y="50853"/>
                  <a:pt x="420010" y="52834"/>
                  <a:pt x="419425" y="54939"/>
                </a:cubicBezTo>
                <a:lnTo>
                  <a:pt x="425094" y="54939"/>
                </a:lnTo>
                <a:cubicBezTo>
                  <a:pt x="428694" y="54939"/>
                  <a:pt x="431709" y="54705"/>
                  <a:pt x="434138" y="54235"/>
                </a:cubicBezTo>
                <a:cubicBezTo>
                  <a:pt x="436568" y="53764"/>
                  <a:pt x="438525" y="53126"/>
                  <a:pt x="440010" y="52320"/>
                </a:cubicBezTo>
                <a:cubicBezTo>
                  <a:pt x="441495" y="51513"/>
                  <a:pt x="442575" y="50561"/>
                  <a:pt x="443250" y="49464"/>
                </a:cubicBezTo>
                <a:cubicBezTo>
                  <a:pt x="443925" y="48366"/>
                  <a:pt x="444262" y="47190"/>
                  <a:pt x="444262" y="4593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Text Reasoning">
            <a:extLst xmlns:a="http://schemas.openxmlformats.org/drawingml/2006/main">
              <a:ext uri="{FF2B5EF4-FFF2-40B4-BE49-F238E27FC236}">
                <a16:creationId xmlns:a16="http://schemas.microsoft.com/office/drawing/2014/main" id="{75C0222B-E292-4668-BEED-80E958F6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7955" y="1644914"/>
            <a:ext cx="590247" cy="116281"/>
          </a:xfrm>
          <a:custGeom xmlns:a="http://schemas.openxmlformats.org/drawingml/2006/main">
            <a:pathLst>
              <a:path w="590247" h="116281">
                <a:moveTo>
                  <a:pt x="72979" y="23301"/>
                </a:moveTo>
                <a:cubicBezTo>
                  <a:pt x="72979" y="26173"/>
                  <a:pt x="72585" y="29024"/>
                  <a:pt x="71799" y="31852"/>
                </a:cubicBezTo>
                <a:cubicBezTo>
                  <a:pt x="71012" y="34680"/>
                  <a:pt x="69764" y="37350"/>
                  <a:pt x="68055" y="39864"/>
                </a:cubicBezTo>
                <a:cubicBezTo>
                  <a:pt x="66347" y="42376"/>
                  <a:pt x="64132" y="44643"/>
                  <a:pt x="61412" y="46664"/>
                </a:cubicBezTo>
                <a:cubicBezTo>
                  <a:pt x="58691" y="48683"/>
                  <a:pt x="55375" y="50298"/>
                  <a:pt x="51463" y="51509"/>
                </a:cubicBezTo>
                <a:cubicBezTo>
                  <a:pt x="53621" y="52366"/>
                  <a:pt x="55431" y="54069"/>
                  <a:pt x="56893" y="56616"/>
                </a:cubicBezTo>
                <a:cubicBezTo>
                  <a:pt x="58354" y="59163"/>
                  <a:pt x="59557" y="62645"/>
                  <a:pt x="60501" y="67065"/>
                </a:cubicBezTo>
                <a:lnTo>
                  <a:pt x="64076" y="84837"/>
                </a:lnTo>
                <a:cubicBezTo>
                  <a:pt x="64256" y="85828"/>
                  <a:pt x="64402" y="86717"/>
                  <a:pt x="64514" y="87506"/>
                </a:cubicBezTo>
                <a:cubicBezTo>
                  <a:pt x="64627" y="88294"/>
                  <a:pt x="64683" y="88959"/>
                  <a:pt x="64683" y="89499"/>
                </a:cubicBezTo>
                <a:cubicBezTo>
                  <a:pt x="64683" y="89951"/>
                  <a:pt x="64537" y="90333"/>
                  <a:pt x="64244" y="90648"/>
                </a:cubicBezTo>
                <a:cubicBezTo>
                  <a:pt x="63952" y="90963"/>
                  <a:pt x="63424" y="91222"/>
                  <a:pt x="62659" y="91426"/>
                </a:cubicBezTo>
                <a:cubicBezTo>
                  <a:pt x="61895" y="91628"/>
                  <a:pt x="60849" y="91774"/>
                  <a:pt x="59523" y="91864"/>
                </a:cubicBezTo>
                <a:cubicBezTo>
                  <a:pt x="58197" y="91954"/>
                  <a:pt x="56522" y="91999"/>
                  <a:pt x="54498" y="91999"/>
                </a:cubicBezTo>
                <a:cubicBezTo>
                  <a:pt x="52610" y="91999"/>
                  <a:pt x="51092" y="91943"/>
                  <a:pt x="49945" y="91831"/>
                </a:cubicBezTo>
                <a:cubicBezTo>
                  <a:pt x="48799" y="91718"/>
                  <a:pt x="47911" y="91538"/>
                  <a:pt x="47281" y="91291"/>
                </a:cubicBezTo>
                <a:cubicBezTo>
                  <a:pt x="46652" y="91042"/>
                  <a:pt x="46236" y="90716"/>
                  <a:pt x="46033" y="90311"/>
                </a:cubicBezTo>
                <a:cubicBezTo>
                  <a:pt x="45831" y="89905"/>
                  <a:pt x="45685" y="89431"/>
                  <a:pt x="45595" y="88890"/>
                </a:cubicBezTo>
                <a:lnTo>
                  <a:pt x="42223" y="69497"/>
                </a:lnTo>
                <a:cubicBezTo>
                  <a:pt x="41863" y="67244"/>
                  <a:pt x="41379" y="65262"/>
                  <a:pt x="40772" y="63551"/>
                </a:cubicBezTo>
                <a:cubicBezTo>
                  <a:pt x="40165" y="61839"/>
                  <a:pt x="39390" y="60409"/>
                  <a:pt x="38445" y="59260"/>
                </a:cubicBezTo>
                <a:cubicBezTo>
                  <a:pt x="37501" y="58110"/>
                  <a:pt x="36343" y="57254"/>
                  <a:pt x="34972" y="56692"/>
                </a:cubicBezTo>
                <a:cubicBezTo>
                  <a:pt x="33600" y="56129"/>
                  <a:pt x="31970" y="55847"/>
                  <a:pt x="30082" y="55847"/>
                </a:cubicBezTo>
                <a:lnTo>
                  <a:pt x="24551" y="55847"/>
                </a:lnTo>
                <a:lnTo>
                  <a:pt x="17874" y="89230"/>
                </a:lnTo>
                <a:cubicBezTo>
                  <a:pt x="17784" y="89679"/>
                  <a:pt x="17559" y="90085"/>
                  <a:pt x="17199" y="90446"/>
                </a:cubicBezTo>
                <a:cubicBezTo>
                  <a:pt x="16840" y="90806"/>
                  <a:pt x="16289" y="91099"/>
                  <a:pt x="15547" y="91325"/>
                </a:cubicBezTo>
                <a:cubicBezTo>
                  <a:pt x="14805" y="91550"/>
                  <a:pt x="13849" y="91718"/>
                  <a:pt x="12680" y="91831"/>
                </a:cubicBezTo>
                <a:cubicBezTo>
                  <a:pt x="11511" y="91943"/>
                  <a:pt x="10072" y="91999"/>
                  <a:pt x="8364" y="91999"/>
                </a:cubicBezTo>
                <a:cubicBezTo>
                  <a:pt x="6655" y="91999"/>
                  <a:pt x="5250" y="91943"/>
                  <a:pt x="4148" y="91831"/>
                </a:cubicBezTo>
                <a:cubicBezTo>
                  <a:pt x="3046" y="91718"/>
                  <a:pt x="2181" y="91550"/>
                  <a:pt x="1551" y="91325"/>
                </a:cubicBezTo>
                <a:cubicBezTo>
                  <a:pt x="922" y="91099"/>
                  <a:pt x="495" y="90817"/>
                  <a:pt x="270" y="90480"/>
                </a:cubicBezTo>
                <a:cubicBezTo>
                  <a:pt x="45" y="90142"/>
                  <a:pt x="0" y="89726"/>
                  <a:pt x="135" y="89230"/>
                </a:cubicBezTo>
                <a:lnTo>
                  <a:pt x="16053" y="9909"/>
                </a:lnTo>
                <a:cubicBezTo>
                  <a:pt x="16412" y="7933"/>
                  <a:pt x="17211" y="6507"/>
                  <a:pt x="18447" y="5632"/>
                </a:cubicBezTo>
                <a:cubicBezTo>
                  <a:pt x="19684" y="4755"/>
                  <a:pt x="21111" y="4317"/>
                  <a:pt x="22730" y="4317"/>
                </a:cubicBezTo>
                <a:lnTo>
                  <a:pt x="46135" y="4317"/>
                </a:lnTo>
                <a:cubicBezTo>
                  <a:pt x="50226" y="4317"/>
                  <a:pt x="53925" y="4698"/>
                  <a:pt x="57230" y="5461"/>
                </a:cubicBezTo>
                <a:cubicBezTo>
                  <a:pt x="60535" y="6224"/>
                  <a:pt x="63356" y="7391"/>
                  <a:pt x="65695" y="8962"/>
                </a:cubicBezTo>
                <a:cubicBezTo>
                  <a:pt x="68033" y="10533"/>
                  <a:pt x="69831" y="12508"/>
                  <a:pt x="71090" y="14887"/>
                </a:cubicBezTo>
                <a:cubicBezTo>
                  <a:pt x="72349" y="17265"/>
                  <a:pt x="72979" y="20069"/>
                  <a:pt x="72979" y="23301"/>
                </a:cubicBezTo>
                <a:moveTo>
                  <a:pt x="53959" y="26638"/>
                </a:moveTo>
                <a:cubicBezTo>
                  <a:pt x="53959" y="25389"/>
                  <a:pt x="53745" y="24229"/>
                  <a:pt x="53318" y="23160"/>
                </a:cubicBezTo>
                <a:cubicBezTo>
                  <a:pt x="52891" y="22089"/>
                  <a:pt x="52205" y="21164"/>
                  <a:pt x="51261" y="20384"/>
                </a:cubicBezTo>
                <a:cubicBezTo>
                  <a:pt x="50316" y="19603"/>
                  <a:pt x="49091" y="19001"/>
                  <a:pt x="47585" y="18578"/>
                </a:cubicBezTo>
                <a:cubicBezTo>
                  <a:pt x="46078" y="18153"/>
                  <a:pt x="44268" y="17941"/>
                  <a:pt x="42155" y="17941"/>
                </a:cubicBezTo>
                <a:lnTo>
                  <a:pt x="32105" y="17941"/>
                </a:lnTo>
                <a:lnTo>
                  <a:pt x="27182" y="42492"/>
                </a:lnTo>
                <a:lnTo>
                  <a:pt x="35613" y="42492"/>
                </a:lnTo>
                <a:cubicBezTo>
                  <a:pt x="38985" y="42492"/>
                  <a:pt x="41840" y="42013"/>
                  <a:pt x="44179" y="41055"/>
                </a:cubicBezTo>
                <a:cubicBezTo>
                  <a:pt x="46517" y="40095"/>
                  <a:pt x="48405" y="38857"/>
                  <a:pt x="49844" y="37341"/>
                </a:cubicBezTo>
                <a:cubicBezTo>
                  <a:pt x="51283" y="35825"/>
                  <a:pt x="52329" y="34141"/>
                  <a:pt x="52981" y="32291"/>
                </a:cubicBezTo>
                <a:cubicBezTo>
                  <a:pt x="53633" y="30440"/>
                  <a:pt x="53959" y="28556"/>
                  <a:pt x="53959" y="26638"/>
                </a:cubicBezTo>
                <a:close/>
                <a:moveTo>
                  <a:pt x="137757" y="42320"/>
                </a:moveTo>
                <a:cubicBezTo>
                  <a:pt x="137757" y="45563"/>
                  <a:pt x="137026" y="48480"/>
                  <a:pt x="135565" y="51071"/>
                </a:cubicBezTo>
                <a:cubicBezTo>
                  <a:pt x="134103" y="53661"/>
                  <a:pt x="131832" y="55891"/>
                  <a:pt x="128752" y="57761"/>
                </a:cubicBezTo>
                <a:cubicBezTo>
                  <a:pt x="125672" y="59630"/>
                  <a:pt x="121760" y="61060"/>
                  <a:pt x="117016" y="62050"/>
                </a:cubicBezTo>
                <a:cubicBezTo>
                  <a:pt x="112272" y="63041"/>
                  <a:pt x="106618" y="63536"/>
                  <a:pt x="100053" y="63536"/>
                </a:cubicBezTo>
                <a:lnTo>
                  <a:pt x="93848" y="63536"/>
                </a:lnTo>
                <a:cubicBezTo>
                  <a:pt x="93668" y="64570"/>
                  <a:pt x="93533" y="65593"/>
                  <a:pt x="93443" y="66605"/>
                </a:cubicBezTo>
                <a:cubicBezTo>
                  <a:pt x="93353" y="67617"/>
                  <a:pt x="93308" y="68550"/>
                  <a:pt x="93308" y="69404"/>
                </a:cubicBezTo>
                <a:cubicBezTo>
                  <a:pt x="93308" y="73046"/>
                  <a:pt x="94253" y="75789"/>
                  <a:pt x="96141" y="77633"/>
                </a:cubicBezTo>
                <a:cubicBezTo>
                  <a:pt x="98030" y="79476"/>
                  <a:pt x="101065" y="80398"/>
                  <a:pt x="105247" y="80398"/>
                </a:cubicBezTo>
                <a:cubicBezTo>
                  <a:pt x="108214" y="80398"/>
                  <a:pt x="110878" y="80181"/>
                  <a:pt x="113239" y="79747"/>
                </a:cubicBezTo>
                <a:cubicBezTo>
                  <a:pt x="115600" y="79313"/>
                  <a:pt x="117668" y="78833"/>
                  <a:pt x="119444" y="78307"/>
                </a:cubicBezTo>
                <a:cubicBezTo>
                  <a:pt x="121221" y="77782"/>
                  <a:pt x="122693" y="77302"/>
                  <a:pt x="123862" y="76868"/>
                </a:cubicBezTo>
                <a:cubicBezTo>
                  <a:pt x="125031" y="76434"/>
                  <a:pt x="125886" y="76216"/>
                  <a:pt x="126425" y="76216"/>
                </a:cubicBezTo>
                <a:cubicBezTo>
                  <a:pt x="126965" y="76216"/>
                  <a:pt x="127347" y="76375"/>
                  <a:pt x="127572" y="76693"/>
                </a:cubicBezTo>
                <a:cubicBezTo>
                  <a:pt x="127797" y="77010"/>
                  <a:pt x="127909" y="77508"/>
                  <a:pt x="127909" y="78187"/>
                </a:cubicBezTo>
                <a:cubicBezTo>
                  <a:pt x="127909" y="78959"/>
                  <a:pt x="127842" y="79843"/>
                  <a:pt x="127707" y="80841"/>
                </a:cubicBezTo>
                <a:cubicBezTo>
                  <a:pt x="127572" y="81837"/>
                  <a:pt x="127381" y="82823"/>
                  <a:pt x="127133" y="83798"/>
                </a:cubicBezTo>
                <a:cubicBezTo>
                  <a:pt x="126886" y="84772"/>
                  <a:pt x="126571" y="85689"/>
                  <a:pt x="126189" y="86551"/>
                </a:cubicBezTo>
                <a:cubicBezTo>
                  <a:pt x="125807" y="87412"/>
                  <a:pt x="125369" y="88069"/>
                  <a:pt x="124874" y="88521"/>
                </a:cubicBezTo>
                <a:cubicBezTo>
                  <a:pt x="124334" y="89065"/>
                  <a:pt x="123345" y="89610"/>
                  <a:pt x="121906" y="90155"/>
                </a:cubicBezTo>
                <a:cubicBezTo>
                  <a:pt x="120467" y="90699"/>
                  <a:pt x="118736" y="91197"/>
                  <a:pt x="116713" y="91649"/>
                </a:cubicBezTo>
                <a:cubicBezTo>
                  <a:pt x="114689" y="92103"/>
                  <a:pt x="112419" y="92477"/>
                  <a:pt x="109900" y="92771"/>
                </a:cubicBezTo>
                <a:cubicBezTo>
                  <a:pt x="107382" y="93066"/>
                  <a:pt x="104819" y="93213"/>
                  <a:pt x="102211" y="93213"/>
                </a:cubicBezTo>
                <a:cubicBezTo>
                  <a:pt x="97895" y="93213"/>
                  <a:pt x="94129" y="92762"/>
                  <a:pt x="90914" y="91860"/>
                </a:cubicBezTo>
                <a:cubicBezTo>
                  <a:pt x="87699" y="90959"/>
                  <a:pt x="85012" y="89586"/>
                  <a:pt x="82854" y="87740"/>
                </a:cubicBezTo>
                <a:cubicBezTo>
                  <a:pt x="80695" y="85892"/>
                  <a:pt x="79077" y="83537"/>
                  <a:pt x="77998" y="80676"/>
                </a:cubicBezTo>
                <a:cubicBezTo>
                  <a:pt x="76918" y="77816"/>
                  <a:pt x="76379" y="74426"/>
                  <a:pt x="76379" y="70507"/>
                </a:cubicBezTo>
                <a:cubicBezTo>
                  <a:pt x="76379" y="67487"/>
                  <a:pt x="76660" y="64254"/>
                  <a:pt x="77222" y="60809"/>
                </a:cubicBezTo>
                <a:cubicBezTo>
                  <a:pt x="77784" y="57362"/>
                  <a:pt x="78694" y="53960"/>
                  <a:pt x="79954" y="50603"/>
                </a:cubicBezTo>
                <a:cubicBezTo>
                  <a:pt x="81213" y="47246"/>
                  <a:pt x="82831" y="44036"/>
                  <a:pt x="84810" y="40973"/>
                </a:cubicBezTo>
                <a:cubicBezTo>
                  <a:pt x="86788" y="37909"/>
                  <a:pt x="89183" y="35218"/>
                  <a:pt x="91993" y="32898"/>
                </a:cubicBezTo>
                <a:cubicBezTo>
                  <a:pt x="94803" y="30576"/>
                  <a:pt x="98052" y="28717"/>
                  <a:pt x="101739" y="27321"/>
                </a:cubicBezTo>
                <a:cubicBezTo>
                  <a:pt x="105426" y="25924"/>
                  <a:pt x="109631" y="25226"/>
                  <a:pt x="114352" y="25226"/>
                </a:cubicBezTo>
                <a:cubicBezTo>
                  <a:pt x="118444" y="25226"/>
                  <a:pt x="121962" y="25710"/>
                  <a:pt x="124908" y="26678"/>
                </a:cubicBezTo>
                <a:cubicBezTo>
                  <a:pt x="127853" y="27646"/>
                  <a:pt x="130270" y="28930"/>
                  <a:pt x="132158" y="30529"/>
                </a:cubicBezTo>
                <a:cubicBezTo>
                  <a:pt x="134047" y="32128"/>
                  <a:pt x="135452" y="33952"/>
                  <a:pt x="136374" y="36003"/>
                </a:cubicBezTo>
                <a:cubicBezTo>
                  <a:pt x="137296" y="38053"/>
                  <a:pt x="137757" y="40158"/>
                  <a:pt x="137757" y="42320"/>
                </a:cubicBezTo>
                <a:moveTo>
                  <a:pt x="121097" y="43612"/>
                </a:moveTo>
                <a:cubicBezTo>
                  <a:pt x="121097" y="41821"/>
                  <a:pt x="120389" y="40333"/>
                  <a:pt x="118972" y="39147"/>
                </a:cubicBezTo>
                <a:cubicBezTo>
                  <a:pt x="117556" y="37960"/>
                  <a:pt x="115499" y="37366"/>
                  <a:pt x="112801" y="37366"/>
                </a:cubicBezTo>
                <a:cubicBezTo>
                  <a:pt x="110552" y="37366"/>
                  <a:pt x="108540" y="37770"/>
                  <a:pt x="106764" y="38576"/>
                </a:cubicBezTo>
                <a:cubicBezTo>
                  <a:pt x="104988" y="39381"/>
                  <a:pt x="103425" y="40467"/>
                  <a:pt x="102077" y="41833"/>
                </a:cubicBezTo>
                <a:cubicBezTo>
                  <a:pt x="100728" y="43197"/>
                  <a:pt x="99570" y="44809"/>
                  <a:pt x="98603" y="46668"/>
                </a:cubicBezTo>
                <a:cubicBezTo>
                  <a:pt x="97636" y="48525"/>
                  <a:pt x="96861" y="50506"/>
                  <a:pt x="96276" y="52610"/>
                </a:cubicBezTo>
                <a:lnTo>
                  <a:pt x="101942" y="52610"/>
                </a:lnTo>
                <a:cubicBezTo>
                  <a:pt x="105539" y="52610"/>
                  <a:pt x="108552" y="52375"/>
                  <a:pt x="110980" y="51906"/>
                </a:cubicBezTo>
                <a:cubicBezTo>
                  <a:pt x="113408" y="51435"/>
                  <a:pt x="115364" y="50797"/>
                  <a:pt x="116848" y="49992"/>
                </a:cubicBezTo>
                <a:cubicBezTo>
                  <a:pt x="118332" y="49185"/>
                  <a:pt x="119411" y="48234"/>
                  <a:pt x="120085" y="47138"/>
                </a:cubicBezTo>
                <a:cubicBezTo>
                  <a:pt x="120760" y="46040"/>
                  <a:pt x="121097" y="44865"/>
                  <a:pt x="121097" y="43612"/>
                </a:cubicBezTo>
                <a:close/>
                <a:moveTo>
                  <a:pt x="198768" y="89369"/>
                </a:moveTo>
                <a:cubicBezTo>
                  <a:pt x="198588" y="90313"/>
                  <a:pt x="197880" y="90988"/>
                  <a:pt x="196644" y="91392"/>
                </a:cubicBezTo>
                <a:cubicBezTo>
                  <a:pt x="195407" y="91797"/>
                  <a:pt x="193417" y="91999"/>
                  <a:pt x="190674" y="91999"/>
                </a:cubicBezTo>
                <a:cubicBezTo>
                  <a:pt x="189281" y="91999"/>
                  <a:pt x="188145" y="91954"/>
                  <a:pt x="187268" y="91864"/>
                </a:cubicBezTo>
                <a:cubicBezTo>
                  <a:pt x="186391" y="91774"/>
                  <a:pt x="185683" y="91628"/>
                  <a:pt x="185144" y="91426"/>
                </a:cubicBezTo>
                <a:cubicBezTo>
                  <a:pt x="184604" y="91224"/>
                  <a:pt x="184256" y="90954"/>
                  <a:pt x="184098" y="90617"/>
                </a:cubicBezTo>
                <a:cubicBezTo>
                  <a:pt x="183941" y="90279"/>
                  <a:pt x="183907" y="89863"/>
                  <a:pt x="183997" y="89369"/>
                </a:cubicBezTo>
                <a:lnTo>
                  <a:pt x="185886" y="79724"/>
                </a:lnTo>
                <a:cubicBezTo>
                  <a:pt x="185211" y="81170"/>
                  <a:pt x="184132" y="82695"/>
                  <a:pt x="182648" y="84300"/>
                </a:cubicBezTo>
                <a:cubicBezTo>
                  <a:pt x="181164" y="85904"/>
                  <a:pt x="179411" y="87362"/>
                  <a:pt x="177387" y="88673"/>
                </a:cubicBezTo>
                <a:cubicBezTo>
                  <a:pt x="175364" y="89983"/>
                  <a:pt x="173127" y="91067"/>
                  <a:pt x="170676" y="91926"/>
                </a:cubicBezTo>
                <a:cubicBezTo>
                  <a:pt x="168225" y="92784"/>
                  <a:pt x="165696" y="93213"/>
                  <a:pt x="163088" y="93213"/>
                </a:cubicBezTo>
                <a:cubicBezTo>
                  <a:pt x="159491" y="93213"/>
                  <a:pt x="156501" y="92582"/>
                  <a:pt x="154118" y="91321"/>
                </a:cubicBezTo>
                <a:cubicBezTo>
                  <a:pt x="151734" y="90059"/>
                  <a:pt x="149823" y="88358"/>
                  <a:pt x="148384" y="86218"/>
                </a:cubicBezTo>
                <a:cubicBezTo>
                  <a:pt x="146946" y="84078"/>
                  <a:pt x="145923" y="81634"/>
                  <a:pt x="145316" y="78887"/>
                </a:cubicBezTo>
                <a:cubicBezTo>
                  <a:pt x="144709" y="76138"/>
                  <a:pt x="144405" y="73254"/>
                  <a:pt x="144405" y="70235"/>
                </a:cubicBezTo>
                <a:cubicBezTo>
                  <a:pt x="144405" y="67396"/>
                  <a:pt x="144675" y="64299"/>
                  <a:pt x="145214" y="60944"/>
                </a:cubicBezTo>
                <a:cubicBezTo>
                  <a:pt x="145754" y="57587"/>
                  <a:pt x="146586" y="54241"/>
                  <a:pt x="147710" y="50907"/>
                </a:cubicBezTo>
                <a:cubicBezTo>
                  <a:pt x="148834" y="47572"/>
                  <a:pt x="150273" y="44362"/>
                  <a:pt x="152027" y="41276"/>
                </a:cubicBezTo>
                <a:cubicBezTo>
                  <a:pt x="153780" y="38190"/>
                  <a:pt x="155882" y="35454"/>
                  <a:pt x="158333" y="33066"/>
                </a:cubicBezTo>
                <a:cubicBezTo>
                  <a:pt x="160784" y="30678"/>
                  <a:pt x="163594" y="28774"/>
                  <a:pt x="166764" y="27354"/>
                </a:cubicBezTo>
                <a:cubicBezTo>
                  <a:pt x="169934" y="25935"/>
                  <a:pt x="173520" y="25226"/>
                  <a:pt x="177522" y="25226"/>
                </a:cubicBezTo>
                <a:cubicBezTo>
                  <a:pt x="181254" y="25226"/>
                  <a:pt x="184559" y="26007"/>
                  <a:pt x="187437" y="27569"/>
                </a:cubicBezTo>
                <a:cubicBezTo>
                  <a:pt x="190315" y="29132"/>
                  <a:pt x="192833" y="31408"/>
                  <a:pt x="194991" y="34399"/>
                </a:cubicBezTo>
                <a:lnTo>
                  <a:pt x="196070" y="29070"/>
                </a:lnTo>
                <a:cubicBezTo>
                  <a:pt x="196250" y="28126"/>
                  <a:pt x="196958" y="27451"/>
                  <a:pt x="198195" y="27047"/>
                </a:cubicBezTo>
                <a:cubicBezTo>
                  <a:pt x="199431" y="26642"/>
                  <a:pt x="201421" y="26440"/>
                  <a:pt x="204164" y="26440"/>
                </a:cubicBezTo>
                <a:cubicBezTo>
                  <a:pt x="205513" y="26440"/>
                  <a:pt x="206637" y="26496"/>
                  <a:pt x="207536" y="26608"/>
                </a:cubicBezTo>
                <a:cubicBezTo>
                  <a:pt x="208436" y="26721"/>
                  <a:pt x="209144" y="26878"/>
                  <a:pt x="209661" y="27080"/>
                </a:cubicBezTo>
                <a:cubicBezTo>
                  <a:pt x="210178" y="27283"/>
                  <a:pt x="210527" y="27553"/>
                  <a:pt x="210707" y="27890"/>
                </a:cubicBezTo>
                <a:cubicBezTo>
                  <a:pt x="210886" y="28227"/>
                  <a:pt x="210931" y="28621"/>
                  <a:pt x="210841" y="29070"/>
                </a:cubicBezTo>
                <a:lnTo>
                  <a:pt x="198768" y="89369"/>
                </a:lnTo>
                <a:moveTo>
                  <a:pt x="190405" y="47146"/>
                </a:moveTo>
                <a:cubicBezTo>
                  <a:pt x="188831" y="44651"/>
                  <a:pt x="187088" y="42779"/>
                  <a:pt x="185177" y="41531"/>
                </a:cubicBezTo>
                <a:cubicBezTo>
                  <a:pt x="183266" y="40283"/>
                  <a:pt x="181052" y="39660"/>
                  <a:pt x="178534" y="39660"/>
                </a:cubicBezTo>
                <a:cubicBezTo>
                  <a:pt x="176645" y="39660"/>
                  <a:pt x="174914" y="40110"/>
                  <a:pt x="173340" y="41011"/>
                </a:cubicBezTo>
                <a:cubicBezTo>
                  <a:pt x="171766" y="41911"/>
                  <a:pt x="170373" y="43116"/>
                  <a:pt x="169158" y="44625"/>
                </a:cubicBezTo>
                <a:cubicBezTo>
                  <a:pt x="167944" y="46135"/>
                  <a:pt x="166876" y="47880"/>
                  <a:pt x="165955" y="49863"/>
                </a:cubicBezTo>
                <a:cubicBezTo>
                  <a:pt x="165033" y="51844"/>
                  <a:pt x="164268" y="53905"/>
                  <a:pt x="163661" y="56045"/>
                </a:cubicBezTo>
                <a:cubicBezTo>
                  <a:pt x="163054" y="58184"/>
                  <a:pt x="162605" y="60346"/>
                  <a:pt x="162312" y="62531"/>
                </a:cubicBezTo>
                <a:cubicBezTo>
                  <a:pt x="162020" y="64714"/>
                  <a:pt x="161874" y="66730"/>
                  <a:pt x="161874" y="68578"/>
                </a:cubicBezTo>
                <a:cubicBezTo>
                  <a:pt x="161874" y="69928"/>
                  <a:pt x="161975" y="71212"/>
                  <a:pt x="162178" y="72429"/>
                </a:cubicBezTo>
                <a:cubicBezTo>
                  <a:pt x="162380" y="73644"/>
                  <a:pt x="162751" y="74726"/>
                  <a:pt x="163290" y="75673"/>
                </a:cubicBezTo>
                <a:cubicBezTo>
                  <a:pt x="163830" y="76618"/>
                  <a:pt x="164550" y="77373"/>
                  <a:pt x="165449" y="77936"/>
                </a:cubicBezTo>
                <a:cubicBezTo>
                  <a:pt x="166348" y="78498"/>
                  <a:pt x="167495" y="78779"/>
                  <a:pt x="168889" y="78779"/>
                </a:cubicBezTo>
                <a:cubicBezTo>
                  <a:pt x="170867" y="78779"/>
                  <a:pt x="172891" y="78184"/>
                  <a:pt x="174959" y="76992"/>
                </a:cubicBezTo>
                <a:cubicBezTo>
                  <a:pt x="177027" y="75800"/>
                  <a:pt x="178961" y="74182"/>
                  <a:pt x="180760" y="72136"/>
                </a:cubicBezTo>
                <a:cubicBezTo>
                  <a:pt x="182558" y="70090"/>
                  <a:pt x="184143" y="67707"/>
                  <a:pt x="185515" y="64986"/>
                </a:cubicBezTo>
                <a:cubicBezTo>
                  <a:pt x="186886" y="62266"/>
                  <a:pt x="187887" y="59354"/>
                  <a:pt x="188516" y="56252"/>
                </a:cubicBezTo>
                <a:lnTo>
                  <a:pt x="190405" y="47146"/>
                </a:lnTo>
                <a:close/>
                <a:moveTo>
                  <a:pt x="265430" y="31701"/>
                </a:moveTo>
                <a:cubicBezTo>
                  <a:pt x="265430" y="32240"/>
                  <a:pt x="265352" y="33038"/>
                  <a:pt x="265194" y="34095"/>
                </a:cubicBezTo>
                <a:cubicBezTo>
                  <a:pt x="265037" y="35152"/>
                  <a:pt x="264801" y="36220"/>
                  <a:pt x="264486" y="37299"/>
                </a:cubicBezTo>
                <a:cubicBezTo>
                  <a:pt x="264171" y="38378"/>
                  <a:pt x="263800" y="39311"/>
                  <a:pt x="263373" y="40098"/>
                </a:cubicBezTo>
                <a:cubicBezTo>
                  <a:pt x="262946" y="40885"/>
                  <a:pt x="262463" y="41278"/>
                  <a:pt x="261923" y="41278"/>
                </a:cubicBezTo>
                <a:cubicBezTo>
                  <a:pt x="261339" y="41278"/>
                  <a:pt x="260653" y="41065"/>
                  <a:pt x="259866" y="40638"/>
                </a:cubicBezTo>
                <a:cubicBezTo>
                  <a:pt x="259079" y="40210"/>
                  <a:pt x="258123" y="39738"/>
                  <a:pt x="256999" y="39221"/>
                </a:cubicBezTo>
                <a:cubicBezTo>
                  <a:pt x="255875" y="38704"/>
                  <a:pt x="254560" y="38243"/>
                  <a:pt x="253054" y="37838"/>
                </a:cubicBezTo>
                <a:cubicBezTo>
                  <a:pt x="251547" y="37434"/>
                  <a:pt x="249782" y="37231"/>
                  <a:pt x="247759" y="37231"/>
                </a:cubicBezTo>
                <a:cubicBezTo>
                  <a:pt x="246185" y="37231"/>
                  <a:pt x="244780" y="37435"/>
                  <a:pt x="243543" y="37843"/>
                </a:cubicBezTo>
                <a:cubicBezTo>
                  <a:pt x="242307" y="38249"/>
                  <a:pt x="241284" y="38802"/>
                  <a:pt x="240475" y="39504"/>
                </a:cubicBezTo>
                <a:cubicBezTo>
                  <a:pt x="239665" y="40203"/>
                  <a:pt x="239047" y="41028"/>
                  <a:pt x="238620" y="41978"/>
                </a:cubicBezTo>
                <a:cubicBezTo>
                  <a:pt x="238193" y="42927"/>
                  <a:pt x="237979" y="43943"/>
                  <a:pt x="237979" y="45028"/>
                </a:cubicBezTo>
                <a:cubicBezTo>
                  <a:pt x="237979" y="46425"/>
                  <a:pt x="238552" y="47597"/>
                  <a:pt x="239699" y="48544"/>
                </a:cubicBezTo>
                <a:cubicBezTo>
                  <a:pt x="240846" y="49489"/>
                  <a:pt x="242273" y="50379"/>
                  <a:pt x="243982" y="51212"/>
                </a:cubicBezTo>
                <a:cubicBezTo>
                  <a:pt x="245691" y="52045"/>
                  <a:pt x="247534" y="52912"/>
                  <a:pt x="249513" y="53813"/>
                </a:cubicBezTo>
                <a:cubicBezTo>
                  <a:pt x="251491" y="54714"/>
                  <a:pt x="253335" y="55840"/>
                  <a:pt x="255043" y="57192"/>
                </a:cubicBezTo>
                <a:cubicBezTo>
                  <a:pt x="256752" y="58544"/>
                  <a:pt x="258168" y="60188"/>
                  <a:pt x="259293" y="62126"/>
                </a:cubicBezTo>
                <a:cubicBezTo>
                  <a:pt x="260417" y="64064"/>
                  <a:pt x="260979" y="66497"/>
                  <a:pt x="260979" y="69425"/>
                </a:cubicBezTo>
                <a:cubicBezTo>
                  <a:pt x="260979" y="72850"/>
                  <a:pt x="260327" y="76015"/>
                  <a:pt x="259023" y="78921"/>
                </a:cubicBezTo>
                <a:cubicBezTo>
                  <a:pt x="257719" y="81827"/>
                  <a:pt x="255819" y="84338"/>
                  <a:pt x="253323" y="86456"/>
                </a:cubicBezTo>
                <a:cubicBezTo>
                  <a:pt x="250828" y="88573"/>
                  <a:pt x="247793" y="90229"/>
                  <a:pt x="244218" y="91424"/>
                </a:cubicBezTo>
                <a:cubicBezTo>
                  <a:pt x="240643" y="92617"/>
                  <a:pt x="236608" y="93213"/>
                  <a:pt x="232111" y="93213"/>
                </a:cubicBezTo>
                <a:cubicBezTo>
                  <a:pt x="229953" y="93213"/>
                  <a:pt x="227895" y="93054"/>
                  <a:pt x="225939" y="92735"/>
                </a:cubicBezTo>
                <a:cubicBezTo>
                  <a:pt x="223983" y="92416"/>
                  <a:pt x="222230" y="92029"/>
                  <a:pt x="220679" y="91574"/>
                </a:cubicBezTo>
                <a:cubicBezTo>
                  <a:pt x="219127" y="91117"/>
                  <a:pt x="217812" y="90592"/>
                  <a:pt x="216733" y="89999"/>
                </a:cubicBezTo>
                <a:cubicBezTo>
                  <a:pt x="215654" y="89406"/>
                  <a:pt x="214844" y="88859"/>
                  <a:pt x="214305" y="88357"/>
                </a:cubicBezTo>
                <a:cubicBezTo>
                  <a:pt x="213945" y="87997"/>
                  <a:pt x="213686" y="87615"/>
                  <a:pt x="213529" y="87210"/>
                </a:cubicBezTo>
                <a:cubicBezTo>
                  <a:pt x="213372" y="86806"/>
                  <a:pt x="213293" y="86289"/>
                  <a:pt x="213293" y="85659"/>
                </a:cubicBezTo>
                <a:cubicBezTo>
                  <a:pt x="213293" y="85254"/>
                  <a:pt x="213327" y="84737"/>
                  <a:pt x="213394" y="84108"/>
                </a:cubicBezTo>
                <a:cubicBezTo>
                  <a:pt x="213462" y="83478"/>
                  <a:pt x="213574" y="82781"/>
                  <a:pt x="213731" y="82017"/>
                </a:cubicBezTo>
                <a:cubicBezTo>
                  <a:pt x="213889" y="81253"/>
                  <a:pt x="214069" y="80488"/>
                  <a:pt x="214271" y="79724"/>
                </a:cubicBezTo>
                <a:cubicBezTo>
                  <a:pt x="214473" y="78959"/>
                  <a:pt x="214709" y="78262"/>
                  <a:pt x="214979" y="77633"/>
                </a:cubicBezTo>
                <a:cubicBezTo>
                  <a:pt x="215249" y="77003"/>
                  <a:pt x="215541" y="76497"/>
                  <a:pt x="215856" y="76115"/>
                </a:cubicBezTo>
                <a:cubicBezTo>
                  <a:pt x="216171" y="75733"/>
                  <a:pt x="216508" y="75542"/>
                  <a:pt x="216868" y="75542"/>
                </a:cubicBezTo>
                <a:cubicBezTo>
                  <a:pt x="217497" y="75542"/>
                  <a:pt x="218194" y="75812"/>
                  <a:pt x="218959" y="76351"/>
                </a:cubicBezTo>
                <a:cubicBezTo>
                  <a:pt x="219723" y="76891"/>
                  <a:pt x="220712" y="77487"/>
                  <a:pt x="221926" y="78139"/>
                </a:cubicBezTo>
                <a:cubicBezTo>
                  <a:pt x="223140" y="78791"/>
                  <a:pt x="224635" y="79398"/>
                  <a:pt x="226412" y="79960"/>
                </a:cubicBezTo>
                <a:cubicBezTo>
                  <a:pt x="228188" y="80522"/>
                  <a:pt x="230402" y="80803"/>
                  <a:pt x="233055" y="80803"/>
                </a:cubicBezTo>
                <a:cubicBezTo>
                  <a:pt x="234899" y="80803"/>
                  <a:pt x="236506" y="80590"/>
                  <a:pt x="237878" y="80164"/>
                </a:cubicBezTo>
                <a:cubicBezTo>
                  <a:pt x="239249" y="79738"/>
                  <a:pt x="240385" y="79145"/>
                  <a:pt x="241284" y="78383"/>
                </a:cubicBezTo>
                <a:cubicBezTo>
                  <a:pt x="242183" y="77622"/>
                  <a:pt x="242846" y="76748"/>
                  <a:pt x="243274" y="75761"/>
                </a:cubicBezTo>
                <a:cubicBezTo>
                  <a:pt x="243701" y="74775"/>
                  <a:pt x="243914" y="73722"/>
                  <a:pt x="243914" y="72602"/>
                </a:cubicBezTo>
                <a:cubicBezTo>
                  <a:pt x="243914" y="71025"/>
                  <a:pt x="243364" y="69741"/>
                  <a:pt x="242262" y="68751"/>
                </a:cubicBezTo>
                <a:cubicBezTo>
                  <a:pt x="241160" y="67759"/>
                  <a:pt x="239778" y="66835"/>
                  <a:pt x="238114" y="65979"/>
                </a:cubicBezTo>
                <a:cubicBezTo>
                  <a:pt x="236450" y="65122"/>
                  <a:pt x="234640" y="64243"/>
                  <a:pt x="232684" y="63342"/>
                </a:cubicBezTo>
                <a:cubicBezTo>
                  <a:pt x="230728" y="62442"/>
                  <a:pt x="228918" y="61338"/>
                  <a:pt x="227255" y="60031"/>
                </a:cubicBezTo>
                <a:cubicBezTo>
                  <a:pt x="225591" y="58724"/>
                  <a:pt x="224208" y="57103"/>
                  <a:pt x="223107" y="55166"/>
                </a:cubicBezTo>
                <a:cubicBezTo>
                  <a:pt x="222005" y="53229"/>
                  <a:pt x="221454" y="50795"/>
                  <a:pt x="221454" y="47867"/>
                </a:cubicBezTo>
                <a:cubicBezTo>
                  <a:pt x="221454" y="44668"/>
                  <a:pt x="222061" y="41694"/>
                  <a:pt x="223275" y="38945"/>
                </a:cubicBezTo>
                <a:cubicBezTo>
                  <a:pt x="224489" y="36196"/>
                  <a:pt x="226265" y="33797"/>
                  <a:pt x="228604" y="31747"/>
                </a:cubicBezTo>
                <a:cubicBezTo>
                  <a:pt x="230942" y="29697"/>
                  <a:pt x="233775" y="28098"/>
                  <a:pt x="237102" y="26950"/>
                </a:cubicBezTo>
                <a:cubicBezTo>
                  <a:pt x="240430" y="25800"/>
                  <a:pt x="244207" y="25226"/>
                  <a:pt x="248433" y="25226"/>
                </a:cubicBezTo>
                <a:cubicBezTo>
                  <a:pt x="250322" y="25226"/>
                  <a:pt x="252154" y="25349"/>
                  <a:pt x="253930" y="25597"/>
                </a:cubicBezTo>
                <a:cubicBezTo>
                  <a:pt x="255707" y="25844"/>
                  <a:pt x="257303" y="26170"/>
                  <a:pt x="258719" y="26575"/>
                </a:cubicBezTo>
                <a:cubicBezTo>
                  <a:pt x="260136" y="26979"/>
                  <a:pt x="261372" y="27429"/>
                  <a:pt x="262429" y="27924"/>
                </a:cubicBezTo>
                <a:cubicBezTo>
                  <a:pt x="263486" y="28418"/>
                  <a:pt x="264239" y="28913"/>
                  <a:pt x="264688" y="29407"/>
                </a:cubicBezTo>
                <a:cubicBezTo>
                  <a:pt x="265183" y="29857"/>
                  <a:pt x="265430" y="30621"/>
                  <a:pt x="265430" y="31701"/>
                </a:cubicBezTo>
                <a:close/>
                <a:moveTo>
                  <a:pt x="336236" y="49353"/>
                </a:moveTo>
                <a:cubicBezTo>
                  <a:pt x="336236" y="52596"/>
                  <a:pt x="335933" y="55930"/>
                  <a:pt x="335326" y="59354"/>
                </a:cubicBezTo>
                <a:cubicBezTo>
                  <a:pt x="334719" y="62779"/>
                  <a:pt x="333763" y="66124"/>
                  <a:pt x="332459" y="69392"/>
                </a:cubicBezTo>
                <a:cubicBezTo>
                  <a:pt x="331155" y="72657"/>
                  <a:pt x="329480" y="75720"/>
                  <a:pt x="327434" y="78581"/>
                </a:cubicBezTo>
                <a:cubicBezTo>
                  <a:pt x="325388" y="81442"/>
                  <a:pt x="322938" y="83965"/>
                  <a:pt x="320082" y="86150"/>
                </a:cubicBezTo>
                <a:cubicBezTo>
                  <a:pt x="317227" y="88335"/>
                  <a:pt x="313956" y="90059"/>
                  <a:pt x="310269" y="91321"/>
                </a:cubicBezTo>
                <a:cubicBezTo>
                  <a:pt x="306582" y="92582"/>
                  <a:pt x="302422" y="93213"/>
                  <a:pt x="297791" y="93213"/>
                </a:cubicBezTo>
                <a:cubicBezTo>
                  <a:pt x="293249" y="93213"/>
                  <a:pt x="289326" y="92684"/>
                  <a:pt x="286021" y="91624"/>
                </a:cubicBezTo>
                <a:cubicBezTo>
                  <a:pt x="282716" y="90566"/>
                  <a:pt x="279962" y="89012"/>
                  <a:pt x="277759" y="86962"/>
                </a:cubicBezTo>
                <a:cubicBezTo>
                  <a:pt x="275555" y="84912"/>
                  <a:pt x="273914" y="82389"/>
                  <a:pt x="272835" y="79393"/>
                </a:cubicBezTo>
                <a:cubicBezTo>
                  <a:pt x="271756" y="76397"/>
                  <a:pt x="271216" y="72961"/>
                  <a:pt x="271216" y="69086"/>
                </a:cubicBezTo>
                <a:cubicBezTo>
                  <a:pt x="271216" y="65843"/>
                  <a:pt x="271520" y="62509"/>
                  <a:pt x="272127" y="59085"/>
                </a:cubicBezTo>
                <a:cubicBezTo>
                  <a:pt x="272734" y="55660"/>
                  <a:pt x="273689" y="52326"/>
                  <a:pt x="274993" y="49083"/>
                </a:cubicBezTo>
                <a:cubicBezTo>
                  <a:pt x="276297" y="45839"/>
                  <a:pt x="277972" y="42764"/>
                  <a:pt x="280018" y="39858"/>
                </a:cubicBezTo>
                <a:cubicBezTo>
                  <a:pt x="282064" y="36952"/>
                  <a:pt x="284515" y="34418"/>
                  <a:pt x="287370" y="32255"/>
                </a:cubicBezTo>
                <a:cubicBezTo>
                  <a:pt x="290225" y="30092"/>
                  <a:pt x="293497" y="28380"/>
                  <a:pt x="297184" y="27118"/>
                </a:cubicBezTo>
                <a:cubicBezTo>
                  <a:pt x="300871" y="25857"/>
                  <a:pt x="305030" y="25226"/>
                  <a:pt x="309662" y="25226"/>
                </a:cubicBezTo>
                <a:cubicBezTo>
                  <a:pt x="314203" y="25226"/>
                  <a:pt x="318126" y="25755"/>
                  <a:pt x="321431" y="26815"/>
                </a:cubicBezTo>
                <a:cubicBezTo>
                  <a:pt x="324736" y="27873"/>
                  <a:pt x="327491" y="29427"/>
                  <a:pt x="329694" y="31477"/>
                </a:cubicBezTo>
                <a:cubicBezTo>
                  <a:pt x="331897" y="33527"/>
                  <a:pt x="333538" y="36050"/>
                  <a:pt x="334618" y="39046"/>
                </a:cubicBezTo>
                <a:cubicBezTo>
                  <a:pt x="335697" y="42042"/>
                  <a:pt x="336236" y="45478"/>
                  <a:pt x="336236" y="49353"/>
                </a:cubicBezTo>
                <a:moveTo>
                  <a:pt x="318700" y="50470"/>
                </a:moveTo>
                <a:cubicBezTo>
                  <a:pt x="318700" y="48579"/>
                  <a:pt x="318509" y="46902"/>
                  <a:pt x="318126" y="45439"/>
                </a:cubicBezTo>
                <a:cubicBezTo>
                  <a:pt x="317744" y="43975"/>
                  <a:pt x="317115" y="42736"/>
                  <a:pt x="316238" y="41723"/>
                </a:cubicBezTo>
                <a:cubicBezTo>
                  <a:pt x="315361" y="40708"/>
                  <a:pt x="314237" y="39931"/>
                  <a:pt x="312866" y="39392"/>
                </a:cubicBezTo>
                <a:cubicBezTo>
                  <a:pt x="311494" y="38851"/>
                  <a:pt x="309819" y="38580"/>
                  <a:pt x="307841" y="38580"/>
                </a:cubicBezTo>
                <a:cubicBezTo>
                  <a:pt x="305592" y="38580"/>
                  <a:pt x="303569" y="39019"/>
                  <a:pt x="301770" y="39898"/>
                </a:cubicBezTo>
                <a:cubicBezTo>
                  <a:pt x="299972" y="40776"/>
                  <a:pt x="298364" y="41958"/>
                  <a:pt x="296948" y="43445"/>
                </a:cubicBezTo>
                <a:cubicBezTo>
                  <a:pt x="295531" y="44932"/>
                  <a:pt x="294306" y="46654"/>
                  <a:pt x="293272" y="48613"/>
                </a:cubicBezTo>
                <a:cubicBezTo>
                  <a:pt x="292238" y="50572"/>
                  <a:pt x="291383" y="52633"/>
                  <a:pt x="290709" y="54795"/>
                </a:cubicBezTo>
                <a:cubicBezTo>
                  <a:pt x="290034" y="56956"/>
                  <a:pt x="289540" y="59152"/>
                  <a:pt x="289225" y="61382"/>
                </a:cubicBezTo>
                <a:cubicBezTo>
                  <a:pt x="288910" y="63611"/>
                  <a:pt x="288753" y="65739"/>
                  <a:pt x="288753" y="67766"/>
                </a:cubicBezTo>
                <a:cubicBezTo>
                  <a:pt x="288753" y="69658"/>
                  <a:pt x="288944" y="71347"/>
                  <a:pt x="289326" y="72833"/>
                </a:cubicBezTo>
                <a:cubicBezTo>
                  <a:pt x="289708" y="74319"/>
                  <a:pt x="290338" y="75569"/>
                  <a:pt x="291215" y="76583"/>
                </a:cubicBezTo>
                <a:cubicBezTo>
                  <a:pt x="292091" y="77596"/>
                  <a:pt x="293216" y="78373"/>
                  <a:pt x="294587" y="78914"/>
                </a:cubicBezTo>
                <a:cubicBezTo>
                  <a:pt x="295958" y="79454"/>
                  <a:pt x="297633" y="79724"/>
                  <a:pt x="299612" y="79724"/>
                </a:cubicBezTo>
                <a:cubicBezTo>
                  <a:pt x="301860" y="79724"/>
                  <a:pt x="303884" y="79285"/>
                  <a:pt x="305682" y="78406"/>
                </a:cubicBezTo>
                <a:cubicBezTo>
                  <a:pt x="307481" y="77528"/>
                  <a:pt x="309088" y="76334"/>
                  <a:pt x="310505" y="74825"/>
                </a:cubicBezTo>
                <a:cubicBezTo>
                  <a:pt x="311921" y="73316"/>
                  <a:pt x="313147" y="71582"/>
                  <a:pt x="314181" y="69623"/>
                </a:cubicBezTo>
                <a:cubicBezTo>
                  <a:pt x="315215" y="67665"/>
                  <a:pt x="316069" y="65593"/>
                  <a:pt x="316744" y="63410"/>
                </a:cubicBezTo>
                <a:cubicBezTo>
                  <a:pt x="317418" y="61225"/>
                  <a:pt x="317913" y="59029"/>
                  <a:pt x="318228" y="56823"/>
                </a:cubicBezTo>
                <a:cubicBezTo>
                  <a:pt x="318542" y="54615"/>
                  <a:pt x="318700" y="52498"/>
                  <a:pt x="318700" y="50470"/>
                </a:cubicBezTo>
                <a:close/>
                <a:moveTo>
                  <a:pt x="407346" y="42511"/>
                </a:moveTo>
                <a:cubicBezTo>
                  <a:pt x="407346" y="44087"/>
                  <a:pt x="407245" y="45662"/>
                  <a:pt x="407043" y="47237"/>
                </a:cubicBezTo>
                <a:cubicBezTo>
                  <a:pt x="406840" y="48812"/>
                  <a:pt x="406582" y="50432"/>
                  <a:pt x="406267" y="52097"/>
                </a:cubicBezTo>
                <a:lnTo>
                  <a:pt x="398780" y="89301"/>
                </a:lnTo>
                <a:cubicBezTo>
                  <a:pt x="398690" y="89751"/>
                  <a:pt x="398477" y="90144"/>
                  <a:pt x="398139" y="90482"/>
                </a:cubicBezTo>
                <a:cubicBezTo>
                  <a:pt x="397802" y="90819"/>
                  <a:pt x="397285" y="91100"/>
                  <a:pt x="396588" y="91325"/>
                </a:cubicBezTo>
                <a:cubicBezTo>
                  <a:pt x="395891" y="91550"/>
                  <a:pt x="394992" y="91718"/>
                  <a:pt x="393890" y="91831"/>
                </a:cubicBezTo>
                <a:cubicBezTo>
                  <a:pt x="392788" y="91943"/>
                  <a:pt x="391406" y="91999"/>
                  <a:pt x="389742" y="91999"/>
                </a:cubicBezTo>
                <a:cubicBezTo>
                  <a:pt x="388078" y="91999"/>
                  <a:pt x="386718" y="91943"/>
                  <a:pt x="385661" y="91831"/>
                </a:cubicBezTo>
                <a:cubicBezTo>
                  <a:pt x="384605" y="91718"/>
                  <a:pt x="383784" y="91550"/>
                  <a:pt x="383200" y="91325"/>
                </a:cubicBezTo>
                <a:cubicBezTo>
                  <a:pt x="382615" y="91100"/>
                  <a:pt x="382222" y="90819"/>
                  <a:pt x="382019" y="90482"/>
                </a:cubicBezTo>
                <a:cubicBezTo>
                  <a:pt x="381817" y="90144"/>
                  <a:pt x="381761" y="89751"/>
                  <a:pt x="381851" y="89301"/>
                </a:cubicBezTo>
                <a:lnTo>
                  <a:pt x="389135" y="53217"/>
                </a:lnTo>
                <a:cubicBezTo>
                  <a:pt x="389360" y="52132"/>
                  <a:pt x="389528" y="51025"/>
                  <a:pt x="389641" y="49895"/>
                </a:cubicBezTo>
                <a:cubicBezTo>
                  <a:pt x="389753" y="48765"/>
                  <a:pt x="389810" y="47771"/>
                  <a:pt x="389810" y="46912"/>
                </a:cubicBezTo>
                <a:cubicBezTo>
                  <a:pt x="389810" y="44878"/>
                  <a:pt x="389382" y="43205"/>
                  <a:pt x="388528" y="41896"/>
                </a:cubicBezTo>
                <a:cubicBezTo>
                  <a:pt x="387674" y="40585"/>
                  <a:pt x="386235" y="39929"/>
                  <a:pt x="384211" y="39929"/>
                </a:cubicBezTo>
                <a:cubicBezTo>
                  <a:pt x="382368" y="39929"/>
                  <a:pt x="380445" y="40516"/>
                  <a:pt x="378445" y="41689"/>
                </a:cubicBezTo>
                <a:cubicBezTo>
                  <a:pt x="376444" y="42861"/>
                  <a:pt x="374555" y="44451"/>
                  <a:pt x="372779" y="46459"/>
                </a:cubicBezTo>
                <a:cubicBezTo>
                  <a:pt x="371003" y="48466"/>
                  <a:pt x="369418" y="50811"/>
                  <a:pt x="368024" y="53495"/>
                </a:cubicBezTo>
                <a:cubicBezTo>
                  <a:pt x="366630" y="56177"/>
                  <a:pt x="365641" y="59030"/>
                  <a:pt x="365056" y="62052"/>
                </a:cubicBezTo>
                <a:lnTo>
                  <a:pt x="359593" y="89301"/>
                </a:lnTo>
                <a:cubicBezTo>
                  <a:pt x="359503" y="89751"/>
                  <a:pt x="359289" y="90144"/>
                  <a:pt x="358952" y="90482"/>
                </a:cubicBezTo>
                <a:cubicBezTo>
                  <a:pt x="358615" y="90819"/>
                  <a:pt x="358098" y="91100"/>
                  <a:pt x="357401" y="91325"/>
                </a:cubicBezTo>
                <a:cubicBezTo>
                  <a:pt x="356704" y="91550"/>
                  <a:pt x="355793" y="91718"/>
                  <a:pt x="354669" y="91831"/>
                </a:cubicBezTo>
                <a:cubicBezTo>
                  <a:pt x="353545" y="91943"/>
                  <a:pt x="352173" y="91999"/>
                  <a:pt x="350555" y="91999"/>
                </a:cubicBezTo>
                <a:cubicBezTo>
                  <a:pt x="348891" y="91999"/>
                  <a:pt x="347531" y="91943"/>
                  <a:pt x="346474" y="91831"/>
                </a:cubicBezTo>
                <a:cubicBezTo>
                  <a:pt x="345417" y="91718"/>
                  <a:pt x="344586" y="91550"/>
                  <a:pt x="343978" y="91325"/>
                </a:cubicBezTo>
                <a:cubicBezTo>
                  <a:pt x="343371" y="91100"/>
                  <a:pt x="342978" y="90819"/>
                  <a:pt x="342798" y="90482"/>
                </a:cubicBezTo>
                <a:cubicBezTo>
                  <a:pt x="342618" y="90144"/>
                  <a:pt x="342573" y="89751"/>
                  <a:pt x="342663" y="89301"/>
                </a:cubicBezTo>
                <a:lnTo>
                  <a:pt x="354736" y="29070"/>
                </a:lnTo>
                <a:cubicBezTo>
                  <a:pt x="354826" y="28621"/>
                  <a:pt x="355018" y="28227"/>
                  <a:pt x="355310" y="27890"/>
                </a:cubicBezTo>
                <a:cubicBezTo>
                  <a:pt x="355602" y="27553"/>
                  <a:pt x="356052" y="27283"/>
                  <a:pt x="356659" y="27080"/>
                </a:cubicBezTo>
                <a:cubicBezTo>
                  <a:pt x="357266" y="26878"/>
                  <a:pt x="358053" y="26721"/>
                  <a:pt x="359019" y="26608"/>
                </a:cubicBezTo>
                <a:cubicBezTo>
                  <a:pt x="359986" y="26496"/>
                  <a:pt x="361144" y="26440"/>
                  <a:pt x="362493" y="26440"/>
                </a:cubicBezTo>
                <a:cubicBezTo>
                  <a:pt x="363887" y="26440"/>
                  <a:pt x="365022" y="26496"/>
                  <a:pt x="365899" y="26608"/>
                </a:cubicBezTo>
                <a:cubicBezTo>
                  <a:pt x="366776" y="26721"/>
                  <a:pt x="367462" y="26878"/>
                  <a:pt x="367956" y="27080"/>
                </a:cubicBezTo>
                <a:cubicBezTo>
                  <a:pt x="368451" y="27283"/>
                  <a:pt x="368777" y="27553"/>
                  <a:pt x="368934" y="27890"/>
                </a:cubicBezTo>
                <a:cubicBezTo>
                  <a:pt x="369092" y="28227"/>
                  <a:pt x="369125" y="28621"/>
                  <a:pt x="369035" y="29070"/>
                </a:cubicBezTo>
                <a:lnTo>
                  <a:pt x="367079" y="38985"/>
                </a:lnTo>
                <a:cubicBezTo>
                  <a:pt x="368024" y="37403"/>
                  <a:pt x="369283" y="35788"/>
                  <a:pt x="370857" y="34139"/>
                </a:cubicBezTo>
                <a:cubicBezTo>
                  <a:pt x="372430" y="32490"/>
                  <a:pt x="374240" y="31010"/>
                  <a:pt x="376286" y="29700"/>
                </a:cubicBezTo>
                <a:cubicBezTo>
                  <a:pt x="378332" y="28389"/>
                  <a:pt x="380558" y="27316"/>
                  <a:pt x="382964" y="26480"/>
                </a:cubicBezTo>
                <a:cubicBezTo>
                  <a:pt x="385369" y="25644"/>
                  <a:pt x="387876" y="25226"/>
                  <a:pt x="390484" y="25226"/>
                </a:cubicBezTo>
                <a:cubicBezTo>
                  <a:pt x="393632" y="25226"/>
                  <a:pt x="396273" y="25687"/>
                  <a:pt x="398409" y="26610"/>
                </a:cubicBezTo>
                <a:cubicBezTo>
                  <a:pt x="400545" y="27532"/>
                  <a:pt x="402276" y="28781"/>
                  <a:pt x="403603" y="30358"/>
                </a:cubicBezTo>
                <a:cubicBezTo>
                  <a:pt x="404929" y="31933"/>
                  <a:pt x="405885" y="33768"/>
                  <a:pt x="406469" y="35861"/>
                </a:cubicBezTo>
                <a:cubicBezTo>
                  <a:pt x="407054" y="37954"/>
                  <a:pt x="407346" y="40170"/>
                  <a:pt x="407346" y="42511"/>
                </a:cubicBezTo>
                <a:close/>
                <a:moveTo>
                  <a:pt x="449791" y="8903"/>
                </a:moveTo>
                <a:cubicBezTo>
                  <a:pt x="449476" y="10567"/>
                  <a:pt x="449049" y="11972"/>
                  <a:pt x="448509" y="13119"/>
                </a:cubicBezTo>
                <a:cubicBezTo>
                  <a:pt x="447970" y="14265"/>
                  <a:pt x="447250" y="15187"/>
                  <a:pt x="446351" y="15884"/>
                </a:cubicBezTo>
                <a:cubicBezTo>
                  <a:pt x="445452" y="16581"/>
                  <a:pt x="444350" y="17076"/>
                  <a:pt x="443046" y="17368"/>
                </a:cubicBezTo>
                <a:cubicBezTo>
                  <a:pt x="441742" y="17660"/>
                  <a:pt x="440123" y="17806"/>
                  <a:pt x="438190" y="17806"/>
                </a:cubicBezTo>
                <a:cubicBezTo>
                  <a:pt x="436301" y="17806"/>
                  <a:pt x="434761" y="17660"/>
                  <a:pt x="433570" y="17368"/>
                </a:cubicBezTo>
                <a:cubicBezTo>
                  <a:pt x="432378" y="17076"/>
                  <a:pt x="431479" y="16581"/>
                  <a:pt x="430872" y="15884"/>
                </a:cubicBezTo>
                <a:cubicBezTo>
                  <a:pt x="430265" y="15187"/>
                  <a:pt x="429916" y="14265"/>
                  <a:pt x="429826" y="13119"/>
                </a:cubicBezTo>
                <a:cubicBezTo>
                  <a:pt x="429736" y="11972"/>
                  <a:pt x="429871" y="10567"/>
                  <a:pt x="430231" y="8903"/>
                </a:cubicBezTo>
                <a:cubicBezTo>
                  <a:pt x="430546" y="7284"/>
                  <a:pt x="430973" y="5913"/>
                  <a:pt x="431512" y="4789"/>
                </a:cubicBezTo>
                <a:cubicBezTo>
                  <a:pt x="432052" y="3665"/>
                  <a:pt x="432771" y="2743"/>
                  <a:pt x="433671" y="2023"/>
                </a:cubicBezTo>
                <a:cubicBezTo>
                  <a:pt x="434570" y="1304"/>
                  <a:pt x="435672" y="787"/>
                  <a:pt x="436976" y="472"/>
                </a:cubicBezTo>
                <a:cubicBezTo>
                  <a:pt x="438280" y="157"/>
                  <a:pt x="439898" y="0"/>
                  <a:pt x="441832" y="0"/>
                </a:cubicBezTo>
                <a:cubicBezTo>
                  <a:pt x="443721" y="0"/>
                  <a:pt x="445261" y="157"/>
                  <a:pt x="446452" y="472"/>
                </a:cubicBezTo>
                <a:cubicBezTo>
                  <a:pt x="447644" y="787"/>
                  <a:pt x="448543" y="1304"/>
                  <a:pt x="449150" y="2023"/>
                </a:cubicBezTo>
                <a:cubicBezTo>
                  <a:pt x="449757" y="2743"/>
                  <a:pt x="450094" y="3665"/>
                  <a:pt x="450162" y="4789"/>
                </a:cubicBezTo>
                <a:cubicBezTo>
                  <a:pt x="450229" y="5913"/>
                  <a:pt x="450106" y="7284"/>
                  <a:pt x="449791" y="8903"/>
                </a:cubicBezTo>
                <a:moveTo>
                  <a:pt x="432389" y="89301"/>
                </a:moveTo>
                <a:cubicBezTo>
                  <a:pt x="432299" y="89751"/>
                  <a:pt x="432086" y="90144"/>
                  <a:pt x="431749" y="90482"/>
                </a:cubicBezTo>
                <a:cubicBezTo>
                  <a:pt x="431411" y="90819"/>
                  <a:pt x="430894" y="91100"/>
                  <a:pt x="430197" y="91325"/>
                </a:cubicBezTo>
                <a:cubicBezTo>
                  <a:pt x="429500" y="91550"/>
                  <a:pt x="428590" y="91718"/>
                  <a:pt x="427466" y="91831"/>
                </a:cubicBezTo>
                <a:cubicBezTo>
                  <a:pt x="426341" y="91943"/>
                  <a:pt x="424970" y="91999"/>
                  <a:pt x="423351" y="91999"/>
                </a:cubicBezTo>
                <a:cubicBezTo>
                  <a:pt x="421687" y="91999"/>
                  <a:pt x="420327" y="91943"/>
                  <a:pt x="419271" y="91831"/>
                </a:cubicBezTo>
                <a:cubicBezTo>
                  <a:pt x="418214" y="91718"/>
                  <a:pt x="417382" y="91550"/>
                  <a:pt x="416775" y="91325"/>
                </a:cubicBezTo>
                <a:cubicBezTo>
                  <a:pt x="416168" y="91100"/>
                  <a:pt x="415775" y="90819"/>
                  <a:pt x="415595" y="90482"/>
                </a:cubicBezTo>
                <a:cubicBezTo>
                  <a:pt x="415415" y="90144"/>
                  <a:pt x="415370" y="89751"/>
                  <a:pt x="415460" y="89301"/>
                </a:cubicBezTo>
                <a:lnTo>
                  <a:pt x="427398" y="29273"/>
                </a:lnTo>
                <a:cubicBezTo>
                  <a:pt x="427488" y="28823"/>
                  <a:pt x="427702" y="28429"/>
                  <a:pt x="428039" y="28092"/>
                </a:cubicBezTo>
                <a:cubicBezTo>
                  <a:pt x="428376" y="27755"/>
                  <a:pt x="428893" y="27463"/>
                  <a:pt x="429590" y="27215"/>
                </a:cubicBezTo>
                <a:cubicBezTo>
                  <a:pt x="430287" y="26968"/>
                  <a:pt x="431186" y="26777"/>
                  <a:pt x="432288" y="26642"/>
                </a:cubicBezTo>
                <a:cubicBezTo>
                  <a:pt x="433390" y="26507"/>
                  <a:pt x="434772" y="26440"/>
                  <a:pt x="436436" y="26440"/>
                </a:cubicBezTo>
                <a:cubicBezTo>
                  <a:pt x="438100" y="26440"/>
                  <a:pt x="439460" y="26507"/>
                  <a:pt x="440517" y="26642"/>
                </a:cubicBezTo>
                <a:cubicBezTo>
                  <a:pt x="441573" y="26777"/>
                  <a:pt x="442405" y="26968"/>
                  <a:pt x="443012" y="27215"/>
                </a:cubicBezTo>
                <a:cubicBezTo>
                  <a:pt x="443619" y="27463"/>
                  <a:pt x="444013" y="27755"/>
                  <a:pt x="444193" y="28092"/>
                </a:cubicBezTo>
                <a:cubicBezTo>
                  <a:pt x="444373" y="28429"/>
                  <a:pt x="444418" y="28823"/>
                  <a:pt x="444328" y="29273"/>
                </a:cubicBezTo>
                <a:lnTo>
                  <a:pt x="432389" y="89301"/>
                </a:lnTo>
                <a:close/>
                <a:moveTo>
                  <a:pt x="514123" y="42511"/>
                </a:moveTo>
                <a:cubicBezTo>
                  <a:pt x="514123" y="44087"/>
                  <a:pt x="514022" y="45662"/>
                  <a:pt x="513820" y="47237"/>
                </a:cubicBezTo>
                <a:cubicBezTo>
                  <a:pt x="513618" y="48812"/>
                  <a:pt x="513359" y="50432"/>
                  <a:pt x="513044" y="52097"/>
                </a:cubicBezTo>
                <a:lnTo>
                  <a:pt x="505557" y="89301"/>
                </a:lnTo>
                <a:cubicBezTo>
                  <a:pt x="505468" y="89751"/>
                  <a:pt x="505254" y="90144"/>
                  <a:pt x="504917" y="90482"/>
                </a:cubicBezTo>
                <a:cubicBezTo>
                  <a:pt x="504579" y="90819"/>
                  <a:pt x="504062" y="91100"/>
                  <a:pt x="503365" y="91325"/>
                </a:cubicBezTo>
                <a:cubicBezTo>
                  <a:pt x="502668" y="91550"/>
                  <a:pt x="501769" y="91718"/>
                  <a:pt x="500667" y="91831"/>
                </a:cubicBezTo>
                <a:cubicBezTo>
                  <a:pt x="499566" y="91943"/>
                  <a:pt x="498183" y="91999"/>
                  <a:pt x="496519" y="91999"/>
                </a:cubicBezTo>
                <a:cubicBezTo>
                  <a:pt x="494856" y="91999"/>
                  <a:pt x="493495" y="91943"/>
                  <a:pt x="492439" y="91831"/>
                </a:cubicBezTo>
                <a:cubicBezTo>
                  <a:pt x="491382" y="91718"/>
                  <a:pt x="490561" y="91550"/>
                  <a:pt x="489977" y="91325"/>
                </a:cubicBezTo>
                <a:cubicBezTo>
                  <a:pt x="489392" y="91100"/>
                  <a:pt x="488999" y="90819"/>
                  <a:pt x="488797" y="90482"/>
                </a:cubicBezTo>
                <a:cubicBezTo>
                  <a:pt x="488594" y="90144"/>
                  <a:pt x="488538" y="89751"/>
                  <a:pt x="488628" y="89301"/>
                </a:cubicBezTo>
                <a:lnTo>
                  <a:pt x="495912" y="53217"/>
                </a:lnTo>
                <a:cubicBezTo>
                  <a:pt x="496137" y="52132"/>
                  <a:pt x="496306" y="51025"/>
                  <a:pt x="496418" y="49895"/>
                </a:cubicBezTo>
                <a:cubicBezTo>
                  <a:pt x="496531" y="48765"/>
                  <a:pt x="496587" y="47771"/>
                  <a:pt x="496587" y="46912"/>
                </a:cubicBezTo>
                <a:cubicBezTo>
                  <a:pt x="496587" y="44878"/>
                  <a:pt x="496160" y="43205"/>
                  <a:pt x="495305" y="41896"/>
                </a:cubicBezTo>
                <a:cubicBezTo>
                  <a:pt x="494451" y="40585"/>
                  <a:pt x="493012" y="39929"/>
                  <a:pt x="490989" y="39929"/>
                </a:cubicBezTo>
                <a:cubicBezTo>
                  <a:pt x="489145" y="39929"/>
                  <a:pt x="487223" y="40516"/>
                  <a:pt x="485222" y="41689"/>
                </a:cubicBezTo>
                <a:cubicBezTo>
                  <a:pt x="483221" y="42861"/>
                  <a:pt x="481332" y="44451"/>
                  <a:pt x="479556" y="46459"/>
                </a:cubicBezTo>
                <a:cubicBezTo>
                  <a:pt x="477780" y="48466"/>
                  <a:pt x="476195" y="50811"/>
                  <a:pt x="474801" y="53495"/>
                </a:cubicBezTo>
                <a:cubicBezTo>
                  <a:pt x="473407" y="56177"/>
                  <a:pt x="472418" y="59030"/>
                  <a:pt x="471833" y="62052"/>
                </a:cubicBezTo>
                <a:lnTo>
                  <a:pt x="466370" y="89301"/>
                </a:lnTo>
                <a:cubicBezTo>
                  <a:pt x="466280" y="89751"/>
                  <a:pt x="466067" y="90144"/>
                  <a:pt x="465729" y="90482"/>
                </a:cubicBezTo>
                <a:cubicBezTo>
                  <a:pt x="465392" y="90819"/>
                  <a:pt x="464875" y="91100"/>
                  <a:pt x="464178" y="91325"/>
                </a:cubicBezTo>
                <a:cubicBezTo>
                  <a:pt x="463481" y="91550"/>
                  <a:pt x="462571" y="91718"/>
                  <a:pt x="461446" y="91831"/>
                </a:cubicBezTo>
                <a:cubicBezTo>
                  <a:pt x="460322" y="91943"/>
                  <a:pt x="458951" y="91999"/>
                  <a:pt x="457332" y="91999"/>
                </a:cubicBezTo>
                <a:cubicBezTo>
                  <a:pt x="455668" y="91999"/>
                  <a:pt x="454308" y="91943"/>
                  <a:pt x="453251" y="91831"/>
                </a:cubicBezTo>
                <a:cubicBezTo>
                  <a:pt x="452195" y="91718"/>
                  <a:pt x="451363" y="91550"/>
                  <a:pt x="450756" y="91325"/>
                </a:cubicBezTo>
                <a:cubicBezTo>
                  <a:pt x="450149" y="91100"/>
                  <a:pt x="449755" y="90819"/>
                  <a:pt x="449575" y="90482"/>
                </a:cubicBezTo>
                <a:cubicBezTo>
                  <a:pt x="449396" y="90144"/>
                  <a:pt x="449351" y="89751"/>
                  <a:pt x="449441" y="89301"/>
                </a:cubicBezTo>
                <a:lnTo>
                  <a:pt x="461514" y="29070"/>
                </a:lnTo>
                <a:cubicBezTo>
                  <a:pt x="461604" y="28621"/>
                  <a:pt x="461795" y="28227"/>
                  <a:pt x="462087" y="27890"/>
                </a:cubicBezTo>
                <a:cubicBezTo>
                  <a:pt x="462379" y="27553"/>
                  <a:pt x="462829" y="27283"/>
                  <a:pt x="463436" y="27080"/>
                </a:cubicBezTo>
                <a:cubicBezTo>
                  <a:pt x="464043" y="26878"/>
                  <a:pt x="464830" y="26721"/>
                  <a:pt x="465797" y="26608"/>
                </a:cubicBezTo>
                <a:cubicBezTo>
                  <a:pt x="466764" y="26496"/>
                  <a:pt x="467921" y="26440"/>
                  <a:pt x="469270" y="26440"/>
                </a:cubicBezTo>
                <a:cubicBezTo>
                  <a:pt x="470664" y="26440"/>
                  <a:pt x="471800" y="26496"/>
                  <a:pt x="472676" y="26608"/>
                </a:cubicBezTo>
                <a:cubicBezTo>
                  <a:pt x="473553" y="26721"/>
                  <a:pt x="474239" y="26878"/>
                  <a:pt x="474734" y="27080"/>
                </a:cubicBezTo>
                <a:cubicBezTo>
                  <a:pt x="475228" y="27283"/>
                  <a:pt x="475554" y="27553"/>
                  <a:pt x="475712" y="27890"/>
                </a:cubicBezTo>
                <a:cubicBezTo>
                  <a:pt x="475869" y="28227"/>
                  <a:pt x="475903" y="28621"/>
                  <a:pt x="475813" y="29070"/>
                </a:cubicBezTo>
                <a:lnTo>
                  <a:pt x="473857" y="38985"/>
                </a:lnTo>
                <a:cubicBezTo>
                  <a:pt x="474801" y="37403"/>
                  <a:pt x="476060" y="35788"/>
                  <a:pt x="477634" y="34139"/>
                </a:cubicBezTo>
                <a:cubicBezTo>
                  <a:pt x="479208" y="32490"/>
                  <a:pt x="481018" y="31010"/>
                  <a:pt x="483064" y="29700"/>
                </a:cubicBezTo>
                <a:cubicBezTo>
                  <a:pt x="485109" y="28389"/>
                  <a:pt x="487335" y="27316"/>
                  <a:pt x="489741" y="26480"/>
                </a:cubicBezTo>
                <a:cubicBezTo>
                  <a:pt x="492147" y="25644"/>
                  <a:pt x="494653" y="25226"/>
                  <a:pt x="497261" y="25226"/>
                </a:cubicBezTo>
                <a:cubicBezTo>
                  <a:pt x="500409" y="25226"/>
                  <a:pt x="503051" y="25687"/>
                  <a:pt x="505187" y="26610"/>
                </a:cubicBezTo>
                <a:cubicBezTo>
                  <a:pt x="507322" y="27532"/>
                  <a:pt x="509054" y="28781"/>
                  <a:pt x="510380" y="30358"/>
                </a:cubicBezTo>
                <a:cubicBezTo>
                  <a:pt x="511706" y="31933"/>
                  <a:pt x="512662" y="33768"/>
                  <a:pt x="513247" y="35861"/>
                </a:cubicBezTo>
                <a:cubicBezTo>
                  <a:pt x="513831" y="37954"/>
                  <a:pt x="514123" y="40170"/>
                  <a:pt x="514123" y="42511"/>
                </a:cubicBezTo>
                <a:close/>
                <a:moveTo>
                  <a:pt x="577544" y="91778"/>
                </a:moveTo>
                <a:cubicBezTo>
                  <a:pt x="576735" y="95873"/>
                  <a:pt x="575476" y="99439"/>
                  <a:pt x="573767" y="102477"/>
                </a:cubicBezTo>
                <a:cubicBezTo>
                  <a:pt x="572058" y="105515"/>
                  <a:pt x="569810" y="108058"/>
                  <a:pt x="567022" y="110105"/>
                </a:cubicBezTo>
                <a:cubicBezTo>
                  <a:pt x="564234" y="112152"/>
                  <a:pt x="560851" y="113693"/>
                  <a:pt x="556871" y="114727"/>
                </a:cubicBezTo>
                <a:cubicBezTo>
                  <a:pt x="552892" y="115763"/>
                  <a:pt x="548249" y="116281"/>
                  <a:pt x="542943" y="116281"/>
                </a:cubicBezTo>
                <a:cubicBezTo>
                  <a:pt x="539121" y="116281"/>
                  <a:pt x="535692" y="115976"/>
                  <a:pt x="532657" y="115366"/>
                </a:cubicBezTo>
                <a:cubicBezTo>
                  <a:pt x="529622" y="114757"/>
                  <a:pt x="527093" y="113979"/>
                  <a:pt x="525069" y="113030"/>
                </a:cubicBezTo>
                <a:cubicBezTo>
                  <a:pt x="524350" y="112669"/>
                  <a:pt x="523855" y="112263"/>
                  <a:pt x="523586" y="111810"/>
                </a:cubicBezTo>
                <a:cubicBezTo>
                  <a:pt x="523316" y="111359"/>
                  <a:pt x="523181" y="110727"/>
                  <a:pt x="523181" y="109915"/>
                </a:cubicBezTo>
                <a:cubicBezTo>
                  <a:pt x="523181" y="109644"/>
                  <a:pt x="523203" y="109192"/>
                  <a:pt x="523248" y="108560"/>
                </a:cubicBezTo>
                <a:cubicBezTo>
                  <a:pt x="523293" y="107928"/>
                  <a:pt x="523394" y="107228"/>
                  <a:pt x="523552" y="106461"/>
                </a:cubicBezTo>
                <a:cubicBezTo>
                  <a:pt x="523709" y="105693"/>
                  <a:pt x="523900" y="104892"/>
                  <a:pt x="524125" y="104056"/>
                </a:cubicBezTo>
                <a:cubicBezTo>
                  <a:pt x="524350" y="103221"/>
                  <a:pt x="524631" y="102476"/>
                  <a:pt x="524968" y="101821"/>
                </a:cubicBezTo>
                <a:cubicBezTo>
                  <a:pt x="525305" y="101167"/>
                  <a:pt x="525676" y="100625"/>
                  <a:pt x="526081" y="100196"/>
                </a:cubicBezTo>
                <a:cubicBezTo>
                  <a:pt x="526486" y="99768"/>
                  <a:pt x="526958" y="99553"/>
                  <a:pt x="527498" y="99553"/>
                </a:cubicBezTo>
                <a:cubicBezTo>
                  <a:pt x="528037" y="99553"/>
                  <a:pt x="528700" y="99745"/>
                  <a:pt x="529487" y="100127"/>
                </a:cubicBezTo>
                <a:cubicBezTo>
                  <a:pt x="530274" y="100509"/>
                  <a:pt x="531320" y="100925"/>
                  <a:pt x="532624" y="101375"/>
                </a:cubicBezTo>
                <a:cubicBezTo>
                  <a:pt x="533928" y="101824"/>
                  <a:pt x="535546" y="102240"/>
                  <a:pt x="537480" y="102622"/>
                </a:cubicBezTo>
                <a:cubicBezTo>
                  <a:pt x="539413" y="103005"/>
                  <a:pt x="541797" y="103196"/>
                  <a:pt x="544629" y="103196"/>
                </a:cubicBezTo>
                <a:cubicBezTo>
                  <a:pt x="546923" y="103196"/>
                  <a:pt x="548980" y="103017"/>
                  <a:pt x="550801" y="102658"/>
                </a:cubicBezTo>
                <a:cubicBezTo>
                  <a:pt x="552622" y="102301"/>
                  <a:pt x="554207" y="101720"/>
                  <a:pt x="555556" y="100913"/>
                </a:cubicBezTo>
                <a:cubicBezTo>
                  <a:pt x="556905" y="100108"/>
                  <a:pt x="557995" y="99079"/>
                  <a:pt x="558827" y="97825"/>
                </a:cubicBezTo>
                <a:cubicBezTo>
                  <a:pt x="559659" y="96573"/>
                  <a:pt x="560255" y="95030"/>
                  <a:pt x="560615" y="93196"/>
                </a:cubicBezTo>
                <a:cubicBezTo>
                  <a:pt x="561199" y="90240"/>
                  <a:pt x="561784" y="87778"/>
                  <a:pt x="562368" y="85811"/>
                </a:cubicBezTo>
                <a:cubicBezTo>
                  <a:pt x="562953" y="83842"/>
                  <a:pt x="563492" y="82232"/>
                  <a:pt x="563987" y="80980"/>
                </a:cubicBezTo>
                <a:cubicBezTo>
                  <a:pt x="563178" y="82467"/>
                  <a:pt x="562020" y="83942"/>
                  <a:pt x="560513" y="85406"/>
                </a:cubicBezTo>
                <a:cubicBezTo>
                  <a:pt x="559007" y="86870"/>
                  <a:pt x="557287" y="88188"/>
                  <a:pt x="555354" y="89360"/>
                </a:cubicBezTo>
                <a:cubicBezTo>
                  <a:pt x="553420" y="90532"/>
                  <a:pt x="551340" y="91467"/>
                  <a:pt x="549115" y="92166"/>
                </a:cubicBezTo>
                <a:cubicBezTo>
                  <a:pt x="546889" y="92864"/>
                  <a:pt x="544652" y="93213"/>
                  <a:pt x="542404" y="93213"/>
                </a:cubicBezTo>
                <a:cubicBezTo>
                  <a:pt x="538941" y="93213"/>
                  <a:pt x="536030" y="92628"/>
                  <a:pt x="533669" y="91458"/>
                </a:cubicBezTo>
                <a:cubicBezTo>
                  <a:pt x="531308" y="90286"/>
                  <a:pt x="529386" y="88663"/>
                  <a:pt x="527902" y="86591"/>
                </a:cubicBezTo>
                <a:cubicBezTo>
                  <a:pt x="526418" y="84518"/>
                  <a:pt x="525350" y="82085"/>
                  <a:pt x="524698" y="79292"/>
                </a:cubicBezTo>
                <a:cubicBezTo>
                  <a:pt x="524046" y="76498"/>
                  <a:pt x="523720" y="73479"/>
                  <a:pt x="523720" y="70235"/>
                </a:cubicBezTo>
                <a:cubicBezTo>
                  <a:pt x="523720" y="67306"/>
                  <a:pt x="523990" y="64153"/>
                  <a:pt x="524530" y="60775"/>
                </a:cubicBezTo>
                <a:cubicBezTo>
                  <a:pt x="525069" y="57396"/>
                  <a:pt x="525912" y="54039"/>
                  <a:pt x="527059" y="50704"/>
                </a:cubicBezTo>
                <a:cubicBezTo>
                  <a:pt x="528206" y="47370"/>
                  <a:pt x="529656" y="44171"/>
                  <a:pt x="531410" y="41108"/>
                </a:cubicBezTo>
                <a:cubicBezTo>
                  <a:pt x="533163" y="38044"/>
                  <a:pt x="535265" y="35330"/>
                  <a:pt x="537716" y="32965"/>
                </a:cubicBezTo>
                <a:cubicBezTo>
                  <a:pt x="540167" y="30599"/>
                  <a:pt x="542977" y="28717"/>
                  <a:pt x="546147" y="27321"/>
                </a:cubicBezTo>
                <a:cubicBezTo>
                  <a:pt x="549317" y="25924"/>
                  <a:pt x="552881" y="25226"/>
                  <a:pt x="556837" y="25226"/>
                </a:cubicBezTo>
                <a:cubicBezTo>
                  <a:pt x="560570" y="25226"/>
                  <a:pt x="563875" y="26003"/>
                  <a:pt x="566752" y="27559"/>
                </a:cubicBezTo>
                <a:cubicBezTo>
                  <a:pt x="569630" y="29113"/>
                  <a:pt x="572148" y="31377"/>
                  <a:pt x="574307" y="34350"/>
                </a:cubicBezTo>
                <a:lnTo>
                  <a:pt x="575386" y="29072"/>
                </a:lnTo>
                <a:cubicBezTo>
                  <a:pt x="575566" y="28127"/>
                  <a:pt x="576274" y="27451"/>
                  <a:pt x="577510" y="27047"/>
                </a:cubicBezTo>
                <a:cubicBezTo>
                  <a:pt x="578747" y="26642"/>
                  <a:pt x="580737" y="26440"/>
                  <a:pt x="583479" y="26440"/>
                </a:cubicBezTo>
                <a:cubicBezTo>
                  <a:pt x="584828" y="26440"/>
                  <a:pt x="585953" y="26496"/>
                  <a:pt x="586852" y="26608"/>
                </a:cubicBezTo>
                <a:cubicBezTo>
                  <a:pt x="587751" y="26721"/>
                  <a:pt x="588459" y="26878"/>
                  <a:pt x="588977" y="27080"/>
                </a:cubicBezTo>
                <a:cubicBezTo>
                  <a:pt x="589494" y="27283"/>
                  <a:pt x="589842" y="27553"/>
                  <a:pt x="590022" y="27892"/>
                </a:cubicBezTo>
                <a:cubicBezTo>
                  <a:pt x="590202" y="28229"/>
                  <a:pt x="590247" y="28623"/>
                  <a:pt x="590157" y="29072"/>
                </a:cubicBezTo>
                <a:lnTo>
                  <a:pt x="577544" y="91778"/>
                </a:lnTo>
                <a:moveTo>
                  <a:pt x="569720" y="47056"/>
                </a:moveTo>
                <a:cubicBezTo>
                  <a:pt x="568146" y="44591"/>
                  <a:pt x="566404" y="42742"/>
                  <a:pt x="564493" y="41510"/>
                </a:cubicBezTo>
                <a:cubicBezTo>
                  <a:pt x="562582" y="40276"/>
                  <a:pt x="560367" y="39660"/>
                  <a:pt x="557849" y="39660"/>
                </a:cubicBezTo>
                <a:cubicBezTo>
                  <a:pt x="555961" y="39660"/>
                  <a:pt x="554241" y="40109"/>
                  <a:pt x="552689" y="41008"/>
                </a:cubicBezTo>
                <a:cubicBezTo>
                  <a:pt x="551138" y="41908"/>
                  <a:pt x="549744" y="43111"/>
                  <a:pt x="548508" y="44617"/>
                </a:cubicBezTo>
                <a:cubicBezTo>
                  <a:pt x="547271" y="46123"/>
                  <a:pt x="546192" y="47866"/>
                  <a:pt x="545270" y="49844"/>
                </a:cubicBezTo>
                <a:cubicBezTo>
                  <a:pt x="544348" y="51823"/>
                  <a:pt x="543584" y="53891"/>
                  <a:pt x="542977" y="56049"/>
                </a:cubicBezTo>
                <a:cubicBezTo>
                  <a:pt x="542370" y="58208"/>
                  <a:pt x="541920" y="60366"/>
                  <a:pt x="541628" y="62524"/>
                </a:cubicBezTo>
                <a:cubicBezTo>
                  <a:pt x="541336" y="64683"/>
                  <a:pt x="541189" y="66729"/>
                  <a:pt x="541189" y="68662"/>
                </a:cubicBezTo>
                <a:cubicBezTo>
                  <a:pt x="541189" y="70191"/>
                  <a:pt x="541324" y="71585"/>
                  <a:pt x="541594" y="72844"/>
                </a:cubicBezTo>
                <a:cubicBezTo>
                  <a:pt x="541864" y="74103"/>
                  <a:pt x="542280" y="75171"/>
                  <a:pt x="542842" y="76048"/>
                </a:cubicBezTo>
                <a:cubicBezTo>
                  <a:pt x="543404" y="76925"/>
                  <a:pt x="544123" y="77599"/>
                  <a:pt x="545000" y="78071"/>
                </a:cubicBezTo>
                <a:cubicBezTo>
                  <a:pt x="545877" y="78543"/>
                  <a:pt x="546945" y="78779"/>
                  <a:pt x="548204" y="78779"/>
                </a:cubicBezTo>
                <a:cubicBezTo>
                  <a:pt x="550183" y="78779"/>
                  <a:pt x="552206" y="78184"/>
                  <a:pt x="554274" y="76992"/>
                </a:cubicBezTo>
                <a:cubicBezTo>
                  <a:pt x="556343" y="75800"/>
                  <a:pt x="558276" y="74182"/>
                  <a:pt x="560075" y="72136"/>
                </a:cubicBezTo>
                <a:cubicBezTo>
                  <a:pt x="561874" y="70088"/>
                  <a:pt x="563459" y="67693"/>
                  <a:pt x="564830" y="64950"/>
                </a:cubicBezTo>
                <a:cubicBezTo>
                  <a:pt x="566202" y="62206"/>
                  <a:pt x="567202" y="59288"/>
                  <a:pt x="567832" y="56195"/>
                </a:cubicBezTo>
                <a:lnTo>
                  <a:pt x="569720" y="470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Stack">
            <a:extLst xmlns:a="http://schemas.openxmlformats.org/drawingml/2006/main">
              <a:ext uri="{FF2B5EF4-FFF2-40B4-BE49-F238E27FC236}">
                <a16:creationId xmlns:a16="http://schemas.microsoft.com/office/drawing/2014/main" id="{B17F2FFD-8EA0-430D-98D7-65E74F56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655" y="1952520"/>
            <a:ext cx="287715" cy="95372"/>
          </a:xfrm>
          <a:custGeom xmlns:a="http://schemas.openxmlformats.org/drawingml/2006/main">
            <a:pathLst>
              <a:path w="287715" h="95372">
                <a:moveTo>
                  <a:pt x="53689" y="69569"/>
                </a:moveTo>
                <a:cubicBezTo>
                  <a:pt x="53689" y="73666"/>
                  <a:pt x="52936" y="77314"/>
                  <a:pt x="51429" y="80512"/>
                </a:cubicBezTo>
                <a:cubicBezTo>
                  <a:pt x="49923" y="83709"/>
                  <a:pt x="47832" y="86422"/>
                  <a:pt x="45157" y="88652"/>
                </a:cubicBezTo>
                <a:cubicBezTo>
                  <a:pt x="42481" y="90881"/>
                  <a:pt x="39334" y="92558"/>
                  <a:pt x="35714" y="93683"/>
                </a:cubicBezTo>
                <a:cubicBezTo>
                  <a:pt x="32094" y="94809"/>
                  <a:pt x="28193" y="95372"/>
                  <a:pt x="24012" y="95372"/>
                </a:cubicBezTo>
                <a:cubicBezTo>
                  <a:pt x="21089" y="95372"/>
                  <a:pt x="18380" y="95124"/>
                  <a:pt x="15884" y="94630"/>
                </a:cubicBezTo>
                <a:cubicBezTo>
                  <a:pt x="13388" y="94135"/>
                  <a:pt x="11163" y="93528"/>
                  <a:pt x="9207" y="92809"/>
                </a:cubicBezTo>
                <a:cubicBezTo>
                  <a:pt x="7251" y="92089"/>
                  <a:pt x="5609" y="91347"/>
                  <a:pt x="4283" y="90583"/>
                </a:cubicBezTo>
                <a:cubicBezTo>
                  <a:pt x="2956" y="89818"/>
                  <a:pt x="2035" y="89166"/>
                  <a:pt x="1518" y="88627"/>
                </a:cubicBezTo>
                <a:cubicBezTo>
                  <a:pt x="1000" y="88087"/>
                  <a:pt x="618" y="87402"/>
                  <a:pt x="371" y="86570"/>
                </a:cubicBezTo>
                <a:cubicBezTo>
                  <a:pt x="124" y="85738"/>
                  <a:pt x="0" y="84625"/>
                  <a:pt x="0" y="83231"/>
                </a:cubicBezTo>
                <a:cubicBezTo>
                  <a:pt x="0" y="82242"/>
                  <a:pt x="45" y="81421"/>
                  <a:pt x="135" y="80769"/>
                </a:cubicBezTo>
                <a:cubicBezTo>
                  <a:pt x="225" y="80117"/>
                  <a:pt x="360" y="79589"/>
                  <a:pt x="540" y="79184"/>
                </a:cubicBezTo>
                <a:cubicBezTo>
                  <a:pt x="719" y="78779"/>
                  <a:pt x="944" y="78498"/>
                  <a:pt x="1214" y="78341"/>
                </a:cubicBezTo>
                <a:cubicBezTo>
                  <a:pt x="1484" y="78184"/>
                  <a:pt x="1799" y="78105"/>
                  <a:pt x="2158" y="78105"/>
                </a:cubicBezTo>
                <a:cubicBezTo>
                  <a:pt x="2788" y="78105"/>
                  <a:pt x="3676" y="78487"/>
                  <a:pt x="4823" y="79252"/>
                </a:cubicBezTo>
                <a:cubicBezTo>
                  <a:pt x="5969" y="80016"/>
                  <a:pt x="7442" y="80848"/>
                  <a:pt x="9240" y="81747"/>
                </a:cubicBezTo>
                <a:cubicBezTo>
                  <a:pt x="11039" y="82646"/>
                  <a:pt x="13209" y="83490"/>
                  <a:pt x="15749" y="84276"/>
                </a:cubicBezTo>
                <a:cubicBezTo>
                  <a:pt x="18290" y="85063"/>
                  <a:pt x="21224" y="85457"/>
                  <a:pt x="24551" y="85457"/>
                </a:cubicBezTo>
                <a:cubicBezTo>
                  <a:pt x="27069" y="85457"/>
                  <a:pt x="29374" y="85119"/>
                  <a:pt x="31465" y="84443"/>
                </a:cubicBezTo>
                <a:cubicBezTo>
                  <a:pt x="33555" y="83767"/>
                  <a:pt x="35354" y="82809"/>
                  <a:pt x="36860" y="81570"/>
                </a:cubicBezTo>
                <a:cubicBezTo>
                  <a:pt x="38367" y="80329"/>
                  <a:pt x="39525" y="78808"/>
                  <a:pt x="40334" y="77005"/>
                </a:cubicBezTo>
                <a:cubicBezTo>
                  <a:pt x="41143" y="75202"/>
                  <a:pt x="41548" y="73151"/>
                  <a:pt x="41548" y="70852"/>
                </a:cubicBezTo>
                <a:cubicBezTo>
                  <a:pt x="41548" y="68375"/>
                  <a:pt x="40986" y="66259"/>
                  <a:pt x="39862" y="64504"/>
                </a:cubicBezTo>
                <a:cubicBezTo>
                  <a:pt x="38738" y="62747"/>
                  <a:pt x="37254" y="61205"/>
                  <a:pt x="35410" y="59877"/>
                </a:cubicBezTo>
                <a:cubicBezTo>
                  <a:pt x="33567" y="58548"/>
                  <a:pt x="31465" y="57332"/>
                  <a:pt x="29104" y="56229"/>
                </a:cubicBezTo>
                <a:cubicBezTo>
                  <a:pt x="26743" y="55124"/>
                  <a:pt x="24326" y="53998"/>
                  <a:pt x="21853" y="52850"/>
                </a:cubicBezTo>
                <a:cubicBezTo>
                  <a:pt x="19380" y="51702"/>
                  <a:pt x="16974" y="50430"/>
                  <a:pt x="14636" y="49035"/>
                </a:cubicBezTo>
                <a:cubicBezTo>
                  <a:pt x="12298" y="47638"/>
                  <a:pt x="10207" y="45994"/>
                  <a:pt x="8364" y="44103"/>
                </a:cubicBezTo>
                <a:cubicBezTo>
                  <a:pt x="6520" y="42211"/>
                  <a:pt x="5025" y="39993"/>
                  <a:pt x="3878" y="37448"/>
                </a:cubicBezTo>
                <a:cubicBezTo>
                  <a:pt x="2732" y="34904"/>
                  <a:pt x="2158" y="31852"/>
                  <a:pt x="2158" y="28295"/>
                </a:cubicBezTo>
                <a:cubicBezTo>
                  <a:pt x="2158" y="24648"/>
                  <a:pt x="2822" y="21395"/>
                  <a:pt x="4148" y="18536"/>
                </a:cubicBezTo>
                <a:cubicBezTo>
                  <a:pt x="5475" y="15675"/>
                  <a:pt x="7318" y="13276"/>
                  <a:pt x="9679" y="11340"/>
                </a:cubicBezTo>
                <a:cubicBezTo>
                  <a:pt x="12039" y="9403"/>
                  <a:pt x="14850" y="7929"/>
                  <a:pt x="18110" y="6916"/>
                </a:cubicBezTo>
                <a:cubicBezTo>
                  <a:pt x="21370" y="5902"/>
                  <a:pt x="24888" y="5396"/>
                  <a:pt x="28665" y="5396"/>
                </a:cubicBezTo>
                <a:cubicBezTo>
                  <a:pt x="30599" y="5396"/>
                  <a:pt x="32544" y="5567"/>
                  <a:pt x="34500" y="5908"/>
                </a:cubicBezTo>
                <a:cubicBezTo>
                  <a:pt x="36456" y="6248"/>
                  <a:pt x="38299" y="6703"/>
                  <a:pt x="40030" y="7272"/>
                </a:cubicBezTo>
                <a:cubicBezTo>
                  <a:pt x="41762" y="7839"/>
                  <a:pt x="43302" y="8476"/>
                  <a:pt x="44651" y="9181"/>
                </a:cubicBezTo>
                <a:cubicBezTo>
                  <a:pt x="46000" y="9885"/>
                  <a:pt x="46888" y="10454"/>
                  <a:pt x="47315" y="10887"/>
                </a:cubicBezTo>
                <a:cubicBezTo>
                  <a:pt x="47742" y="11318"/>
                  <a:pt x="48023" y="11657"/>
                  <a:pt x="48158" y="11905"/>
                </a:cubicBezTo>
                <a:cubicBezTo>
                  <a:pt x="48293" y="12152"/>
                  <a:pt x="48405" y="12467"/>
                  <a:pt x="48495" y="12849"/>
                </a:cubicBezTo>
                <a:cubicBezTo>
                  <a:pt x="48585" y="13231"/>
                  <a:pt x="48653" y="13692"/>
                  <a:pt x="48698" y="14232"/>
                </a:cubicBezTo>
                <a:cubicBezTo>
                  <a:pt x="48743" y="14771"/>
                  <a:pt x="48765" y="15468"/>
                  <a:pt x="48765" y="16322"/>
                </a:cubicBezTo>
                <a:cubicBezTo>
                  <a:pt x="48765" y="17132"/>
                  <a:pt x="48731" y="17851"/>
                  <a:pt x="48664" y="18481"/>
                </a:cubicBezTo>
                <a:cubicBezTo>
                  <a:pt x="48596" y="19110"/>
                  <a:pt x="48495" y="19639"/>
                  <a:pt x="48360" y="20066"/>
                </a:cubicBezTo>
                <a:cubicBezTo>
                  <a:pt x="48225" y="20493"/>
                  <a:pt x="48034" y="20808"/>
                  <a:pt x="47787" y="21010"/>
                </a:cubicBezTo>
                <a:cubicBezTo>
                  <a:pt x="47540" y="21212"/>
                  <a:pt x="47259" y="21314"/>
                  <a:pt x="46944" y="21314"/>
                </a:cubicBezTo>
                <a:cubicBezTo>
                  <a:pt x="46449" y="21314"/>
                  <a:pt x="45674" y="20995"/>
                  <a:pt x="44617" y="20359"/>
                </a:cubicBezTo>
                <a:cubicBezTo>
                  <a:pt x="43560" y="19722"/>
                  <a:pt x="42268" y="19006"/>
                  <a:pt x="40739" y="18211"/>
                </a:cubicBezTo>
                <a:cubicBezTo>
                  <a:pt x="39210" y="17416"/>
                  <a:pt x="37400" y="16689"/>
                  <a:pt x="35309" y="16029"/>
                </a:cubicBezTo>
                <a:cubicBezTo>
                  <a:pt x="33218" y="15370"/>
                  <a:pt x="30869" y="15041"/>
                  <a:pt x="28261" y="15041"/>
                </a:cubicBezTo>
                <a:cubicBezTo>
                  <a:pt x="25833" y="15041"/>
                  <a:pt x="23719" y="15368"/>
                  <a:pt x="21921" y="16023"/>
                </a:cubicBezTo>
                <a:cubicBezTo>
                  <a:pt x="20122" y="16677"/>
                  <a:pt x="18638" y="17544"/>
                  <a:pt x="17469" y="18626"/>
                </a:cubicBezTo>
                <a:cubicBezTo>
                  <a:pt x="16300" y="19708"/>
                  <a:pt x="15423" y="20993"/>
                  <a:pt x="14839" y="22481"/>
                </a:cubicBezTo>
                <a:cubicBezTo>
                  <a:pt x="14254" y="23969"/>
                  <a:pt x="13962" y="25547"/>
                  <a:pt x="13962" y="27215"/>
                </a:cubicBezTo>
                <a:cubicBezTo>
                  <a:pt x="13962" y="29648"/>
                  <a:pt x="14524" y="31742"/>
                  <a:pt x="15648" y="33499"/>
                </a:cubicBezTo>
                <a:cubicBezTo>
                  <a:pt x="16772" y="35254"/>
                  <a:pt x="18267" y="36807"/>
                  <a:pt x="20133" y="38159"/>
                </a:cubicBezTo>
                <a:cubicBezTo>
                  <a:pt x="21999" y="39509"/>
                  <a:pt x="24124" y="40748"/>
                  <a:pt x="26507" y="41875"/>
                </a:cubicBezTo>
                <a:cubicBezTo>
                  <a:pt x="28890" y="43000"/>
                  <a:pt x="31318" y="44137"/>
                  <a:pt x="33792" y="45285"/>
                </a:cubicBezTo>
                <a:cubicBezTo>
                  <a:pt x="36265" y="46433"/>
                  <a:pt x="38693" y="47694"/>
                  <a:pt x="41076" y="49069"/>
                </a:cubicBezTo>
                <a:cubicBezTo>
                  <a:pt x="43459" y="50441"/>
                  <a:pt x="45584" y="52062"/>
                  <a:pt x="47450" y="53931"/>
                </a:cubicBezTo>
                <a:cubicBezTo>
                  <a:pt x="49316" y="55800"/>
                  <a:pt x="50822" y="58007"/>
                  <a:pt x="51969" y="60552"/>
                </a:cubicBezTo>
                <a:cubicBezTo>
                  <a:pt x="53115" y="63095"/>
                  <a:pt x="53689" y="66101"/>
                  <a:pt x="53689" y="69569"/>
                </a:cubicBezTo>
                <a:close/>
                <a:moveTo>
                  <a:pt x="100499" y="87952"/>
                </a:moveTo>
                <a:cubicBezTo>
                  <a:pt x="100499" y="89256"/>
                  <a:pt x="100409" y="90291"/>
                  <a:pt x="100229" y="91055"/>
                </a:cubicBezTo>
                <a:cubicBezTo>
                  <a:pt x="100049" y="91819"/>
                  <a:pt x="99779" y="92382"/>
                  <a:pt x="99420" y="92741"/>
                </a:cubicBezTo>
                <a:cubicBezTo>
                  <a:pt x="99060" y="93101"/>
                  <a:pt x="98520" y="93438"/>
                  <a:pt x="97801" y="93753"/>
                </a:cubicBezTo>
                <a:cubicBezTo>
                  <a:pt x="97081" y="94068"/>
                  <a:pt x="96261" y="94326"/>
                  <a:pt x="95339" y="94529"/>
                </a:cubicBezTo>
                <a:cubicBezTo>
                  <a:pt x="94417" y="94731"/>
                  <a:pt x="93439" y="94900"/>
                  <a:pt x="92405" y="95034"/>
                </a:cubicBezTo>
                <a:cubicBezTo>
                  <a:pt x="91371" y="95169"/>
                  <a:pt x="90337" y="95237"/>
                  <a:pt x="89302" y="95237"/>
                </a:cubicBezTo>
                <a:cubicBezTo>
                  <a:pt x="86155" y="95237"/>
                  <a:pt x="83457" y="94820"/>
                  <a:pt x="81209" y="93987"/>
                </a:cubicBezTo>
                <a:cubicBezTo>
                  <a:pt x="78960" y="93152"/>
                  <a:pt x="77117" y="91890"/>
                  <a:pt x="75678" y="90199"/>
                </a:cubicBezTo>
                <a:cubicBezTo>
                  <a:pt x="74239" y="88509"/>
                  <a:pt x="73193" y="86368"/>
                  <a:pt x="72541" y="83777"/>
                </a:cubicBezTo>
                <a:cubicBezTo>
                  <a:pt x="71889" y="81186"/>
                  <a:pt x="71563" y="78132"/>
                  <a:pt x="71563" y="74617"/>
                </a:cubicBezTo>
                <a:lnTo>
                  <a:pt x="71563" y="39052"/>
                </a:lnTo>
                <a:lnTo>
                  <a:pt x="63065" y="39052"/>
                </a:lnTo>
                <a:cubicBezTo>
                  <a:pt x="62390" y="39052"/>
                  <a:pt x="61851" y="38693"/>
                  <a:pt x="61446" y="37973"/>
                </a:cubicBezTo>
                <a:cubicBezTo>
                  <a:pt x="61042" y="37254"/>
                  <a:pt x="60839" y="36085"/>
                  <a:pt x="60839" y="34466"/>
                </a:cubicBezTo>
                <a:cubicBezTo>
                  <a:pt x="60839" y="33612"/>
                  <a:pt x="60895" y="32892"/>
                  <a:pt x="61008" y="32308"/>
                </a:cubicBezTo>
                <a:cubicBezTo>
                  <a:pt x="61120" y="31723"/>
                  <a:pt x="61266" y="31240"/>
                  <a:pt x="61446" y="30858"/>
                </a:cubicBezTo>
                <a:cubicBezTo>
                  <a:pt x="61626" y="30475"/>
                  <a:pt x="61862" y="30206"/>
                  <a:pt x="62154" y="30048"/>
                </a:cubicBezTo>
                <a:cubicBezTo>
                  <a:pt x="62447" y="29891"/>
                  <a:pt x="62773" y="29812"/>
                  <a:pt x="63132" y="29812"/>
                </a:cubicBezTo>
                <a:lnTo>
                  <a:pt x="71563" y="29812"/>
                </a:lnTo>
                <a:lnTo>
                  <a:pt x="71563" y="15378"/>
                </a:lnTo>
                <a:cubicBezTo>
                  <a:pt x="71563" y="15063"/>
                  <a:pt x="71642" y="14771"/>
                  <a:pt x="71800" y="14501"/>
                </a:cubicBezTo>
                <a:cubicBezTo>
                  <a:pt x="71957" y="14232"/>
                  <a:pt x="72249" y="13995"/>
                  <a:pt x="72676" y="13793"/>
                </a:cubicBezTo>
                <a:cubicBezTo>
                  <a:pt x="73104" y="13591"/>
                  <a:pt x="73677" y="13445"/>
                  <a:pt x="74396" y="13355"/>
                </a:cubicBezTo>
                <a:cubicBezTo>
                  <a:pt x="75116" y="13265"/>
                  <a:pt x="76015" y="13220"/>
                  <a:pt x="77094" y="13220"/>
                </a:cubicBezTo>
                <a:cubicBezTo>
                  <a:pt x="78218" y="13220"/>
                  <a:pt x="79140" y="13265"/>
                  <a:pt x="79860" y="13355"/>
                </a:cubicBezTo>
                <a:cubicBezTo>
                  <a:pt x="80579" y="13445"/>
                  <a:pt x="81141" y="13591"/>
                  <a:pt x="81546" y="13793"/>
                </a:cubicBezTo>
                <a:cubicBezTo>
                  <a:pt x="81950" y="13995"/>
                  <a:pt x="82243" y="14232"/>
                  <a:pt x="82423" y="14501"/>
                </a:cubicBezTo>
                <a:cubicBezTo>
                  <a:pt x="82602" y="14771"/>
                  <a:pt x="82692" y="15063"/>
                  <a:pt x="82692" y="15378"/>
                </a:cubicBezTo>
                <a:lnTo>
                  <a:pt x="82692" y="29812"/>
                </a:lnTo>
                <a:lnTo>
                  <a:pt x="98273" y="29812"/>
                </a:lnTo>
                <a:cubicBezTo>
                  <a:pt x="98633" y="29812"/>
                  <a:pt x="98947" y="29891"/>
                  <a:pt x="99217" y="30048"/>
                </a:cubicBezTo>
                <a:cubicBezTo>
                  <a:pt x="99487" y="30206"/>
                  <a:pt x="99723" y="30475"/>
                  <a:pt x="99925" y="30858"/>
                </a:cubicBezTo>
                <a:cubicBezTo>
                  <a:pt x="100128" y="31240"/>
                  <a:pt x="100274" y="31723"/>
                  <a:pt x="100364" y="32308"/>
                </a:cubicBezTo>
                <a:cubicBezTo>
                  <a:pt x="100454" y="32892"/>
                  <a:pt x="100499" y="33612"/>
                  <a:pt x="100499" y="34466"/>
                </a:cubicBezTo>
                <a:cubicBezTo>
                  <a:pt x="100499" y="36085"/>
                  <a:pt x="100296" y="37254"/>
                  <a:pt x="99892" y="37973"/>
                </a:cubicBezTo>
                <a:cubicBezTo>
                  <a:pt x="99487" y="38693"/>
                  <a:pt x="98947" y="39052"/>
                  <a:pt x="98273" y="39052"/>
                </a:cubicBezTo>
                <a:lnTo>
                  <a:pt x="82692" y="39052"/>
                </a:lnTo>
                <a:lnTo>
                  <a:pt x="82692" y="73011"/>
                </a:lnTo>
                <a:cubicBezTo>
                  <a:pt x="82692" y="77204"/>
                  <a:pt x="83311" y="80372"/>
                  <a:pt x="84547" y="82514"/>
                </a:cubicBezTo>
                <a:cubicBezTo>
                  <a:pt x="85784" y="84656"/>
                  <a:pt x="87998" y="85727"/>
                  <a:pt x="91191" y="85727"/>
                </a:cubicBezTo>
                <a:cubicBezTo>
                  <a:pt x="92225" y="85727"/>
                  <a:pt x="93147" y="85625"/>
                  <a:pt x="93956" y="85423"/>
                </a:cubicBezTo>
                <a:cubicBezTo>
                  <a:pt x="94766" y="85221"/>
                  <a:pt x="95485" y="85007"/>
                  <a:pt x="96115" y="84782"/>
                </a:cubicBezTo>
                <a:cubicBezTo>
                  <a:pt x="96744" y="84558"/>
                  <a:pt x="97284" y="84344"/>
                  <a:pt x="97733" y="84142"/>
                </a:cubicBezTo>
                <a:cubicBezTo>
                  <a:pt x="98183" y="83939"/>
                  <a:pt x="98588" y="83838"/>
                  <a:pt x="98947" y="83838"/>
                </a:cubicBezTo>
                <a:cubicBezTo>
                  <a:pt x="99172" y="83838"/>
                  <a:pt x="99386" y="83894"/>
                  <a:pt x="99588" y="84007"/>
                </a:cubicBezTo>
                <a:cubicBezTo>
                  <a:pt x="99790" y="84119"/>
                  <a:pt x="99948" y="84333"/>
                  <a:pt x="100060" y="84647"/>
                </a:cubicBezTo>
                <a:cubicBezTo>
                  <a:pt x="100173" y="84962"/>
                  <a:pt x="100274" y="85389"/>
                  <a:pt x="100364" y="85929"/>
                </a:cubicBezTo>
                <a:cubicBezTo>
                  <a:pt x="100454" y="86469"/>
                  <a:pt x="100499" y="87143"/>
                  <a:pt x="100499" y="87952"/>
                </a:cubicBezTo>
                <a:close/>
                <a:moveTo>
                  <a:pt x="159005" y="92404"/>
                </a:moveTo>
                <a:cubicBezTo>
                  <a:pt x="159005" y="92944"/>
                  <a:pt x="158825" y="93348"/>
                  <a:pt x="158465" y="93618"/>
                </a:cubicBezTo>
                <a:cubicBezTo>
                  <a:pt x="158105" y="93888"/>
                  <a:pt x="157611" y="94090"/>
                  <a:pt x="156981" y="94225"/>
                </a:cubicBezTo>
                <a:cubicBezTo>
                  <a:pt x="156352" y="94360"/>
                  <a:pt x="155430" y="94427"/>
                  <a:pt x="154216" y="94427"/>
                </a:cubicBezTo>
                <a:cubicBezTo>
                  <a:pt x="153047" y="94427"/>
                  <a:pt x="152114" y="94360"/>
                  <a:pt x="151417" y="94225"/>
                </a:cubicBezTo>
                <a:cubicBezTo>
                  <a:pt x="150720" y="94090"/>
                  <a:pt x="150214" y="93888"/>
                  <a:pt x="149899" y="93618"/>
                </a:cubicBezTo>
                <a:cubicBezTo>
                  <a:pt x="149584" y="93348"/>
                  <a:pt x="149427" y="92944"/>
                  <a:pt x="149427" y="92404"/>
                </a:cubicBezTo>
                <a:lnTo>
                  <a:pt x="149427" y="86334"/>
                </a:lnTo>
                <a:cubicBezTo>
                  <a:pt x="146774" y="89166"/>
                  <a:pt x="143818" y="91381"/>
                  <a:pt x="140558" y="92977"/>
                </a:cubicBezTo>
                <a:cubicBezTo>
                  <a:pt x="137298" y="94574"/>
                  <a:pt x="133846" y="95372"/>
                  <a:pt x="130204" y="95372"/>
                </a:cubicBezTo>
                <a:cubicBezTo>
                  <a:pt x="127012" y="95372"/>
                  <a:pt x="124123" y="94954"/>
                  <a:pt x="121537" y="94120"/>
                </a:cubicBezTo>
                <a:cubicBezTo>
                  <a:pt x="118952" y="93285"/>
                  <a:pt x="116748" y="92078"/>
                  <a:pt x="114927" y="90499"/>
                </a:cubicBezTo>
                <a:cubicBezTo>
                  <a:pt x="113106" y="88919"/>
                  <a:pt x="111690" y="86979"/>
                  <a:pt x="110678" y="84679"/>
                </a:cubicBezTo>
                <a:cubicBezTo>
                  <a:pt x="109666" y="82377"/>
                  <a:pt x="109160" y="79760"/>
                  <a:pt x="109160" y="76826"/>
                </a:cubicBezTo>
                <a:cubicBezTo>
                  <a:pt x="109160" y="73397"/>
                  <a:pt x="109857" y="70419"/>
                  <a:pt x="111251" y="67893"/>
                </a:cubicBezTo>
                <a:cubicBezTo>
                  <a:pt x="112645" y="65365"/>
                  <a:pt x="114646" y="63266"/>
                  <a:pt x="117254" y="61597"/>
                </a:cubicBezTo>
                <a:cubicBezTo>
                  <a:pt x="119862" y="59928"/>
                  <a:pt x="123055" y="58676"/>
                  <a:pt x="126832" y="57841"/>
                </a:cubicBezTo>
                <a:cubicBezTo>
                  <a:pt x="130609" y="57006"/>
                  <a:pt x="134858" y="56589"/>
                  <a:pt x="139580" y="56589"/>
                </a:cubicBezTo>
                <a:lnTo>
                  <a:pt x="147943" y="56589"/>
                </a:lnTo>
                <a:lnTo>
                  <a:pt x="147943" y="51885"/>
                </a:lnTo>
                <a:cubicBezTo>
                  <a:pt x="147943" y="49555"/>
                  <a:pt x="147696" y="47494"/>
                  <a:pt x="147201" y="45702"/>
                </a:cubicBezTo>
                <a:cubicBezTo>
                  <a:pt x="146707" y="43909"/>
                  <a:pt x="145908" y="42419"/>
                  <a:pt x="144807" y="41232"/>
                </a:cubicBezTo>
                <a:cubicBezTo>
                  <a:pt x="143705" y="40045"/>
                  <a:pt x="142277" y="39149"/>
                  <a:pt x="140524" y="38545"/>
                </a:cubicBezTo>
                <a:cubicBezTo>
                  <a:pt x="138770" y="37939"/>
                  <a:pt x="136612" y="37636"/>
                  <a:pt x="134049" y="37636"/>
                </a:cubicBezTo>
                <a:cubicBezTo>
                  <a:pt x="131306" y="37636"/>
                  <a:pt x="128844" y="37959"/>
                  <a:pt x="126663" y="38604"/>
                </a:cubicBezTo>
                <a:cubicBezTo>
                  <a:pt x="124482" y="39249"/>
                  <a:pt x="122571" y="39960"/>
                  <a:pt x="120930" y="40739"/>
                </a:cubicBezTo>
                <a:cubicBezTo>
                  <a:pt x="119289" y="41517"/>
                  <a:pt x="117917" y="42229"/>
                  <a:pt x="116816" y="42874"/>
                </a:cubicBezTo>
                <a:cubicBezTo>
                  <a:pt x="115714" y="43519"/>
                  <a:pt x="114894" y="43841"/>
                  <a:pt x="114354" y="43841"/>
                </a:cubicBezTo>
                <a:cubicBezTo>
                  <a:pt x="113994" y="43841"/>
                  <a:pt x="113679" y="43751"/>
                  <a:pt x="113410" y="43572"/>
                </a:cubicBezTo>
                <a:cubicBezTo>
                  <a:pt x="113140" y="43392"/>
                  <a:pt x="112904" y="43122"/>
                  <a:pt x="112701" y="42762"/>
                </a:cubicBezTo>
                <a:cubicBezTo>
                  <a:pt x="112499" y="42402"/>
                  <a:pt x="112353" y="41942"/>
                  <a:pt x="112263" y="41379"/>
                </a:cubicBezTo>
                <a:cubicBezTo>
                  <a:pt x="112173" y="40817"/>
                  <a:pt x="112128" y="40199"/>
                  <a:pt x="112128" y="39525"/>
                </a:cubicBezTo>
                <a:cubicBezTo>
                  <a:pt x="112128" y="38400"/>
                  <a:pt x="112207" y="37512"/>
                  <a:pt x="112364" y="36860"/>
                </a:cubicBezTo>
                <a:cubicBezTo>
                  <a:pt x="112522" y="36208"/>
                  <a:pt x="112904" y="35590"/>
                  <a:pt x="113511" y="35006"/>
                </a:cubicBezTo>
                <a:cubicBezTo>
                  <a:pt x="114118" y="34421"/>
                  <a:pt x="115163" y="33740"/>
                  <a:pt x="116647" y="32963"/>
                </a:cubicBezTo>
                <a:cubicBezTo>
                  <a:pt x="118131" y="32185"/>
                  <a:pt x="119840" y="31474"/>
                  <a:pt x="121773" y="30830"/>
                </a:cubicBezTo>
                <a:cubicBezTo>
                  <a:pt x="123707" y="30187"/>
                  <a:pt x="125820" y="29654"/>
                  <a:pt x="128113" y="29232"/>
                </a:cubicBezTo>
                <a:cubicBezTo>
                  <a:pt x="130407" y="28810"/>
                  <a:pt x="132722" y="28598"/>
                  <a:pt x="135061" y="28598"/>
                </a:cubicBezTo>
                <a:cubicBezTo>
                  <a:pt x="139422" y="28598"/>
                  <a:pt x="143132" y="29093"/>
                  <a:pt x="146189" y="30082"/>
                </a:cubicBezTo>
                <a:cubicBezTo>
                  <a:pt x="149247" y="31071"/>
                  <a:pt x="151720" y="32521"/>
                  <a:pt x="153609" y="34432"/>
                </a:cubicBezTo>
                <a:cubicBezTo>
                  <a:pt x="155497" y="36343"/>
                  <a:pt x="156869" y="38715"/>
                  <a:pt x="157723" y="41548"/>
                </a:cubicBezTo>
                <a:cubicBezTo>
                  <a:pt x="158577" y="44381"/>
                  <a:pt x="159005" y="47686"/>
                  <a:pt x="159005" y="51463"/>
                </a:cubicBezTo>
                <a:lnTo>
                  <a:pt x="159005" y="92404"/>
                </a:lnTo>
                <a:moveTo>
                  <a:pt x="147943" y="64615"/>
                </a:moveTo>
                <a:lnTo>
                  <a:pt x="138433" y="64615"/>
                </a:lnTo>
                <a:cubicBezTo>
                  <a:pt x="135375" y="64615"/>
                  <a:pt x="132722" y="64876"/>
                  <a:pt x="130474" y="65397"/>
                </a:cubicBezTo>
                <a:cubicBezTo>
                  <a:pt x="128226" y="65917"/>
                  <a:pt x="126360" y="66686"/>
                  <a:pt x="124876" y="67703"/>
                </a:cubicBezTo>
                <a:cubicBezTo>
                  <a:pt x="123392" y="68721"/>
                  <a:pt x="122302" y="69942"/>
                  <a:pt x="121605" y="71369"/>
                </a:cubicBezTo>
                <a:cubicBezTo>
                  <a:pt x="120908" y="72793"/>
                  <a:pt x="120559" y="74433"/>
                  <a:pt x="120559" y="76288"/>
                </a:cubicBezTo>
                <a:cubicBezTo>
                  <a:pt x="120559" y="79455"/>
                  <a:pt x="121560" y="81978"/>
                  <a:pt x="123561" y="83855"/>
                </a:cubicBezTo>
                <a:cubicBezTo>
                  <a:pt x="125562" y="85732"/>
                  <a:pt x="128361" y="86671"/>
                  <a:pt x="131958" y="86671"/>
                </a:cubicBezTo>
                <a:cubicBezTo>
                  <a:pt x="134881" y="86671"/>
                  <a:pt x="137590" y="85925"/>
                  <a:pt x="140085" y="84432"/>
                </a:cubicBezTo>
                <a:cubicBezTo>
                  <a:pt x="142581" y="82939"/>
                  <a:pt x="145200" y="80654"/>
                  <a:pt x="147943" y="77578"/>
                </a:cubicBezTo>
                <a:lnTo>
                  <a:pt x="147943" y="64615"/>
                </a:lnTo>
                <a:close/>
                <a:moveTo>
                  <a:pt x="223080" y="83164"/>
                </a:moveTo>
                <a:cubicBezTo>
                  <a:pt x="223080" y="83928"/>
                  <a:pt x="223057" y="84591"/>
                  <a:pt x="223012" y="85153"/>
                </a:cubicBezTo>
                <a:cubicBezTo>
                  <a:pt x="222967" y="85715"/>
                  <a:pt x="222889" y="86188"/>
                  <a:pt x="222776" y="86570"/>
                </a:cubicBezTo>
                <a:cubicBezTo>
                  <a:pt x="222664" y="86952"/>
                  <a:pt x="222529" y="87289"/>
                  <a:pt x="222372" y="87581"/>
                </a:cubicBezTo>
                <a:cubicBezTo>
                  <a:pt x="222214" y="87874"/>
                  <a:pt x="221854" y="88301"/>
                  <a:pt x="221292" y="88863"/>
                </a:cubicBezTo>
                <a:cubicBezTo>
                  <a:pt x="220730" y="89425"/>
                  <a:pt x="219775" y="90122"/>
                  <a:pt x="218426" y="90954"/>
                </a:cubicBezTo>
                <a:cubicBezTo>
                  <a:pt x="217077" y="91786"/>
                  <a:pt x="215559" y="92528"/>
                  <a:pt x="213873" y="93180"/>
                </a:cubicBezTo>
                <a:cubicBezTo>
                  <a:pt x="212187" y="93832"/>
                  <a:pt x="210355" y="94360"/>
                  <a:pt x="208376" y="94765"/>
                </a:cubicBezTo>
                <a:cubicBezTo>
                  <a:pt x="206398" y="95169"/>
                  <a:pt x="204352" y="95372"/>
                  <a:pt x="202238" y="95372"/>
                </a:cubicBezTo>
                <a:cubicBezTo>
                  <a:pt x="197877" y="95372"/>
                  <a:pt x="194010" y="94651"/>
                  <a:pt x="190637" y="93209"/>
                </a:cubicBezTo>
                <a:cubicBezTo>
                  <a:pt x="187265" y="91767"/>
                  <a:pt x="184443" y="89661"/>
                  <a:pt x="182172" y="86890"/>
                </a:cubicBezTo>
                <a:cubicBezTo>
                  <a:pt x="179902" y="84119"/>
                  <a:pt x="178170" y="80717"/>
                  <a:pt x="176979" y="76684"/>
                </a:cubicBezTo>
                <a:cubicBezTo>
                  <a:pt x="175787" y="72652"/>
                  <a:pt x="175192" y="68000"/>
                  <a:pt x="175192" y="62729"/>
                </a:cubicBezTo>
                <a:cubicBezTo>
                  <a:pt x="175192" y="56736"/>
                  <a:pt x="175922" y="51588"/>
                  <a:pt x="177384" y="47285"/>
                </a:cubicBezTo>
                <a:cubicBezTo>
                  <a:pt x="178845" y="42983"/>
                  <a:pt x="180846" y="39457"/>
                  <a:pt x="183386" y="36709"/>
                </a:cubicBezTo>
                <a:cubicBezTo>
                  <a:pt x="185927" y="33960"/>
                  <a:pt x="188917" y="31921"/>
                  <a:pt x="192357" y="30592"/>
                </a:cubicBezTo>
                <a:cubicBezTo>
                  <a:pt x="195797" y="29263"/>
                  <a:pt x="199518" y="28598"/>
                  <a:pt x="203520" y="28598"/>
                </a:cubicBezTo>
                <a:cubicBezTo>
                  <a:pt x="205453" y="28598"/>
                  <a:pt x="207331" y="28778"/>
                  <a:pt x="209152" y="29138"/>
                </a:cubicBezTo>
                <a:cubicBezTo>
                  <a:pt x="210973" y="29497"/>
                  <a:pt x="212648" y="29969"/>
                  <a:pt x="214177" y="30554"/>
                </a:cubicBezTo>
                <a:cubicBezTo>
                  <a:pt x="215705" y="31139"/>
                  <a:pt x="217066" y="31813"/>
                  <a:pt x="218257" y="32577"/>
                </a:cubicBezTo>
                <a:cubicBezTo>
                  <a:pt x="219449" y="33342"/>
                  <a:pt x="220314" y="33994"/>
                  <a:pt x="220854" y="34533"/>
                </a:cubicBezTo>
                <a:cubicBezTo>
                  <a:pt x="221394" y="35073"/>
                  <a:pt x="221764" y="35500"/>
                  <a:pt x="221967" y="35815"/>
                </a:cubicBezTo>
                <a:cubicBezTo>
                  <a:pt x="222169" y="36130"/>
                  <a:pt x="222338" y="36501"/>
                  <a:pt x="222473" y="36928"/>
                </a:cubicBezTo>
                <a:cubicBezTo>
                  <a:pt x="222608" y="37355"/>
                  <a:pt x="222698" y="37838"/>
                  <a:pt x="222742" y="38378"/>
                </a:cubicBezTo>
                <a:cubicBezTo>
                  <a:pt x="222787" y="38918"/>
                  <a:pt x="222810" y="39592"/>
                  <a:pt x="222810" y="40401"/>
                </a:cubicBezTo>
                <a:cubicBezTo>
                  <a:pt x="222810" y="42155"/>
                  <a:pt x="222608" y="43380"/>
                  <a:pt x="222203" y="44077"/>
                </a:cubicBezTo>
                <a:cubicBezTo>
                  <a:pt x="221798" y="44774"/>
                  <a:pt x="221304" y="45123"/>
                  <a:pt x="220719" y="45123"/>
                </a:cubicBezTo>
                <a:cubicBezTo>
                  <a:pt x="220045" y="45123"/>
                  <a:pt x="219269" y="44752"/>
                  <a:pt x="218392" y="44010"/>
                </a:cubicBezTo>
                <a:cubicBezTo>
                  <a:pt x="217515" y="43268"/>
                  <a:pt x="216402" y="42447"/>
                  <a:pt x="215053" y="41548"/>
                </a:cubicBezTo>
                <a:cubicBezTo>
                  <a:pt x="213704" y="40649"/>
                  <a:pt x="212074" y="39828"/>
                  <a:pt x="210163" y="39086"/>
                </a:cubicBezTo>
                <a:cubicBezTo>
                  <a:pt x="208252" y="38344"/>
                  <a:pt x="205993" y="37973"/>
                  <a:pt x="203385" y="37973"/>
                </a:cubicBezTo>
                <a:cubicBezTo>
                  <a:pt x="198034" y="37973"/>
                  <a:pt x="193931" y="40037"/>
                  <a:pt x="191076" y="44164"/>
                </a:cubicBezTo>
                <a:cubicBezTo>
                  <a:pt x="188220" y="48289"/>
                  <a:pt x="186793" y="54275"/>
                  <a:pt x="186793" y="62120"/>
                </a:cubicBezTo>
                <a:cubicBezTo>
                  <a:pt x="186793" y="66043"/>
                  <a:pt x="187164" y="69481"/>
                  <a:pt x="187906" y="72435"/>
                </a:cubicBezTo>
                <a:cubicBezTo>
                  <a:pt x="188647" y="75389"/>
                  <a:pt x="189738" y="77858"/>
                  <a:pt x="191177" y="79842"/>
                </a:cubicBezTo>
                <a:cubicBezTo>
                  <a:pt x="192616" y="81826"/>
                  <a:pt x="194381" y="83303"/>
                  <a:pt x="196471" y="84272"/>
                </a:cubicBezTo>
                <a:cubicBezTo>
                  <a:pt x="198562" y="85242"/>
                  <a:pt x="200957" y="85727"/>
                  <a:pt x="203655" y="85727"/>
                </a:cubicBezTo>
                <a:cubicBezTo>
                  <a:pt x="206218" y="85727"/>
                  <a:pt x="208466" y="85322"/>
                  <a:pt x="210399" y="84513"/>
                </a:cubicBezTo>
                <a:cubicBezTo>
                  <a:pt x="212333" y="83703"/>
                  <a:pt x="214008" y="82815"/>
                  <a:pt x="215424" y="81848"/>
                </a:cubicBezTo>
                <a:cubicBezTo>
                  <a:pt x="216841" y="80882"/>
                  <a:pt x="218032" y="80005"/>
                  <a:pt x="218999" y="79218"/>
                </a:cubicBezTo>
                <a:cubicBezTo>
                  <a:pt x="219966" y="78431"/>
                  <a:pt x="220719" y="78038"/>
                  <a:pt x="221259" y="78038"/>
                </a:cubicBezTo>
                <a:cubicBezTo>
                  <a:pt x="221573" y="78038"/>
                  <a:pt x="221843" y="78127"/>
                  <a:pt x="222068" y="78307"/>
                </a:cubicBezTo>
                <a:cubicBezTo>
                  <a:pt x="222293" y="78487"/>
                  <a:pt x="222484" y="78791"/>
                  <a:pt x="222641" y="79218"/>
                </a:cubicBezTo>
                <a:cubicBezTo>
                  <a:pt x="222799" y="79645"/>
                  <a:pt x="222911" y="80185"/>
                  <a:pt x="222979" y="80837"/>
                </a:cubicBezTo>
                <a:cubicBezTo>
                  <a:pt x="223046" y="81489"/>
                  <a:pt x="223080" y="82264"/>
                  <a:pt x="223080" y="83164"/>
                </a:cubicBezTo>
                <a:close/>
                <a:moveTo>
                  <a:pt x="287715" y="92269"/>
                </a:moveTo>
                <a:cubicBezTo>
                  <a:pt x="287715" y="92629"/>
                  <a:pt x="287625" y="92944"/>
                  <a:pt x="287446" y="93213"/>
                </a:cubicBezTo>
                <a:cubicBezTo>
                  <a:pt x="287266" y="93483"/>
                  <a:pt x="286962" y="93708"/>
                  <a:pt x="286535" y="93888"/>
                </a:cubicBezTo>
                <a:cubicBezTo>
                  <a:pt x="286108" y="94068"/>
                  <a:pt x="285512" y="94203"/>
                  <a:pt x="284748" y="94293"/>
                </a:cubicBezTo>
                <a:cubicBezTo>
                  <a:pt x="283983" y="94382"/>
                  <a:pt x="283017" y="94427"/>
                  <a:pt x="281847" y="94427"/>
                </a:cubicBezTo>
                <a:cubicBezTo>
                  <a:pt x="280633" y="94427"/>
                  <a:pt x="279633" y="94394"/>
                  <a:pt x="278846" y="94326"/>
                </a:cubicBezTo>
                <a:cubicBezTo>
                  <a:pt x="278059" y="94259"/>
                  <a:pt x="277396" y="94146"/>
                  <a:pt x="276856" y="93989"/>
                </a:cubicBezTo>
                <a:cubicBezTo>
                  <a:pt x="276317" y="93832"/>
                  <a:pt x="275878" y="93607"/>
                  <a:pt x="275541" y="93315"/>
                </a:cubicBezTo>
                <a:cubicBezTo>
                  <a:pt x="275204" y="93022"/>
                  <a:pt x="274900" y="92674"/>
                  <a:pt x="274630" y="92269"/>
                </a:cubicBezTo>
                <a:lnTo>
                  <a:pt x="249000" y="58680"/>
                </a:lnTo>
                <a:lnTo>
                  <a:pt x="249000" y="92337"/>
                </a:lnTo>
                <a:cubicBezTo>
                  <a:pt x="249000" y="92696"/>
                  <a:pt x="248910" y="93000"/>
                  <a:pt x="248730" y="93247"/>
                </a:cubicBezTo>
                <a:cubicBezTo>
                  <a:pt x="248551" y="93494"/>
                  <a:pt x="248258" y="93708"/>
                  <a:pt x="247854" y="93888"/>
                </a:cubicBezTo>
                <a:cubicBezTo>
                  <a:pt x="247449" y="94068"/>
                  <a:pt x="246887" y="94203"/>
                  <a:pt x="246167" y="94293"/>
                </a:cubicBezTo>
                <a:cubicBezTo>
                  <a:pt x="245448" y="94382"/>
                  <a:pt x="244526" y="94427"/>
                  <a:pt x="243402" y="94427"/>
                </a:cubicBezTo>
                <a:cubicBezTo>
                  <a:pt x="242323" y="94427"/>
                  <a:pt x="241423" y="94382"/>
                  <a:pt x="240704" y="94293"/>
                </a:cubicBezTo>
                <a:cubicBezTo>
                  <a:pt x="239985" y="94203"/>
                  <a:pt x="239411" y="94068"/>
                  <a:pt x="238984" y="93888"/>
                </a:cubicBezTo>
                <a:cubicBezTo>
                  <a:pt x="238557" y="93708"/>
                  <a:pt x="238265" y="93494"/>
                  <a:pt x="238107" y="93247"/>
                </a:cubicBezTo>
                <a:cubicBezTo>
                  <a:pt x="237950" y="92998"/>
                  <a:pt x="237871" y="92694"/>
                  <a:pt x="237871" y="92334"/>
                </a:cubicBezTo>
                <a:lnTo>
                  <a:pt x="237871" y="2160"/>
                </a:lnTo>
                <a:cubicBezTo>
                  <a:pt x="237871" y="1801"/>
                  <a:pt x="237950" y="1486"/>
                  <a:pt x="238107" y="1216"/>
                </a:cubicBezTo>
                <a:cubicBezTo>
                  <a:pt x="238265" y="945"/>
                  <a:pt x="238557" y="719"/>
                  <a:pt x="238984" y="540"/>
                </a:cubicBezTo>
                <a:cubicBezTo>
                  <a:pt x="239411" y="360"/>
                  <a:pt x="239985" y="225"/>
                  <a:pt x="240704" y="135"/>
                </a:cubicBezTo>
                <a:cubicBezTo>
                  <a:pt x="241423" y="45"/>
                  <a:pt x="242323" y="0"/>
                  <a:pt x="243402" y="0"/>
                </a:cubicBezTo>
                <a:cubicBezTo>
                  <a:pt x="244526" y="0"/>
                  <a:pt x="245448" y="45"/>
                  <a:pt x="246167" y="135"/>
                </a:cubicBezTo>
                <a:cubicBezTo>
                  <a:pt x="246887" y="225"/>
                  <a:pt x="247449" y="360"/>
                  <a:pt x="247854" y="540"/>
                </a:cubicBezTo>
                <a:cubicBezTo>
                  <a:pt x="248258" y="719"/>
                  <a:pt x="248551" y="945"/>
                  <a:pt x="248730" y="1216"/>
                </a:cubicBezTo>
                <a:cubicBezTo>
                  <a:pt x="248910" y="1486"/>
                  <a:pt x="249000" y="1801"/>
                  <a:pt x="249000" y="2160"/>
                </a:cubicBezTo>
                <a:lnTo>
                  <a:pt x="249000" y="57129"/>
                </a:lnTo>
                <a:lnTo>
                  <a:pt x="271933" y="31903"/>
                </a:lnTo>
                <a:cubicBezTo>
                  <a:pt x="272292" y="31453"/>
                  <a:pt x="272674" y="31082"/>
                  <a:pt x="273079" y="30790"/>
                </a:cubicBezTo>
                <a:cubicBezTo>
                  <a:pt x="273484" y="30498"/>
                  <a:pt x="273967" y="30251"/>
                  <a:pt x="274529" y="30048"/>
                </a:cubicBezTo>
                <a:cubicBezTo>
                  <a:pt x="275091" y="29846"/>
                  <a:pt x="275755" y="29711"/>
                  <a:pt x="276519" y="29643"/>
                </a:cubicBezTo>
                <a:cubicBezTo>
                  <a:pt x="277283" y="29576"/>
                  <a:pt x="278205" y="29542"/>
                  <a:pt x="279284" y="29542"/>
                </a:cubicBezTo>
                <a:cubicBezTo>
                  <a:pt x="280409" y="29542"/>
                  <a:pt x="281353" y="29576"/>
                  <a:pt x="282117" y="29643"/>
                </a:cubicBezTo>
                <a:cubicBezTo>
                  <a:pt x="282882" y="29711"/>
                  <a:pt x="283500" y="29823"/>
                  <a:pt x="283972" y="29981"/>
                </a:cubicBezTo>
                <a:cubicBezTo>
                  <a:pt x="284444" y="30138"/>
                  <a:pt x="284781" y="30340"/>
                  <a:pt x="284984" y="30588"/>
                </a:cubicBezTo>
                <a:cubicBezTo>
                  <a:pt x="285186" y="30835"/>
                  <a:pt x="285287" y="31161"/>
                  <a:pt x="285287" y="31566"/>
                </a:cubicBezTo>
                <a:cubicBezTo>
                  <a:pt x="285287" y="32105"/>
                  <a:pt x="285141" y="32645"/>
                  <a:pt x="284849" y="33184"/>
                </a:cubicBezTo>
                <a:cubicBezTo>
                  <a:pt x="284557" y="33724"/>
                  <a:pt x="284073" y="34354"/>
                  <a:pt x="283399" y="35073"/>
                </a:cubicBezTo>
                <a:lnTo>
                  <a:pt x="261411" y="57061"/>
                </a:lnTo>
                <a:lnTo>
                  <a:pt x="286097" y="89099"/>
                </a:lnTo>
                <a:cubicBezTo>
                  <a:pt x="286681" y="89863"/>
                  <a:pt x="287097" y="90482"/>
                  <a:pt x="287344" y="90954"/>
                </a:cubicBezTo>
                <a:cubicBezTo>
                  <a:pt x="287592" y="91426"/>
                  <a:pt x="287715" y="91864"/>
                  <a:pt x="287715" y="922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Exchange">
            <a:extLst xmlns:a="http://schemas.openxmlformats.org/drawingml/2006/main">
              <a:ext uri="{FF2B5EF4-FFF2-40B4-BE49-F238E27FC236}">
                <a16:creationId xmlns:a16="http://schemas.microsoft.com/office/drawing/2014/main" id="{CF192D4E-7977-4980-8D95-72420B3D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475" y="2118218"/>
            <a:ext cx="508495" cy="118788"/>
          </a:xfrm>
          <a:custGeom xmlns:a="http://schemas.openxmlformats.org/drawingml/2006/main">
            <a:pathLst>
              <a:path w="508495" h="118788">
                <a:moveTo>
                  <a:pt x="48595" y="89293"/>
                </a:moveTo>
                <a:cubicBezTo>
                  <a:pt x="48595" y="90103"/>
                  <a:pt x="48550" y="90812"/>
                  <a:pt x="48460" y="91419"/>
                </a:cubicBezTo>
                <a:cubicBezTo>
                  <a:pt x="48370" y="92027"/>
                  <a:pt x="48213" y="92533"/>
                  <a:pt x="47988" y="92938"/>
                </a:cubicBezTo>
                <a:cubicBezTo>
                  <a:pt x="47763" y="93343"/>
                  <a:pt x="47504" y="93635"/>
                  <a:pt x="47211" y="93815"/>
                </a:cubicBezTo>
                <a:cubicBezTo>
                  <a:pt x="46919" y="93995"/>
                  <a:pt x="46593" y="94085"/>
                  <a:pt x="46233" y="94085"/>
                </a:cubicBezTo>
                <a:lnTo>
                  <a:pt x="4320" y="94085"/>
                </a:lnTo>
                <a:cubicBezTo>
                  <a:pt x="3285" y="94085"/>
                  <a:pt x="2306" y="93737"/>
                  <a:pt x="1384" y="93039"/>
                </a:cubicBezTo>
                <a:cubicBezTo>
                  <a:pt x="461" y="92342"/>
                  <a:pt x="0" y="91116"/>
                  <a:pt x="0" y="89361"/>
                </a:cubicBezTo>
                <a:lnTo>
                  <a:pt x="0" y="11474"/>
                </a:lnTo>
                <a:cubicBezTo>
                  <a:pt x="0" y="9719"/>
                  <a:pt x="461" y="8493"/>
                  <a:pt x="1384" y="7795"/>
                </a:cubicBezTo>
                <a:cubicBezTo>
                  <a:pt x="2306" y="7098"/>
                  <a:pt x="3285" y="6749"/>
                  <a:pt x="4320" y="6749"/>
                </a:cubicBezTo>
                <a:lnTo>
                  <a:pt x="45760" y="6749"/>
                </a:lnTo>
                <a:cubicBezTo>
                  <a:pt x="46120" y="6749"/>
                  <a:pt x="46447" y="6839"/>
                  <a:pt x="46739" y="7019"/>
                </a:cubicBezTo>
                <a:cubicBezTo>
                  <a:pt x="47031" y="7199"/>
                  <a:pt x="47268" y="7492"/>
                  <a:pt x="47448" y="7897"/>
                </a:cubicBezTo>
                <a:cubicBezTo>
                  <a:pt x="47628" y="8302"/>
                  <a:pt x="47774" y="8808"/>
                  <a:pt x="47886" y="9415"/>
                </a:cubicBezTo>
                <a:cubicBezTo>
                  <a:pt x="47999" y="10023"/>
                  <a:pt x="48055" y="10776"/>
                  <a:pt x="48055" y="11676"/>
                </a:cubicBezTo>
                <a:cubicBezTo>
                  <a:pt x="48055" y="12486"/>
                  <a:pt x="47999" y="13195"/>
                  <a:pt x="47886" y="13802"/>
                </a:cubicBezTo>
                <a:cubicBezTo>
                  <a:pt x="47774" y="14410"/>
                  <a:pt x="47628" y="14905"/>
                  <a:pt x="47448" y="15287"/>
                </a:cubicBezTo>
                <a:cubicBezTo>
                  <a:pt x="47268" y="15670"/>
                  <a:pt x="47031" y="15951"/>
                  <a:pt x="46739" y="16131"/>
                </a:cubicBezTo>
                <a:cubicBezTo>
                  <a:pt x="46447" y="16311"/>
                  <a:pt x="46120" y="16401"/>
                  <a:pt x="45760" y="16401"/>
                </a:cubicBezTo>
                <a:lnTo>
                  <a:pt x="11609" y="16401"/>
                </a:lnTo>
                <a:lnTo>
                  <a:pt x="11609" y="43803"/>
                </a:lnTo>
                <a:lnTo>
                  <a:pt x="40901" y="43803"/>
                </a:lnTo>
                <a:cubicBezTo>
                  <a:pt x="41261" y="43803"/>
                  <a:pt x="41587" y="43904"/>
                  <a:pt x="41879" y="44107"/>
                </a:cubicBezTo>
                <a:cubicBezTo>
                  <a:pt x="42172" y="44309"/>
                  <a:pt x="42419" y="44590"/>
                  <a:pt x="42622" y="44950"/>
                </a:cubicBezTo>
                <a:cubicBezTo>
                  <a:pt x="42824" y="45310"/>
                  <a:pt x="42971" y="45805"/>
                  <a:pt x="43061" y="46435"/>
                </a:cubicBezTo>
                <a:cubicBezTo>
                  <a:pt x="43151" y="47065"/>
                  <a:pt x="43196" y="47808"/>
                  <a:pt x="43196" y="48663"/>
                </a:cubicBezTo>
                <a:cubicBezTo>
                  <a:pt x="43196" y="49472"/>
                  <a:pt x="43151" y="50170"/>
                  <a:pt x="43061" y="50755"/>
                </a:cubicBezTo>
                <a:cubicBezTo>
                  <a:pt x="42971" y="51340"/>
                  <a:pt x="42824" y="51812"/>
                  <a:pt x="42622" y="52172"/>
                </a:cubicBezTo>
                <a:cubicBezTo>
                  <a:pt x="42419" y="52532"/>
                  <a:pt x="42172" y="52791"/>
                  <a:pt x="41879" y="52948"/>
                </a:cubicBezTo>
                <a:cubicBezTo>
                  <a:pt x="41587" y="53106"/>
                  <a:pt x="41261" y="53185"/>
                  <a:pt x="40901" y="53185"/>
                </a:cubicBezTo>
                <a:lnTo>
                  <a:pt x="11609" y="53185"/>
                </a:lnTo>
                <a:lnTo>
                  <a:pt x="11609" y="84434"/>
                </a:lnTo>
                <a:lnTo>
                  <a:pt x="46233" y="84434"/>
                </a:lnTo>
                <a:cubicBezTo>
                  <a:pt x="46593" y="84434"/>
                  <a:pt x="46919" y="84524"/>
                  <a:pt x="47211" y="84704"/>
                </a:cubicBezTo>
                <a:cubicBezTo>
                  <a:pt x="47504" y="84884"/>
                  <a:pt x="47763" y="85165"/>
                  <a:pt x="47988" y="85548"/>
                </a:cubicBezTo>
                <a:cubicBezTo>
                  <a:pt x="48213" y="85930"/>
                  <a:pt x="48370" y="86425"/>
                  <a:pt x="48460" y="87032"/>
                </a:cubicBezTo>
                <a:cubicBezTo>
                  <a:pt x="48550" y="87640"/>
                  <a:pt x="48595" y="88393"/>
                  <a:pt x="48595" y="89293"/>
                </a:cubicBezTo>
                <a:close/>
                <a:moveTo>
                  <a:pt x="112202" y="91116"/>
                </a:moveTo>
                <a:cubicBezTo>
                  <a:pt x="112562" y="91746"/>
                  <a:pt x="112742" y="92274"/>
                  <a:pt x="112742" y="92702"/>
                </a:cubicBezTo>
                <a:cubicBezTo>
                  <a:pt x="112742" y="93129"/>
                  <a:pt x="112528" y="93478"/>
                  <a:pt x="112101" y="93748"/>
                </a:cubicBezTo>
                <a:cubicBezTo>
                  <a:pt x="111673" y="94018"/>
                  <a:pt x="111021" y="94209"/>
                  <a:pt x="110144" y="94322"/>
                </a:cubicBezTo>
                <a:cubicBezTo>
                  <a:pt x="109266" y="94434"/>
                  <a:pt x="108130" y="94490"/>
                  <a:pt x="106735" y="94490"/>
                </a:cubicBezTo>
                <a:cubicBezTo>
                  <a:pt x="105385" y="94490"/>
                  <a:pt x="104317" y="94457"/>
                  <a:pt x="103529" y="94389"/>
                </a:cubicBezTo>
                <a:cubicBezTo>
                  <a:pt x="102742" y="94322"/>
                  <a:pt x="102112" y="94209"/>
                  <a:pt x="101639" y="94052"/>
                </a:cubicBezTo>
                <a:cubicBezTo>
                  <a:pt x="101167" y="93894"/>
                  <a:pt x="100807" y="93692"/>
                  <a:pt x="100560" y="93444"/>
                </a:cubicBezTo>
                <a:cubicBezTo>
                  <a:pt x="100312" y="93197"/>
                  <a:pt x="100098" y="92916"/>
                  <a:pt x="99918" y="92601"/>
                </a:cubicBezTo>
                <a:lnTo>
                  <a:pt x="85340" y="68506"/>
                </a:lnTo>
                <a:lnTo>
                  <a:pt x="70829" y="92601"/>
                </a:lnTo>
                <a:cubicBezTo>
                  <a:pt x="70649" y="92916"/>
                  <a:pt x="70435" y="93197"/>
                  <a:pt x="70188" y="93444"/>
                </a:cubicBezTo>
                <a:cubicBezTo>
                  <a:pt x="69940" y="93692"/>
                  <a:pt x="69580" y="93894"/>
                  <a:pt x="69108" y="94052"/>
                </a:cubicBezTo>
                <a:cubicBezTo>
                  <a:pt x="68635" y="94209"/>
                  <a:pt x="68017" y="94322"/>
                  <a:pt x="67252" y="94389"/>
                </a:cubicBezTo>
                <a:cubicBezTo>
                  <a:pt x="66487" y="94457"/>
                  <a:pt x="65474" y="94490"/>
                  <a:pt x="64214" y="94490"/>
                </a:cubicBezTo>
                <a:cubicBezTo>
                  <a:pt x="62910" y="94490"/>
                  <a:pt x="61841" y="94434"/>
                  <a:pt x="61009" y="94322"/>
                </a:cubicBezTo>
                <a:cubicBezTo>
                  <a:pt x="60176" y="94209"/>
                  <a:pt x="59569" y="94018"/>
                  <a:pt x="59186" y="93748"/>
                </a:cubicBezTo>
                <a:cubicBezTo>
                  <a:pt x="58804" y="93478"/>
                  <a:pt x="58624" y="93129"/>
                  <a:pt x="58646" y="92702"/>
                </a:cubicBezTo>
                <a:cubicBezTo>
                  <a:pt x="58669" y="92274"/>
                  <a:pt x="58883" y="91746"/>
                  <a:pt x="59287" y="91116"/>
                </a:cubicBezTo>
                <a:lnTo>
                  <a:pt x="78186" y="61486"/>
                </a:lnTo>
                <a:lnTo>
                  <a:pt x="60300" y="32937"/>
                </a:lnTo>
                <a:cubicBezTo>
                  <a:pt x="59940" y="32307"/>
                  <a:pt x="59749" y="31778"/>
                  <a:pt x="59726" y="31351"/>
                </a:cubicBezTo>
                <a:cubicBezTo>
                  <a:pt x="59704" y="30923"/>
                  <a:pt x="59906" y="30563"/>
                  <a:pt x="60334" y="30271"/>
                </a:cubicBezTo>
                <a:cubicBezTo>
                  <a:pt x="60761" y="29978"/>
                  <a:pt x="61414" y="29787"/>
                  <a:pt x="62291" y="29697"/>
                </a:cubicBezTo>
                <a:cubicBezTo>
                  <a:pt x="63168" y="29607"/>
                  <a:pt x="64327" y="29562"/>
                  <a:pt x="65767" y="29562"/>
                </a:cubicBezTo>
                <a:cubicBezTo>
                  <a:pt x="67072" y="29562"/>
                  <a:pt x="68118" y="29596"/>
                  <a:pt x="68905" y="29663"/>
                </a:cubicBezTo>
                <a:cubicBezTo>
                  <a:pt x="69693" y="29731"/>
                  <a:pt x="70311" y="29832"/>
                  <a:pt x="70761" y="29967"/>
                </a:cubicBezTo>
                <a:cubicBezTo>
                  <a:pt x="71211" y="30102"/>
                  <a:pt x="71549" y="30282"/>
                  <a:pt x="71774" y="30507"/>
                </a:cubicBezTo>
                <a:cubicBezTo>
                  <a:pt x="71999" y="30732"/>
                  <a:pt x="72201" y="31002"/>
                  <a:pt x="72381" y="31317"/>
                </a:cubicBezTo>
                <a:lnTo>
                  <a:pt x="86217" y="53927"/>
                </a:lnTo>
                <a:lnTo>
                  <a:pt x="100256" y="31317"/>
                </a:lnTo>
                <a:cubicBezTo>
                  <a:pt x="100436" y="31047"/>
                  <a:pt x="100638" y="30799"/>
                  <a:pt x="100863" y="30574"/>
                </a:cubicBezTo>
                <a:cubicBezTo>
                  <a:pt x="101088" y="30349"/>
                  <a:pt x="101392" y="30158"/>
                  <a:pt x="101774" y="30001"/>
                </a:cubicBezTo>
                <a:cubicBezTo>
                  <a:pt x="102157" y="29843"/>
                  <a:pt x="102697" y="29731"/>
                  <a:pt x="103394" y="29663"/>
                </a:cubicBezTo>
                <a:cubicBezTo>
                  <a:pt x="104092" y="29596"/>
                  <a:pt x="105048" y="29562"/>
                  <a:pt x="106263" y="29562"/>
                </a:cubicBezTo>
                <a:cubicBezTo>
                  <a:pt x="107568" y="29562"/>
                  <a:pt x="108636" y="29607"/>
                  <a:pt x="109469" y="29697"/>
                </a:cubicBezTo>
                <a:cubicBezTo>
                  <a:pt x="110301" y="29787"/>
                  <a:pt x="110920" y="29956"/>
                  <a:pt x="111325" y="30203"/>
                </a:cubicBezTo>
                <a:cubicBezTo>
                  <a:pt x="111730" y="30451"/>
                  <a:pt x="111910" y="30799"/>
                  <a:pt x="111865" y="31249"/>
                </a:cubicBezTo>
                <a:cubicBezTo>
                  <a:pt x="111820" y="31699"/>
                  <a:pt x="111595" y="32262"/>
                  <a:pt x="111190" y="32937"/>
                </a:cubicBezTo>
                <a:lnTo>
                  <a:pt x="93439" y="61149"/>
                </a:lnTo>
                <a:lnTo>
                  <a:pt x="112202" y="91116"/>
                </a:lnTo>
                <a:close/>
                <a:moveTo>
                  <a:pt x="166236" y="83219"/>
                </a:moveTo>
                <a:cubicBezTo>
                  <a:pt x="166236" y="83984"/>
                  <a:pt x="166214" y="84648"/>
                  <a:pt x="166169" y="85210"/>
                </a:cubicBezTo>
                <a:cubicBezTo>
                  <a:pt x="166124" y="85773"/>
                  <a:pt x="166045" y="86245"/>
                  <a:pt x="165933" y="86627"/>
                </a:cubicBezTo>
                <a:cubicBezTo>
                  <a:pt x="165820" y="87010"/>
                  <a:pt x="165685" y="87347"/>
                  <a:pt x="165528" y="87640"/>
                </a:cubicBezTo>
                <a:cubicBezTo>
                  <a:pt x="165370" y="87932"/>
                  <a:pt x="165010" y="88360"/>
                  <a:pt x="164448" y="88922"/>
                </a:cubicBezTo>
                <a:cubicBezTo>
                  <a:pt x="163885" y="89485"/>
                  <a:pt x="162929" y="90182"/>
                  <a:pt x="161579" y="91014"/>
                </a:cubicBezTo>
                <a:cubicBezTo>
                  <a:pt x="160229" y="91847"/>
                  <a:pt x="158711" y="92589"/>
                  <a:pt x="157023" y="93242"/>
                </a:cubicBezTo>
                <a:cubicBezTo>
                  <a:pt x="155336" y="93894"/>
                  <a:pt x="153503" y="94423"/>
                  <a:pt x="151523" y="94828"/>
                </a:cubicBezTo>
                <a:cubicBezTo>
                  <a:pt x="149543" y="95233"/>
                  <a:pt x="147496" y="95435"/>
                  <a:pt x="145381" y="95435"/>
                </a:cubicBezTo>
                <a:cubicBezTo>
                  <a:pt x="141016" y="95435"/>
                  <a:pt x="137147" y="94714"/>
                  <a:pt x="133772" y="93271"/>
                </a:cubicBezTo>
                <a:cubicBezTo>
                  <a:pt x="130397" y="91829"/>
                  <a:pt x="127574" y="89721"/>
                  <a:pt x="125302" y="86948"/>
                </a:cubicBezTo>
                <a:cubicBezTo>
                  <a:pt x="123029" y="84175"/>
                  <a:pt x="121297" y="80771"/>
                  <a:pt x="120105" y="76735"/>
                </a:cubicBezTo>
                <a:cubicBezTo>
                  <a:pt x="118912" y="72700"/>
                  <a:pt x="118316" y="68045"/>
                  <a:pt x="118316" y="62771"/>
                </a:cubicBezTo>
                <a:cubicBezTo>
                  <a:pt x="118316" y="56774"/>
                  <a:pt x="119047" y="51622"/>
                  <a:pt x="120510" y="47317"/>
                </a:cubicBezTo>
                <a:cubicBezTo>
                  <a:pt x="121972" y="43011"/>
                  <a:pt x="123974" y="39483"/>
                  <a:pt x="126517" y="36733"/>
                </a:cubicBezTo>
                <a:cubicBezTo>
                  <a:pt x="129059" y="33983"/>
                  <a:pt x="132051" y="31943"/>
                  <a:pt x="135493" y="30612"/>
                </a:cubicBezTo>
                <a:cubicBezTo>
                  <a:pt x="138935" y="29282"/>
                  <a:pt x="142659" y="28617"/>
                  <a:pt x="146663" y="28617"/>
                </a:cubicBezTo>
                <a:cubicBezTo>
                  <a:pt x="148598" y="28617"/>
                  <a:pt x="150477" y="28797"/>
                  <a:pt x="152299" y="29157"/>
                </a:cubicBezTo>
                <a:cubicBezTo>
                  <a:pt x="154121" y="29517"/>
                  <a:pt x="155797" y="29989"/>
                  <a:pt x="157327" y="30574"/>
                </a:cubicBezTo>
                <a:cubicBezTo>
                  <a:pt x="158857" y="31159"/>
                  <a:pt x="160218" y="31834"/>
                  <a:pt x="161411" y="32599"/>
                </a:cubicBezTo>
                <a:cubicBezTo>
                  <a:pt x="162603" y="33364"/>
                  <a:pt x="163469" y="34017"/>
                  <a:pt x="164009" y="34556"/>
                </a:cubicBezTo>
                <a:cubicBezTo>
                  <a:pt x="164549" y="35096"/>
                  <a:pt x="164920" y="35524"/>
                  <a:pt x="165123" y="35839"/>
                </a:cubicBezTo>
                <a:cubicBezTo>
                  <a:pt x="165325" y="36154"/>
                  <a:pt x="165494" y="36525"/>
                  <a:pt x="165629" y="36952"/>
                </a:cubicBezTo>
                <a:cubicBezTo>
                  <a:pt x="165764" y="37380"/>
                  <a:pt x="165854" y="37864"/>
                  <a:pt x="165899" y="38404"/>
                </a:cubicBezTo>
                <a:cubicBezTo>
                  <a:pt x="165944" y="38944"/>
                  <a:pt x="165966" y="39618"/>
                  <a:pt x="165966" y="40428"/>
                </a:cubicBezTo>
                <a:cubicBezTo>
                  <a:pt x="165966" y="42183"/>
                  <a:pt x="165764" y="43409"/>
                  <a:pt x="165359" y="44107"/>
                </a:cubicBezTo>
                <a:cubicBezTo>
                  <a:pt x="164954" y="44804"/>
                  <a:pt x="164459" y="45153"/>
                  <a:pt x="163874" y="45153"/>
                </a:cubicBezTo>
                <a:cubicBezTo>
                  <a:pt x="163199" y="45153"/>
                  <a:pt x="162423" y="44782"/>
                  <a:pt x="161546" y="44039"/>
                </a:cubicBezTo>
                <a:cubicBezTo>
                  <a:pt x="160668" y="43297"/>
                  <a:pt x="159554" y="42476"/>
                  <a:pt x="158205" y="41576"/>
                </a:cubicBezTo>
                <a:cubicBezTo>
                  <a:pt x="156855" y="40676"/>
                  <a:pt x="155224" y="39855"/>
                  <a:pt x="153311" y="39112"/>
                </a:cubicBezTo>
                <a:cubicBezTo>
                  <a:pt x="151399" y="38370"/>
                  <a:pt x="149138" y="37999"/>
                  <a:pt x="146528" y="37999"/>
                </a:cubicBezTo>
                <a:cubicBezTo>
                  <a:pt x="141174" y="37999"/>
                  <a:pt x="137068" y="40063"/>
                  <a:pt x="134211" y="44193"/>
                </a:cubicBezTo>
                <a:cubicBezTo>
                  <a:pt x="131354" y="48322"/>
                  <a:pt x="129925" y="54311"/>
                  <a:pt x="129925" y="62161"/>
                </a:cubicBezTo>
                <a:cubicBezTo>
                  <a:pt x="129925" y="66087"/>
                  <a:pt x="130296" y="69528"/>
                  <a:pt x="131039" y="72483"/>
                </a:cubicBezTo>
                <a:cubicBezTo>
                  <a:pt x="131781" y="75439"/>
                  <a:pt x="132872" y="77910"/>
                  <a:pt x="134312" y="79895"/>
                </a:cubicBezTo>
                <a:cubicBezTo>
                  <a:pt x="135752" y="81880"/>
                  <a:pt x="137518" y="83358"/>
                  <a:pt x="139610" y="84328"/>
                </a:cubicBezTo>
                <a:cubicBezTo>
                  <a:pt x="141703" y="85299"/>
                  <a:pt x="144099" y="85784"/>
                  <a:pt x="146798" y="85784"/>
                </a:cubicBezTo>
                <a:cubicBezTo>
                  <a:pt x="149363" y="85784"/>
                  <a:pt x="151613" y="85379"/>
                  <a:pt x="153548" y="84569"/>
                </a:cubicBezTo>
                <a:cubicBezTo>
                  <a:pt x="155482" y="83759"/>
                  <a:pt x="157158" y="82870"/>
                  <a:pt x="158576" y="81903"/>
                </a:cubicBezTo>
                <a:cubicBezTo>
                  <a:pt x="159993" y="80936"/>
                  <a:pt x="161186" y="80058"/>
                  <a:pt x="162153" y="79271"/>
                </a:cubicBezTo>
                <a:cubicBezTo>
                  <a:pt x="163120" y="78483"/>
                  <a:pt x="163874" y="78090"/>
                  <a:pt x="164414" y="78090"/>
                </a:cubicBezTo>
                <a:cubicBezTo>
                  <a:pt x="164729" y="78090"/>
                  <a:pt x="164999" y="78180"/>
                  <a:pt x="165224" y="78360"/>
                </a:cubicBezTo>
                <a:cubicBezTo>
                  <a:pt x="165449" y="78539"/>
                  <a:pt x="165640" y="78843"/>
                  <a:pt x="165798" y="79271"/>
                </a:cubicBezTo>
                <a:cubicBezTo>
                  <a:pt x="165955" y="79698"/>
                  <a:pt x="166068" y="80238"/>
                  <a:pt x="166135" y="80891"/>
                </a:cubicBezTo>
                <a:cubicBezTo>
                  <a:pt x="166203" y="81543"/>
                  <a:pt x="166236" y="82319"/>
                  <a:pt x="166236" y="83219"/>
                </a:cubicBezTo>
                <a:close/>
                <a:moveTo>
                  <a:pt x="233345" y="92398"/>
                </a:moveTo>
                <a:cubicBezTo>
                  <a:pt x="233345" y="92758"/>
                  <a:pt x="233255" y="93062"/>
                  <a:pt x="233075" y="93309"/>
                </a:cubicBezTo>
                <a:cubicBezTo>
                  <a:pt x="232895" y="93557"/>
                  <a:pt x="232602" y="93770"/>
                  <a:pt x="232197" y="93950"/>
                </a:cubicBezTo>
                <a:cubicBezTo>
                  <a:pt x="231792" y="94130"/>
                  <a:pt x="231230" y="94265"/>
                  <a:pt x="230510" y="94355"/>
                </a:cubicBezTo>
                <a:cubicBezTo>
                  <a:pt x="229790" y="94445"/>
                  <a:pt x="228890" y="94490"/>
                  <a:pt x="227810" y="94490"/>
                </a:cubicBezTo>
                <a:cubicBezTo>
                  <a:pt x="226685" y="94490"/>
                  <a:pt x="225763" y="94445"/>
                  <a:pt x="225043" y="94355"/>
                </a:cubicBezTo>
                <a:cubicBezTo>
                  <a:pt x="224323" y="94265"/>
                  <a:pt x="223761" y="94130"/>
                  <a:pt x="223356" y="93950"/>
                </a:cubicBezTo>
                <a:cubicBezTo>
                  <a:pt x="222951" y="93770"/>
                  <a:pt x="222658" y="93557"/>
                  <a:pt x="222478" y="93309"/>
                </a:cubicBezTo>
                <a:cubicBezTo>
                  <a:pt x="222298" y="93062"/>
                  <a:pt x="222208" y="92758"/>
                  <a:pt x="222208" y="92398"/>
                </a:cubicBezTo>
                <a:lnTo>
                  <a:pt x="222208" y="56829"/>
                </a:lnTo>
                <a:cubicBezTo>
                  <a:pt x="222208" y="53365"/>
                  <a:pt x="221938" y="50575"/>
                  <a:pt x="221398" y="48460"/>
                </a:cubicBezTo>
                <a:cubicBezTo>
                  <a:pt x="220859" y="46345"/>
                  <a:pt x="220071" y="44523"/>
                  <a:pt x="219036" y="42993"/>
                </a:cubicBezTo>
                <a:cubicBezTo>
                  <a:pt x="218001" y="41463"/>
                  <a:pt x="216663" y="40293"/>
                  <a:pt x="215020" y="39483"/>
                </a:cubicBezTo>
                <a:cubicBezTo>
                  <a:pt x="213378" y="38674"/>
                  <a:pt x="211477" y="38269"/>
                  <a:pt x="209317" y="38269"/>
                </a:cubicBezTo>
                <a:cubicBezTo>
                  <a:pt x="206527" y="38269"/>
                  <a:pt x="203738" y="39258"/>
                  <a:pt x="200948" y="41238"/>
                </a:cubicBezTo>
                <a:cubicBezTo>
                  <a:pt x="198158" y="43218"/>
                  <a:pt x="195234" y="46120"/>
                  <a:pt x="192174" y="49945"/>
                </a:cubicBezTo>
                <a:lnTo>
                  <a:pt x="192174" y="92398"/>
                </a:lnTo>
                <a:cubicBezTo>
                  <a:pt x="192174" y="92758"/>
                  <a:pt x="192084" y="93062"/>
                  <a:pt x="191904" y="93309"/>
                </a:cubicBezTo>
                <a:cubicBezTo>
                  <a:pt x="191724" y="93557"/>
                  <a:pt x="191432" y="93770"/>
                  <a:pt x="191027" y="93950"/>
                </a:cubicBezTo>
                <a:cubicBezTo>
                  <a:pt x="190622" y="94130"/>
                  <a:pt x="190059" y="94265"/>
                  <a:pt x="189339" y="94355"/>
                </a:cubicBezTo>
                <a:cubicBezTo>
                  <a:pt x="188619" y="94445"/>
                  <a:pt x="187697" y="94490"/>
                  <a:pt x="186572" y="94490"/>
                </a:cubicBezTo>
                <a:cubicBezTo>
                  <a:pt x="185492" y="94490"/>
                  <a:pt x="184592" y="94445"/>
                  <a:pt x="183872" y="94355"/>
                </a:cubicBezTo>
                <a:cubicBezTo>
                  <a:pt x="183152" y="94265"/>
                  <a:pt x="182579" y="94130"/>
                  <a:pt x="182151" y="93950"/>
                </a:cubicBezTo>
                <a:cubicBezTo>
                  <a:pt x="181724" y="93770"/>
                  <a:pt x="181431" y="93557"/>
                  <a:pt x="181274" y="93309"/>
                </a:cubicBezTo>
                <a:cubicBezTo>
                  <a:pt x="181116" y="93060"/>
                  <a:pt x="181038" y="92756"/>
                  <a:pt x="181038" y="92396"/>
                </a:cubicBezTo>
                <a:lnTo>
                  <a:pt x="181038" y="2162"/>
                </a:lnTo>
                <a:cubicBezTo>
                  <a:pt x="181038" y="1802"/>
                  <a:pt x="181116" y="1487"/>
                  <a:pt x="181274" y="1217"/>
                </a:cubicBezTo>
                <a:cubicBezTo>
                  <a:pt x="181431" y="946"/>
                  <a:pt x="181724" y="720"/>
                  <a:pt x="182151" y="540"/>
                </a:cubicBezTo>
                <a:cubicBezTo>
                  <a:pt x="182579" y="360"/>
                  <a:pt x="183152" y="225"/>
                  <a:pt x="183872" y="135"/>
                </a:cubicBezTo>
                <a:cubicBezTo>
                  <a:pt x="184592" y="45"/>
                  <a:pt x="185492" y="0"/>
                  <a:pt x="186572" y="0"/>
                </a:cubicBezTo>
                <a:cubicBezTo>
                  <a:pt x="187697" y="0"/>
                  <a:pt x="188619" y="45"/>
                  <a:pt x="189339" y="135"/>
                </a:cubicBezTo>
                <a:cubicBezTo>
                  <a:pt x="190059" y="225"/>
                  <a:pt x="190622" y="361"/>
                  <a:pt x="191027" y="542"/>
                </a:cubicBezTo>
                <a:cubicBezTo>
                  <a:pt x="191432" y="722"/>
                  <a:pt x="191724" y="947"/>
                  <a:pt x="191904" y="1217"/>
                </a:cubicBezTo>
                <a:cubicBezTo>
                  <a:pt x="192084" y="1487"/>
                  <a:pt x="192174" y="1803"/>
                  <a:pt x="192174" y="2164"/>
                </a:cubicBezTo>
                <a:lnTo>
                  <a:pt x="192174" y="38606"/>
                </a:lnTo>
                <a:cubicBezTo>
                  <a:pt x="195369" y="35231"/>
                  <a:pt x="198586" y="32723"/>
                  <a:pt x="201825" y="31081"/>
                </a:cubicBezTo>
                <a:cubicBezTo>
                  <a:pt x="205065" y="29438"/>
                  <a:pt x="208327" y="28617"/>
                  <a:pt x="211612" y="28617"/>
                </a:cubicBezTo>
                <a:cubicBezTo>
                  <a:pt x="215662" y="28617"/>
                  <a:pt x="219070" y="29303"/>
                  <a:pt x="221837" y="30676"/>
                </a:cubicBezTo>
                <a:cubicBezTo>
                  <a:pt x="224604" y="32048"/>
                  <a:pt x="226843" y="33882"/>
                  <a:pt x="228553" y="36176"/>
                </a:cubicBezTo>
                <a:cubicBezTo>
                  <a:pt x="230263" y="38471"/>
                  <a:pt x="231489" y="41160"/>
                  <a:pt x="232231" y="44242"/>
                </a:cubicBezTo>
                <a:cubicBezTo>
                  <a:pt x="232974" y="47324"/>
                  <a:pt x="233345" y="51047"/>
                  <a:pt x="233345" y="55412"/>
                </a:cubicBezTo>
                <a:lnTo>
                  <a:pt x="233345" y="92398"/>
                </a:lnTo>
                <a:close/>
                <a:moveTo>
                  <a:pt x="299367" y="92466"/>
                </a:moveTo>
                <a:cubicBezTo>
                  <a:pt x="299367" y="93006"/>
                  <a:pt x="299187" y="93410"/>
                  <a:pt x="298827" y="93680"/>
                </a:cubicBezTo>
                <a:cubicBezTo>
                  <a:pt x="298467" y="93950"/>
                  <a:pt x="297972" y="94153"/>
                  <a:pt x="297342" y="94288"/>
                </a:cubicBezTo>
                <a:cubicBezTo>
                  <a:pt x="296712" y="94423"/>
                  <a:pt x="295790" y="94490"/>
                  <a:pt x="294575" y="94490"/>
                </a:cubicBezTo>
                <a:cubicBezTo>
                  <a:pt x="293405" y="94490"/>
                  <a:pt x="292471" y="94423"/>
                  <a:pt x="291774" y="94288"/>
                </a:cubicBezTo>
                <a:cubicBezTo>
                  <a:pt x="291076" y="94153"/>
                  <a:pt x="290570" y="93950"/>
                  <a:pt x="290255" y="93680"/>
                </a:cubicBezTo>
                <a:cubicBezTo>
                  <a:pt x="289940" y="93410"/>
                  <a:pt x="289783" y="93006"/>
                  <a:pt x="289783" y="92466"/>
                </a:cubicBezTo>
                <a:lnTo>
                  <a:pt x="289783" y="86391"/>
                </a:lnTo>
                <a:cubicBezTo>
                  <a:pt x="287128" y="89226"/>
                  <a:pt x="284169" y="91442"/>
                  <a:pt x="280907" y="93039"/>
                </a:cubicBezTo>
                <a:cubicBezTo>
                  <a:pt x="277645" y="94637"/>
                  <a:pt x="274192" y="95435"/>
                  <a:pt x="270547" y="95435"/>
                </a:cubicBezTo>
                <a:cubicBezTo>
                  <a:pt x="267352" y="95435"/>
                  <a:pt x="264461" y="95018"/>
                  <a:pt x="261874" y="94182"/>
                </a:cubicBezTo>
                <a:cubicBezTo>
                  <a:pt x="259287" y="93347"/>
                  <a:pt x="257082" y="92139"/>
                  <a:pt x="255260" y="90559"/>
                </a:cubicBezTo>
                <a:cubicBezTo>
                  <a:pt x="253438" y="88978"/>
                  <a:pt x="252020" y="87037"/>
                  <a:pt x="251008" y="84736"/>
                </a:cubicBezTo>
                <a:cubicBezTo>
                  <a:pt x="249995" y="82432"/>
                  <a:pt x="249489" y="79813"/>
                  <a:pt x="249489" y="76877"/>
                </a:cubicBezTo>
                <a:cubicBezTo>
                  <a:pt x="249489" y="73446"/>
                  <a:pt x="250187" y="70466"/>
                  <a:pt x="251582" y="67938"/>
                </a:cubicBezTo>
                <a:cubicBezTo>
                  <a:pt x="252976" y="65409"/>
                  <a:pt x="254979" y="63309"/>
                  <a:pt x="257588" y="61638"/>
                </a:cubicBezTo>
                <a:cubicBezTo>
                  <a:pt x="260198" y="59968"/>
                  <a:pt x="263393" y="58715"/>
                  <a:pt x="267172" y="57880"/>
                </a:cubicBezTo>
                <a:cubicBezTo>
                  <a:pt x="270952" y="57044"/>
                  <a:pt x="275204" y="56627"/>
                  <a:pt x="279929" y="56627"/>
                </a:cubicBezTo>
                <a:lnTo>
                  <a:pt x="288298" y="56627"/>
                </a:lnTo>
                <a:lnTo>
                  <a:pt x="288298" y="51919"/>
                </a:lnTo>
                <a:cubicBezTo>
                  <a:pt x="288298" y="49588"/>
                  <a:pt x="288050" y="47526"/>
                  <a:pt x="287555" y="45733"/>
                </a:cubicBezTo>
                <a:cubicBezTo>
                  <a:pt x="287060" y="43939"/>
                  <a:pt x="286262" y="42448"/>
                  <a:pt x="285159" y="41259"/>
                </a:cubicBezTo>
                <a:cubicBezTo>
                  <a:pt x="284057" y="40071"/>
                  <a:pt x="282628" y="39175"/>
                  <a:pt x="280874" y="38570"/>
                </a:cubicBezTo>
                <a:cubicBezTo>
                  <a:pt x="279119" y="37964"/>
                  <a:pt x="276959" y="37661"/>
                  <a:pt x="274394" y="37661"/>
                </a:cubicBezTo>
                <a:cubicBezTo>
                  <a:pt x="271650" y="37661"/>
                  <a:pt x="269186" y="37984"/>
                  <a:pt x="267004" y="38629"/>
                </a:cubicBezTo>
                <a:cubicBezTo>
                  <a:pt x="264821" y="39275"/>
                  <a:pt x="262909" y="39987"/>
                  <a:pt x="261267" y="40766"/>
                </a:cubicBezTo>
                <a:cubicBezTo>
                  <a:pt x="259624" y="41545"/>
                  <a:pt x="258252" y="42257"/>
                  <a:pt x="257150" y="42902"/>
                </a:cubicBezTo>
                <a:cubicBezTo>
                  <a:pt x="256047" y="43548"/>
                  <a:pt x="255226" y="43871"/>
                  <a:pt x="254686" y="43871"/>
                </a:cubicBezTo>
                <a:cubicBezTo>
                  <a:pt x="254326" y="43871"/>
                  <a:pt x="254011" y="43781"/>
                  <a:pt x="253741" y="43601"/>
                </a:cubicBezTo>
                <a:cubicBezTo>
                  <a:pt x="253471" y="43421"/>
                  <a:pt x="253235" y="43151"/>
                  <a:pt x="253033" y="42791"/>
                </a:cubicBezTo>
                <a:cubicBezTo>
                  <a:pt x="252830" y="42431"/>
                  <a:pt x="252684" y="41969"/>
                  <a:pt x="252594" y="41407"/>
                </a:cubicBezTo>
                <a:cubicBezTo>
                  <a:pt x="252504" y="40845"/>
                  <a:pt x="252459" y="40226"/>
                  <a:pt x="252459" y="39551"/>
                </a:cubicBezTo>
                <a:cubicBezTo>
                  <a:pt x="252459" y="38426"/>
                  <a:pt x="252538" y="37537"/>
                  <a:pt x="252695" y="36885"/>
                </a:cubicBezTo>
                <a:cubicBezTo>
                  <a:pt x="252853" y="36233"/>
                  <a:pt x="253235" y="35614"/>
                  <a:pt x="253843" y="35029"/>
                </a:cubicBezTo>
                <a:cubicBezTo>
                  <a:pt x="254450" y="34444"/>
                  <a:pt x="255496" y="33763"/>
                  <a:pt x="256981" y="32985"/>
                </a:cubicBezTo>
                <a:cubicBezTo>
                  <a:pt x="258466" y="32206"/>
                  <a:pt x="260176" y="31495"/>
                  <a:pt x="262110" y="30851"/>
                </a:cubicBezTo>
                <a:cubicBezTo>
                  <a:pt x="264045" y="30207"/>
                  <a:pt x="266160" y="29674"/>
                  <a:pt x="268455" y="29252"/>
                </a:cubicBezTo>
                <a:cubicBezTo>
                  <a:pt x="270750" y="28829"/>
                  <a:pt x="273067" y="28617"/>
                  <a:pt x="275407" y="28617"/>
                </a:cubicBezTo>
                <a:cubicBezTo>
                  <a:pt x="279771" y="28617"/>
                  <a:pt x="283483" y="29112"/>
                  <a:pt x="286543" y="30102"/>
                </a:cubicBezTo>
                <a:cubicBezTo>
                  <a:pt x="289603" y="31092"/>
                  <a:pt x="292077" y="32543"/>
                  <a:pt x="293967" y="34455"/>
                </a:cubicBezTo>
                <a:cubicBezTo>
                  <a:pt x="295857" y="36368"/>
                  <a:pt x="297229" y="38741"/>
                  <a:pt x="298084" y="41576"/>
                </a:cubicBezTo>
                <a:cubicBezTo>
                  <a:pt x="298939" y="44410"/>
                  <a:pt x="299367" y="47718"/>
                  <a:pt x="299367" y="51497"/>
                </a:cubicBezTo>
                <a:lnTo>
                  <a:pt x="299367" y="92466"/>
                </a:lnTo>
                <a:moveTo>
                  <a:pt x="288298" y="64658"/>
                </a:moveTo>
                <a:lnTo>
                  <a:pt x="278781" y="64658"/>
                </a:lnTo>
                <a:cubicBezTo>
                  <a:pt x="275722" y="64658"/>
                  <a:pt x="273067" y="64919"/>
                  <a:pt x="270817" y="65441"/>
                </a:cubicBezTo>
                <a:cubicBezTo>
                  <a:pt x="268567" y="65961"/>
                  <a:pt x="266700" y="66730"/>
                  <a:pt x="265215" y="67748"/>
                </a:cubicBezTo>
                <a:cubicBezTo>
                  <a:pt x="263730" y="68766"/>
                  <a:pt x="262639" y="69989"/>
                  <a:pt x="261942" y="71416"/>
                </a:cubicBezTo>
                <a:cubicBezTo>
                  <a:pt x="261244" y="72842"/>
                  <a:pt x="260896" y="74483"/>
                  <a:pt x="260896" y="76339"/>
                </a:cubicBezTo>
                <a:cubicBezTo>
                  <a:pt x="260896" y="79508"/>
                  <a:pt x="261897" y="82032"/>
                  <a:pt x="263899" y="83911"/>
                </a:cubicBezTo>
                <a:cubicBezTo>
                  <a:pt x="265901" y="85789"/>
                  <a:pt x="268702" y="86729"/>
                  <a:pt x="272302" y="86729"/>
                </a:cubicBezTo>
                <a:cubicBezTo>
                  <a:pt x="275227" y="86729"/>
                  <a:pt x="277938" y="85982"/>
                  <a:pt x="280435" y="84489"/>
                </a:cubicBezTo>
                <a:cubicBezTo>
                  <a:pt x="282932" y="82994"/>
                  <a:pt x="285553" y="80708"/>
                  <a:pt x="288298" y="77630"/>
                </a:cubicBezTo>
                <a:lnTo>
                  <a:pt x="288298" y="64658"/>
                </a:lnTo>
                <a:close/>
                <a:moveTo>
                  <a:pt x="372124" y="92398"/>
                </a:moveTo>
                <a:cubicBezTo>
                  <a:pt x="372124" y="92758"/>
                  <a:pt x="372034" y="93062"/>
                  <a:pt x="371854" y="93309"/>
                </a:cubicBezTo>
                <a:cubicBezTo>
                  <a:pt x="371674" y="93557"/>
                  <a:pt x="371381" y="93770"/>
                  <a:pt x="370976" y="93950"/>
                </a:cubicBezTo>
                <a:cubicBezTo>
                  <a:pt x="370571" y="94130"/>
                  <a:pt x="370009" y="94265"/>
                  <a:pt x="369289" y="94355"/>
                </a:cubicBezTo>
                <a:cubicBezTo>
                  <a:pt x="368569" y="94445"/>
                  <a:pt x="367669" y="94490"/>
                  <a:pt x="366589" y="94490"/>
                </a:cubicBezTo>
                <a:cubicBezTo>
                  <a:pt x="365464" y="94490"/>
                  <a:pt x="364542" y="94445"/>
                  <a:pt x="363822" y="94355"/>
                </a:cubicBezTo>
                <a:cubicBezTo>
                  <a:pt x="363102" y="94265"/>
                  <a:pt x="362540" y="94130"/>
                  <a:pt x="362135" y="93950"/>
                </a:cubicBezTo>
                <a:cubicBezTo>
                  <a:pt x="361730" y="93770"/>
                  <a:pt x="361437" y="93557"/>
                  <a:pt x="361257" y="93309"/>
                </a:cubicBezTo>
                <a:cubicBezTo>
                  <a:pt x="361077" y="93062"/>
                  <a:pt x="360987" y="92758"/>
                  <a:pt x="360987" y="92398"/>
                </a:cubicBezTo>
                <a:lnTo>
                  <a:pt x="360987" y="56829"/>
                </a:lnTo>
                <a:cubicBezTo>
                  <a:pt x="360987" y="53365"/>
                  <a:pt x="360717" y="50575"/>
                  <a:pt x="360178" y="48460"/>
                </a:cubicBezTo>
                <a:cubicBezTo>
                  <a:pt x="359638" y="46345"/>
                  <a:pt x="358850" y="44523"/>
                  <a:pt x="357815" y="42993"/>
                </a:cubicBezTo>
                <a:cubicBezTo>
                  <a:pt x="356780" y="41463"/>
                  <a:pt x="355442" y="40293"/>
                  <a:pt x="353799" y="39483"/>
                </a:cubicBezTo>
                <a:cubicBezTo>
                  <a:pt x="352157" y="38674"/>
                  <a:pt x="350256" y="38269"/>
                  <a:pt x="348096" y="38269"/>
                </a:cubicBezTo>
                <a:cubicBezTo>
                  <a:pt x="345307" y="38269"/>
                  <a:pt x="342517" y="39258"/>
                  <a:pt x="339727" y="41238"/>
                </a:cubicBezTo>
                <a:cubicBezTo>
                  <a:pt x="336937" y="43218"/>
                  <a:pt x="334013" y="46120"/>
                  <a:pt x="330953" y="49945"/>
                </a:cubicBezTo>
                <a:lnTo>
                  <a:pt x="330953" y="92398"/>
                </a:lnTo>
                <a:cubicBezTo>
                  <a:pt x="330953" y="92758"/>
                  <a:pt x="330863" y="93062"/>
                  <a:pt x="330683" y="93309"/>
                </a:cubicBezTo>
                <a:cubicBezTo>
                  <a:pt x="330503" y="93557"/>
                  <a:pt x="330211" y="93770"/>
                  <a:pt x="329806" y="93950"/>
                </a:cubicBezTo>
                <a:cubicBezTo>
                  <a:pt x="329401" y="94130"/>
                  <a:pt x="328838" y="94265"/>
                  <a:pt x="328118" y="94355"/>
                </a:cubicBezTo>
                <a:cubicBezTo>
                  <a:pt x="327398" y="94445"/>
                  <a:pt x="326476" y="94490"/>
                  <a:pt x="325351" y="94490"/>
                </a:cubicBezTo>
                <a:cubicBezTo>
                  <a:pt x="324271" y="94490"/>
                  <a:pt x="323371" y="94445"/>
                  <a:pt x="322651" y="94355"/>
                </a:cubicBezTo>
                <a:cubicBezTo>
                  <a:pt x="321931" y="94265"/>
                  <a:pt x="321358" y="94130"/>
                  <a:pt x="320930" y="93950"/>
                </a:cubicBezTo>
                <a:cubicBezTo>
                  <a:pt x="320503" y="93770"/>
                  <a:pt x="320210" y="93557"/>
                  <a:pt x="320053" y="93309"/>
                </a:cubicBezTo>
                <a:cubicBezTo>
                  <a:pt x="319895" y="93062"/>
                  <a:pt x="319817" y="92758"/>
                  <a:pt x="319817" y="92398"/>
                </a:cubicBezTo>
                <a:lnTo>
                  <a:pt x="319817" y="31654"/>
                </a:lnTo>
                <a:cubicBezTo>
                  <a:pt x="319817" y="31294"/>
                  <a:pt x="319884" y="30991"/>
                  <a:pt x="320019" y="30743"/>
                </a:cubicBezTo>
                <a:cubicBezTo>
                  <a:pt x="320154" y="30496"/>
                  <a:pt x="320424" y="30271"/>
                  <a:pt x="320829" y="30068"/>
                </a:cubicBezTo>
                <a:cubicBezTo>
                  <a:pt x="321234" y="29866"/>
                  <a:pt x="321751" y="29731"/>
                  <a:pt x="322381" y="29663"/>
                </a:cubicBezTo>
                <a:cubicBezTo>
                  <a:pt x="323011" y="29596"/>
                  <a:pt x="323844" y="29562"/>
                  <a:pt x="324879" y="29562"/>
                </a:cubicBezTo>
                <a:cubicBezTo>
                  <a:pt x="325869" y="29562"/>
                  <a:pt x="326690" y="29596"/>
                  <a:pt x="327342" y="29663"/>
                </a:cubicBezTo>
                <a:cubicBezTo>
                  <a:pt x="327995" y="29731"/>
                  <a:pt x="328501" y="29866"/>
                  <a:pt x="328861" y="30068"/>
                </a:cubicBezTo>
                <a:cubicBezTo>
                  <a:pt x="329221" y="30271"/>
                  <a:pt x="329479" y="30496"/>
                  <a:pt x="329637" y="30743"/>
                </a:cubicBezTo>
                <a:cubicBezTo>
                  <a:pt x="329794" y="30991"/>
                  <a:pt x="329873" y="31294"/>
                  <a:pt x="329873" y="31654"/>
                </a:cubicBezTo>
                <a:lnTo>
                  <a:pt x="329873" y="39686"/>
                </a:lnTo>
                <a:cubicBezTo>
                  <a:pt x="333293" y="35861"/>
                  <a:pt x="336701" y="33060"/>
                  <a:pt x="340098" y="31283"/>
                </a:cubicBezTo>
                <a:cubicBezTo>
                  <a:pt x="343495" y="29506"/>
                  <a:pt x="346926" y="28617"/>
                  <a:pt x="350391" y="28617"/>
                </a:cubicBezTo>
                <a:cubicBezTo>
                  <a:pt x="354441" y="28617"/>
                  <a:pt x="357849" y="29303"/>
                  <a:pt x="360616" y="30676"/>
                </a:cubicBezTo>
                <a:cubicBezTo>
                  <a:pt x="363383" y="32048"/>
                  <a:pt x="365622" y="33882"/>
                  <a:pt x="367332" y="36176"/>
                </a:cubicBezTo>
                <a:cubicBezTo>
                  <a:pt x="369042" y="38471"/>
                  <a:pt x="370268" y="41160"/>
                  <a:pt x="371010" y="44242"/>
                </a:cubicBezTo>
                <a:cubicBezTo>
                  <a:pt x="371753" y="47324"/>
                  <a:pt x="372124" y="51025"/>
                  <a:pt x="372124" y="55344"/>
                </a:cubicBezTo>
                <a:lnTo>
                  <a:pt x="372124" y="92398"/>
                </a:lnTo>
                <a:close/>
                <a:moveTo>
                  <a:pt x="443416" y="34354"/>
                </a:moveTo>
                <a:cubicBezTo>
                  <a:pt x="443416" y="35929"/>
                  <a:pt x="443202" y="37065"/>
                  <a:pt x="442775" y="37762"/>
                </a:cubicBezTo>
                <a:cubicBezTo>
                  <a:pt x="442347" y="38460"/>
                  <a:pt x="441796" y="38809"/>
                  <a:pt x="441121" y="38809"/>
                </a:cubicBezTo>
                <a:lnTo>
                  <a:pt x="432415" y="38809"/>
                </a:lnTo>
                <a:cubicBezTo>
                  <a:pt x="433989" y="40433"/>
                  <a:pt x="435092" y="42227"/>
                  <a:pt x="435722" y="44191"/>
                </a:cubicBezTo>
                <a:cubicBezTo>
                  <a:pt x="436352" y="46154"/>
                  <a:pt x="436667" y="48196"/>
                  <a:pt x="436667" y="50316"/>
                </a:cubicBezTo>
                <a:cubicBezTo>
                  <a:pt x="436667" y="53820"/>
                  <a:pt x="436104" y="56920"/>
                  <a:pt x="434979" y="59615"/>
                </a:cubicBezTo>
                <a:cubicBezTo>
                  <a:pt x="433854" y="62311"/>
                  <a:pt x="432246" y="64591"/>
                  <a:pt x="430154" y="66455"/>
                </a:cubicBezTo>
                <a:cubicBezTo>
                  <a:pt x="428061" y="68320"/>
                  <a:pt x="425575" y="69746"/>
                  <a:pt x="422696" y="70735"/>
                </a:cubicBezTo>
                <a:cubicBezTo>
                  <a:pt x="419816" y="71723"/>
                  <a:pt x="416621" y="72218"/>
                  <a:pt x="413112" y="72218"/>
                </a:cubicBezTo>
                <a:cubicBezTo>
                  <a:pt x="410637" y="72218"/>
                  <a:pt x="408286" y="71892"/>
                  <a:pt x="406059" y="71241"/>
                </a:cubicBezTo>
                <a:cubicBezTo>
                  <a:pt x="403831" y="70590"/>
                  <a:pt x="402110" y="69770"/>
                  <a:pt x="400895" y="68782"/>
                </a:cubicBezTo>
                <a:cubicBezTo>
                  <a:pt x="400085" y="69592"/>
                  <a:pt x="399422" y="70514"/>
                  <a:pt x="398904" y="71549"/>
                </a:cubicBezTo>
                <a:cubicBezTo>
                  <a:pt x="398387" y="72583"/>
                  <a:pt x="398128" y="73773"/>
                  <a:pt x="398128" y="75122"/>
                </a:cubicBezTo>
                <a:cubicBezTo>
                  <a:pt x="398128" y="76697"/>
                  <a:pt x="398859" y="78002"/>
                  <a:pt x="400322" y="79037"/>
                </a:cubicBezTo>
                <a:cubicBezTo>
                  <a:pt x="401784" y="80070"/>
                  <a:pt x="403730" y="80632"/>
                  <a:pt x="406160" y="80722"/>
                </a:cubicBezTo>
                <a:lnTo>
                  <a:pt x="422021" y="81399"/>
                </a:lnTo>
                <a:cubicBezTo>
                  <a:pt x="425035" y="81489"/>
                  <a:pt x="427803" y="81906"/>
                  <a:pt x="430322" y="82652"/>
                </a:cubicBezTo>
                <a:cubicBezTo>
                  <a:pt x="432842" y="83397"/>
                  <a:pt x="435024" y="84459"/>
                  <a:pt x="436869" y="85836"/>
                </a:cubicBezTo>
                <a:cubicBezTo>
                  <a:pt x="438714" y="87213"/>
                  <a:pt x="440154" y="88906"/>
                  <a:pt x="441189" y="90915"/>
                </a:cubicBezTo>
                <a:cubicBezTo>
                  <a:pt x="442224" y="92925"/>
                  <a:pt x="442741" y="95262"/>
                  <a:pt x="442741" y="97926"/>
                </a:cubicBezTo>
                <a:cubicBezTo>
                  <a:pt x="442741" y="100726"/>
                  <a:pt x="442156" y="103390"/>
                  <a:pt x="440986" y="105918"/>
                </a:cubicBezTo>
                <a:cubicBezTo>
                  <a:pt x="439816" y="108447"/>
                  <a:pt x="438028" y="110671"/>
                  <a:pt x="435621" y="112589"/>
                </a:cubicBezTo>
                <a:cubicBezTo>
                  <a:pt x="433213" y="114508"/>
                  <a:pt x="430142" y="116021"/>
                  <a:pt x="426408" y="117128"/>
                </a:cubicBezTo>
                <a:cubicBezTo>
                  <a:pt x="422673" y="118235"/>
                  <a:pt x="418264" y="118788"/>
                  <a:pt x="413179" y="118788"/>
                </a:cubicBezTo>
                <a:cubicBezTo>
                  <a:pt x="408275" y="118788"/>
                  <a:pt x="404101" y="118371"/>
                  <a:pt x="400659" y="117537"/>
                </a:cubicBezTo>
                <a:cubicBezTo>
                  <a:pt x="397217" y="116705"/>
                  <a:pt x="394393" y="115568"/>
                  <a:pt x="392189" y="114127"/>
                </a:cubicBezTo>
                <a:cubicBezTo>
                  <a:pt x="389984" y="112687"/>
                  <a:pt x="388387" y="110965"/>
                  <a:pt x="387397" y="108961"/>
                </a:cubicBezTo>
                <a:cubicBezTo>
                  <a:pt x="386407" y="106958"/>
                  <a:pt x="385912" y="104784"/>
                  <a:pt x="385912" y="102442"/>
                </a:cubicBezTo>
                <a:cubicBezTo>
                  <a:pt x="385912" y="100957"/>
                  <a:pt x="386092" y="99516"/>
                  <a:pt x="386452" y="98120"/>
                </a:cubicBezTo>
                <a:cubicBezTo>
                  <a:pt x="386812" y="96724"/>
                  <a:pt x="387363" y="95395"/>
                  <a:pt x="388105" y="94134"/>
                </a:cubicBezTo>
                <a:cubicBezTo>
                  <a:pt x="388848" y="92874"/>
                  <a:pt x="389770" y="91670"/>
                  <a:pt x="390873" y="90523"/>
                </a:cubicBezTo>
                <a:cubicBezTo>
                  <a:pt x="391975" y="89374"/>
                  <a:pt x="393246" y="88237"/>
                  <a:pt x="394686" y="87110"/>
                </a:cubicBezTo>
                <a:cubicBezTo>
                  <a:pt x="392481" y="85981"/>
                  <a:pt x="390850" y="84558"/>
                  <a:pt x="389793" y="82841"/>
                </a:cubicBezTo>
                <a:cubicBezTo>
                  <a:pt x="388735" y="81123"/>
                  <a:pt x="388207" y="79270"/>
                  <a:pt x="388207" y="77282"/>
                </a:cubicBezTo>
                <a:cubicBezTo>
                  <a:pt x="388207" y="74526"/>
                  <a:pt x="388769" y="72063"/>
                  <a:pt x="389894" y="69893"/>
                </a:cubicBezTo>
                <a:cubicBezTo>
                  <a:pt x="391019" y="67724"/>
                  <a:pt x="392414" y="65780"/>
                  <a:pt x="394079" y="64064"/>
                </a:cubicBezTo>
                <a:cubicBezTo>
                  <a:pt x="392684" y="62402"/>
                  <a:pt x="391581" y="60526"/>
                  <a:pt x="390771" y="58436"/>
                </a:cubicBezTo>
                <a:cubicBezTo>
                  <a:pt x="389961" y="56347"/>
                  <a:pt x="389556" y="53820"/>
                  <a:pt x="389556" y="50856"/>
                </a:cubicBezTo>
                <a:cubicBezTo>
                  <a:pt x="389556" y="47397"/>
                  <a:pt x="390141" y="44297"/>
                  <a:pt x="391311" y="41557"/>
                </a:cubicBezTo>
                <a:cubicBezTo>
                  <a:pt x="392481" y="38816"/>
                  <a:pt x="394101" y="36503"/>
                  <a:pt x="396171" y="34616"/>
                </a:cubicBezTo>
                <a:cubicBezTo>
                  <a:pt x="398241" y="32729"/>
                  <a:pt x="400727" y="31280"/>
                  <a:pt x="403629" y="30269"/>
                </a:cubicBezTo>
                <a:cubicBezTo>
                  <a:pt x="406531" y="29258"/>
                  <a:pt x="409692" y="28752"/>
                  <a:pt x="413112" y="28752"/>
                </a:cubicBezTo>
                <a:cubicBezTo>
                  <a:pt x="414956" y="28752"/>
                  <a:pt x="416677" y="28848"/>
                  <a:pt x="418275" y="29039"/>
                </a:cubicBezTo>
                <a:cubicBezTo>
                  <a:pt x="419872" y="29229"/>
                  <a:pt x="421368" y="29493"/>
                  <a:pt x="422763" y="29832"/>
                </a:cubicBezTo>
                <a:lnTo>
                  <a:pt x="441121" y="29832"/>
                </a:lnTo>
                <a:cubicBezTo>
                  <a:pt x="441886" y="29832"/>
                  <a:pt x="442460" y="30203"/>
                  <a:pt x="442842" y="30946"/>
                </a:cubicBezTo>
                <a:cubicBezTo>
                  <a:pt x="443225" y="31688"/>
                  <a:pt x="443416" y="32824"/>
                  <a:pt x="443416" y="34354"/>
                </a:cubicBezTo>
                <a:moveTo>
                  <a:pt x="426003" y="50384"/>
                </a:moveTo>
                <a:cubicBezTo>
                  <a:pt x="426003" y="46255"/>
                  <a:pt x="424867" y="43035"/>
                  <a:pt x="422594" y="40724"/>
                </a:cubicBezTo>
                <a:cubicBezTo>
                  <a:pt x="420322" y="38412"/>
                  <a:pt x="417094" y="37256"/>
                  <a:pt x="412909" y="37256"/>
                </a:cubicBezTo>
                <a:cubicBezTo>
                  <a:pt x="410749" y="37256"/>
                  <a:pt x="408871" y="37615"/>
                  <a:pt x="407273" y="38334"/>
                </a:cubicBezTo>
                <a:cubicBezTo>
                  <a:pt x="405676" y="39051"/>
                  <a:pt x="404349" y="40038"/>
                  <a:pt x="403291" y="41295"/>
                </a:cubicBezTo>
                <a:cubicBezTo>
                  <a:pt x="402234" y="42552"/>
                  <a:pt x="401447" y="44000"/>
                  <a:pt x="400929" y="45638"/>
                </a:cubicBezTo>
                <a:cubicBezTo>
                  <a:pt x="400412" y="47276"/>
                  <a:pt x="400153" y="48993"/>
                  <a:pt x="400153" y="50789"/>
                </a:cubicBezTo>
                <a:cubicBezTo>
                  <a:pt x="400153" y="54782"/>
                  <a:pt x="401289" y="57923"/>
                  <a:pt x="403561" y="60212"/>
                </a:cubicBezTo>
                <a:cubicBezTo>
                  <a:pt x="405834" y="62501"/>
                  <a:pt x="409017" y="63646"/>
                  <a:pt x="413112" y="63646"/>
                </a:cubicBezTo>
                <a:cubicBezTo>
                  <a:pt x="415316" y="63646"/>
                  <a:pt x="417229" y="63299"/>
                  <a:pt x="418848" y="62604"/>
                </a:cubicBezTo>
                <a:cubicBezTo>
                  <a:pt x="420468" y="61908"/>
                  <a:pt x="421807" y="60943"/>
                  <a:pt x="422864" y="59708"/>
                </a:cubicBezTo>
                <a:cubicBezTo>
                  <a:pt x="423922" y="58474"/>
                  <a:pt x="424709" y="57049"/>
                  <a:pt x="425227" y="55433"/>
                </a:cubicBezTo>
                <a:cubicBezTo>
                  <a:pt x="425744" y="53817"/>
                  <a:pt x="426003" y="52134"/>
                  <a:pt x="426003" y="50384"/>
                </a:cubicBezTo>
                <a:moveTo>
                  <a:pt x="431605" y="98532"/>
                </a:moveTo>
                <a:cubicBezTo>
                  <a:pt x="431605" y="95904"/>
                  <a:pt x="430536" y="93877"/>
                  <a:pt x="428399" y="92451"/>
                </a:cubicBezTo>
                <a:cubicBezTo>
                  <a:pt x="426261" y="91024"/>
                  <a:pt x="423371" y="90265"/>
                  <a:pt x="419726" y="90175"/>
                </a:cubicBezTo>
                <a:lnTo>
                  <a:pt x="404000" y="89631"/>
                </a:lnTo>
                <a:cubicBezTo>
                  <a:pt x="402560" y="90763"/>
                  <a:pt x="401379" y="91838"/>
                  <a:pt x="400457" y="92858"/>
                </a:cubicBezTo>
                <a:cubicBezTo>
                  <a:pt x="399534" y="93877"/>
                  <a:pt x="398803" y="94851"/>
                  <a:pt x="398263" y="95779"/>
                </a:cubicBezTo>
                <a:cubicBezTo>
                  <a:pt x="397723" y="96707"/>
                  <a:pt x="397352" y="97624"/>
                  <a:pt x="397149" y="98529"/>
                </a:cubicBezTo>
                <a:cubicBezTo>
                  <a:pt x="396947" y="99436"/>
                  <a:pt x="396846" y="100365"/>
                  <a:pt x="396846" y="101316"/>
                </a:cubicBezTo>
                <a:cubicBezTo>
                  <a:pt x="396846" y="104260"/>
                  <a:pt x="398331" y="106491"/>
                  <a:pt x="401300" y="108008"/>
                </a:cubicBezTo>
                <a:cubicBezTo>
                  <a:pt x="404270" y="109525"/>
                  <a:pt x="408410" y="110284"/>
                  <a:pt x="413719" y="110284"/>
                </a:cubicBezTo>
                <a:cubicBezTo>
                  <a:pt x="417094" y="110284"/>
                  <a:pt x="419917" y="109955"/>
                  <a:pt x="422189" y="109299"/>
                </a:cubicBezTo>
                <a:cubicBezTo>
                  <a:pt x="424462" y="108642"/>
                  <a:pt x="426295" y="107770"/>
                  <a:pt x="427690" y="106683"/>
                </a:cubicBezTo>
                <a:cubicBezTo>
                  <a:pt x="429085" y="105597"/>
                  <a:pt x="430086" y="104351"/>
                  <a:pt x="430694" y="102946"/>
                </a:cubicBezTo>
                <a:cubicBezTo>
                  <a:pt x="431301" y="101543"/>
                  <a:pt x="431605" y="100071"/>
                  <a:pt x="431605" y="98532"/>
                </a:cubicBezTo>
                <a:close/>
                <a:moveTo>
                  <a:pt x="508495" y="59394"/>
                </a:moveTo>
                <a:cubicBezTo>
                  <a:pt x="508495" y="61149"/>
                  <a:pt x="508057" y="62397"/>
                  <a:pt x="507179" y="63140"/>
                </a:cubicBezTo>
                <a:cubicBezTo>
                  <a:pt x="506302" y="63882"/>
                  <a:pt x="505301" y="64253"/>
                  <a:pt x="504176" y="64253"/>
                </a:cubicBezTo>
                <a:lnTo>
                  <a:pt x="464355" y="64253"/>
                </a:lnTo>
                <a:cubicBezTo>
                  <a:pt x="464355" y="67638"/>
                  <a:pt x="464692" y="70684"/>
                  <a:pt x="465367" y="73392"/>
                </a:cubicBezTo>
                <a:cubicBezTo>
                  <a:pt x="466042" y="76101"/>
                  <a:pt x="467167" y="78425"/>
                  <a:pt x="468742" y="80365"/>
                </a:cubicBezTo>
                <a:cubicBezTo>
                  <a:pt x="470317" y="82306"/>
                  <a:pt x="472364" y="83796"/>
                  <a:pt x="474884" y="84835"/>
                </a:cubicBezTo>
                <a:cubicBezTo>
                  <a:pt x="477403" y="85872"/>
                  <a:pt x="480486" y="86391"/>
                  <a:pt x="484130" y="86391"/>
                </a:cubicBezTo>
                <a:cubicBezTo>
                  <a:pt x="487010" y="86391"/>
                  <a:pt x="489575" y="86155"/>
                  <a:pt x="491824" y="85683"/>
                </a:cubicBezTo>
                <a:cubicBezTo>
                  <a:pt x="494074" y="85210"/>
                  <a:pt x="496020" y="84681"/>
                  <a:pt x="497663" y="84096"/>
                </a:cubicBezTo>
                <a:cubicBezTo>
                  <a:pt x="499305" y="83511"/>
                  <a:pt x="500655" y="82983"/>
                  <a:pt x="501712" y="82510"/>
                </a:cubicBezTo>
                <a:cubicBezTo>
                  <a:pt x="502770" y="82038"/>
                  <a:pt x="503568" y="81802"/>
                  <a:pt x="504108" y="81802"/>
                </a:cubicBezTo>
                <a:cubicBezTo>
                  <a:pt x="504423" y="81802"/>
                  <a:pt x="504704" y="81880"/>
                  <a:pt x="504952" y="82038"/>
                </a:cubicBezTo>
                <a:cubicBezTo>
                  <a:pt x="505199" y="82195"/>
                  <a:pt x="505391" y="82432"/>
                  <a:pt x="505526" y="82747"/>
                </a:cubicBezTo>
                <a:cubicBezTo>
                  <a:pt x="505661" y="83062"/>
                  <a:pt x="505762" y="83500"/>
                  <a:pt x="505829" y="84063"/>
                </a:cubicBezTo>
                <a:cubicBezTo>
                  <a:pt x="505897" y="84625"/>
                  <a:pt x="505931" y="85311"/>
                  <a:pt x="505931" y="86121"/>
                </a:cubicBezTo>
                <a:cubicBezTo>
                  <a:pt x="505931" y="86706"/>
                  <a:pt x="505908" y="87212"/>
                  <a:pt x="505863" y="87640"/>
                </a:cubicBezTo>
                <a:cubicBezTo>
                  <a:pt x="505818" y="88067"/>
                  <a:pt x="505762" y="88450"/>
                  <a:pt x="505694" y="88787"/>
                </a:cubicBezTo>
                <a:cubicBezTo>
                  <a:pt x="505627" y="89125"/>
                  <a:pt x="505514" y="89428"/>
                  <a:pt x="505357" y="89698"/>
                </a:cubicBezTo>
                <a:cubicBezTo>
                  <a:pt x="505199" y="89968"/>
                  <a:pt x="504997" y="90227"/>
                  <a:pt x="504749" y="90475"/>
                </a:cubicBezTo>
                <a:cubicBezTo>
                  <a:pt x="504502" y="90722"/>
                  <a:pt x="503771" y="91127"/>
                  <a:pt x="502556" y="91689"/>
                </a:cubicBezTo>
                <a:cubicBezTo>
                  <a:pt x="501341" y="92252"/>
                  <a:pt x="499766" y="92803"/>
                  <a:pt x="497831" y="93343"/>
                </a:cubicBezTo>
                <a:cubicBezTo>
                  <a:pt x="495897" y="93883"/>
                  <a:pt x="493658" y="94367"/>
                  <a:pt x="491116" y="94794"/>
                </a:cubicBezTo>
                <a:cubicBezTo>
                  <a:pt x="488574" y="95222"/>
                  <a:pt x="485863" y="95435"/>
                  <a:pt x="482983" y="95435"/>
                </a:cubicBezTo>
                <a:cubicBezTo>
                  <a:pt x="477988" y="95435"/>
                  <a:pt x="473613" y="94737"/>
                  <a:pt x="469855" y="93341"/>
                </a:cubicBezTo>
                <a:cubicBezTo>
                  <a:pt x="466098" y="91945"/>
                  <a:pt x="462937" y="89873"/>
                  <a:pt x="460373" y="87125"/>
                </a:cubicBezTo>
                <a:cubicBezTo>
                  <a:pt x="457808" y="84378"/>
                  <a:pt x="455873" y="80932"/>
                  <a:pt x="454568" y="76788"/>
                </a:cubicBezTo>
                <a:cubicBezTo>
                  <a:pt x="453263" y="72644"/>
                  <a:pt x="452611" y="67825"/>
                  <a:pt x="452611" y="62330"/>
                </a:cubicBezTo>
                <a:cubicBezTo>
                  <a:pt x="452611" y="57105"/>
                  <a:pt x="453286" y="52409"/>
                  <a:pt x="454636" y="48243"/>
                </a:cubicBezTo>
                <a:cubicBezTo>
                  <a:pt x="455986" y="44077"/>
                  <a:pt x="457932" y="40541"/>
                  <a:pt x="460474" y="37636"/>
                </a:cubicBezTo>
                <a:cubicBezTo>
                  <a:pt x="463016" y="34731"/>
                  <a:pt x="466087" y="32501"/>
                  <a:pt x="469687" y="30948"/>
                </a:cubicBezTo>
                <a:cubicBezTo>
                  <a:pt x="473286" y="29394"/>
                  <a:pt x="477313" y="28617"/>
                  <a:pt x="481768" y="28617"/>
                </a:cubicBezTo>
                <a:cubicBezTo>
                  <a:pt x="486538" y="28617"/>
                  <a:pt x="490598" y="29382"/>
                  <a:pt x="493951" y="30912"/>
                </a:cubicBezTo>
                <a:cubicBezTo>
                  <a:pt x="497303" y="32442"/>
                  <a:pt x="500059" y="34500"/>
                  <a:pt x="502218" y="37087"/>
                </a:cubicBezTo>
                <a:cubicBezTo>
                  <a:pt x="504378" y="39675"/>
                  <a:pt x="505964" y="42712"/>
                  <a:pt x="506977" y="46199"/>
                </a:cubicBezTo>
                <a:cubicBezTo>
                  <a:pt x="507989" y="49686"/>
                  <a:pt x="508495" y="53410"/>
                  <a:pt x="508495" y="57369"/>
                </a:cubicBezTo>
                <a:lnTo>
                  <a:pt x="508495" y="59394"/>
                </a:lnTo>
                <a:moveTo>
                  <a:pt x="497291" y="56087"/>
                </a:moveTo>
                <a:cubicBezTo>
                  <a:pt x="497426" y="50237"/>
                  <a:pt x="496133" y="45648"/>
                  <a:pt x="493411" y="42318"/>
                </a:cubicBezTo>
                <a:cubicBezTo>
                  <a:pt x="490688" y="38989"/>
                  <a:pt x="486650" y="37324"/>
                  <a:pt x="481296" y="37324"/>
                </a:cubicBezTo>
                <a:cubicBezTo>
                  <a:pt x="478551" y="37324"/>
                  <a:pt x="476144" y="37841"/>
                  <a:pt x="474074" y="38876"/>
                </a:cubicBezTo>
                <a:cubicBezTo>
                  <a:pt x="472004" y="39911"/>
                  <a:pt x="470272" y="41283"/>
                  <a:pt x="468877" y="42993"/>
                </a:cubicBezTo>
                <a:cubicBezTo>
                  <a:pt x="467482" y="44703"/>
                  <a:pt x="466402" y="46694"/>
                  <a:pt x="465637" y="48966"/>
                </a:cubicBezTo>
                <a:cubicBezTo>
                  <a:pt x="464872" y="51239"/>
                  <a:pt x="464445" y="53612"/>
                  <a:pt x="464355" y="56087"/>
                </a:cubicBezTo>
                <a:lnTo>
                  <a:pt x="497291" y="560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text">
            <a:extLst xmlns:a="http://schemas.openxmlformats.org/drawingml/2006/main">
              <a:ext uri="{FF2B5EF4-FFF2-40B4-BE49-F238E27FC236}">
                <a16:creationId xmlns:a16="http://schemas.microsoft.com/office/drawing/2014/main" id="{CC9EEF36-15D8-49EC-BEB6-41574F8E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143" y="2048620"/>
            <a:ext cx="210808" cy="82152"/>
          </a:xfrm>
          <a:custGeom xmlns:a="http://schemas.openxmlformats.org/drawingml/2006/main">
            <a:pathLst>
              <a:path w="210808" h="82152">
                <a:moveTo>
                  <a:pt x="39660" y="74733"/>
                </a:moveTo>
                <a:cubicBezTo>
                  <a:pt x="39660" y="76037"/>
                  <a:pt x="39570" y="77071"/>
                  <a:pt x="39390" y="77835"/>
                </a:cubicBezTo>
                <a:cubicBezTo>
                  <a:pt x="39210" y="78600"/>
                  <a:pt x="38940" y="79162"/>
                  <a:pt x="38580" y="79521"/>
                </a:cubicBezTo>
                <a:cubicBezTo>
                  <a:pt x="38221" y="79881"/>
                  <a:pt x="37681" y="80218"/>
                  <a:pt x="36962" y="80533"/>
                </a:cubicBezTo>
                <a:cubicBezTo>
                  <a:pt x="36242" y="80848"/>
                  <a:pt x="35422" y="81106"/>
                  <a:pt x="34500" y="81309"/>
                </a:cubicBezTo>
                <a:cubicBezTo>
                  <a:pt x="33578" y="81511"/>
                  <a:pt x="32600" y="81680"/>
                  <a:pt x="31566" y="81815"/>
                </a:cubicBezTo>
                <a:cubicBezTo>
                  <a:pt x="30532" y="81950"/>
                  <a:pt x="29497" y="82017"/>
                  <a:pt x="28463" y="82017"/>
                </a:cubicBezTo>
                <a:cubicBezTo>
                  <a:pt x="25316" y="82017"/>
                  <a:pt x="22618" y="81600"/>
                  <a:pt x="20369" y="80767"/>
                </a:cubicBezTo>
                <a:cubicBezTo>
                  <a:pt x="18121" y="79932"/>
                  <a:pt x="16277" y="78670"/>
                  <a:pt x="14839" y="76979"/>
                </a:cubicBezTo>
                <a:cubicBezTo>
                  <a:pt x="13400" y="75289"/>
                  <a:pt x="12354" y="73148"/>
                  <a:pt x="11702" y="70557"/>
                </a:cubicBezTo>
                <a:cubicBezTo>
                  <a:pt x="11050" y="67966"/>
                  <a:pt x="10724" y="64913"/>
                  <a:pt x="10724" y="61397"/>
                </a:cubicBezTo>
                <a:lnTo>
                  <a:pt x="10724" y="25833"/>
                </a:lnTo>
                <a:lnTo>
                  <a:pt x="2226" y="25833"/>
                </a:lnTo>
                <a:cubicBezTo>
                  <a:pt x="1551" y="25833"/>
                  <a:pt x="1012" y="25473"/>
                  <a:pt x="607" y="24753"/>
                </a:cubicBezTo>
                <a:cubicBezTo>
                  <a:pt x="202" y="24034"/>
                  <a:pt x="0" y="22865"/>
                  <a:pt x="0" y="21246"/>
                </a:cubicBezTo>
                <a:cubicBezTo>
                  <a:pt x="0" y="20392"/>
                  <a:pt x="56" y="19672"/>
                  <a:pt x="169" y="19088"/>
                </a:cubicBezTo>
                <a:cubicBezTo>
                  <a:pt x="281" y="18503"/>
                  <a:pt x="427" y="18020"/>
                  <a:pt x="607" y="17638"/>
                </a:cubicBezTo>
                <a:cubicBezTo>
                  <a:pt x="787" y="17255"/>
                  <a:pt x="1023" y="16986"/>
                  <a:pt x="1315" y="16828"/>
                </a:cubicBezTo>
                <a:cubicBezTo>
                  <a:pt x="1608" y="16671"/>
                  <a:pt x="1934" y="16592"/>
                  <a:pt x="2293" y="16592"/>
                </a:cubicBezTo>
                <a:lnTo>
                  <a:pt x="10724" y="16592"/>
                </a:lnTo>
                <a:lnTo>
                  <a:pt x="10724" y="2158"/>
                </a:lnTo>
                <a:cubicBezTo>
                  <a:pt x="10724" y="1844"/>
                  <a:pt x="10803" y="1551"/>
                  <a:pt x="10960" y="1282"/>
                </a:cubicBezTo>
                <a:cubicBezTo>
                  <a:pt x="11118" y="1012"/>
                  <a:pt x="11410" y="776"/>
                  <a:pt x="11837" y="573"/>
                </a:cubicBezTo>
                <a:cubicBezTo>
                  <a:pt x="12264" y="371"/>
                  <a:pt x="12838" y="225"/>
                  <a:pt x="13557" y="135"/>
                </a:cubicBezTo>
                <a:cubicBezTo>
                  <a:pt x="14277" y="45"/>
                  <a:pt x="15176" y="0"/>
                  <a:pt x="16255" y="0"/>
                </a:cubicBezTo>
                <a:cubicBezTo>
                  <a:pt x="17379" y="0"/>
                  <a:pt x="18301" y="45"/>
                  <a:pt x="19020" y="135"/>
                </a:cubicBezTo>
                <a:cubicBezTo>
                  <a:pt x="19740" y="225"/>
                  <a:pt x="20302" y="371"/>
                  <a:pt x="20707" y="573"/>
                </a:cubicBezTo>
                <a:cubicBezTo>
                  <a:pt x="21111" y="776"/>
                  <a:pt x="21404" y="1012"/>
                  <a:pt x="21583" y="1282"/>
                </a:cubicBezTo>
                <a:cubicBezTo>
                  <a:pt x="21763" y="1551"/>
                  <a:pt x="21853" y="1844"/>
                  <a:pt x="21853" y="2158"/>
                </a:cubicBezTo>
                <a:lnTo>
                  <a:pt x="21853" y="16592"/>
                </a:lnTo>
                <a:lnTo>
                  <a:pt x="37434" y="16592"/>
                </a:lnTo>
                <a:cubicBezTo>
                  <a:pt x="37793" y="16592"/>
                  <a:pt x="38108" y="16671"/>
                  <a:pt x="38378" y="16828"/>
                </a:cubicBezTo>
                <a:cubicBezTo>
                  <a:pt x="38648" y="16986"/>
                  <a:pt x="38884" y="17255"/>
                  <a:pt x="39086" y="17638"/>
                </a:cubicBezTo>
                <a:cubicBezTo>
                  <a:pt x="39289" y="18020"/>
                  <a:pt x="39435" y="18503"/>
                  <a:pt x="39525" y="19088"/>
                </a:cubicBezTo>
                <a:cubicBezTo>
                  <a:pt x="39615" y="19672"/>
                  <a:pt x="39660" y="20392"/>
                  <a:pt x="39660" y="21246"/>
                </a:cubicBezTo>
                <a:cubicBezTo>
                  <a:pt x="39660" y="22865"/>
                  <a:pt x="39457" y="24034"/>
                  <a:pt x="39052" y="24753"/>
                </a:cubicBezTo>
                <a:cubicBezTo>
                  <a:pt x="38648" y="25473"/>
                  <a:pt x="38108" y="25833"/>
                  <a:pt x="37434" y="25833"/>
                </a:cubicBezTo>
                <a:lnTo>
                  <a:pt x="21853" y="25833"/>
                </a:lnTo>
                <a:lnTo>
                  <a:pt x="21853" y="59791"/>
                </a:lnTo>
                <a:cubicBezTo>
                  <a:pt x="21853" y="63984"/>
                  <a:pt x="22471" y="67152"/>
                  <a:pt x="23708" y="69295"/>
                </a:cubicBezTo>
                <a:cubicBezTo>
                  <a:pt x="24945" y="71436"/>
                  <a:pt x="27159" y="72507"/>
                  <a:pt x="30352" y="72507"/>
                </a:cubicBezTo>
                <a:cubicBezTo>
                  <a:pt x="31386" y="72507"/>
                  <a:pt x="32308" y="72406"/>
                  <a:pt x="33117" y="72203"/>
                </a:cubicBezTo>
                <a:cubicBezTo>
                  <a:pt x="33926" y="72001"/>
                  <a:pt x="34646" y="71787"/>
                  <a:pt x="35275" y="71563"/>
                </a:cubicBezTo>
                <a:cubicBezTo>
                  <a:pt x="35905" y="71338"/>
                  <a:pt x="36444" y="71124"/>
                  <a:pt x="36894" y="70922"/>
                </a:cubicBezTo>
                <a:cubicBezTo>
                  <a:pt x="37344" y="70719"/>
                  <a:pt x="37748" y="70618"/>
                  <a:pt x="38108" y="70618"/>
                </a:cubicBezTo>
                <a:cubicBezTo>
                  <a:pt x="38333" y="70618"/>
                  <a:pt x="38547" y="70674"/>
                  <a:pt x="38749" y="70787"/>
                </a:cubicBezTo>
                <a:cubicBezTo>
                  <a:pt x="38951" y="70899"/>
                  <a:pt x="39109" y="71113"/>
                  <a:pt x="39221" y="71428"/>
                </a:cubicBezTo>
                <a:cubicBezTo>
                  <a:pt x="39334" y="71742"/>
                  <a:pt x="39435" y="72170"/>
                  <a:pt x="39525" y="72709"/>
                </a:cubicBezTo>
                <a:cubicBezTo>
                  <a:pt x="39615" y="73249"/>
                  <a:pt x="39660" y="73923"/>
                  <a:pt x="39660" y="74733"/>
                </a:cubicBezTo>
                <a:close/>
                <a:moveTo>
                  <a:pt x="104512" y="46135"/>
                </a:moveTo>
                <a:cubicBezTo>
                  <a:pt x="104512" y="47888"/>
                  <a:pt x="104074" y="49136"/>
                  <a:pt x="103197" y="49878"/>
                </a:cubicBezTo>
                <a:cubicBezTo>
                  <a:pt x="102320" y="50620"/>
                  <a:pt x="101320" y="50991"/>
                  <a:pt x="100195" y="50991"/>
                </a:cubicBezTo>
                <a:lnTo>
                  <a:pt x="60401" y="50991"/>
                </a:lnTo>
                <a:cubicBezTo>
                  <a:pt x="60401" y="54373"/>
                  <a:pt x="60738" y="57417"/>
                  <a:pt x="61413" y="60124"/>
                </a:cubicBezTo>
                <a:cubicBezTo>
                  <a:pt x="62087" y="62830"/>
                  <a:pt x="63211" y="65153"/>
                  <a:pt x="64785" y="67092"/>
                </a:cubicBezTo>
                <a:cubicBezTo>
                  <a:pt x="66359" y="69031"/>
                  <a:pt x="68405" y="70520"/>
                  <a:pt x="70923" y="71558"/>
                </a:cubicBezTo>
                <a:cubicBezTo>
                  <a:pt x="73441" y="72595"/>
                  <a:pt x="76521" y="73114"/>
                  <a:pt x="80163" y="73114"/>
                </a:cubicBezTo>
                <a:cubicBezTo>
                  <a:pt x="83041" y="73114"/>
                  <a:pt x="85604" y="72878"/>
                  <a:pt x="87852" y="72406"/>
                </a:cubicBezTo>
                <a:cubicBezTo>
                  <a:pt x="90101" y="71933"/>
                  <a:pt x="92045" y="71405"/>
                  <a:pt x="93687" y="70821"/>
                </a:cubicBezTo>
                <a:cubicBezTo>
                  <a:pt x="95328" y="70236"/>
                  <a:pt x="96677" y="69708"/>
                  <a:pt x="97734" y="69236"/>
                </a:cubicBezTo>
                <a:cubicBezTo>
                  <a:pt x="98790" y="68763"/>
                  <a:pt x="99588" y="68527"/>
                  <a:pt x="100128" y="68527"/>
                </a:cubicBezTo>
                <a:cubicBezTo>
                  <a:pt x="100443" y="68527"/>
                  <a:pt x="100724" y="68606"/>
                  <a:pt x="100971" y="68763"/>
                </a:cubicBezTo>
                <a:cubicBezTo>
                  <a:pt x="101218" y="68921"/>
                  <a:pt x="101410" y="69157"/>
                  <a:pt x="101544" y="69472"/>
                </a:cubicBezTo>
                <a:cubicBezTo>
                  <a:pt x="101679" y="69786"/>
                  <a:pt x="101780" y="70225"/>
                  <a:pt x="101848" y="70787"/>
                </a:cubicBezTo>
                <a:cubicBezTo>
                  <a:pt x="101915" y="71349"/>
                  <a:pt x="101949" y="72035"/>
                  <a:pt x="101949" y="72844"/>
                </a:cubicBezTo>
                <a:cubicBezTo>
                  <a:pt x="101949" y="73429"/>
                  <a:pt x="101927" y="73934"/>
                  <a:pt x="101882" y="74362"/>
                </a:cubicBezTo>
                <a:cubicBezTo>
                  <a:pt x="101837" y="74789"/>
                  <a:pt x="101780" y="75171"/>
                  <a:pt x="101713" y="75508"/>
                </a:cubicBezTo>
                <a:cubicBezTo>
                  <a:pt x="101646" y="75845"/>
                  <a:pt x="101533" y="76149"/>
                  <a:pt x="101376" y="76419"/>
                </a:cubicBezTo>
                <a:cubicBezTo>
                  <a:pt x="101218" y="76689"/>
                  <a:pt x="101016" y="76947"/>
                  <a:pt x="100769" y="77194"/>
                </a:cubicBezTo>
                <a:cubicBezTo>
                  <a:pt x="100521" y="77442"/>
                  <a:pt x="99791" y="77846"/>
                  <a:pt x="98577" y="78408"/>
                </a:cubicBezTo>
                <a:cubicBezTo>
                  <a:pt x="97363" y="78971"/>
                  <a:pt x="95789" y="79521"/>
                  <a:pt x="93855" y="80061"/>
                </a:cubicBezTo>
                <a:cubicBezTo>
                  <a:pt x="91922" y="80601"/>
                  <a:pt x="89685" y="81084"/>
                  <a:pt x="87144" y="81511"/>
                </a:cubicBezTo>
                <a:cubicBezTo>
                  <a:pt x="84604" y="81938"/>
                  <a:pt x="81895" y="82152"/>
                  <a:pt x="79017" y="82152"/>
                </a:cubicBezTo>
                <a:cubicBezTo>
                  <a:pt x="74026" y="82152"/>
                  <a:pt x="69653" y="81454"/>
                  <a:pt x="65898" y="80059"/>
                </a:cubicBezTo>
                <a:cubicBezTo>
                  <a:pt x="62143" y="78664"/>
                  <a:pt x="58985" y="76593"/>
                  <a:pt x="56422" y="73847"/>
                </a:cubicBezTo>
                <a:cubicBezTo>
                  <a:pt x="53859" y="71102"/>
                  <a:pt x="51925" y="67658"/>
                  <a:pt x="50621" y="63517"/>
                </a:cubicBezTo>
                <a:cubicBezTo>
                  <a:pt x="49317" y="59376"/>
                  <a:pt x="48665" y="54560"/>
                  <a:pt x="48665" y="49069"/>
                </a:cubicBezTo>
                <a:cubicBezTo>
                  <a:pt x="48665" y="43847"/>
                  <a:pt x="49340" y="39154"/>
                  <a:pt x="50688" y="34991"/>
                </a:cubicBezTo>
                <a:cubicBezTo>
                  <a:pt x="52037" y="30827"/>
                  <a:pt x="53982" y="27294"/>
                  <a:pt x="56523" y="24391"/>
                </a:cubicBezTo>
                <a:cubicBezTo>
                  <a:pt x="59063" y="21488"/>
                  <a:pt x="62132" y="19260"/>
                  <a:pt x="65729" y="17707"/>
                </a:cubicBezTo>
                <a:cubicBezTo>
                  <a:pt x="69327" y="16155"/>
                  <a:pt x="73351" y="15378"/>
                  <a:pt x="77803" y="15378"/>
                </a:cubicBezTo>
                <a:cubicBezTo>
                  <a:pt x="82569" y="15378"/>
                  <a:pt x="86627" y="16143"/>
                  <a:pt x="89977" y="17671"/>
                </a:cubicBezTo>
                <a:cubicBezTo>
                  <a:pt x="93327" y="19200"/>
                  <a:pt x="96081" y="21257"/>
                  <a:pt x="98239" y="23843"/>
                </a:cubicBezTo>
                <a:cubicBezTo>
                  <a:pt x="100398" y="26428"/>
                  <a:pt x="101983" y="29464"/>
                  <a:pt x="102995" y="32948"/>
                </a:cubicBezTo>
                <a:cubicBezTo>
                  <a:pt x="104006" y="36433"/>
                  <a:pt x="104512" y="40154"/>
                  <a:pt x="104512" y="44111"/>
                </a:cubicBezTo>
                <a:lnTo>
                  <a:pt x="104512" y="46135"/>
                </a:lnTo>
                <a:moveTo>
                  <a:pt x="93316" y="42830"/>
                </a:moveTo>
                <a:cubicBezTo>
                  <a:pt x="93451" y="36984"/>
                  <a:pt x="92158" y="32398"/>
                  <a:pt x="89437" y="29070"/>
                </a:cubicBezTo>
                <a:cubicBezTo>
                  <a:pt x="86717" y="25743"/>
                  <a:pt x="82681" y="24079"/>
                  <a:pt x="77331" y="24079"/>
                </a:cubicBezTo>
                <a:cubicBezTo>
                  <a:pt x="74588" y="24079"/>
                  <a:pt x="72182" y="24596"/>
                  <a:pt x="70114" y="25630"/>
                </a:cubicBezTo>
                <a:cubicBezTo>
                  <a:pt x="68045" y="26665"/>
                  <a:pt x="66314" y="28036"/>
                  <a:pt x="64920" y="29745"/>
                </a:cubicBezTo>
                <a:cubicBezTo>
                  <a:pt x="63526" y="31453"/>
                  <a:pt x="62447" y="33443"/>
                  <a:pt x="61683" y="35714"/>
                </a:cubicBezTo>
                <a:cubicBezTo>
                  <a:pt x="60918" y="37985"/>
                  <a:pt x="60491" y="40356"/>
                  <a:pt x="60401" y="42830"/>
                </a:cubicBezTo>
                <a:lnTo>
                  <a:pt x="93316" y="42830"/>
                </a:lnTo>
                <a:close/>
                <a:moveTo>
                  <a:pt x="165016" y="77835"/>
                </a:moveTo>
                <a:cubicBezTo>
                  <a:pt x="165376" y="78465"/>
                  <a:pt x="165555" y="78993"/>
                  <a:pt x="165555" y="79420"/>
                </a:cubicBezTo>
                <a:cubicBezTo>
                  <a:pt x="165555" y="79847"/>
                  <a:pt x="165342" y="80196"/>
                  <a:pt x="164915" y="80466"/>
                </a:cubicBezTo>
                <a:cubicBezTo>
                  <a:pt x="164488" y="80735"/>
                  <a:pt x="163836" y="80927"/>
                  <a:pt x="162959" y="81039"/>
                </a:cubicBezTo>
                <a:cubicBezTo>
                  <a:pt x="162082" y="81151"/>
                  <a:pt x="160946" y="81208"/>
                  <a:pt x="159553" y="81208"/>
                </a:cubicBezTo>
                <a:cubicBezTo>
                  <a:pt x="158204" y="81208"/>
                  <a:pt x="157136" y="81174"/>
                  <a:pt x="156349" y="81106"/>
                </a:cubicBezTo>
                <a:cubicBezTo>
                  <a:pt x="155562" y="81039"/>
                  <a:pt x="154932" y="80927"/>
                  <a:pt x="154460" y="80769"/>
                </a:cubicBezTo>
                <a:cubicBezTo>
                  <a:pt x="153988" y="80612"/>
                  <a:pt x="153628" y="80409"/>
                  <a:pt x="153381" y="80162"/>
                </a:cubicBezTo>
                <a:cubicBezTo>
                  <a:pt x="153134" y="79915"/>
                  <a:pt x="152920" y="79634"/>
                  <a:pt x="152740" y="79319"/>
                </a:cubicBezTo>
                <a:lnTo>
                  <a:pt x="138171" y="55240"/>
                </a:lnTo>
                <a:lnTo>
                  <a:pt x="123670" y="79319"/>
                </a:lnTo>
                <a:cubicBezTo>
                  <a:pt x="123490" y="79634"/>
                  <a:pt x="123277" y="79915"/>
                  <a:pt x="123029" y="80162"/>
                </a:cubicBezTo>
                <a:cubicBezTo>
                  <a:pt x="122782" y="80409"/>
                  <a:pt x="122422" y="80612"/>
                  <a:pt x="121950" y="80769"/>
                </a:cubicBezTo>
                <a:cubicBezTo>
                  <a:pt x="121478" y="80927"/>
                  <a:pt x="120860" y="81039"/>
                  <a:pt x="120095" y="81106"/>
                </a:cubicBezTo>
                <a:cubicBezTo>
                  <a:pt x="119331" y="81174"/>
                  <a:pt x="118319" y="81208"/>
                  <a:pt x="117060" y="81208"/>
                </a:cubicBezTo>
                <a:cubicBezTo>
                  <a:pt x="115756" y="81208"/>
                  <a:pt x="114688" y="81151"/>
                  <a:pt x="113856" y="81039"/>
                </a:cubicBezTo>
                <a:cubicBezTo>
                  <a:pt x="113025" y="80927"/>
                  <a:pt x="112418" y="80735"/>
                  <a:pt x="112035" y="80466"/>
                </a:cubicBezTo>
                <a:cubicBezTo>
                  <a:pt x="111653" y="80196"/>
                  <a:pt x="111473" y="79847"/>
                  <a:pt x="111496" y="79420"/>
                </a:cubicBezTo>
                <a:cubicBezTo>
                  <a:pt x="111518" y="78993"/>
                  <a:pt x="111732" y="78465"/>
                  <a:pt x="112137" y="77835"/>
                </a:cubicBezTo>
                <a:lnTo>
                  <a:pt x="131022" y="48225"/>
                </a:lnTo>
                <a:lnTo>
                  <a:pt x="113148" y="19695"/>
                </a:lnTo>
                <a:cubicBezTo>
                  <a:pt x="112789" y="19065"/>
                  <a:pt x="112597" y="18537"/>
                  <a:pt x="112575" y="18110"/>
                </a:cubicBezTo>
                <a:cubicBezTo>
                  <a:pt x="112552" y="17683"/>
                  <a:pt x="112755" y="17323"/>
                  <a:pt x="113182" y="17031"/>
                </a:cubicBezTo>
                <a:cubicBezTo>
                  <a:pt x="113609" y="16738"/>
                  <a:pt x="114261" y="16547"/>
                  <a:pt x="115138" y="16457"/>
                </a:cubicBezTo>
                <a:cubicBezTo>
                  <a:pt x="116015" y="16367"/>
                  <a:pt x="117173" y="16322"/>
                  <a:pt x="118612" y="16322"/>
                </a:cubicBezTo>
                <a:cubicBezTo>
                  <a:pt x="119916" y="16322"/>
                  <a:pt x="120961" y="16356"/>
                  <a:pt x="121748" y="16424"/>
                </a:cubicBezTo>
                <a:cubicBezTo>
                  <a:pt x="122535" y="16491"/>
                  <a:pt x="123153" y="16592"/>
                  <a:pt x="123603" y="16727"/>
                </a:cubicBezTo>
                <a:cubicBezTo>
                  <a:pt x="124052" y="16862"/>
                  <a:pt x="124390" y="17042"/>
                  <a:pt x="124614" y="17267"/>
                </a:cubicBezTo>
                <a:cubicBezTo>
                  <a:pt x="124839" y="17492"/>
                  <a:pt x="125042" y="17761"/>
                  <a:pt x="125221" y="18076"/>
                </a:cubicBezTo>
                <a:lnTo>
                  <a:pt x="139048" y="40671"/>
                </a:lnTo>
                <a:lnTo>
                  <a:pt x="153078" y="18076"/>
                </a:lnTo>
                <a:cubicBezTo>
                  <a:pt x="153257" y="17806"/>
                  <a:pt x="153460" y="17559"/>
                  <a:pt x="153685" y="17334"/>
                </a:cubicBezTo>
                <a:cubicBezTo>
                  <a:pt x="153909" y="17109"/>
                  <a:pt x="154213" y="16918"/>
                  <a:pt x="154595" y="16761"/>
                </a:cubicBezTo>
                <a:cubicBezTo>
                  <a:pt x="154977" y="16603"/>
                  <a:pt x="155517" y="16491"/>
                  <a:pt x="156214" y="16424"/>
                </a:cubicBezTo>
                <a:cubicBezTo>
                  <a:pt x="156911" y="16356"/>
                  <a:pt x="157866" y="16322"/>
                  <a:pt x="159080" y="16322"/>
                </a:cubicBezTo>
                <a:cubicBezTo>
                  <a:pt x="160384" y="16322"/>
                  <a:pt x="161452" y="16367"/>
                  <a:pt x="162284" y="16457"/>
                </a:cubicBezTo>
                <a:cubicBezTo>
                  <a:pt x="163116" y="16547"/>
                  <a:pt x="163734" y="16716"/>
                  <a:pt x="164139" y="16963"/>
                </a:cubicBezTo>
                <a:cubicBezTo>
                  <a:pt x="164544" y="17211"/>
                  <a:pt x="164724" y="17559"/>
                  <a:pt x="164679" y="18009"/>
                </a:cubicBezTo>
                <a:cubicBezTo>
                  <a:pt x="164634" y="18458"/>
                  <a:pt x="164409" y="19020"/>
                  <a:pt x="164004" y="19695"/>
                </a:cubicBezTo>
                <a:lnTo>
                  <a:pt x="146265" y="47888"/>
                </a:lnTo>
                <a:lnTo>
                  <a:pt x="165016" y="77835"/>
                </a:lnTo>
                <a:close/>
                <a:moveTo>
                  <a:pt x="210808" y="74733"/>
                </a:moveTo>
                <a:cubicBezTo>
                  <a:pt x="210808" y="76037"/>
                  <a:pt x="210718" y="77071"/>
                  <a:pt x="210538" y="77835"/>
                </a:cubicBezTo>
                <a:cubicBezTo>
                  <a:pt x="210358" y="78600"/>
                  <a:pt x="210089" y="79162"/>
                  <a:pt x="209729" y="79521"/>
                </a:cubicBezTo>
                <a:cubicBezTo>
                  <a:pt x="209369" y="79881"/>
                  <a:pt x="208830" y="80218"/>
                  <a:pt x="208110" y="80533"/>
                </a:cubicBezTo>
                <a:cubicBezTo>
                  <a:pt x="207391" y="80848"/>
                  <a:pt x="206570" y="81106"/>
                  <a:pt x="205648" y="81309"/>
                </a:cubicBezTo>
                <a:cubicBezTo>
                  <a:pt x="204726" y="81511"/>
                  <a:pt x="203748" y="81680"/>
                  <a:pt x="202714" y="81815"/>
                </a:cubicBezTo>
                <a:cubicBezTo>
                  <a:pt x="201680" y="81950"/>
                  <a:pt x="200646" y="82017"/>
                  <a:pt x="199612" y="82017"/>
                </a:cubicBezTo>
                <a:cubicBezTo>
                  <a:pt x="196464" y="82017"/>
                  <a:pt x="193766" y="81600"/>
                  <a:pt x="191518" y="80767"/>
                </a:cubicBezTo>
                <a:cubicBezTo>
                  <a:pt x="189270" y="79932"/>
                  <a:pt x="187426" y="78670"/>
                  <a:pt x="185987" y="76979"/>
                </a:cubicBezTo>
                <a:cubicBezTo>
                  <a:pt x="184548" y="75289"/>
                  <a:pt x="183503" y="73148"/>
                  <a:pt x="182851" y="70557"/>
                </a:cubicBezTo>
                <a:cubicBezTo>
                  <a:pt x="182199" y="67966"/>
                  <a:pt x="181873" y="64913"/>
                  <a:pt x="181873" y="61397"/>
                </a:cubicBezTo>
                <a:lnTo>
                  <a:pt x="181873" y="25833"/>
                </a:lnTo>
                <a:lnTo>
                  <a:pt x="173374" y="25833"/>
                </a:lnTo>
                <a:cubicBezTo>
                  <a:pt x="172700" y="25833"/>
                  <a:pt x="172160" y="25473"/>
                  <a:pt x="171756" y="24753"/>
                </a:cubicBezTo>
                <a:cubicBezTo>
                  <a:pt x="171351" y="24034"/>
                  <a:pt x="171149" y="22865"/>
                  <a:pt x="171149" y="21246"/>
                </a:cubicBezTo>
                <a:cubicBezTo>
                  <a:pt x="171149" y="20392"/>
                  <a:pt x="171205" y="19672"/>
                  <a:pt x="171317" y="19088"/>
                </a:cubicBezTo>
                <a:cubicBezTo>
                  <a:pt x="171430" y="18503"/>
                  <a:pt x="171576" y="18020"/>
                  <a:pt x="171756" y="17638"/>
                </a:cubicBezTo>
                <a:cubicBezTo>
                  <a:pt x="171935" y="17255"/>
                  <a:pt x="172171" y="16986"/>
                  <a:pt x="172464" y="16828"/>
                </a:cubicBezTo>
                <a:cubicBezTo>
                  <a:pt x="172756" y="16671"/>
                  <a:pt x="173082" y="16592"/>
                  <a:pt x="173442" y="16592"/>
                </a:cubicBezTo>
                <a:lnTo>
                  <a:pt x="181873" y="16592"/>
                </a:lnTo>
                <a:lnTo>
                  <a:pt x="181873" y="2158"/>
                </a:lnTo>
                <a:cubicBezTo>
                  <a:pt x="181873" y="1844"/>
                  <a:pt x="181951" y="1551"/>
                  <a:pt x="182109" y="1282"/>
                </a:cubicBezTo>
                <a:cubicBezTo>
                  <a:pt x="182266" y="1012"/>
                  <a:pt x="182559" y="776"/>
                  <a:pt x="182986" y="573"/>
                </a:cubicBezTo>
                <a:cubicBezTo>
                  <a:pt x="183413" y="371"/>
                  <a:pt x="183986" y="225"/>
                  <a:pt x="184706" y="135"/>
                </a:cubicBezTo>
                <a:cubicBezTo>
                  <a:pt x="185425" y="45"/>
                  <a:pt x="186324" y="0"/>
                  <a:pt x="187404" y="0"/>
                </a:cubicBezTo>
                <a:cubicBezTo>
                  <a:pt x="188528" y="0"/>
                  <a:pt x="189449" y="45"/>
                  <a:pt x="190169" y="135"/>
                </a:cubicBezTo>
                <a:cubicBezTo>
                  <a:pt x="190888" y="225"/>
                  <a:pt x="191450" y="371"/>
                  <a:pt x="191855" y="573"/>
                </a:cubicBezTo>
                <a:cubicBezTo>
                  <a:pt x="192260" y="776"/>
                  <a:pt x="192552" y="1012"/>
                  <a:pt x="192732" y="1282"/>
                </a:cubicBezTo>
                <a:cubicBezTo>
                  <a:pt x="192912" y="1551"/>
                  <a:pt x="193002" y="1844"/>
                  <a:pt x="193002" y="2158"/>
                </a:cubicBezTo>
                <a:lnTo>
                  <a:pt x="193002" y="16592"/>
                </a:lnTo>
                <a:lnTo>
                  <a:pt x="208582" y="16592"/>
                </a:lnTo>
                <a:cubicBezTo>
                  <a:pt x="208942" y="16592"/>
                  <a:pt x="209257" y="16671"/>
                  <a:pt x="209527" y="16828"/>
                </a:cubicBezTo>
                <a:cubicBezTo>
                  <a:pt x="209796" y="16986"/>
                  <a:pt x="210032" y="17255"/>
                  <a:pt x="210235" y="17638"/>
                </a:cubicBezTo>
                <a:cubicBezTo>
                  <a:pt x="210437" y="18020"/>
                  <a:pt x="210583" y="18503"/>
                  <a:pt x="210673" y="19088"/>
                </a:cubicBezTo>
                <a:cubicBezTo>
                  <a:pt x="210763" y="19672"/>
                  <a:pt x="210808" y="20392"/>
                  <a:pt x="210808" y="21246"/>
                </a:cubicBezTo>
                <a:cubicBezTo>
                  <a:pt x="210808" y="22865"/>
                  <a:pt x="210606" y="24034"/>
                  <a:pt x="210201" y="24753"/>
                </a:cubicBezTo>
                <a:cubicBezTo>
                  <a:pt x="209796" y="25473"/>
                  <a:pt x="209257" y="25833"/>
                  <a:pt x="208582" y="25833"/>
                </a:cubicBezTo>
                <a:lnTo>
                  <a:pt x="193002" y="25833"/>
                </a:lnTo>
                <a:lnTo>
                  <a:pt x="193002" y="59791"/>
                </a:lnTo>
                <a:cubicBezTo>
                  <a:pt x="193002" y="63984"/>
                  <a:pt x="193620" y="67152"/>
                  <a:pt x="194857" y="69295"/>
                </a:cubicBezTo>
                <a:cubicBezTo>
                  <a:pt x="196093" y="71436"/>
                  <a:pt x="198308" y="72507"/>
                  <a:pt x="201500" y="72507"/>
                </a:cubicBezTo>
                <a:cubicBezTo>
                  <a:pt x="202534" y="72507"/>
                  <a:pt x="203456" y="72406"/>
                  <a:pt x="204266" y="72203"/>
                </a:cubicBezTo>
                <a:cubicBezTo>
                  <a:pt x="205075" y="72001"/>
                  <a:pt x="205794" y="71787"/>
                  <a:pt x="206424" y="71563"/>
                </a:cubicBezTo>
                <a:cubicBezTo>
                  <a:pt x="207053" y="71338"/>
                  <a:pt x="207593" y="71124"/>
                  <a:pt x="208043" y="70922"/>
                </a:cubicBezTo>
                <a:cubicBezTo>
                  <a:pt x="208492" y="70719"/>
                  <a:pt x="208897" y="70618"/>
                  <a:pt x="209257" y="70618"/>
                </a:cubicBezTo>
                <a:cubicBezTo>
                  <a:pt x="209482" y="70618"/>
                  <a:pt x="209695" y="70674"/>
                  <a:pt x="209898" y="70787"/>
                </a:cubicBezTo>
                <a:cubicBezTo>
                  <a:pt x="210100" y="70899"/>
                  <a:pt x="210257" y="71113"/>
                  <a:pt x="210370" y="71428"/>
                </a:cubicBezTo>
                <a:cubicBezTo>
                  <a:pt x="210482" y="71742"/>
                  <a:pt x="210583" y="72170"/>
                  <a:pt x="210673" y="72709"/>
                </a:cubicBezTo>
                <a:cubicBezTo>
                  <a:pt x="210763" y="73249"/>
                  <a:pt x="210808" y="73923"/>
                  <a:pt x="210808" y="747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[…]non-deceptivenot-applicable">
            <a:extLst xmlns:a="http://schemas.openxmlformats.org/drawingml/2006/main">
              <a:ext uri="{FF2B5EF4-FFF2-40B4-BE49-F238E27FC236}">
                <a16:creationId xmlns:a16="http://schemas.microsoft.com/office/drawing/2014/main" id="{E3047142-BADA-4DB8-B1B7-09BBAC70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814" y="2034995"/>
            <a:ext cx="1931032" cy="118979"/>
          </a:xfrm>
          <a:custGeom xmlns:a="http://schemas.openxmlformats.org/drawingml/2006/main">
            <a:pathLst>
              <a:path w="1931032" h="118979">
                <a:moveTo>
                  <a:pt x="23472" y="111964"/>
                </a:moveTo>
                <a:cubicBezTo>
                  <a:pt x="23472" y="113448"/>
                  <a:pt x="23303" y="114493"/>
                  <a:pt x="22966" y="115100"/>
                </a:cubicBezTo>
                <a:cubicBezTo>
                  <a:pt x="22629" y="115707"/>
                  <a:pt x="22145" y="116011"/>
                  <a:pt x="21516" y="116011"/>
                </a:cubicBezTo>
                <a:lnTo>
                  <a:pt x="4249" y="116011"/>
                </a:lnTo>
                <a:cubicBezTo>
                  <a:pt x="3710" y="116011"/>
                  <a:pt x="3193" y="115932"/>
                  <a:pt x="2698" y="115775"/>
                </a:cubicBezTo>
                <a:cubicBezTo>
                  <a:pt x="2203" y="115617"/>
                  <a:pt x="1754" y="115359"/>
                  <a:pt x="1349" y="114999"/>
                </a:cubicBezTo>
                <a:cubicBezTo>
                  <a:pt x="944" y="114639"/>
                  <a:pt x="618" y="114155"/>
                  <a:pt x="371" y="113547"/>
                </a:cubicBezTo>
                <a:cubicBezTo>
                  <a:pt x="124" y="112940"/>
                  <a:pt x="0" y="112187"/>
                  <a:pt x="0" y="111287"/>
                </a:cubicBezTo>
                <a:lnTo>
                  <a:pt x="0" y="4723"/>
                </a:lnTo>
                <a:cubicBezTo>
                  <a:pt x="0" y="3869"/>
                  <a:pt x="124" y="3138"/>
                  <a:pt x="371" y="2531"/>
                </a:cubicBezTo>
                <a:cubicBezTo>
                  <a:pt x="618" y="1923"/>
                  <a:pt x="944" y="1428"/>
                  <a:pt x="1349" y="1045"/>
                </a:cubicBezTo>
                <a:cubicBezTo>
                  <a:pt x="1754" y="663"/>
                  <a:pt x="2203" y="393"/>
                  <a:pt x="2698" y="236"/>
                </a:cubicBezTo>
                <a:cubicBezTo>
                  <a:pt x="3193" y="79"/>
                  <a:pt x="3710" y="0"/>
                  <a:pt x="4249" y="0"/>
                </a:cubicBezTo>
                <a:lnTo>
                  <a:pt x="21516" y="0"/>
                </a:lnTo>
                <a:cubicBezTo>
                  <a:pt x="21786" y="0"/>
                  <a:pt x="22044" y="67"/>
                  <a:pt x="22292" y="202"/>
                </a:cubicBezTo>
                <a:cubicBezTo>
                  <a:pt x="22539" y="337"/>
                  <a:pt x="22753" y="585"/>
                  <a:pt x="22932" y="944"/>
                </a:cubicBezTo>
                <a:cubicBezTo>
                  <a:pt x="23112" y="1304"/>
                  <a:pt x="23247" y="1742"/>
                  <a:pt x="23337" y="2260"/>
                </a:cubicBezTo>
                <a:cubicBezTo>
                  <a:pt x="23427" y="2777"/>
                  <a:pt x="23472" y="3417"/>
                  <a:pt x="23472" y="4182"/>
                </a:cubicBezTo>
                <a:cubicBezTo>
                  <a:pt x="23472" y="5621"/>
                  <a:pt x="23303" y="6655"/>
                  <a:pt x="22966" y="7284"/>
                </a:cubicBezTo>
                <a:cubicBezTo>
                  <a:pt x="22629" y="7914"/>
                  <a:pt x="22145" y="8229"/>
                  <a:pt x="21516" y="8229"/>
                </a:cubicBezTo>
                <a:lnTo>
                  <a:pt x="10522" y="8229"/>
                </a:lnTo>
                <a:lnTo>
                  <a:pt x="10522" y="107850"/>
                </a:lnTo>
                <a:lnTo>
                  <a:pt x="21516" y="107850"/>
                </a:lnTo>
                <a:cubicBezTo>
                  <a:pt x="21786" y="107850"/>
                  <a:pt x="22044" y="107917"/>
                  <a:pt x="22292" y="108052"/>
                </a:cubicBezTo>
                <a:cubicBezTo>
                  <a:pt x="22539" y="108187"/>
                  <a:pt x="22753" y="108423"/>
                  <a:pt x="22932" y="108760"/>
                </a:cubicBezTo>
                <a:cubicBezTo>
                  <a:pt x="23112" y="109097"/>
                  <a:pt x="23247" y="109525"/>
                  <a:pt x="23337" y="110042"/>
                </a:cubicBezTo>
                <a:cubicBezTo>
                  <a:pt x="23427" y="110559"/>
                  <a:pt x="23472" y="111200"/>
                  <a:pt x="23472" y="111964"/>
                </a:cubicBezTo>
                <a:close/>
                <a:moveTo>
                  <a:pt x="53874" y="87177"/>
                </a:moveTo>
                <a:cubicBezTo>
                  <a:pt x="53874" y="90337"/>
                  <a:pt x="53346" y="92448"/>
                  <a:pt x="52289" y="93511"/>
                </a:cubicBezTo>
                <a:cubicBezTo>
                  <a:pt x="51232" y="94571"/>
                  <a:pt x="49355" y="95102"/>
                  <a:pt x="46657" y="95102"/>
                </a:cubicBezTo>
                <a:cubicBezTo>
                  <a:pt x="44049" y="95102"/>
                  <a:pt x="42228" y="94583"/>
                  <a:pt x="41194" y="93544"/>
                </a:cubicBezTo>
                <a:cubicBezTo>
                  <a:pt x="40160" y="92506"/>
                  <a:pt x="39642" y="90451"/>
                  <a:pt x="39642" y="87379"/>
                </a:cubicBezTo>
                <a:cubicBezTo>
                  <a:pt x="39642" y="84219"/>
                  <a:pt x="40171" y="82108"/>
                  <a:pt x="41228" y="81047"/>
                </a:cubicBezTo>
                <a:cubicBezTo>
                  <a:pt x="42284" y="79985"/>
                  <a:pt x="44162" y="79454"/>
                  <a:pt x="46859" y="79454"/>
                </a:cubicBezTo>
                <a:cubicBezTo>
                  <a:pt x="49467" y="79454"/>
                  <a:pt x="51289" y="79973"/>
                  <a:pt x="52323" y="81012"/>
                </a:cubicBezTo>
                <a:cubicBezTo>
                  <a:pt x="53357" y="82050"/>
                  <a:pt x="53874" y="84105"/>
                  <a:pt x="53874" y="87177"/>
                </a:cubicBezTo>
                <a:moveTo>
                  <a:pt x="84293" y="87177"/>
                </a:moveTo>
                <a:cubicBezTo>
                  <a:pt x="84293" y="90337"/>
                  <a:pt x="83776" y="92448"/>
                  <a:pt x="82742" y="93511"/>
                </a:cubicBezTo>
                <a:cubicBezTo>
                  <a:pt x="81708" y="94571"/>
                  <a:pt x="79842" y="95102"/>
                  <a:pt x="77144" y="95102"/>
                </a:cubicBezTo>
                <a:cubicBezTo>
                  <a:pt x="74536" y="95102"/>
                  <a:pt x="72715" y="94583"/>
                  <a:pt x="71680" y="93544"/>
                </a:cubicBezTo>
                <a:cubicBezTo>
                  <a:pt x="70646" y="92506"/>
                  <a:pt x="70129" y="90451"/>
                  <a:pt x="70129" y="87379"/>
                </a:cubicBezTo>
                <a:cubicBezTo>
                  <a:pt x="70129" y="84219"/>
                  <a:pt x="70657" y="82108"/>
                  <a:pt x="71714" y="81047"/>
                </a:cubicBezTo>
                <a:cubicBezTo>
                  <a:pt x="72771" y="79985"/>
                  <a:pt x="74626" y="79454"/>
                  <a:pt x="77279" y="79454"/>
                </a:cubicBezTo>
                <a:cubicBezTo>
                  <a:pt x="79932" y="79454"/>
                  <a:pt x="81764" y="79973"/>
                  <a:pt x="82776" y="81012"/>
                </a:cubicBezTo>
                <a:cubicBezTo>
                  <a:pt x="83787" y="82050"/>
                  <a:pt x="84293" y="84105"/>
                  <a:pt x="84293" y="87177"/>
                </a:cubicBezTo>
                <a:moveTo>
                  <a:pt x="114780" y="87177"/>
                </a:moveTo>
                <a:cubicBezTo>
                  <a:pt x="114780" y="90337"/>
                  <a:pt x="114251" y="92448"/>
                  <a:pt x="113195" y="93511"/>
                </a:cubicBezTo>
                <a:cubicBezTo>
                  <a:pt x="112138" y="94571"/>
                  <a:pt x="110261" y="95102"/>
                  <a:pt x="107563" y="95102"/>
                </a:cubicBezTo>
                <a:cubicBezTo>
                  <a:pt x="104955" y="95102"/>
                  <a:pt x="103134" y="94583"/>
                  <a:pt x="102099" y="93544"/>
                </a:cubicBezTo>
                <a:cubicBezTo>
                  <a:pt x="101065" y="92506"/>
                  <a:pt x="100548" y="90451"/>
                  <a:pt x="100548" y="87379"/>
                </a:cubicBezTo>
                <a:cubicBezTo>
                  <a:pt x="100548" y="84219"/>
                  <a:pt x="101077" y="82108"/>
                  <a:pt x="102133" y="81047"/>
                </a:cubicBezTo>
                <a:cubicBezTo>
                  <a:pt x="103190" y="79985"/>
                  <a:pt x="105067" y="79454"/>
                  <a:pt x="107765" y="79454"/>
                </a:cubicBezTo>
                <a:cubicBezTo>
                  <a:pt x="110373" y="79454"/>
                  <a:pt x="112194" y="79973"/>
                  <a:pt x="113228" y="81012"/>
                </a:cubicBezTo>
                <a:cubicBezTo>
                  <a:pt x="114263" y="82050"/>
                  <a:pt x="114780" y="84105"/>
                  <a:pt x="114780" y="87177"/>
                </a:cubicBezTo>
                <a:close/>
                <a:moveTo>
                  <a:pt x="154380" y="111287"/>
                </a:moveTo>
                <a:cubicBezTo>
                  <a:pt x="154380" y="112187"/>
                  <a:pt x="154256" y="112940"/>
                  <a:pt x="154009" y="113547"/>
                </a:cubicBezTo>
                <a:cubicBezTo>
                  <a:pt x="153761" y="114155"/>
                  <a:pt x="153435" y="114639"/>
                  <a:pt x="153031" y="114999"/>
                </a:cubicBezTo>
                <a:cubicBezTo>
                  <a:pt x="152626" y="115359"/>
                  <a:pt x="152165" y="115617"/>
                  <a:pt x="151648" y="115775"/>
                </a:cubicBezTo>
                <a:cubicBezTo>
                  <a:pt x="151131" y="115932"/>
                  <a:pt x="150603" y="116011"/>
                  <a:pt x="150063" y="116011"/>
                </a:cubicBezTo>
                <a:lnTo>
                  <a:pt x="132864" y="116011"/>
                </a:lnTo>
                <a:cubicBezTo>
                  <a:pt x="132234" y="116011"/>
                  <a:pt x="131751" y="115707"/>
                  <a:pt x="131414" y="115100"/>
                </a:cubicBezTo>
                <a:cubicBezTo>
                  <a:pt x="131076" y="114493"/>
                  <a:pt x="130908" y="113448"/>
                  <a:pt x="130908" y="111964"/>
                </a:cubicBezTo>
                <a:cubicBezTo>
                  <a:pt x="130908" y="111200"/>
                  <a:pt x="130942" y="110559"/>
                  <a:pt x="131009" y="110042"/>
                </a:cubicBezTo>
                <a:cubicBezTo>
                  <a:pt x="131076" y="109525"/>
                  <a:pt x="131200" y="109097"/>
                  <a:pt x="131380" y="108760"/>
                </a:cubicBezTo>
                <a:cubicBezTo>
                  <a:pt x="131560" y="108423"/>
                  <a:pt x="131773" y="108187"/>
                  <a:pt x="132021" y="108052"/>
                </a:cubicBezTo>
                <a:cubicBezTo>
                  <a:pt x="132268" y="107917"/>
                  <a:pt x="132549" y="107850"/>
                  <a:pt x="132864" y="107850"/>
                </a:cubicBezTo>
                <a:lnTo>
                  <a:pt x="143858" y="107850"/>
                </a:lnTo>
                <a:lnTo>
                  <a:pt x="143858" y="8229"/>
                </a:lnTo>
                <a:lnTo>
                  <a:pt x="132864" y="8229"/>
                </a:lnTo>
                <a:cubicBezTo>
                  <a:pt x="132234" y="8229"/>
                  <a:pt x="131751" y="7914"/>
                  <a:pt x="131414" y="7284"/>
                </a:cubicBezTo>
                <a:cubicBezTo>
                  <a:pt x="131076" y="6655"/>
                  <a:pt x="130908" y="5621"/>
                  <a:pt x="130908" y="4182"/>
                </a:cubicBezTo>
                <a:cubicBezTo>
                  <a:pt x="130908" y="3417"/>
                  <a:pt x="130942" y="2777"/>
                  <a:pt x="131009" y="2260"/>
                </a:cubicBezTo>
                <a:cubicBezTo>
                  <a:pt x="131076" y="1742"/>
                  <a:pt x="131200" y="1304"/>
                  <a:pt x="131380" y="944"/>
                </a:cubicBezTo>
                <a:cubicBezTo>
                  <a:pt x="131560" y="585"/>
                  <a:pt x="131773" y="337"/>
                  <a:pt x="132021" y="202"/>
                </a:cubicBezTo>
                <a:cubicBezTo>
                  <a:pt x="132268" y="67"/>
                  <a:pt x="132549" y="0"/>
                  <a:pt x="132864" y="0"/>
                </a:cubicBezTo>
                <a:lnTo>
                  <a:pt x="150063" y="0"/>
                </a:lnTo>
                <a:cubicBezTo>
                  <a:pt x="150603" y="0"/>
                  <a:pt x="151131" y="79"/>
                  <a:pt x="151648" y="236"/>
                </a:cubicBezTo>
                <a:cubicBezTo>
                  <a:pt x="152165" y="393"/>
                  <a:pt x="152626" y="663"/>
                  <a:pt x="153031" y="1045"/>
                </a:cubicBezTo>
                <a:cubicBezTo>
                  <a:pt x="153435" y="1428"/>
                  <a:pt x="153761" y="1923"/>
                  <a:pt x="154009" y="2531"/>
                </a:cubicBezTo>
                <a:cubicBezTo>
                  <a:pt x="154256" y="3138"/>
                  <a:pt x="154380" y="3869"/>
                  <a:pt x="154380" y="4723"/>
                </a:cubicBezTo>
                <a:lnTo>
                  <a:pt x="154380" y="111287"/>
                </a:lnTo>
                <a:close/>
                <a:moveTo>
                  <a:pt x="322486" y="92741"/>
                </a:moveTo>
                <a:cubicBezTo>
                  <a:pt x="322486" y="93101"/>
                  <a:pt x="322396" y="93404"/>
                  <a:pt x="322216" y="93652"/>
                </a:cubicBezTo>
                <a:cubicBezTo>
                  <a:pt x="322036" y="93899"/>
                  <a:pt x="321744" y="94113"/>
                  <a:pt x="321339" y="94293"/>
                </a:cubicBezTo>
                <a:cubicBezTo>
                  <a:pt x="320934" y="94472"/>
                  <a:pt x="320372" y="94607"/>
                  <a:pt x="319653" y="94697"/>
                </a:cubicBezTo>
                <a:cubicBezTo>
                  <a:pt x="318933" y="94787"/>
                  <a:pt x="318034" y="94832"/>
                  <a:pt x="316955" y="94832"/>
                </a:cubicBezTo>
                <a:cubicBezTo>
                  <a:pt x="315831" y="94832"/>
                  <a:pt x="314909" y="94787"/>
                  <a:pt x="314190" y="94697"/>
                </a:cubicBezTo>
                <a:cubicBezTo>
                  <a:pt x="313470" y="94607"/>
                  <a:pt x="312908" y="94472"/>
                  <a:pt x="312503" y="94293"/>
                </a:cubicBezTo>
                <a:cubicBezTo>
                  <a:pt x="312099" y="94113"/>
                  <a:pt x="311806" y="93899"/>
                  <a:pt x="311627" y="93652"/>
                </a:cubicBezTo>
                <a:cubicBezTo>
                  <a:pt x="311447" y="93404"/>
                  <a:pt x="311357" y="93101"/>
                  <a:pt x="311357" y="92741"/>
                </a:cubicBezTo>
                <a:lnTo>
                  <a:pt x="311357" y="57196"/>
                </a:lnTo>
                <a:cubicBezTo>
                  <a:pt x="311357" y="53734"/>
                  <a:pt x="311087" y="50946"/>
                  <a:pt x="310547" y="48832"/>
                </a:cubicBezTo>
                <a:cubicBezTo>
                  <a:pt x="310008" y="46719"/>
                  <a:pt x="309221" y="44898"/>
                  <a:pt x="308187" y="43369"/>
                </a:cubicBezTo>
                <a:cubicBezTo>
                  <a:pt x="307152" y="41840"/>
                  <a:pt x="305815" y="40671"/>
                  <a:pt x="304173" y="39862"/>
                </a:cubicBezTo>
                <a:cubicBezTo>
                  <a:pt x="302532" y="39052"/>
                  <a:pt x="300632" y="38648"/>
                  <a:pt x="298474" y="38648"/>
                </a:cubicBezTo>
                <a:cubicBezTo>
                  <a:pt x="295686" y="38648"/>
                  <a:pt x="292898" y="39637"/>
                  <a:pt x="290111" y="41616"/>
                </a:cubicBezTo>
                <a:cubicBezTo>
                  <a:pt x="287323" y="43594"/>
                  <a:pt x="284400" y="46494"/>
                  <a:pt x="281342" y="50316"/>
                </a:cubicBezTo>
                <a:lnTo>
                  <a:pt x="281342" y="92741"/>
                </a:lnTo>
                <a:cubicBezTo>
                  <a:pt x="281342" y="93101"/>
                  <a:pt x="281252" y="93404"/>
                  <a:pt x="281073" y="93652"/>
                </a:cubicBezTo>
                <a:cubicBezTo>
                  <a:pt x="280893" y="93899"/>
                  <a:pt x="280600" y="94113"/>
                  <a:pt x="280196" y="94293"/>
                </a:cubicBezTo>
                <a:cubicBezTo>
                  <a:pt x="279791" y="94472"/>
                  <a:pt x="279229" y="94607"/>
                  <a:pt x="278509" y="94697"/>
                </a:cubicBezTo>
                <a:cubicBezTo>
                  <a:pt x="277790" y="94787"/>
                  <a:pt x="276868" y="94832"/>
                  <a:pt x="275744" y="94832"/>
                </a:cubicBezTo>
                <a:cubicBezTo>
                  <a:pt x="274665" y="94832"/>
                  <a:pt x="273766" y="94787"/>
                  <a:pt x="273046" y="94697"/>
                </a:cubicBezTo>
                <a:cubicBezTo>
                  <a:pt x="272327" y="94607"/>
                  <a:pt x="271753" y="94472"/>
                  <a:pt x="271326" y="94293"/>
                </a:cubicBezTo>
                <a:cubicBezTo>
                  <a:pt x="270899" y="94113"/>
                  <a:pt x="270607" y="93899"/>
                  <a:pt x="270449" y="93652"/>
                </a:cubicBezTo>
                <a:cubicBezTo>
                  <a:pt x="270292" y="93404"/>
                  <a:pt x="270213" y="93101"/>
                  <a:pt x="270213" y="92741"/>
                </a:cubicBezTo>
                <a:lnTo>
                  <a:pt x="270213" y="32038"/>
                </a:lnTo>
                <a:cubicBezTo>
                  <a:pt x="270213" y="31678"/>
                  <a:pt x="270281" y="31375"/>
                  <a:pt x="270416" y="31127"/>
                </a:cubicBezTo>
                <a:cubicBezTo>
                  <a:pt x="270551" y="30880"/>
                  <a:pt x="270820" y="30655"/>
                  <a:pt x="271225" y="30453"/>
                </a:cubicBezTo>
                <a:cubicBezTo>
                  <a:pt x="271630" y="30251"/>
                  <a:pt x="272147" y="30116"/>
                  <a:pt x="272776" y="30048"/>
                </a:cubicBezTo>
                <a:cubicBezTo>
                  <a:pt x="273406" y="29981"/>
                  <a:pt x="274238" y="29947"/>
                  <a:pt x="275272" y="29947"/>
                </a:cubicBezTo>
                <a:cubicBezTo>
                  <a:pt x="276261" y="29947"/>
                  <a:pt x="277082" y="29981"/>
                  <a:pt x="277734" y="30048"/>
                </a:cubicBezTo>
                <a:cubicBezTo>
                  <a:pt x="278386" y="30116"/>
                  <a:pt x="278892" y="30251"/>
                  <a:pt x="279251" y="30453"/>
                </a:cubicBezTo>
                <a:cubicBezTo>
                  <a:pt x="279611" y="30655"/>
                  <a:pt x="279870" y="30880"/>
                  <a:pt x="280027" y="31127"/>
                </a:cubicBezTo>
                <a:cubicBezTo>
                  <a:pt x="280184" y="31375"/>
                  <a:pt x="280263" y="31678"/>
                  <a:pt x="280263" y="32038"/>
                </a:cubicBezTo>
                <a:lnTo>
                  <a:pt x="280263" y="40064"/>
                </a:lnTo>
                <a:cubicBezTo>
                  <a:pt x="283680" y="36242"/>
                  <a:pt x="287087" y="33443"/>
                  <a:pt x="290482" y="31667"/>
                </a:cubicBezTo>
                <a:cubicBezTo>
                  <a:pt x="293876" y="29891"/>
                  <a:pt x="297305" y="29003"/>
                  <a:pt x="300767" y="29003"/>
                </a:cubicBezTo>
                <a:cubicBezTo>
                  <a:pt x="304814" y="29003"/>
                  <a:pt x="308220" y="29688"/>
                  <a:pt x="310986" y="31060"/>
                </a:cubicBezTo>
                <a:cubicBezTo>
                  <a:pt x="313751" y="32431"/>
                  <a:pt x="315988" y="34264"/>
                  <a:pt x="317697" y="36557"/>
                </a:cubicBezTo>
                <a:cubicBezTo>
                  <a:pt x="319406" y="38850"/>
                  <a:pt x="320631" y="41537"/>
                  <a:pt x="321373" y="44617"/>
                </a:cubicBezTo>
                <a:cubicBezTo>
                  <a:pt x="322115" y="47697"/>
                  <a:pt x="322486" y="51395"/>
                  <a:pt x="322486" y="55712"/>
                </a:cubicBezTo>
                <a:lnTo>
                  <a:pt x="322486" y="92741"/>
                </a:lnTo>
                <a:close/>
                <a:moveTo>
                  <a:pt x="399188" y="61749"/>
                </a:moveTo>
                <a:cubicBezTo>
                  <a:pt x="399188" y="66699"/>
                  <a:pt x="398536" y="71256"/>
                  <a:pt x="397232" y="75420"/>
                </a:cubicBezTo>
                <a:cubicBezTo>
                  <a:pt x="395928" y="79583"/>
                  <a:pt x="393983" y="83173"/>
                  <a:pt x="391398" y="86190"/>
                </a:cubicBezTo>
                <a:cubicBezTo>
                  <a:pt x="388812" y="89206"/>
                  <a:pt x="385575" y="91557"/>
                  <a:pt x="381685" y="93245"/>
                </a:cubicBezTo>
                <a:cubicBezTo>
                  <a:pt x="377796" y="94933"/>
                  <a:pt x="373288" y="95776"/>
                  <a:pt x="368162" y="95776"/>
                </a:cubicBezTo>
                <a:cubicBezTo>
                  <a:pt x="363171" y="95776"/>
                  <a:pt x="358820" y="95034"/>
                  <a:pt x="355111" y="93548"/>
                </a:cubicBezTo>
                <a:cubicBezTo>
                  <a:pt x="351401" y="92063"/>
                  <a:pt x="348310" y="89903"/>
                  <a:pt x="345836" y="87067"/>
                </a:cubicBezTo>
                <a:cubicBezTo>
                  <a:pt x="343363" y="84232"/>
                  <a:pt x="341520" y="80788"/>
                  <a:pt x="340306" y="76737"/>
                </a:cubicBezTo>
                <a:cubicBezTo>
                  <a:pt x="339092" y="72686"/>
                  <a:pt x="338485" y="68095"/>
                  <a:pt x="338485" y="62963"/>
                </a:cubicBezTo>
                <a:cubicBezTo>
                  <a:pt x="338485" y="58012"/>
                  <a:pt x="339125" y="53455"/>
                  <a:pt x="340407" y="49292"/>
                </a:cubicBezTo>
                <a:cubicBezTo>
                  <a:pt x="341688" y="45128"/>
                  <a:pt x="343622" y="41539"/>
                  <a:pt x="346207" y="38523"/>
                </a:cubicBezTo>
                <a:cubicBezTo>
                  <a:pt x="348793" y="35507"/>
                  <a:pt x="352019" y="33166"/>
                  <a:pt x="355886" y="31500"/>
                </a:cubicBezTo>
                <a:cubicBezTo>
                  <a:pt x="359753" y="29835"/>
                  <a:pt x="364272" y="29003"/>
                  <a:pt x="369443" y="29003"/>
                </a:cubicBezTo>
                <a:cubicBezTo>
                  <a:pt x="374434" y="29003"/>
                  <a:pt x="378785" y="29745"/>
                  <a:pt x="382495" y="31231"/>
                </a:cubicBezTo>
                <a:cubicBezTo>
                  <a:pt x="386204" y="32716"/>
                  <a:pt x="389296" y="34876"/>
                  <a:pt x="391769" y="37712"/>
                </a:cubicBezTo>
                <a:cubicBezTo>
                  <a:pt x="394242" y="40548"/>
                  <a:pt x="396097" y="43991"/>
                  <a:pt x="397333" y="48042"/>
                </a:cubicBezTo>
                <a:cubicBezTo>
                  <a:pt x="398570" y="52093"/>
                  <a:pt x="399188" y="56662"/>
                  <a:pt x="399188" y="61749"/>
                </a:cubicBezTo>
                <a:moveTo>
                  <a:pt x="387452" y="62491"/>
                </a:moveTo>
                <a:cubicBezTo>
                  <a:pt x="387452" y="59204"/>
                  <a:pt x="387148" y="56097"/>
                  <a:pt x="386541" y="53170"/>
                </a:cubicBezTo>
                <a:cubicBezTo>
                  <a:pt x="385934" y="50243"/>
                  <a:pt x="384934" y="47677"/>
                  <a:pt x="383540" y="45471"/>
                </a:cubicBezTo>
                <a:cubicBezTo>
                  <a:pt x="382146" y="43264"/>
                  <a:pt x="380258" y="41520"/>
                  <a:pt x="377874" y="40237"/>
                </a:cubicBezTo>
                <a:cubicBezTo>
                  <a:pt x="375491" y="38953"/>
                  <a:pt x="372523" y="38311"/>
                  <a:pt x="368971" y="38311"/>
                </a:cubicBezTo>
                <a:cubicBezTo>
                  <a:pt x="365689" y="38311"/>
                  <a:pt x="362867" y="38896"/>
                  <a:pt x="360506" y="40066"/>
                </a:cubicBezTo>
                <a:cubicBezTo>
                  <a:pt x="358146" y="41237"/>
                  <a:pt x="356201" y="42892"/>
                  <a:pt x="354672" y="45032"/>
                </a:cubicBezTo>
                <a:cubicBezTo>
                  <a:pt x="353143" y="47171"/>
                  <a:pt x="352008" y="49704"/>
                  <a:pt x="351266" y="52631"/>
                </a:cubicBezTo>
                <a:cubicBezTo>
                  <a:pt x="350524" y="55556"/>
                  <a:pt x="350153" y="58753"/>
                  <a:pt x="350153" y="62221"/>
                </a:cubicBezTo>
                <a:cubicBezTo>
                  <a:pt x="350153" y="65553"/>
                  <a:pt x="350457" y="68682"/>
                  <a:pt x="351064" y="71609"/>
                </a:cubicBezTo>
                <a:cubicBezTo>
                  <a:pt x="351671" y="74536"/>
                  <a:pt x="352682" y="77091"/>
                  <a:pt x="354099" y="79275"/>
                </a:cubicBezTo>
                <a:cubicBezTo>
                  <a:pt x="355515" y="81458"/>
                  <a:pt x="357415" y="83192"/>
                  <a:pt x="359798" y="84477"/>
                </a:cubicBezTo>
                <a:cubicBezTo>
                  <a:pt x="362181" y="85760"/>
                  <a:pt x="365149" y="86401"/>
                  <a:pt x="368701" y="86401"/>
                </a:cubicBezTo>
                <a:cubicBezTo>
                  <a:pt x="371939" y="86401"/>
                  <a:pt x="374749" y="85816"/>
                  <a:pt x="377132" y="84645"/>
                </a:cubicBezTo>
                <a:cubicBezTo>
                  <a:pt x="379516" y="83475"/>
                  <a:pt x="381472" y="81831"/>
                  <a:pt x="383000" y="79715"/>
                </a:cubicBezTo>
                <a:cubicBezTo>
                  <a:pt x="384529" y="77598"/>
                  <a:pt x="385653" y="75076"/>
                  <a:pt x="386373" y="72151"/>
                </a:cubicBezTo>
                <a:cubicBezTo>
                  <a:pt x="387092" y="69224"/>
                  <a:pt x="387452" y="66004"/>
                  <a:pt x="387452" y="62491"/>
                </a:cubicBezTo>
                <a:close/>
                <a:moveTo>
                  <a:pt x="467802" y="92741"/>
                </a:moveTo>
                <a:cubicBezTo>
                  <a:pt x="467802" y="93101"/>
                  <a:pt x="467712" y="93404"/>
                  <a:pt x="467533" y="93652"/>
                </a:cubicBezTo>
                <a:cubicBezTo>
                  <a:pt x="467353" y="93899"/>
                  <a:pt x="467060" y="94113"/>
                  <a:pt x="466656" y="94293"/>
                </a:cubicBezTo>
                <a:cubicBezTo>
                  <a:pt x="466251" y="94472"/>
                  <a:pt x="465689" y="94607"/>
                  <a:pt x="464970" y="94697"/>
                </a:cubicBezTo>
                <a:cubicBezTo>
                  <a:pt x="464250" y="94787"/>
                  <a:pt x="463351" y="94832"/>
                  <a:pt x="462272" y="94832"/>
                </a:cubicBezTo>
                <a:cubicBezTo>
                  <a:pt x="461148" y="94832"/>
                  <a:pt x="460226" y="94787"/>
                  <a:pt x="459506" y="94697"/>
                </a:cubicBezTo>
                <a:cubicBezTo>
                  <a:pt x="458787" y="94607"/>
                  <a:pt x="458225" y="94472"/>
                  <a:pt x="457820" y="94293"/>
                </a:cubicBezTo>
                <a:cubicBezTo>
                  <a:pt x="457415" y="94113"/>
                  <a:pt x="457123" y="93899"/>
                  <a:pt x="456943" y="93652"/>
                </a:cubicBezTo>
                <a:cubicBezTo>
                  <a:pt x="456763" y="93404"/>
                  <a:pt x="456673" y="93101"/>
                  <a:pt x="456673" y="92741"/>
                </a:cubicBezTo>
                <a:lnTo>
                  <a:pt x="456673" y="57196"/>
                </a:lnTo>
                <a:cubicBezTo>
                  <a:pt x="456673" y="53734"/>
                  <a:pt x="456404" y="50946"/>
                  <a:pt x="455864" y="48832"/>
                </a:cubicBezTo>
                <a:cubicBezTo>
                  <a:pt x="455324" y="46719"/>
                  <a:pt x="454538" y="44898"/>
                  <a:pt x="453503" y="43369"/>
                </a:cubicBezTo>
                <a:cubicBezTo>
                  <a:pt x="452469" y="41840"/>
                  <a:pt x="451131" y="40671"/>
                  <a:pt x="449490" y="39862"/>
                </a:cubicBezTo>
                <a:cubicBezTo>
                  <a:pt x="447849" y="39052"/>
                  <a:pt x="445949" y="38648"/>
                  <a:pt x="443791" y="38648"/>
                </a:cubicBezTo>
                <a:cubicBezTo>
                  <a:pt x="441003" y="38648"/>
                  <a:pt x="438215" y="39637"/>
                  <a:pt x="435427" y="41616"/>
                </a:cubicBezTo>
                <a:cubicBezTo>
                  <a:pt x="432639" y="43594"/>
                  <a:pt x="429717" y="46494"/>
                  <a:pt x="426659" y="50316"/>
                </a:cubicBezTo>
                <a:lnTo>
                  <a:pt x="426659" y="92741"/>
                </a:lnTo>
                <a:cubicBezTo>
                  <a:pt x="426659" y="93101"/>
                  <a:pt x="426569" y="93404"/>
                  <a:pt x="426389" y="93652"/>
                </a:cubicBezTo>
                <a:cubicBezTo>
                  <a:pt x="426209" y="93899"/>
                  <a:pt x="425917" y="94113"/>
                  <a:pt x="425512" y="94293"/>
                </a:cubicBezTo>
                <a:cubicBezTo>
                  <a:pt x="425108" y="94472"/>
                  <a:pt x="424546" y="94607"/>
                  <a:pt x="423826" y="94697"/>
                </a:cubicBezTo>
                <a:cubicBezTo>
                  <a:pt x="423107" y="94787"/>
                  <a:pt x="422185" y="94832"/>
                  <a:pt x="421061" y="94832"/>
                </a:cubicBezTo>
                <a:cubicBezTo>
                  <a:pt x="419982" y="94832"/>
                  <a:pt x="419082" y="94787"/>
                  <a:pt x="418363" y="94697"/>
                </a:cubicBezTo>
                <a:cubicBezTo>
                  <a:pt x="417643" y="94607"/>
                  <a:pt x="417070" y="94472"/>
                  <a:pt x="416643" y="94293"/>
                </a:cubicBezTo>
                <a:cubicBezTo>
                  <a:pt x="416216" y="94113"/>
                  <a:pt x="415924" y="93899"/>
                  <a:pt x="415766" y="93652"/>
                </a:cubicBezTo>
                <a:cubicBezTo>
                  <a:pt x="415609" y="93404"/>
                  <a:pt x="415530" y="93101"/>
                  <a:pt x="415530" y="92741"/>
                </a:cubicBezTo>
                <a:lnTo>
                  <a:pt x="415530" y="32038"/>
                </a:lnTo>
                <a:cubicBezTo>
                  <a:pt x="415530" y="31678"/>
                  <a:pt x="415598" y="31375"/>
                  <a:pt x="415732" y="31127"/>
                </a:cubicBezTo>
                <a:cubicBezTo>
                  <a:pt x="415867" y="30880"/>
                  <a:pt x="416137" y="30655"/>
                  <a:pt x="416542" y="30453"/>
                </a:cubicBezTo>
                <a:cubicBezTo>
                  <a:pt x="416946" y="30251"/>
                  <a:pt x="417464" y="30116"/>
                  <a:pt x="418093" y="30048"/>
                </a:cubicBezTo>
                <a:cubicBezTo>
                  <a:pt x="418723" y="29981"/>
                  <a:pt x="419554" y="29947"/>
                  <a:pt x="420589" y="29947"/>
                </a:cubicBezTo>
                <a:cubicBezTo>
                  <a:pt x="421578" y="29947"/>
                  <a:pt x="422399" y="29981"/>
                  <a:pt x="423051" y="30048"/>
                </a:cubicBezTo>
                <a:cubicBezTo>
                  <a:pt x="423703" y="30116"/>
                  <a:pt x="424208" y="30251"/>
                  <a:pt x="424568" y="30453"/>
                </a:cubicBezTo>
                <a:cubicBezTo>
                  <a:pt x="424928" y="30655"/>
                  <a:pt x="425186" y="30880"/>
                  <a:pt x="425344" y="31127"/>
                </a:cubicBezTo>
                <a:cubicBezTo>
                  <a:pt x="425501" y="31375"/>
                  <a:pt x="425580" y="31678"/>
                  <a:pt x="425580" y="32038"/>
                </a:cubicBezTo>
                <a:lnTo>
                  <a:pt x="425580" y="40064"/>
                </a:lnTo>
                <a:cubicBezTo>
                  <a:pt x="428997" y="36242"/>
                  <a:pt x="432403" y="33443"/>
                  <a:pt x="435798" y="31667"/>
                </a:cubicBezTo>
                <a:cubicBezTo>
                  <a:pt x="439193" y="29891"/>
                  <a:pt x="442622" y="29003"/>
                  <a:pt x="446084" y="29003"/>
                </a:cubicBezTo>
                <a:cubicBezTo>
                  <a:pt x="450131" y="29003"/>
                  <a:pt x="453537" y="29688"/>
                  <a:pt x="456302" y="31060"/>
                </a:cubicBezTo>
                <a:cubicBezTo>
                  <a:pt x="459068" y="32431"/>
                  <a:pt x="461305" y="34264"/>
                  <a:pt x="463014" y="36557"/>
                </a:cubicBezTo>
                <a:cubicBezTo>
                  <a:pt x="464722" y="38850"/>
                  <a:pt x="465948" y="41537"/>
                  <a:pt x="466690" y="44617"/>
                </a:cubicBezTo>
                <a:cubicBezTo>
                  <a:pt x="467431" y="47697"/>
                  <a:pt x="467802" y="51395"/>
                  <a:pt x="467802" y="55712"/>
                </a:cubicBezTo>
                <a:lnTo>
                  <a:pt x="467802" y="92741"/>
                </a:lnTo>
                <a:close/>
                <a:moveTo>
                  <a:pt x="515858" y="60366"/>
                </a:moveTo>
                <a:cubicBezTo>
                  <a:pt x="515858" y="62120"/>
                  <a:pt x="515655" y="63334"/>
                  <a:pt x="515251" y="64008"/>
                </a:cubicBezTo>
                <a:cubicBezTo>
                  <a:pt x="514846" y="64683"/>
                  <a:pt x="514261" y="65020"/>
                  <a:pt x="513497" y="65020"/>
                </a:cubicBezTo>
                <a:lnTo>
                  <a:pt x="485304" y="65020"/>
                </a:lnTo>
                <a:cubicBezTo>
                  <a:pt x="484494" y="65020"/>
                  <a:pt x="483887" y="64672"/>
                  <a:pt x="483483" y="63975"/>
                </a:cubicBezTo>
                <a:cubicBezTo>
                  <a:pt x="483078" y="63278"/>
                  <a:pt x="482876" y="62075"/>
                  <a:pt x="482876" y="60366"/>
                </a:cubicBezTo>
                <a:cubicBezTo>
                  <a:pt x="482876" y="58657"/>
                  <a:pt x="483078" y="57466"/>
                  <a:pt x="483483" y="56791"/>
                </a:cubicBezTo>
                <a:cubicBezTo>
                  <a:pt x="483887" y="56117"/>
                  <a:pt x="484494" y="55780"/>
                  <a:pt x="485304" y="55780"/>
                </a:cubicBezTo>
                <a:lnTo>
                  <a:pt x="513497" y="55780"/>
                </a:lnTo>
                <a:cubicBezTo>
                  <a:pt x="513857" y="55780"/>
                  <a:pt x="514183" y="55847"/>
                  <a:pt x="514475" y="55982"/>
                </a:cubicBezTo>
                <a:cubicBezTo>
                  <a:pt x="514767" y="56117"/>
                  <a:pt x="515015" y="56375"/>
                  <a:pt x="515217" y="56758"/>
                </a:cubicBezTo>
                <a:cubicBezTo>
                  <a:pt x="515419" y="57140"/>
                  <a:pt x="515577" y="57623"/>
                  <a:pt x="515689" y="58208"/>
                </a:cubicBezTo>
                <a:cubicBezTo>
                  <a:pt x="515802" y="58792"/>
                  <a:pt x="515858" y="59512"/>
                  <a:pt x="515858" y="60366"/>
                </a:cubicBezTo>
                <a:close/>
                <a:moveTo>
                  <a:pt x="582905" y="92739"/>
                </a:moveTo>
                <a:cubicBezTo>
                  <a:pt x="582905" y="93099"/>
                  <a:pt x="582827" y="93414"/>
                  <a:pt x="582669" y="93685"/>
                </a:cubicBezTo>
                <a:cubicBezTo>
                  <a:pt x="582512" y="93955"/>
                  <a:pt x="582242" y="94169"/>
                  <a:pt x="581860" y="94326"/>
                </a:cubicBezTo>
                <a:cubicBezTo>
                  <a:pt x="581478" y="94484"/>
                  <a:pt x="580972" y="94607"/>
                  <a:pt x="580342" y="94697"/>
                </a:cubicBezTo>
                <a:cubicBezTo>
                  <a:pt x="579713" y="94787"/>
                  <a:pt x="578948" y="94832"/>
                  <a:pt x="578049" y="94832"/>
                </a:cubicBezTo>
                <a:cubicBezTo>
                  <a:pt x="577105" y="94832"/>
                  <a:pt x="576318" y="94787"/>
                  <a:pt x="575688" y="94697"/>
                </a:cubicBezTo>
                <a:cubicBezTo>
                  <a:pt x="575059" y="94609"/>
                  <a:pt x="574542" y="94486"/>
                  <a:pt x="574137" y="94330"/>
                </a:cubicBezTo>
                <a:cubicBezTo>
                  <a:pt x="573732" y="94173"/>
                  <a:pt x="573440" y="93960"/>
                  <a:pt x="573260" y="93692"/>
                </a:cubicBezTo>
                <a:cubicBezTo>
                  <a:pt x="573080" y="93423"/>
                  <a:pt x="572990" y="93111"/>
                  <a:pt x="572990" y="92754"/>
                </a:cubicBezTo>
                <a:lnTo>
                  <a:pt x="572990" y="84772"/>
                </a:lnTo>
                <a:cubicBezTo>
                  <a:pt x="569798" y="88237"/>
                  <a:pt x="566482" y="90938"/>
                  <a:pt x="563042" y="92874"/>
                </a:cubicBezTo>
                <a:cubicBezTo>
                  <a:pt x="559602" y="94809"/>
                  <a:pt x="555836" y="95776"/>
                  <a:pt x="551744" y="95776"/>
                </a:cubicBezTo>
                <a:cubicBezTo>
                  <a:pt x="547293" y="95776"/>
                  <a:pt x="543493" y="94910"/>
                  <a:pt x="540346" y="93178"/>
                </a:cubicBezTo>
                <a:cubicBezTo>
                  <a:pt x="537198" y="91445"/>
                  <a:pt x="534646" y="89105"/>
                  <a:pt x="532690" y="86157"/>
                </a:cubicBezTo>
                <a:cubicBezTo>
                  <a:pt x="530734" y="83207"/>
                  <a:pt x="529307" y="79741"/>
                  <a:pt x="528407" y="75759"/>
                </a:cubicBezTo>
                <a:cubicBezTo>
                  <a:pt x="527508" y="71775"/>
                  <a:pt x="527058" y="67577"/>
                  <a:pt x="527058" y="63165"/>
                </a:cubicBezTo>
                <a:cubicBezTo>
                  <a:pt x="527058" y="57945"/>
                  <a:pt x="527620" y="53231"/>
                  <a:pt x="528744" y="49022"/>
                </a:cubicBezTo>
                <a:cubicBezTo>
                  <a:pt x="529869" y="44814"/>
                  <a:pt x="531532" y="41224"/>
                  <a:pt x="533736" y="38254"/>
                </a:cubicBezTo>
                <a:cubicBezTo>
                  <a:pt x="535939" y="35282"/>
                  <a:pt x="538671" y="32997"/>
                  <a:pt x="541931" y="31399"/>
                </a:cubicBezTo>
                <a:cubicBezTo>
                  <a:pt x="545191" y="29802"/>
                  <a:pt x="548956" y="29003"/>
                  <a:pt x="553228" y="29003"/>
                </a:cubicBezTo>
                <a:cubicBezTo>
                  <a:pt x="556780" y="29003"/>
                  <a:pt x="560029" y="29779"/>
                  <a:pt x="562974" y="31332"/>
                </a:cubicBezTo>
                <a:cubicBezTo>
                  <a:pt x="565920" y="32884"/>
                  <a:pt x="568831" y="35169"/>
                  <a:pt x="571709" y="38184"/>
                </a:cubicBezTo>
                <a:lnTo>
                  <a:pt x="571709" y="2837"/>
                </a:lnTo>
                <a:cubicBezTo>
                  <a:pt x="571709" y="2522"/>
                  <a:pt x="571788" y="2219"/>
                  <a:pt x="571945" y="1926"/>
                </a:cubicBezTo>
                <a:cubicBezTo>
                  <a:pt x="572102" y="1633"/>
                  <a:pt x="572406" y="1407"/>
                  <a:pt x="572856" y="1250"/>
                </a:cubicBezTo>
                <a:cubicBezTo>
                  <a:pt x="573305" y="1091"/>
                  <a:pt x="573879" y="956"/>
                  <a:pt x="574575" y="843"/>
                </a:cubicBezTo>
                <a:cubicBezTo>
                  <a:pt x="575272" y="731"/>
                  <a:pt x="576161" y="674"/>
                  <a:pt x="577240" y="674"/>
                </a:cubicBezTo>
                <a:cubicBezTo>
                  <a:pt x="578364" y="674"/>
                  <a:pt x="579286" y="731"/>
                  <a:pt x="580005" y="843"/>
                </a:cubicBezTo>
                <a:cubicBezTo>
                  <a:pt x="580724" y="956"/>
                  <a:pt x="581287" y="1090"/>
                  <a:pt x="581691" y="1248"/>
                </a:cubicBezTo>
                <a:cubicBezTo>
                  <a:pt x="582096" y="1405"/>
                  <a:pt x="582399" y="1631"/>
                  <a:pt x="582602" y="1924"/>
                </a:cubicBezTo>
                <a:cubicBezTo>
                  <a:pt x="582804" y="2217"/>
                  <a:pt x="582905" y="2520"/>
                  <a:pt x="582905" y="2835"/>
                </a:cubicBezTo>
                <a:lnTo>
                  <a:pt x="582905" y="92739"/>
                </a:lnTo>
                <a:moveTo>
                  <a:pt x="571709" y="50068"/>
                </a:moveTo>
                <a:cubicBezTo>
                  <a:pt x="568696" y="46328"/>
                  <a:pt x="565785" y="43479"/>
                  <a:pt x="562974" y="41521"/>
                </a:cubicBezTo>
                <a:cubicBezTo>
                  <a:pt x="560164" y="39560"/>
                  <a:pt x="557230" y="38580"/>
                  <a:pt x="554172" y="38580"/>
                </a:cubicBezTo>
                <a:cubicBezTo>
                  <a:pt x="551340" y="38580"/>
                  <a:pt x="548934" y="39256"/>
                  <a:pt x="546955" y="40608"/>
                </a:cubicBezTo>
                <a:cubicBezTo>
                  <a:pt x="544977" y="41958"/>
                  <a:pt x="543369" y="43737"/>
                  <a:pt x="542133" y="45943"/>
                </a:cubicBezTo>
                <a:cubicBezTo>
                  <a:pt x="540896" y="48149"/>
                  <a:pt x="539997" y="50648"/>
                  <a:pt x="539435" y="53440"/>
                </a:cubicBezTo>
                <a:cubicBezTo>
                  <a:pt x="538873" y="56232"/>
                  <a:pt x="538592" y="59069"/>
                  <a:pt x="538592" y="61951"/>
                </a:cubicBezTo>
                <a:cubicBezTo>
                  <a:pt x="538592" y="65013"/>
                  <a:pt x="538828" y="68007"/>
                  <a:pt x="539300" y="70934"/>
                </a:cubicBezTo>
                <a:cubicBezTo>
                  <a:pt x="539772" y="73861"/>
                  <a:pt x="540593" y="76462"/>
                  <a:pt x="541762" y="78735"/>
                </a:cubicBezTo>
                <a:cubicBezTo>
                  <a:pt x="542931" y="81009"/>
                  <a:pt x="544482" y="82833"/>
                  <a:pt x="546416" y="84207"/>
                </a:cubicBezTo>
                <a:cubicBezTo>
                  <a:pt x="548349" y="85580"/>
                  <a:pt x="550778" y="86266"/>
                  <a:pt x="553700" y="86266"/>
                </a:cubicBezTo>
                <a:cubicBezTo>
                  <a:pt x="555184" y="86266"/>
                  <a:pt x="556612" y="86064"/>
                  <a:pt x="557983" y="85659"/>
                </a:cubicBezTo>
                <a:cubicBezTo>
                  <a:pt x="559355" y="85253"/>
                  <a:pt x="560760" y="84577"/>
                  <a:pt x="562199" y="83632"/>
                </a:cubicBezTo>
                <a:cubicBezTo>
                  <a:pt x="563638" y="82686"/>
                  <a:pt x="565144" y="81458"/>
                  <a:pt x="566718" y="79949"/>
                </a:cubicBezTo>
                <a:cubicBezTo>
                  <a:pt x="568292" y="78440"/>
                  <a:pt x="569955" y="76582"/>
                  <a:pt x="571709" y="74374"/>
                </a:cubicBezTo>
                <a:lnTo>
                  <a:pt x="571709" y="50068"/>
                </a:lnTo>
                <a:close/>
                <a:moveTo>
                  <a:pt x="655223" y="59759"/>
                </a:moveTo>
                <a:cubicBezTo>
                  <a:pt x="655223" y="61513"/>
                  <a:pt x="654784" y="62761"/>
                  <a:pt x="653907" y="63502"/>
                </a:cubicBezTo>
                <a:cubicBezTo>
                  <a:pt x="653031" y="64244"/>
                  <a:pt x="652030" y="64615"/>
                  <a:pt x="650906" y="64615"/>
                </a:cubicBezTo>
                <a:lnTo>
                  <a:pt x="611112" y="64615"/>
                </a:lnTo>
                <a:cubicBezTo>
                  <a:pt x="611112" y="67998"/>
                  <a:pt x="611449" y="71042"/>
                  <a:pt x="612123" y="73748"/>
                </a:cubicBezTo>
                <a:cubicBezTo>
                  <a:pt x="612798" y="76455"/>
                  <a:pt x="613922" y="78777"/>
                  <a:pt x="615496" y="80716"/>
                </a:cubicBezTo>
                <a:cubicBezTo>
                  <a:pt x="617069" y="82656"/>
                  <a:pt x="619115" y="84144"/>
                  <a:pt x="621633" y="85183"/>
                </a:cubicBezTo>
                <a:cubicBezTo>
                  <a:pt x="624151" y="86220"/>
                  <a:pt x="627232" y="86738"/>
                  <a:pt x="630874" y="86738"/>
                </a:cubicBezTo>
                <a:cubicBezTo>
                  <a:pt x="633752" y="86738"/>
                  <a:pt x="636315" y="86502"/>
                  <a:pt x="638563" y="86030"/>
                </a:cubicBezTo>
                <a:cubicBezTo>
                  <a:pt x="640811" y="85558"/>
                  <a:pt x="642756" y="85030"/>
                  <a:pt x="644397" y="84445"/>
                </a:cubicBezTo>
                <a:cubicBezTo>
                  <a:pt x="646038" y="83861"/>
                  <a:pt x="647387" y="83332"/>
                  <a:pt x="648444" y="82860"/>
                </a:cubicBezTo>
                <a:cubicBezTo>
                  <a:pt x="649501" y="82388"/>
                  <a:pt x="650299" y="82152"/>
                  <a:pt x="650838" y="82152"/>
                </a:cubicBezTo>
                <a:cubicBezTo>
                  <a:pt x="651153" y="82152"/>
                  <a:pt x="651434" y="82231"/>
                  <a:pt x="651682" y="82388"/>
                </a:cubicBezTo>
                <a:cubicBezTo>
                  <a:pt x="651929" y="82545"/>
                  <a:pt x="652120" y="82781"/>
                  <a:pt x="652255" y="83096"/>
                </a:cubicBezTo>
                <a:cubicBezTo>
                  <a:pt x="652390" y="83411"/>
                  <a:pt x="652491" y="83849"/>
                  <a:pt x="652558" y="84411"/>
                </a:cubicBezTo>
                <a:cubicBezTo>
                  <a:pt x="652626" y="84973"/>
                  <a:pt x="652660" y="85659"/>
                  <a:pt x="652660" y="86469"/>
                </a:cubicBezTo>
                <a:cubicBezTo>
                  <a:pt x="652660" y="87053"/>
                  <a:pt x="652637" y="87559"/>
                  <a:pt x="652592" y="87986"/>
                </a:cubicBezTo>
                <a:cubicBezTo>
                  <a:pt x="652547" y="88413"/>
                  <a:pt x="652491" y="88796"/>
                  <a:pt x="652424" y="89133"/>
                </a:cubicBezTo>
                <a:cubicBezTo>
                  <a:pt x="652356" y="89470"/>
                  <a:pt x="652244" y="89774"/>
                  <a:pt x="652086" y="90043"/>
                </a:cubicBezTo>
                <a:cubicBezTo>
                  <a:pt x="651929" y="90313"/>
                  <a:pt x="651727" y="90572"/>
                  <a:pt x="651479" y="90819"/>
                </a:cubicBezTo>
                <a:cubicBezTo>
                  <a:pt x="651232" y="91066"/>
                  <a:pt x="650501" y="91471"/>
                  <a:pt x="649287" y="92033"/>
                </a:cubicBezTo>
                <a:cubicBezTo>
                  <a:pt x="648073" y="92595"/>
                  <a:pt x="646499" y="93146"/>
                  <a:pt x="644566" y="93685"/>
                </a:cubicBezTo>
                <a:cubicBezTo>
                  <a:pt x="642632" y="94225"/>
                  <a:pt x="640395" y="94708"/>
                  <a:pt x="637855" y="95136"/>
                </a:cubicBezTo>
                <a:cubicBezTo>
                  <a:pt x="635314" y="95563"/>
                  <a:pt x="632605" y="95776"/>
                  <a:pt x="629727" y="95776"/>
                </a:cubicBezTo>
                <a:cubicBezTo>
                  <a:pt x="624736" y="95776"/>
                  <a:pt x="620363" y="95079"/>
                  <a:pt x="616609" y="93683"/>
                </a:cubicBezTo>
                <a:cubicBezTo>
                  <a:pt x="612854" y="92288"/>
                  <a:pt x="609695" y="90218"/>
                  <a:pt x="607132" y="87472"/>
                </a:cubicBezTo>
                <a:cubicBezTo>
                  <a:pt x="604569" y="84726"/>
                  <a:pt x="602636" y="81283"/>
                  <a:pt x="601332" y="77142"/>
                </a:cubicBezTo>
                <a:cubicBezTo>
                  <a:pt x="600028" y="73001"/>
                  <a:pt x="599376" y="68184"/>
                  <a:pt x="599376" y="62693"/>
                </a:cubicBezTo>
                <a:cubicBezTo>
                  <a:pt x="599376" y="57471"/>
                  <a:pt x="600050" y="52779"/>
                  <a:pt x="601399" y="48615"/>
                </a:cubicBezTo>
                <a:cubicBezTo>
                  <a:pt x="602748" y="44452"/>
                  <a:pt x="604693" y="40919"/>
                  <a:pt x="607233" y="38015"/>
                </a:cubicBezTo>
                <a:cubicBezTo>
                  <a:pt x="609774" y="35112"/>
                  <a:pt x="612843" y="32884"/>
                  <a:pt x="616440" y="31332"/>
                </a:cubicBezTo>
                <a:cubicBezTo>
                  <a:pt x="620037" y="29779"/>
                  <a:pt x="624062" y="29003"/>
                  <a:pt x="628513" y="29003"/>
                </a:cubicBezTo>
                <a:cubicBezTo>
                  <a:pt x="633279" y="29003"/>
                  <a:pt x="637338" y="29767"/>
                  <a:pt x="640688" y="31296"/>
                </a:cubicBezTo>
                <a:cubicBezTo>
                  <a:pt x="644037" y="32825"/>
                  <a:pt x="646792" y="34882"/>
                  <a:pt x="648950" y="37467"/>
                </a:cubicBezTo>
                <a:cubicBezTo>
                  <a:pt x="651108" y="40053"/>
                  <a:pt x="652693" y="43088"/>
                  <a:pt x="653705" y="46573"/>
                </a:cubicBezTo>
                <a:cubicBezTo>
                  <a:pt x="654717" y="50058"/>
                  <a:pt x="655223" y="53779"/>
                  <a:pt x="655223" y="57736"/>
                </a:cubicBezTo>
                <a:lnTo>
                  <a:pt x="655223" y="59759"/>
                </a:lnTo>
                <a:moveTo>
                  <a:pt x="644026" y="56454"/>
                </a:moveTo>
                <a:cubicBezTo>
                  <a:pt x="644161" y="50609"/>
                  <a:pt x="642868" y="46022"/>
                  <a:pt x="640148" y="42695"/>
                </a:cubicBezTo>
                <a:cubicBezTo>
                  <a:pt x="637428" y="39367"/>
                  <a:pt x="633392" y="37704"/>
                  <a:pt x="628041" y="37704"/>
                </a:cubicBezTo>
                <a:cubicBezTo>
                  <a:pt x="625298" y="37704"/>
                  <a:pt x="622892" y="38221"/>
                  <a:pt x="620824" y="39255"/>
                </a:cubicBezTo>
                <a:cubicBezTo>
                  <a:pt x="618756" y="40289"/>
                  <a:pt x="617024" y="41660"/>
                  <a:pt x="615631" y="43369"/>
                </a:cubicBezTo>
                <a:cubicBezTo>
                  <a:pt x="614237" y="45078"/>
                  <a:pt x="613157" y="47068"/>
                  <a:pt x="612393" y="49338"/>
                </a:cubicBezTo>
                <a:cubicBezTo>
                  <a:pt x="611629" y="51609"/>
                  <a:pt x="611201" y="53981"/>
                  <a:pt x="611112" y="56454"/>
                </a:cubicBezTo>
                <a:lnTo>
                  <a:pt x="644026" y="56454"/>
                </a:lnTo>
                <a:close/>
                <a:moveTo>
                  <a:pt x="715852" y="83568"/>
                </a:moveTo>
                <a:cubicBezTo>
                  <a:pt x="715852" y="84333"/>
                  <a:pt x="715829" y="84996"/>
                  <a:pt x="715784" y="85558"/>
                </a:cubicBezTo>
                <a:cubicBezTo>
                  <a:pt x="715739" y="86120"/>
                  <a:pt x="715661" y="86592"/>
                  <a:pt x="715548" y="86974"/>
                </a:cubicBezTo>
                <a:cubicBezTo>
                  <a:pt x="715436" y="87357"/>
                  <a:pt x="715301" y="87694"/>
                  <a:pt x="715143" y="87986"/>
                </a:cubicBezTo>
                <a:cubicBezTo>
                  <a:pt x="714986" y="88278"/>
                  <a:pt x="714626" y="88706"/>
                  <a:pt x="714064" y="89268"/>
                </a:cubicBezTo>
                <a:cubicBezTo>
                  <a:pt x="713502" y="89830"/>
                  <a:pt x="712547" y="90527"/>
                  <a:pt x="711198" y="91359"/>
                </a:cubicBezTo>
                <a:cubicBezTo>
                  <a:pt x="709849" y="92190"/>
                  <a:pt x="708331" y="92932"/>
                  <a:pt x="706645" y="93584"/>
                </a:cubicBezTo>
                <a:cubicBezTo>
                  <a:pt x="704959" y="94236"/>
                  <a:pt x="703126" y="94765"/>
                  <a:pt x="701148" y="95169"/>
                </a:cubicBezTo>
                <a:cubicBezTo>
                  <a:pt x="699170" y="95574"/>
                  <a:pt x="697124" y="95776"/>
                  <a:pt x="695010" y="95776"/>
                </a:cubicBezTo>
                <a:cubicBezTo>
                  <a:pt x="690649" y="95776"/>
                  <a:pt x="686782" y="95056"/>
                  <a:pt x="683409" y="93614"/>
                </a:cubicBezTo>
                <a:cubicBezTo>
                  <a:pt x="680037" y="92172"/>
                  <a:pt x="677215" y="90066"/>
                  <a:pt x="674944" y="87295"/>
                </a:cubicBezTo>
                <a:cubicBezTo>
                  <a:pt x="672674" y="84524"/>
                  <a:pt x="670942" y="81122"/>
                  <a:pt x="669751" y="77089"/>
                </a:cubicBezTo>
                <a:cubicBezTo>
                  <a:pt x="668559" y="73056"/>
                  <a:pt x="667964" y="68404"/>
                  <a:pt x="667964" y="63134"/>
                </a:cubicBezTo>
                <a:cubicBezTo>
                  <a:pt x="667964" y="57141"/>
                  <a:pt x="668694" y="51993"/>
                  <a:pt x="670156" y="47690"/>
                </a:cubicBezTo>
                <a:cubicBezTo>
                  <a:pt x="671617" y="43387"/>
                  <a:pt x="673618" y="39862"/>
                  <a:pt x="676158" y="37113"/>
                </a:cubicBezTo>
                <a:cubicBezTo>
                  <a:pt x="678699" y="34365"/>
                  <a:pt x="681689" y="32326"/>
                  <a:pt x="685129" y="30997"/>
                </a:cubicBezTo>
                <a:cubicBezTo>
                  <a:pt x="688569" y="29667"/>
                  <a:pt x="692290" y="29003"/>
                  <a:pt x="696292" y="29003"/>
                </a:cubicBezTo>
                <a:cubicBezTo>
                  <a:pt x="698225" y="29003"/>
                  <a:pt x="700103" y="29183"/>
                  <a:pt x="701924" y="29542"/>
                </a:cubicBezTo>
                <a:cubicBezTo>
                  <a:pt x="703745" y="29902"/>
                  <a:pt x="705420" y="30374"/>
                  <a:pt x="706949" y="30959"/>
                </a:cubicBezTo>
                <a:cubicBezTo>
                  <a:pt x="708477" y="31543"/>
                  <a:pt x="709838" y="32218"/>
                  <a:pt x="711029" y="32982"/>
                </a:cubicBezTo>
                <a:cubicBezTo>
                  <a:pt x="712221" y="33747"/>
                  <a:pt x="713086" y="34399"/>
                  <a:pt x="713626" y="34938"/>
                </a:cubicBezTo>
                <a:cubicBezTo>
                  <a:pt x="714165" y="35478"/>
                  <a:pt x="714536" y="35905"/>
                  <a:pt x="714739" y="36220"/>
                </a:cubicBezTo>
                <a:cubicBezTo>
                  <a:pt x="714941" y="36534"/>
                  <a:pt x="715110" y="36905"/>
                  <a:pt x="715245" y="37333"/>
                </a:cubicBezTo>
                <a:cubicBezTo>
                  <a:pt x="715380" y="37760"/>
                  <a:pt x="715469" y="38243"/>
                  <a:pt x="715514" y="38783"/>
                </a:cubicBezTo>
                <a:cubicBezTo>
                  <a:pt x="715559" y="39322"/>
                  <a:pt x="715582" y="39997"/>
                  <a:pt x="715582" y="40806"/>
                </a:cubicBezTo>
                <a:cubicBezTo>
                  <a:pt x="715582" y="42560"/>
                  <a:pt x="715380" y="43785"/>
                  <a:pt x="714975" y="44482"/>
                </a:cubicBezTo>
                <a:cubicBezTo>
                  <a:pt x="714570" y="45179"/>
                  <a:pt x="714076" y="45528"/>
                  <a:pt x="713491" y="45528"/>
                </a:cubicBezTo>
                <a:cubicBezTo>
                  <a:pt x="712817" y="45528"/>
                  <a:pt x="712041" y="45157"/>
                  <a:pt x="711164" y="44415"/>
                </a:cubicBezTo>
                <a:cubicBezTo>
                  <a:pt x="710287" y="43673"/>
                  <a:pt x="709174" y="42852"/>
                  <a:pt x="707825" y="41953"/>
                </a:cubicBezTo>
                <a:cubicBezTo>
                  <a:pt x="706476" y="41053"/>
                  <a:pt x="704846" y="40233"/>
                  <a:pt x="702935" y="39491"/>
                </a:cubicBezTo>
                <a:cubicBezTo>
                  <a:pt x="701024" y="38749"/>
                  <a:pt x="698765" y="38378"/>
                  <a:pt x="696157" y="38378"/>
                </a:cubicBezTo>
                <a:cubicBezTo>
                  <a:pt x="690806" y="38378"/>
                  <a:pt x="686703" y="40441"/>
                  <a:pt x="683848" y="44568"/>
                </a:cubicBezTo>
                <a:cubicBezTo>
                  <a:pt x="680992" y="48694"/>
                  <a:pt x="679565" y="54679"/>
                  <a:pt x="679565" y="62524"/>
                </a:cubicBezTo>
                <a:cubicBezTo>
                  <a:pt x="679565" y="66448"/>
                  <a:pt x="679936" y="69886"/>
                  <a:pt x="680677" y="72840"/>
                </a:cubicBezTo>
                <a:cubicBezTo>
                  <a:pt x="681419" y="75793"/>
                  <a:pt x="682510" y="78262"/>
                  <a:pt x="683949" y="80246"/>
                </a:cubicBezTo>
                <a:cubicBezTo>
                  <a:pt x="685388" y="82231"/>
                  <a:pt x="687153" y="83707"/>
                  <a:pt x="689243" y="84677"/>
                </a:cubicBezTo>
                <a:cubicBezTo>
                  <a:pt x="691334" y="85647"/>
                  <a:pt x="693729" y="86131"/>
                  <a:pt x="696427" y="86131"/>
                </a:cubicBezTo>
                <a:cubicBezTo>
                  <a:pt x="698990" y="86131"/>
                  <a:pt x="701238" y="85727"/>
                  <a:pt x="703171" y="84917"/>
                </a:cubicBezTo>
                <a:cubicBezTo>
                  <a:pt x="705105" y="84108"/>
                  <a:pt x="706780" y="83220"/>
                  <a:pt x="708196" y="82253"/>
                </a:cubicBezTo>
                <a:cubicBezTo>
                  <a:pt x="709613" y="81286"/>
                  <a:pt x="710804" y="80409"/>
                  <a:pt x="711771" y="79623"/>
                </a:cubicBezTo>
                <a:cubicBezTo>
                  <a:pt x="712738" y="78836"/>
                  <a:pt x="713491" y="78442"/>
                  <a:pt x="714031" y="78442"/>
                </a:cubicBezTo>
                <a:cubicBezTo>
                  <a:pt x="714345" y="78442"/>
                  <a:pt x="714615" y="78532"/>
                  <a:pt x="714840" y="78712"/>
                </a:cubicBezTo>
                <a:cubicBezTo>
                  <a:pt x="715065" y="78892"/>
                  <a:pt x="715256" y="79195"/>
                  <a:pt x="715413" y="79623"/>
                </a:cubicBezTo>
                <a:cubicBezTo>
                  <a:pt x="715571" y="80050"/>
                  <a:pt x="715683" y="80589"/>
                  <a:pt x="715751" y="81241"/>
                </a:cubicBezTo>
                <a:cubicBezTo>
                  <a:pt x="715818" y="81893"/>
                  <a:pt x="715852" y="82669"/>
                  <a:pt x="715852" y="83568"/>
                </a:cubicBezTo>
                <a:close/>
                <a:moveTo>
                  <a:pt x="782445" y="59759"/>
                </a:moveTo>
                <a:cubicBezTo>
                  <a:pt x="782445" y="61513"/>
                  <a:pt x="782006" y="62761"/>
                  <a:pt x="781129" y="63502"/>
                </a:cubicBezTo>
                <a:cubicBezTo>
                  <a:pt x="780252" y="64244"/>
                  <a:pt x="779252" y="64615"/>
                  <a:pt x="778128" y="64615"/>
                </a:cubicBezTo>
                <a:lnTo>
                  <a:pt x="738333" y="64615"/>
                </a:lnTo>
                <a:cubicBezTo>
                  <a:pt x="738333" y="67998"/>
                  <a:pt x="738671" y="71042"/>
                  <a:pt x="739345" y="73748"/>
                </a:cubicBezTo>
                <a:cubicBezTo>
                  <a:pt x="740020" y="76455"/>
                  <a:pt x="741144" y="78777"/>
                  <a:pt x="742718" y="80716"/>
                </a:cubicBezTo>
                <a:cubicBezTo>
                  <a:pt x="744291" y="82656"/>
                  <a:pt x="746337" y="84144"/>
                  <a:pt x="748855" y="85183"/>
                </a:cubicBezTo>
                <a:cubicBezTo>
                  <a:pt x="751373" y="86220"/>
                  <a:pt x="754454" y="86738"/>
                  <a:pt x="758096" y="86738"/>
                </a:cubicBezTo>
                <a:cubicBezTo>
                  <a:pt x="760974" y="86738"/>
                  <a:pt x="763537" y="86502"/>
                  <a:pt x="765785" y="86030"/>
                </a:cubicBezTo>
                <a:cubicBezTo>
                  <a:pt x="768033" y="85558"/>
                  <a:pt x="769978" y="85030"/>
                  <a:pt x="771619" y="84445"/>
                </a:cubicBezTo>
                <a:cubicBezTo>
                  <a:pt x="773260" y="83861"/>
                  <a:pt x="774609" y="83332"/>
                  <a:pt x="775666" y="82860"/>
                </a:cubicBezTo>
                <a:cubicBezTo>
                  <a:pt x="776723" y="82388"/>
                  <a:pt x="777521" y="82152"/>
                  <a:pt x="778060" y="82152"/>
                </a:cubicBezTo>
                <a:cubicBezTo>
                  <a:pt x="778375" y="82152"/>
                  <a:pt x="778656" y="82231"/>
                  <a:pt x="778903" y="82388"/>
                </a:cubicBezTo>
                <a:cubicBezTo>
                  <a:pt x="779151" y="82545"/>
                  <a:pt x="779342" y="82781"/>
                  <a:pt x="779477" y="83096"/>
                </a:cubicBezTo>
                <a:cubicBezTo>
                  <a:pt x="779612" y="83411"/>
                  <a:pt x="779713" y="83849"/>
                  <a:pt x="779780" y="84411"/>
                </a:cubicBezTo>
                <a:cubicBezTo>
                  <a:pt x="779848" y="84973"/>
                  <a:pt x="779881" y="85659"/>
                  <a:pt x="779881" y="86469"/>
                </a:cubicBezTo>
                <a:cubicBezTo>
                  <a:pt x="779881" y="87053"/>
                  <a:pt x="779859" y="87559"/>
                  <a:pt x="779814" y="87986"/>
                </a:cubicBezTo>
                <a:cubicBezTo>
                  <a:pt x="779769" y="88413"/>
                  <a:pt x="779713" y="88796"/>
                  <a:pt x="779645" y="89133"/>
                </a:cubicBezTo>
                <a:cubicBezTo>
                  <a:pt x="779578" y="89470"/>
                  <a:pt x="779466" y="89774"/>
                  <a:pt x="779308" y="90043"/>
                </a:cubicBezTo>
                <a:cubicBezTo>
                  <a:pt x="779151" y="90313"/>
                  <a:pt x="778948" y="90572"/>
                  <a:pt x="778701" y="90819"/>
                </a:cubicBezTo>
                <a:cubicBezTo>
                  <a:pt x="778454" y="91066"/>
                  <a:pt x="777723" y="91471"/>
                  <a:pt x="776509" y="92033"/>
                </a:cubicBezTo>
                <a:cubicBezTo>
                  <a:pt x="775295" y="92595"/>
                  <a:pt x="773721" y="93146"/>
                  <a:pt x="771788" y="93685"/>
                </a:cubicBezTo>
                <a:cubicBezTo>
                  <a:pt x="769854" y="94225"/>
                  <a:pt x="767617" y="94708"/>
                  <a:pt x="765077" y="95136"/>
                </a:cubicBezTo>
                <a:cubicBezTo>
                  <a:pt x="762536" y="95563"/>
                  <a:pt x="759827" y="95776"/>
                  <a:pt x="756949" y="95776"/>
                </a:cubicBezTo>
                <a:cubicBezTo>
                  <a:pt x="751958" y="95776"/>
                  <a:pt x="747585" y="95079"/>
                  <a:pt x="743830" y="93683"/>
                </a:cubicBezTo>
                <a:cubicBezTo>
                  <a:pt x="740076" y="92288"/>
                  <a:pt x="736917" y="90218"/>
                  <a:pt x="734354" y="87472"/>
                </a:cubicBezTo>
                <a:cubicBezTo>
                  <a:pt x="731791" y="84726"/>
                  <a:pt x="729857" y="81283"/>
                  <a:pt x="728553" y="77142"/>
                </a:cubicBezTo>
                <a:cubicBezTo>
                  <a:pt x="727249" y="73001"/>
                  <a:pt x="726597" y="68184"/>
                  <a:pt x="726597" y="62693"/>
                </a:cubicBezTo>
                <a:cubicBezTo>
                  <a:pt x="726597" y="57471"/>
                  <a:pt x="727272" y="52779"/>
                  <a:pt x="728621" y="48615"/>
                </a:cubicBezTo>
                <a:cubicBezTo>
                  <a:pt x="729970" y="44452"/>
                  <a:pt x="731915" y="40919"/>
                  <a:pt x="734455" y="38015"/>
                </a:cubicBezTo>
                <a:cubicBezTo>
                  <a:pt x="736996" y="35112"/>
                  <a:pt x="740065" y="32884"/>
                  <a:pt x="743662" y="31332"/>
                </a:cubicBezTo>
                <a:cubicBezTo>
                  <a:pt x="747259" y="29779"/>
                  <a:pt x="751283" y="29003"/>
                  <a:pt x="755735" y="29003"/>
                </a:cubicBezTo>
                <a:cubicBezTo>
                  <a:pt x="760501" y="29003"/>
                  <a:pt x="764560" y="29767"/>
                  <a:pt x="767909" y="31296"/>
                </a:cubicBezTo>
                <a:cubicBezTo>
                  <a:pt x="771259" y="32825"/>
                  <a:pt x="774013" y="34882"/>
                  <a:pt x="776172" y="37467"/>
                </a:cubicBezTo>
                <a:cubicBezTo>
                  <a:pt x="778330" y="40053"/>
                  <a:pt x="779915" y="43088"/>
                  <a:pt x="780927" y="46573"/>
                </a:cubicBezTo>
                <a:cubicBezTo>
                  <a:pt x="781939" y="50058"/>
                  <a:pt x="782445" y="53779"/>
                  <a:pt x="782445" y="57736"/>
                </a:cubicBezTo>
                <a:lnTo>
                  <a:pt x="782445" y="59759"/>
                </a:lnTo>
                <a:moveTo>
                  <a:pt x="771248" y="56454"/>
                </a:moveTo>
                <a:cubicBezTo>
                  <a:pt x="771383" y="50609"/>
                  <a:pt x="770090" y="46022"/>
                  <a:pt x="767370" y="42695"/>
                </a:cubicBezTo>
                <a:cubicBezTo>
                  <a:pt x="764649" y="39367"/>
                  <a:pt x="760614" y="37704"/>
                  <a:pt x="755263" y="37704"/>
                </a:cubicBezTo>
                <a:cubicBezTo>
                  <a:pt x="752520" y="37704"/>
                  <a:pt x="750114" y="38221"/>
                  <a:pt x="748046" y="39255"/>
                </a:cubicBezTo>
                <a:cubicBezTo>
                  <a:pt x="745978" y="40289"/>
                  <a:pt x="744246" y="41660"/>
                  <a:pt x="742852" y="43369"/>
                </a:cubicBezTo>
                <a:cubicBezTo>
                  <a:pt x="741459" y="45078"/>
                  <a:pt x="740379" y="47068"/>
                  <a:pt x="739615" y="49338"/>
                </a:cubicBezTo>
                <a:cubicBezTo>
                  <a:pt x="738851" y="51609"/>
                  <a:pt x="738423" y="53981"/>
                  <a:pt x="738333" y="56454"/>
                </a:cubicBezTo>
                <a:lnTo>
                  <a:pt x="771248" y="56454"/>
                </a:lnTo>
                <a:close/>
                <a:moveTo>
                  <a:pt x="855281" y="61479"/>
                </a:moveTo>
                <a:cubicBezTo>
                  <a:pt x="855281" y="66789"/>
                  <a:pt x="854708" y="71560"/>
                  <a:pt x="853561" y="75791"/>
                </a:cubicBezTo>
                <a:cubicBezTo>
                  <a:pt x="852415" y="80022"/>
                  <a:pt x="850729" y="83612"/>
                  <a:pt x="848503" y="86561"/>
                </a:cubicBezTo>
                <a:cubicBezTo>
                  <a:pt x="846277" y="89509"/>
                  <a:pt x="843523" y="91782"/>
                  <a:pt x="840240" y="93380"/>
                </a:cubicBezTo>
                <a:cubicBezTo>
                  <a:pt x="836958" y="94978"/>
                  <a:pt x="833203" y="95776"/>
                  <a:pt x="828977" y="95776"/>
                </a:cubicBezTo>
                <a:cubicBezTo>
                  <a:pt x="827178" y="95776"/>
                  <a:pt x="825514" y="95597"/>
                  <a:pt x="823985" y="95237"/>
                </a:cubicBezTo>
                <a:cubicBezTo>
                  <a:pt x="822457" y="94877"/>
                  <a:pt x="820962" y="94315"/>
                  <a:pt x="819500" y="93551"/>
                </a:cubicBezTo>
                <a:cubicBezTo>
                  <a:pt x="818039" y="92785"/>
                  <a:pt x="816589" y="91817"/>
                  <a:pt x="815150" y="90646"/>
                </a:cubicBezTo>
                <a:cubicBezTo>
                  <a:pt x="813711" y="89476"/>
                  <a:pt x="812182" y="88103"/>
                  <a:pt x="810563" y="86528"/>
                </a:cubicBezTo>
                <a:lnTo>
                  <a:pt x="810563" y="116824"/>
                </a:lnTo>
                <a:cubicBezTo>
                  <a:pt x="810563" y="117183"/>
                  <a:pt x="810473" y="117497"/>
                  <a:pt x="810294" y="117767"/>
                </a:cubicBezTo>
                <a:cubicBezTo>
                  <a:pt x="810114" y="118036"/>
                  <a:pt x="809821" y="118261"/>
                  <a:pt x="809417" y="118439"/>
                </a:cubicBezTo>
                <a:cubicBezTo>
                  <a:pt x="809012" y="118619"/>
                  <a:pt x="808450" y="118754"/>
                  <a:pt x="807730" y="118844"/>
                </a:cubicBezTo>
                <a:cubicBezTo>
                  <a:pt x="807011" y="118934"/>
                  <a:pt x="806089" y="118979"/>
                  <a:pt x="804965" y="118979"/>
                </a:cubicBezTo>
                <a:cubicBezTo>
                  <a:pt x="803886" y="118979"/>
                  <a:pt x="802987" y="118934"/>
                  <a:pt x="802267" y="118844"/>
                </a:cubicBezTo>
                <a:cubicBezTo>
                  <a:pt x="801548" y="118754"/>
                  <a:pt x="800974" y="118619"/>
                  <a:pt x="800547" y="118439"/>
                </a:cubicBezTo>
                <a:cubicBezTo>
                  <a:pt x="800120" y="118259"/>
                  <a:pt x="799828" y="118034"/>
                  <a:pt x="799670" y="117764"/>
                </a:cubicBezTo>
                <a:cubicBezTo>
                  <a:pt x="799513" y="117495"/>
                  <a:pt x="799434" y="117180"/>
                  <a:pt x="799434" y="116820"/>
                </a:cubicBezTo>
                <a:lnTo>
                  <a:pt x="799434" y="32038"/>
                </a:lnTo>
                <a:cubicBezTo>
                  <a:pt x="799434" y="31633"/>
                  <a:pt x="799502" y="31307"/>
                  <a:pt x="799637" y="31060"/>
                </a:cubicBezTo>
                <a:cubicBezTo>
                  <a:pt x="799772" y="30813"/>
                  <a:pt x="800041" y="30599"/>
                  <a:pt x="800446" y="30419"/>
                </a:cubicBezTo>
                <a:cubicBezTo>
                  <a:pt x="800851" y="30239"/>
                  <a:pt x="801368" y="30116"/>
                  <a:pt x="801997" y="30048"/>
                </a:cubicBezTo>
                <a:cubicBezTo>
                  <a:pt x="802627" y="29981"/>
                  <a:pt x="803391" y="29947"/>
                  <a:pt x="804291" y="29947"/>
                </a:cubicBezTo>
                <a:cubicBezTo>
                  <a:pt x="805235" y="29947"/>
                  <a:pt x="806011" y="29981"/>
                  <a:pt x="806618" y="30048"/>
                </a:cubicBezTo>
                <a:cubicBezTo>
                  <a:pt x="807225" y="30116"/>
                  <a:pt x="807730" y="30239"/>
                  <a:pt x="808135" y="30419"/>
                </a:cubicBezTo>
                <a:cubicBezTo>
                  <a:pt x="808540" y="30599"/>
                  <a:pt x="808821" y="30813"/>
                  <a:pt x="808978" y="31062"/>
                </a:cubicBezTo>
                <a:cubicBezTo>
                  <a:pt x="809136" y="31309"/>
                  <a:pt x="809214" y="31635"/>
                  <a:pt x="809214" y="32040"/>
                </a:cubicBezTo>
                <a:lnTo>
                  <a:pt x="809214" y="40210"/>
                </a:lnTo>
                <a:cubicBezTo>
                  <a:pt x="811058" y="38320"/>
                  <a:pt x="812834" y="36677"/>
                  <a:pt x="814543" y="35282"/>
                </a:cubicBezTo>
                <a:cubicBezTo>
                  <a:pt x="816251" y="33886"/>
                  <a:pt x="817971" y="32728"/>
                  <a:pt x="819703" y="31806"/>
                </a:cubicBezTo>
                <a:cubicBezTo>
                  <a:pt x="821434" y="30883"/>
                  <a:pt x="823210" y="30185"/>
                  <a:pt x="825031" y="29713"/>
                </a:cubicBezTo>
                <a:cubicBezTo>
                  <a:pt x="826852" y="29239"/>
                  <a:pt x="828774" y="29003"/>
                  <a:pt x="830798" y="29003"/>
                </a:cubicBezTo>
                <a:cubicBezTo>
                  <a:pt x="835204" y="29003"/>
                  <a:pt x="838959" y="29858"/>
                  <a:pt x="842062" y="31568"/>
                </a:cubicBezTo>
                <a:cubicBezTo>
                  <a:pt x="845164" y="33278"/>
                  <a:pt x="847694" y="35619"/>
                  <a:pt x="849650" y="38591"/>
                </a:cubicBezTo>
                <a:cubicBezTo>
                  <a:pt x="851606" y="41561"/>
                  <a:pt x="853033" y="45016"/>
                  <a:pt x="853932" y="48955"/>
                </a:cubicBezTo>
                <a:cubicBezTo>
                  <a:pt x="854832" y="52892"/>
                  <a:pt x="855281" y="57067"/>
                  <a:pt x="855281" y="61479"/>
                </a:cubicBezTo>
                <a:moveTo>
                  <a:pt x="843545" y="62761"/>
                </a:moveTo>
                <a:cubicBezTo>
                  <a:pt x="843545" y="59654"/>
                  <a:pt x="843309" y="56648"/>
                  <a:pt x="842837" y="53744"/>
                </a:cubicBezTo>
                <a:cubicBezTo>
                  <a:pt x="842365" y="50839"/>
                  <a:pt x="841556" y="48261"/>
                  <a:pt x="840409" y="46010"/>
                </a:cubicBezTo>
                <a:cubicBezTo>
                  <a:pt x="839262" y="43759"/>
                  <a:pt x="837722" y="41958"/>
                  <a:pt x="835789" y="40608"/>
                </a:cubicBezTo>
                <a:cubicBezTo>
                  <a:pt x="833855" y="39256"/>
                  <a:pt x="831450" y="38580"/>
                  <a:pt x="828572" y="38580"/>
                </a:cubicBezTo>
                <a:cubicBezTo>
                  <a:pt x="827133" y="38580"/>
                  <a:pt x="825717" y="38795"/>
                  <a:pt x="824323" y="39223"/>
                </a:cubicBezTo>
                <a:cubicBezTo>
                  <a:pt x="822929" y="39650"/>
                  <a:pt x="821512" y="40326"/>
                  <a:pt x="820073" y="41249"/>
                </a:cubicBezTo>
                <a:cubicBezTo>
                  <a:pt x="818635" y="42172"/>
                  <a:pt x="817128" y="43388"/>
                  <a:pt x="815554" y="44897"/>
                </a:cubicBezTo>
                <a:cubicBezTo>
                  <a:pt x="813981" y="46406"/>
                  <a:pt x="812317" y="48265"/>
                  <a:pt x="810563" y="50472"/>
                </a:cubicBezTo>
                <a:lnTo>
                  <a:pt x="810563" y="74644"/>
                </a:lnTo>
                <a:cubicBezTo>
                  <a:pt x="813621" y="78383"/>
                  <a:pt x="816521" y="81244"/>
                  <a:pt x="819264" y="83227"/>
                </a:cubicBezTo>
                <a:cubicBezTo>
                  <a:pt x="822007" y="85208"/>
                  <a:pt x="824885" y="86199"/>
                  <a:pt x="827897" y="86199"/>
                </a:cubicBezTo>
                <a:cubicBezTo>
                  <a:pt x="830685" y="86199"/>
                  <a:pt x="833080" y="85524"/>
                  <a:pt x="835081" y="84173"/>
                </a:cubicBezTo>
                <a:cubicBezTo>
                  <a:pt x="837082" y="82821"/>
                  <a:pt x="838700" y="81020"/>
                  <a:pt x="839937" y="78769"/>
                </a:cubicBezTo>
                <a:cubicBezTo>
                  <a:pt x="841174" y="76518"/>
                  <a:pt x="842084" y="73996"/>
                  <a:pt x="842669" y="71204"/>
                </a:cubicBezTo>
                <a:cubicBezTo>
                  <a:pt x="843253" y="68412"/>
                  <a:pt x="843545" y="65598"/>
                  <a:pt x="843545" y="62761"/>
                </a:cubicBezTo>
                <a:close/>
                <a:moveTo>
                  <a:pt x="903520" y="88357"/>
                </a:moveTo>
                <a:cubicBezTo>
                  <a:pt x="903520" y="89661"/>
                  <a:pt x="903430" y="90695"/>
                  <a:pt x="903250" y="91460"/>
                </a:cubicBezTo>
                <a:cubicBezTo>
                  <a:pt x="903070" y="92224"/>
                  <a:pt x="902800" y="92786"/>
                  <a:pt x="902441" y="93146"/>
                </a:cubicBezTo>
                <a:cubicBezTo>
                  <a:pt x="902081" y="93506"/>
                  <a:pt x="901541" y="93843"/>
                  <a:pt x="900822" y="94158"/>
                </a:cubicBezTo>
                <a:cubicBezTo>
                  <a:pt x="900102" y="94472"/>
                  <a:pt x="899282" y="94731"/>
                  <a:pt x="898360" y="94933"/>
                </a:cubicBezTo>
                <a:cubicBezTo>
                  <a:pt x="897438" y="95136"/>
                  <a:pt x="896460" y="95304"/>
                  <a:pt x="895426" y="95439"/>
                </a:cubicBezTo>
                <a:cubicBezTo>
                  <a:pt x="894392" y="95574"/>
                  <a:pt x="893358" y="95641"/>
                  <a:pt x="892323" y="95641"/>
                </a:cubicBezTo>
                <a:cubicBezTo>
                  <a:pt x="889176" y="95641"/>
                  <a:pt x="886478" y="95225"/>
                  <a:pt x="884230" y="94392"/>
                </a:cubicBezTo>
                <a:cubicBezTo>
                  <a:pt x="881981" y="93557"/>
                  <a:pt x="880138" y="92294"/>
                  <a:pt x="878699" y="90604"/>
                </a:cubicBezTo>
                <a:cubicBezTo>
                  <a:pt x="877260" y="88914"/>
                  <a:pt x="876214" y="86773"/>
                  <a:pt x="875562" y="84182"/>
                </a:cubicBezTo>
                <a:cubicBezTo>
                  <a:pt x="874910" y="81590"/>
                  <a:pt x="874584" y="78537"/>
                  <a:pt x="874584" y="75021"/>
                </a:cubicBezTo>
                <a:lnTo>
                  <a:pt x="874584" y="39457"/>
                </a:lnTo>
                <a:lnTo>
                  <a:pt x="866086" y="39457"/>
                </a:lnTo>
                <a:cubicBezTo>
                  <a:pt x="865412" y="39457"/>
                  <a:pt x="864872" y="39097"/>
                  <a:pt x="864467" y="38378"/>
                </a:cubicBezTo>
                <a:cubicBezTo>
                  <a:pt x="864063" y="37659"/>
                  <a:pt x="863860" y="36489"/>
                  <a:pt x="863860" y="34871"/>
                </a:cubicBezTo>
                <a:cubicBezTo>
                  <a:pt x="863860" y="34016"/>
                  <a:pt x="863916" y="33297"/>
                  <a:pt x="864029" y="32712"/>
                </a:cubicBezTo>
                <a:cubicBezTo>
                  <a:pt x="864141" y="32128"/>
                  <a:pt x="864287" y="31644"/>
                  <a:pt x="864467" y="31262"/>
                </a:cubicBezTo>
                <a:cubicBezTo>
                  <a:pt x="864647" y="30880"/>
                  <a:pt x="864883" y="30610"/>
                  <a:pt x="865175" y="30453"/>
                </a:cubicBezTo>
                <a:cubicBezTo>
                  <a:pt x="865468" y="30295"/>
                  <a:pt x="865794" y="30217"/>
                  <a:pt x="866153" y="30217"/>
                </a:cubicBezTo>
                <a:lnTo>
                  <a:pt x="874584" y="30217"/>
                </a:lnTo>
                <a:lnTo>
                  <a:pt x="874584" y="15783"/>
                </a:lnTo>
                <a:cubicBezTo>
                  <a:pt x="874584" y="15468"/>
                  <a:pt x="874663" y="15176"/>
                  <a:pt x="874821" y="14906"/>
                </a:cubicBezTo>
                <a:cubicBezTo>
                  <a:pt x="874978" y="14636"/>
                  <a:pt x="875270" y="14400"/>
                  <a:pt x="875697" y="14198"/>
                </a:cubicBezTo>
                <a:cubicBezTo>
                  <a:pt x="876125" y="13995"/>
                  <a:pt x="876698" y="13849"/>
                  <a:pt x="877417" y="13759"/>
                </a:cubicBezTo>
                <a:cubicBezTo>
                  <a:pt x="878137" y="13669"/>
                  <a:pt x="879036" y="13625"/>
                  <a:pt x="880115" y="13625"/>
                </a:cubicBezTo>
                <a:cubicBezTo>
                  <a:pt x="881239" y="13625"/>
                  <a:pt x="882161" y="13669"/>
                  <a:pt x="882881" y="13759"/>
                </a:cubicBezTo>
                <a:cubicBezTo>
                  <a:pt x="883600" y="13849"/>
                  <a:pt x="884162" y="13995"/>
                  <a:pt x="884567" y="14198"/>
                </a:cubicBezTo>
                <a:cubicBezTo>
                  <a:pt x="884971" y="14400"/>
                  <a:pt x="885264" y="14636"/>
                  <a:pt x="885444" y="14906"/>
                </a:cubicBezTo>
                <a:cubicBezTo>
                  <a:pt x="885623" y="15176"/>
                  <a:pt x="885713" y="15468"/>
                  <a:pt x="885713" y="15783"/>
                </a:cubicBezTo>
                <a:lnTo>
                  <a:pt x="885713" y="30217"/>
                </a:lnTo>
                <a:lnTo>
                  <a:pt x="901294" y="30217"/>
                </a:lnTo>
                <a:cubicBezTo>
                  <a:pt x="901654" y="30217"/>
                  <a:pt x="901968" y="30295"/>
                  <a:pt x="902238" y="30453"/>
                </a:cubicBezTo>
                <a:cubicBezTo>
                  <a:pt x="902508" y="30610"/>
                  <a:pt x="902744" y="30880"/>
                  <a:pt x="902946" y="31262"/>
                </a:cubicBezTo>
                <a:cubicBezTo>
                  <a:pt x="903149" y="31644"/>
                  <a:pt x="903295" y="32128"/>
                  <a:pt x="903385" y="32712"/>
                </a:cubicBezTo>
                <a:cubicBezTo>
                  <a:pt x="903475" y="33297"/>
                  <a:pt x="903520" y="34016"/>
                  <a:pt x="903520" y="34871"/>
                </a:cubicBezTo>
                <a:cubicBezTo>
                  <a:pt x="903520" y="36489"/>
                  <a:pt x="903317" y="37659"/>
                  <a:pt x="902913" y="38378"/>
                </a:cubicBezTo>
                <a:cubicBezTo>
                  <a:pt x="902508" y="39097"/>
                  <a:pt x="901968" y="39457"/>
                  <a:pt x="901294" y="39457"/>
                </a:cubicBezTo>
                <a:lnTo>
                  <a:pt x="885713" y="39457"/>
                </a:lnTo>
                <a:lnTo>
                  <a:pt x="885713" y="73415"/>
                </a:lnTo>
                <a:cubicBezTo>
                  <a:pt x="885713" y="77608"/>
                  <a:pt x="886332" y="80776"/>
                  <a:pt x="887568" y="82919"/>
                </a:cubicBezTo>
                <a:cubicBezTo>
                  <a:pt x="888805" y="85061"/>
                  <a:pt x="891019" y="86131"/>
                  <a:pt x="894212" y="86131"/>
                </a:cubicBezTo>
                <a:cubicBezTo>
                  <a:pt x="895246" y="86131"/>
                  <a:pt x="896168" y="86030"/>
                  <a:pt x="896977" y="85828"/>
                </a:cubicBezTo>
                <a:cubicBezTo>
                  <a:pt x="897787" y="85625"/>
                  <a:pt x="898506" y="85412"/>
                  <a:pt x="899136" y="85187"/>
                </a:cubicBezTo>
                <a:cubicBezTo>
                  <a:pt x="899765" y="84962"/>
                  <a:pt x="900305" y="84749"/>
                  <a:pt x="900754" y="84546"/>
                </a:cubicBezTo>
                <a:cubicBezTo>
                  <a:pt x="901204" y="84344"/>
                  <a:pt x="901609" y="84243"/>
                  <a:pt x="901968" y="84243"/>
                </a:cubicBezTo>
                <a:cubicBezTo>
                  <a:pt x="902193" y="84243"/>
                  <a:pt x="902407" y="84299"/>
                  <a:pt x="902609" y="84411"/>
                </a:cubicBezTo>
                <a:cubicBezTo>
                  <a:pt x="902812" y="84524"/>
                  <a:pt x="902969" y="84737"/>
                  <a:pt x="903081" y="85052"/>
                </a:cubicBezTo>
                <a:cubicBezTo>
                  <a:pt x="903194" y="85367"/>
                  <a:pt x="903295" y="85794"/>
                  <a:pt x="903385" y="86334"/>
                </a:cubicBezTo>
                <a:cubicBezTo>
                  <a:pt x="903475" y="86873"/>
                  <a:pt x="903520" y="87548"/>
                  <a:pt x="903520" y="88357"/>
                </a:cubicBezTo>
                <a:close/>
                <a:moveTo>
                  <a:pt x="928806" y="92741"/>
                </a:moveTo>
                <a:cubicBezTo>
                  <a:pt x="928806" y="93101"/>
                  <a:pt x="928716" y="93404"/>
                  <a:pt x="928536" y="93652"/>
                </a:cubicBezTo>
                <a:cubicBezTo>
                  <a:pt x="928356" y="93899"/>
                  <a:pt x="928064" y="94113"/>
                  <a:pt x="927659" y="94293"/>
                </a:cubicBezTo>
                <a:cubicBezTo>
                  <a:pt x="927254" y="94472"/>
                  <a:pt x="926692" y="94607"/>
                  <a:pt x="925973" y="94697"/>
                </a:cubicBezTo>
                <a:cubicBezTo>
                  <a:pt x="925254" y="94787"/>
                  <a:pt x="924332" y="94832"/>
                  <a:pt x="923208" y="94832"/>
                </a:cubicBezTo>
                <a:cubicBezTo>
                  <a:pt x="922128" y="94832"/>
                  <a:pt x="921229" y="94787"/>
                  <a:pt x="920510" y="94697"/>
                </a:cubicBezTo>
                <a:cubicBezTo>
                  <a:pt x="919790" y="94607"/>
                  <a:pt x="919217" y="94472"/>
                  <a:pt x="918790" y="94293"/>
                </a:cubicBezTo>
                <a:cubicBezTo>
                  <a:pt x="918363" y="94113"/>
                  <a:pt x="918070" y="93899"/>
                  <a:pt x="917913" y="93652"/>
                </a:cubicBezTo>
                <a:cubicBezTo>
                  <a:pt x="917756" y="93404"/>
                  <a:pt x="917677" y="93101"/>
                  <a:pt x="917677" y="92741"/>
                </a:cubicBezTo>
                <a:lnTo>
                  <a:pt x="917677" y="32038"/>
                </a:lnTo>
                <a:cubicBezTo>
                  <a:pt x="917677" y="31723"/>
                  <a:pt x="917756" y="31431"/>
                  <a:pt x="917913" y="31161"/>
                </a:cubicBezTo>
                <a:cubicBezTo>
                  <a:pt x="918070" y="30891"/>
                  <a:pt x="918363" y="30666"/>
                  <a:pt x="918790" y="30487"/>
                </a:cubicBezTo>
                <a:cubicBezTo>
                  <a:pt x="919217" y="30307"/>
                  <a:pt x="919790" y="30172"/>
                  <a:pt x="920510" y="30082"/>
                </a:cubicBezTo>
                <a:cubicBezTo>
                  <a:pt x="921229" y="29992"/>
                  <a:pt x="922128" y="29947"/>
                  <a:pt x="923208" y="29947"/>
                </a:cubicBezTo>
                <a:cubicBezTo>
                  <a:pt x="924332" y="29947"/>
                  <a:pt x="925254" y="29992"/>
                  <a:pt x="925973" y="30082"/>
                </a:cubicBezTo>
                <a:cubicBezTo>
                  <a:pt x="926692" y="30172"/>
                  <a:pt x="927254" y="30307"/>
                  <a:pt x="927659" y="30487"/>
                </a:cubicBezTo>
                <a:cubicBezTo>
                  <a:pt x="928064" y="30666"/>
                  <a:pt x="928356" y="30891"/>
                  <a:pt x="928536" y="31161"/>
                </a:cubicBezTo>
                <a:cubicBezTo>
                  <a:pt x="928716" y="31431"/>
                  <a:pt x="928806" y="31723"/>
                  <a:pt x="928806" y="32038"/>
                </a:cubicBezTo>
                <a:lnTo>
                  <a:pt x="928806" y="92741"/>
                </a:lnTo>
                <a:moveTo>
                  <a:pt x="930087" y="11466"/>
                </a:moveTo>
                <a:cubicBezTo>
                  <a:pt x="930087" y="14074"/>
                  <a:pt x="929593" y="15850"/>
                  <a:pt x="928603" y="16795"/>
                </a:cubicBezTo>
                <a:cubicBezTo>
                  <a:pt x="927614" y="17739"/>
                  <a:pt x="925793" y="18211"/>
                  <a:pt x="923140" y="18211"/>
                </a:cubicBezTo>
                <a:cubicBezTo>
                  <a:pt x="920532" y="18211"/>
                  <a:pt x="918745" y="17750"/>
                  <a:pt x="917778" y="16828"/>
                </a:cubicBezTo>
                <a:cubicBezTo>
                  <a:pt x="916811" y="15907"/>
                  <a:pt x="916328" y="14164"/>
                  <a:pt x="916328" y="11601"/>
                </a:cubicBezTo>
                <a:cubicBezTo>
                  <a:pt x="916328" y="8993"/>
                  <a:pt x="916822" y="7217"/>
                  <a:pt x="917812" y="6273"/>
                </a:cubicBezTo>
                <a:cubicBezTo>
                  <a:pt x="918801" y="5328"/>
                  <a:pt x="920622" y="4856"/>
                  <a:pt x="923275" y="4856"/>
                </a:cubicBezTo>
                <a:cubicBezTo>
                  <a:pt x="925883" y="4856"/>
                  <a:pt x="927670" y="5317"/>
                  <a:pt x="928637" y="6239"/>
                </a:cubicBezTo>
                <a:cubicBezTo>
                  <a:pt x="929604" y="7161"/>
                  <a:pt x="930087" y="8903"/>
                  <a:pt x="930087" y="11466"/>
                </a:cubicBezTo>
                <a:close/>
                <a:moveTo>
                  <a:pt x="999224" y="31903"/>
                </a:moveTo>
                <a:cubicBezTo>
                  <a:pt x="999224" y="32083"/>
                  <a:pt x="999213" y="32274"/>
                  <a:pt x="999190" y="32476"/>
                </a:cubicBezTo>
                <a:cubicBezTo>
                  <a:pt x="999168" y="32679"/>
                  <a:pt x="999134" y="32892"/>
                  <a:pt x="999089" y="33117"/>
                </a:cubicBezTo>
                <a:cubicBezTo>
                  <a:pt x="999044" y="33342"/>
                  <a:pt x="998988" y="33589"/>
                  <a:pt x="998921" y="33859"/>
                </a:cubicBezTo>
                <a:cubicBezTo>
                  <a:pt x="998853" y="34129"/>
                  <a:pt x="998774" y="34421"/>
                  <a:pt x="998685" y="34736"/>
                </a:cubicBezTo>
                <a:lnTo>
                  <a:pt x="977978" y="92404"/>
                </a:lnTo>
                <a:cubicBezTo>
                  <a:pt x="977798" y="92899"/>
                  <a:pt x="977562" y="93303"/>
                  <a:pt x="977270" y="93618"/>
                </a:cubicBezTo>
                <a:cubicBezTo>
                  <a:pt x="976977" y="93933"/>
                  <a:pt x="976539" y="94180"/>
                  <a:pt x="975955" y="94360"/>
                </a:cubicBezTo>
                <a:cubicBezTo>
                  <a:pt x="975370" y="94540"/>
                  <a:pt x="974628" y="94663"/>
                  <a:pt x="973729" y="94731"/>
                </a:cubicBezTo>
                <a:cubicBezTo>
                  <a:pt x="972829" y="94798"/>
                  <a:pt x="971705" y="94832"/>
                  <a:pt x="970356" y="94832"/>
                </a:cubicBezTo>
                <a:cubicBezTo>
                  <a:pt x="969007" y="94832"/>
                  <a:pt x="967883" y="94787"/>
                  <a:pt x="966984" y="94697"/>
                </a:cubicBezTo>
                <a:cubicBezTo>
                  <a:pt x="966085" y="94607"/>
                  <a:pt x="965354" y="94472"/>
                  <a:pt x="964792" y="94293"/>
                </a:cubicBezTo>
                <a:cubicBezTo>
                  <a:pt x="964230" y="94113"/>
                  <a:pt x="963791" y="93865"/>
                  <a:pt x="963477" y="93551"/>
                </a:cubicBezTo>
                <a:cubicBezTo>
                  <a:pt x="963162" y="93236"/>
                  <a:pt x="962915" y="92854"/>
                  <a:pt x="962735" y="92404"/>
                </a:cubicBezTo>
                <a:lnTo>
                  <a:pt x="942096" y="34736"/>
                </a:lnTo>
                <a:cubicBezTo>
                  <a:pt x="941916" y="34196"/>
                  <a:pt x="941770" y="33724"/>
                  <a:pt x="941657" y="33319"/>
                </a:cubicBezTo>
                <a:cubicBezTo>
                  <a:pt x="941545" y="32915"/>
                  <a:pt x="941477" y="32611"/>
                  <a:pt x="941455" y="32409"/>
                </a:cubicBezTo>
                <a:cubicBezTo>
                  <a:pt x="941432" y="32206"/>
                  <a:pt x="941421" y="32038"/>
                  <a:pt x="941421" y="31903"/>
                </a:cubicBezTo>
                <a:cubicBezTo>
                  <a:pt x="941421" y="31543"/>
                  <a:pt x="941511" y="31228"/>
                  <a:pt x="941691" y="30959"/>
                </a:cubicBezTo>
                <a:cubicBezTo>
                  <a:pt x="941871" y="30689"/>
                  <a:pt x="942174" y="30475"/>
                  <a:pt x="942601" y="30318"/>
                </a:cubicBezTo>
                <a:cubicBezTo>
                  <a:pt x="943029" y="30161"/>
                  <a:pt x="943591" y="30059"/>
                  <a:pt x="944288" y="30014"/>
                </a:cubicBezTo>
                <a:cubicBezTo>
                  <a:pt x="944985" y="29969"/>
                  <a:pt x="945850" y="29947"/>
                  <a:pt x="946884" y="29947"/>
                </a:cubicBezTo>
                <a:cubicBezTo>
                  <a:pt x="948188" y="29947"/>
                  <a:pt x="949234" y="29981"/>
                  <a:pt x="950021" y="30048"/>
                </a:cubicBezTo>
                <a:cubicBezTo>
                  <a:pt x="950808" y="30116"/>
                  <a:pt x="951415" y="30239"/>
                  <a:pt x="951842" y="30419"/>
                </a:cubicBezTo>
                <a:cubicBezTo>
                  <a:pt x="952269" y="30599"/>
                  <a:pt x="952584" y="30824"/>
                  <a:pt x="952786" y="31094"/>
                </a:cubicBezTo>
                <a:cubicBezTo>
                  <a:pt x="952988" y="31363"/>
                  <a:pt x="953180" y="31701"/>
                  <a:pt x="953359" y="32105"/>
                </a:cubicBezTo>
                <a:lnTo>
                  <a:pt x="970491" y="82152"/>
                </a:lnTo>
                <a:lnTo>
                  <a:pt x="970761" y="82961"/>
                </a:lnTo>
                <a:lnTo>
                  <a:pt x="970963" y="82152"/>
                </a:lnTo>
                <a:lnTo>
                  <a:pt x="987893" y="32105"/>
                </a:lnTo>
                <a:cubicBezTo>
                  <a:pt x="987983" y="31701"/>
                  <a:pt x="988140" y="31363"/>
                  <a:pt x="988365" y="31094"/>
                </a:cubicBezTo>
                <a:cubicBezTo>
                  <a:pt x="988590" y="30824"/>
                  <a:pt x="988916" y="30599"/>
                  <a:pt x="989343" y="30419"/>
                </a:cubicBezTo>
                <a:cubicBezTo>
                  <a:pt x="989770" y="30239"/>
                  <a:pt x="990355" y="30116"/>
                  <a:pt x="991097" y="30048"/>
                </a:cubicBezTo>
                <a:cubicBezTo>
                  <a:pt x="991839" y="29981"/>
                  <a:pt x="992817" y="29947"/>
                  <a:pt x="994031" y="29947"/>
                </a:cubicBezTo>
                <a:cubicBezTo>
                  <a:pt x="995065" y="29947"/>
                  <a:pt x="995919" y="29969"/>
                  <a:pt x="996594" y="30014"/>
                </a:cubicBezTo>
                <a:cubicBezTo>
                  <a:pt x="997268" y="30059"/>
                  <a:pt x="997796" y="30172"/>
                  <a:pt x="998179" y="30352"/>
                </a:cubicBezTo>
                <a:cubicBezTo>
                  <a:pt x="998561" y="30532"/>
                  <a:pt x="998831" y="30745"/>
                  <a:pt x="998988" y="30992"/>
                </a:cubicBezTo>
                <a:cubicBezTo>
                  <a:pt x="999145" y="31240"/>
                  <a:pt x="999224" y="31543"/>
                  <a:pt x="999224" y="31903"/>
                </a:cubicBezTo>
                <a:close/>
                <a:moveTo>
                  <a:pt x="1062027" y="59759"/>
                </a:moveTo>
                <a:cubicBezTo>
                  <a:pt x="1062027" y="61513"/>
                  <a:pt x="1061589" y="62761"/>
                  <a:pt x="1060712" y="63502"/>
                </a:cubicBezTo>
                <a:cubicBezTo>
                  <a:pt x="1059835" y="64244"/>
                  <a:pt x="1058835" y="64615"/>
                  <a:pt x="1057711" y="64615"/>
                </a:cubicBezTo>
                <a:lnTo>
                  <a:pt x="1017916" y="64615"/>
                </a:lnTo>
                <a:cubicBezTo>
                  <a:pt x="1017916" y="67998"/>
                  <a:pt x="1018254" y="71042"/>
                  <a:pt x="1018928" y="73748"/>
                </a:cubicBezTo>
                <a:cubicBezTo>
                  <a:pt x="1019603" y="76455"/>
                  <a:pt x="1020727" y="78777"/>
                  <a:pt x="1022300" y="80716"/>
                </a:cubicBezTo>
                <a:cubicBezTo>
                  <a:pt x="1023874" y="82656"/>
                  <a:pt x="1025920" y="84144"/>
                  <a:pt x="1028438" y="85183"/>
                </a:cubicBezTo>
                <a:cubicBezTo>
                  <a:pt x="1030956" y="86220"/>
                  <a:pt x="1034036" y="86738"/>
                  <a:pt x="1037679" y="86738"/>
                </a:cubicBezTo>
                <a:cubicBezTo>
                  <a:pt x="1040556" y="86738"/>
                  <a:pt x="1043119" y="86502"/>
                  <a:pt x="1045368" y="86030"/>
                </a:cubicBezTo>
                <a:cubicBezTo>
                  <a:pt x="1047616" y="85558"/>
                  <a:pt x="1049561" y="85030"/>
                  <a:pt x="1051202" y="84445"/>
                </a:cubicBezTo>
                <a:cubicBezTo>
                  <a:pt x="1052843" y="83861"/>
                  <a:pt x="1054192" y="83332"/>
                  <a:pt x="1055249" y="82860"/>
                </a:cubicBezTo>
                <a:cubicBezTo>
                  <a:pt x="1056306" y="82388"/>
                  <a:pt x="1057104" y="82152"/>
                  <a:pt x="1057643" y="82152"/>
                </a:cubicBezTo>
                <a:cubicBezTo>
                  <a:pt x="1057958" y="82152"/>
                  <a:pt x="1058239" y="82231"/>
                  <a:pt x="1058486" y="82388"/>
                </a:cubicBezTo>
                <a:cubicBezTo>
                  <a:pt x="1058734" y="82545"/>
                  <a:pt x="1058925" y="82781"/>
                  <a:pt x="1059060" y="83096"/>
                </a:cubicBezTo>
                <a:cubicBezTo>
                  <a:pt x="1059195" y="83411"/>
                  <a:pt x="1059296" y="83849"/>
                  <a:pt x="1059363" y="84411"/>
                </a:cubicBezTo>
                <a:cubicBezTo>
                  <a:pt x="1059431" y="84973"/>
                  <a:pt x="1059464" y="85659"/>
                  <a:pt x="1059464" y="86469"/>
                </a:cubicBezTo>
                <a:cubicBezTo>
                  <a:pt x="1059464" y="87053"/>
                  <a:pt x="1059442" y="87559"/>
                  <a:pt x="1059397" y="87986"/>
                </a:cubicBezTo>
                <a:cubicBezTo>
                  <a:pt x="1059352" y="88413"/>
                  <a:pt x="1059296" y="88796"/>
                  <a:pt x="1059228" y="89133"/>
                </a:cubicBezTo>
                <a:cubicBezTo>
                  <a:pt x="1059161" y="89470"/>
                  <a:pt x="1059048" y="89774"/>
                  <a:pt x="1058891" y="90043"/>
                </a:cubicBezTo>
                <a:cubicBezTo>
                  <a:pt x="1058734" y="90313"/>
                  <a:pt x="1058531" y="90572"/>
                  <a:pt x="1058284" y="90819"/>
                </a:cubicBezTo>
                <a:cubicBezTo>
                  <a:pt x="1058037" y="91066"/>
                  <a:pt x="1057306" y="91471"/>
                  <a:pt x="1056092" y="92033"/>
                </a:cubicBezTo>
                <a:cubicBezTo>
                  <a:pt x="1054878" y="92595"/>
                  <a:pt x="1053304" y="93146"/>
                  <a:pt x="1051371" y="93685"/>
                </a:cubicBezTo>
                <a:cubicBezTo>
                  <a:pt x="1049437" y="94225"/>
                  <a:pt x="1047200" y="94708"/>
                  <a:pt x="1044660" y="95136"/>
                </a:cubicBezTo>
                <a:cubicBezTo>
                  <a:pt x="1042119" y="95563"/>
                  <a:pt x="1039410" y="95776"/>
                  <a:pt x="1036532" y="95776"/>
                </a:cubicBezTo>
                <a:cubicBezTo>
                  <a:pt x="1031541" y="95776"/>
                  <a:pt x="1027168" y="95079"/>
                  <a:pt x="1023413" y="93683"/>
                </a:cubicBezTo>
                <a:cubicBezTo>
                  <a:pt x="1019659" y="92288"/>
                  <a:pt x="1016500" y="90218"/>
                  <a:pt x="1013937" y="87472"/>
                </a:cubicBezTo>
                <a:cubicBezTo>
                  <a:pt x="1011374" y="84726"/>
                  <a:pt x="1009440" y="81283"/>
                  <a:pt x="1008136" y="77142"/>
                </a:cubicBezTo>
                <a:cubicBezTo>
                  <a:pt x="1006832" y="73001"/>
                  <a:pt x="1006180" y="68184"/>
                  <a:pt x="1006180" y="62693"/>
                </a:cubicBezTo>
                <a:cubicBezTo>
                  <a:pt x="1006180" y="57471"/>
                  <a:pt x="1006855" y="52779"/>
                  <a:pt x="1008204" y="48615"/>
                </a:cubicBezTo>
                <a:cubicBezTo>
                  <a:pt x="1009553" y="44452"/>
                  <a:pt x="1011498" y="40919"/>
                  <a:pt x="1014038" y="38015"/>
                </a:cubicBezTo>
                <a:cubicBezTo>
                  <a:pt x="1016579" y="35112"/>
                  <a:pt x="1019648" y="32884"/>
                  <a:pt x="1023245" y="31332"/>
                </a:cubicBezTo>
                <a:cubicBezTo>
                  <a:pt x="1026842" y="29779"/>
                  <a:pt x="1030866" y="29003"/>
                  <a:pt x="1035318" y="29003"/>
                </a:cubicBezTo>
                <a:cubicBezTo>
                  <a:pt x="1040084" y="29003"/>
                  <a:pt x="1044142" y="29767"/>
                  <a:pt x="1047492" y="31296"/>
                </a:cubicBezTo>
                <a:cubicBezTo>
                  <a:pt x="1050842" y="32825"/>
                  <a:pt x="1053596" y="34882"/>
                  <a:pt x="1055755" y="37467"/>
                </a:cubicBezTo>
                <a:cubicBezTo>
                  <a:pt x="1057913" y="40053"/>
                  <a:pt x="1059498" y="43088"/>
                  <a:pt x="1060510" y="46573"/>
                </a:cubicBezTo>
                <a:cubicBezTo>
                  <a:pt x="1061522" y="50058"/>
                  <a:pt x="1062027" y="53779"/>
                  <a:pt x="1062027" y="57736"/>
                </a:cubicBezTo>
                <a:lnTo>
                  <a:pt x="1062027" y="59759"/>
                </a:lnTo>
                <a:moveTo>
                  <a:pt x="1050831" y="56454"/>
                </a:moveTo>
                <a:cubicBezTo>
                  <a:pt x="1050966" y="50609"/>
                  <a:pt x="1049673" y="46022"/>
                  <a:pt x="1046953" y="42695"/>
                </a:cubicBezTo>
                <a:cubicBezTo>
                  <a:pt x="1044232" y="39367"/>
                  <a:pt x="1040197" y="37704"/>
                  <a:pt x="1034846" y="37704"/>
                </a:cubicBezTo>
                <a:cubicBezTo>
                  <a:pt x="1032103" y="37704"/>
                  <a:pt x="1029697" y="38221"/>
                  <a:pt x="1027629" y="39255"/>
                </a:cubicBezTo>
                <a:cubicBezTo>
                  <a:pt x="1025560" y="40289"/>
                  <a:pt x="1023829" y="41660"/>
                  <a:pt x="1022435" y="43369"/>
                </a:cubicBezTo>
                <a:cubicBezTo>
                  <a:pt x="1021041" y="45078"/>
                  <a:pt x="1019962" y="47068"/>
                  <a:pt x="1019198" y="49338"/>
                </a:cubicBezTo>
                <a:cubicBezTo>
                  <a:pt x="1018433" y="51609"/>
                  <a:pt x="1018006" y="53981"/>
                  <a:pt x="1017916" y="56454"/>
                </a:cubicBezTo>
                <a:lnTo>
                  <a:pt x="1050831" y="56454"/>
                </a:lnTo>
                <a:close/>
                <a:moveTo>
                  <a:pt x="1194379" y="92741"/>
                </a:moveTo>
                <a:cubicBezTo>
                  <a:pt x="1194379" y="93101"/>
                  <a:pt x="1194289" y="93404"/>
                  <a:pt x="1194109" y="93652"/>
                </a:cubicBezTo>
                <a:cubicBezTo>
                  <a:pt x="1193929" y="93899"/>
                  <a:pt x="1193637" y="94113"/>
                  <a:pt x="1193232" y="94293"/>
                </a:cubicBezTo>
                <a:cubicBezTo>
                  <a:pt x="1192828" y="94472"/>
                  <a:pt x="1192266" y="94607"/>
                  <a:pt x="1191546" y="94697"/>
                </a:cubicBezTo>
                <a:cubicBezTo>
                  <a:pt x="1190827" y="94787"/>
                  <a:pt x="1189927" y="94832"/>
                  <a:pt x="1188848" y="94832"/>
                </a:cubicBezTo>
                <a:cubicBezTo>
                  <a:pt x="1187724" y="94832"/>
                  <a:pt x="1186802" y="94787"/>
                  <a:pt x="1186083" y="94697"/>
                </a:cubicBezTo>
                <a:cubicBezTo>
                  <a:pt x="1185363" y="94607"/>
                  <a:pt x="1184801" y="94472"/>
                  <a:pt x="1184397" y="94293"/>
                </a:cubicBezTo>
                <a:cubicBezTo>
                  <a:pt x="1183992" y="94113"/>
                  <a:pt x="1183700" y="93899"/>
                  <a:pt x="1183520" y="93652"/>
                </a:cubicBezTo>
                <a:cubicBezTo>
                  <a:pt x="1183340" y="93404"/>
                  <a:pt x="1183250" y="93101"/>
                  <a:pt x="1183250" y="92741"/>
                </a:cubicBezTo>
                <a:lnTo>
                  <a:pt x="1183250" y="57196"/>
                </a:lnTo>
                <a:cubicBezTo>
                  <a:pt x="1183250" y="53734"/>
                  <a:pt x="1182980" y="50946"/>
                  <a:pt x="1182441" y="48832"/>
                </a:cubicBezTo>
                <a:cubicBezTo>
                  <a:pt x="1181901" y="46719"/>
                  <a:pt x="1181114" y="44898"/>
                  <a:pt x="1180080" y="43369"/>
                </a:cubicBezTo>
                <a:cubicBezTo>
                  <a:pt x="1179046" y="41840"/>
                  <a:pt x="1177708" y="40671"/>
                  <a:pt x="1176067" y="39862"/>
                </a:cubicBezTo>
                <a:cubicBezTo>
                  <a:pt x="1174426" y="39052"/>
                  <a:pt x="1172526" y="38648"/>
                  <a:pt x="1170367" y="38648"/>
                </a:cubicBezTo>
                <a:cubicBezTo>
                  <a:pt x="1167580" y="38648"/>
                  <a:pt x="1164792" y="39637"/>
                  <a:pt x="1162004" y="41616"/>
                </a:cubicBezTo>
                <a:cubicBezTo>
                  <a:pt x="1159216" y="43594"/>
                  <a:pt x="1156293" y="46494"/>
                  <a:pt x="1153236" y="50316"/>
                </a:cubicBezTo>
                <a:lnTo>
                  <a:pt x="1153236" y="92741"/>
                </a:lnTo>
                <a:cubicBezTo>
                  <a:pt x="1153236" y="93101"/>
                  <a:pt x="1153146" y="93404"/>
                  <a:pt x="1152966" y="93652"/>
                </a:cubicBezTo>
                <a:cubicBezTo>
                  <a:pt x="1152786" y="93899"/>
                  <a:pt x="1152494" y="94113"/>
                  <a:pt x="1152089" y="94293"/>
                </a:cubicBezTo>
                <a:cubicBezTo>
                  <a:pt x="1151684" y="94472"/>
                  <a:pt x="1151122" y="94607"/>
                  <a:pt x="1150403" y="94697"/>
                </a:cubicBezTo>
                <a:cubicBezTo>
                  <a:pt x="1149683" y="94787"/>
                  <a:pt x="1148761" y="94832"/>
                  <a:pt x="1147637" y="94832"/>
                </a:cubicBezTo>
                <a:cubicBezTo>
                  <a:pt x="1146558" y="94832"/>
                  <a:pt x="1145659" y="94787"/>
                  <a:pt x="1144939" y="94697"/>
                </a:cubicBezTo>
                <a:cubicBezTo>
                  <a:pt x="1144220" y="94607"/>
                  <a:pt x="1143647" y="94472"/>
                  <a:pt x="1143220" y="94293"/>
                </a:cubicBezTo>
                <a:cubicBezTo>
                  <a:pt x="1142792" y="94113"/>
                  <a:pt x="1142500" y="93899"/>
                  <a:pt x="1142343" y="93652"/>
                </a:cubicBezTo>
                <a:cubicBezTo>
                  <a:pt x="1142185" y="93404"/>
                  <a:pt x="1142107" y="93101"/>
                  <a:pt x="1142107" y="92741"/>
                </a:cubicBezTo>
                <a:lnTo>
                  <a:pt x="1142107" y="32038"/>
                </a:lnTo>
                <a:cubicBezTo>
                  <a:pt x="1142107" y="31678"/>
                  <a:pt x="1142174" y="31375"/>
                  <a:pt x="1142309" y="31127"/>
                </a:cubicBezTo>
                <a:cubicBezTo>
                  <a:pt x="1142444" y="30880"/>
                  <a:pt x="1142714" y="30655"/>
                  <a:pt x="1143118" y="30453"/>
                </a:cubicBezTo>
                <a:cubicBezTo>
                  <a:pt x="1143523" y="30251"/>
                  <a:pt x="1144040" y="30116"/>
                  <a:pt x="1144670" y="30048"/>
                </a:cubicBezTo>
                <a:cubicBezTo>
                  <a:pt x="1145299" y="29981"/>
                  <a:pt x="1146131" y="29947"/>
                  <a:pt x="1147165" y="29947"/>
                </a:cubicBezTo>
                <a:cubicBezTo>
                  <a:pt x="1148154" y="29947"/>
                  <a:pt x="1148975" y="29981"/>
                  <a:pt x="1149627" y="30048"/>
                </a:cubicBezTo>
                <a:cubicBezTo>
                  <a:pt x="1150279" y="30116"/>
                  <a:pt x="1150785" y="30251"/>
                  <a:pt x="1151145" y="30453"/>
                </a:cubicBezTo>
                <a:cubicBezTo>
                  <a:pt x="1151504" y="30655"/>
                  <a:pt x="1151763" y="30880"/>
                  <a:pt x="1151920" y="31127"/>
                </a:cubicBezTo>
                <a:cubicBezTo>
                  <a:pt x="1152078" y="31375"/>
                  <a:pt x="1152156" y="31678"/>
                  <a:pt x="1152156" y="32038"/>
                </a:cubicBezTo>
                <a:lnTo>
                  <a:pt x="1152156" y="40064"/>
                </a:lnTo>
                <a:cubicBezTo>
                  <a:pt x="1155574" y="36242"/>
                  <a:pt x="1158980" y="33443"/>
                  <a:pt x="1162375" y="31667"/>
                </a:cubicBezTo>
                <a:cubicBezTo>
                  <a:pt x="1165770" y="29891"/>
                  <a:pt x="1169198" y="29003"/>
                  <a:pt x="1172661" y="29003"/>
                </a:cubicBezTo>
                <a:cubicBezTo>
                  <a:pt x="1176708" y="29003"/>
                  <a:pt x="1180114" y="29688"/>
                  <a:pt x="1182879" y="31060"/>
                </a:cubicBezTo>
                <a:cubicBezTo>
                  <a:pt x="1185644" y="32431"/>
                  <a:pt x="1187881" y="34264"/>
                  <a:pt x="1189590" y="36557"/>
                </a:cubicBezTo>
                <a:cubicBezTo>
                  <a:pt x="1191299" y="38850"/>
                  <a:pt x="1192524" y="41537"/>
                  <a:pt x="1193266" y="44617"/>
                </a:cubicBezTo>
                <a:cubicBezTo>
                  <a:pt x="1194008" y="47697"/>
                  <a:pt x="1194379" y="51395"/>
                  <a:pt x="1194379" y="55712"/>
                </a:cubicBezTo>
                <a:lnTo>
                  <a:pt x="1194379" y="92741"/>
                </a:lnTo>
                <a:close/>
                <a:moveTo>
                  <a:pt x="1271080" y="61749"/>
                </a:moveTo>
                <a:cubicBezTo>
                  <a:pt x="1271080" y="66699"/>
                  <a:pt x="1270428" y="71256"/>
                  <a:pt x="1269124" y="75420"/>
                </a:cubicBezTo>
                <a:cubicBezTo>
                  <a:pt x="1267820" y="79583"/>
                  <a:pt x="1265876" y="83173"/>
                  <a:pt x="1263290" y="86190"/>
                </a:cubicBezTo>
                <a:cubicBezTo>
                  <a:pt x="1260705" y="89206"/>
                  <a:pt x="1257467" y="91557"/>
                  <a:pt x="1253578" y="93245"/>
                </a:cubicBezTo>
                <a:cubicBezTo>
                  <a:pt x="1249688" y="94933"/>
                  <a:pt x="1245180" y="95776"/>
                  <a:pt x="1240054" y="95776"/>
                </a:cubicBezTo>
                <a:cubicBezTo>
                  <a:pt x="1235063" y="95776"/>
                  <a:pt x="1230713" y="95034"/>
                  <a:pt x="1227003" y="93548"/>
                </a:cubicBezTo>
                <a:cubicBezTo>
                  <a:pt x="1223293" y="92063"/>
                  <a:pt x="1220202" y="89903"/>
                  <a:pt x="1217729" y="87067"/>
                </a:cubicBezTo>
                <a:cubicBezTo>
                  <a:pt x="1215256" y="84232"/>
                  <a:pt x="1213412" y="80788"/>
                  <a:pt x="1212198" y="76737"/>
                </a:cubicBezTo>
                <a:cubicBezTo>
                  <a:pt x="1210984" y="72686"/>
                  <a:pt x="1210377" y="68095"/>
                  <a:pt x="1210377" y="62963"/>
                </a:cubicBezTo>
                <a:cubicBezTo>
                  <a:pt x="1210377" y="58012"/>
                  <a:pt x="1211018" y="53455"/>
                  <a:pt x="1212299" y="49292"/>
                </a:cubicBezTo>
                <a:cubicBezTo>
                  <a:pt x="1213581" y="45128"/>
                  <a:pt x="1215514" y="41539"/>
                  <a:pt x="1218100" y="38523"/>
                </a:cubicBezTo>
                <a:cubicBezTo>
                  <a:pt x="1220685" y="35507"/>
                  <a:pt x="1223912" y="33166"/>
                  <a:pt x="1227779" y="31500"/>
                </a:cubicBezTo>
                <a:cubicBezTo>
                  <a:pt x="1231646" y="29835"/>
                  <a:pt x="1236165" y="29003"/>
                  <a:pt x="1241336" y="29003"/>
                </a:cubicBezTo>
                <a:cubicBezTo>
                  <a:pt x="1246327" y="29003"/>
                  <a:pt x="1250677" y="29745"/>
                  <a:pt x="1254387" y="31231"/>
                </a:cubicBezTo>
                <a:cubicBezTo>
                  <a:pt x="1258097" y="32716"/>
                  <a:pt x="1261188" y="34876"/>
                  <a:pt x="1263661" y="37712"/>
                </a:cubicBezTo>
                <a:cubicBezTo>
                  <a:pt x="1266134" y="40548"/>
                  <a:pt x="1267989" y="43991"/>
                  <a:pt x="1269226" y="48042"/>
                </a:cubicBezTo>
                <a:cubicBezTo>
                  <a:pt x="1270462" y="52093"/>
                  <a:pt x="1271080" y="56662"/>
                  <a:pt x="1271080" y="61749"/>
                </a:cubicBezTo>
                <a:moveTo>
                  <a:pt x="1259344" y="62491"/>
                </a:moveTo>
                <a:cubicBezTo>
                  <a:pt x="1259344" y="59204"/>
                  <a:pt x="1259041" y="56097"/>
                  <a:pt x="1258434" y="53170"/>
                </a:cubicBezTo>
                <a:cubicBezTo>
                  <a:pt x="1257827" y="50243"/>
                  <a:pt x="1256826" y="47677"/>
                  <a:pt x="1255432" y="45471"/>
                </a:cubicBezTo>
                <a:cubicBezTo>
                  <a:pt x="1254038" y="43264"/>
                  <a:pt x="1252150" y="41520"/>
                  <a:pt x="1249767" y="40237"/>
                </a:cubicBezTo>
                <a:cubicBezTo>
                  <a:pt x="1247384" y="38953"/>
                  <a:pt x="1244416" y="38311"/>
                  <a:pt x="1240864" y="38311"/>
                </a:cubicBezTo>
                <a:cubicBezTo>
                  <a:pt x="1237581" y="38311"/>
                  <a:pt x="1234760" y="38896"/>
                  <a:pt x="1232399" y="40066"/>
                </a:cubicBezTo>
                <a:cubicBezTo>
                  <a:pt x="1230038" y="41237"/>
                  <a:pt x="1228093" y="42892"/>
                  <a:pt x="1226565" y="45032"/>
                </a:cubicBezTo>
                <a:cubicBezTo>
                  <a:pt x="1225036" y="47171"/>
                  <a:pt x="1223900" y="49704"/>
                  <a:pt x="1223158" y="52631"/>
                </a:cubicBezTo>
                <a:cubicBezTo>
                  <a:pt x="1222417" y="55556"/>
                  <a:pt x="1222046" y="58753"/>
                  <a:pt x="1222046" y="62221"/>
                </a:cubicBezTo>
                <a:cubicBezTo>
                  <a:pt x="1222046" y="65553"/>
                  <a:pt x="1222349" y="68682"/>
                  <a:pt x="1222956" y="71609"/>
                </a:cubicBezTo>
                <a:cubicBezTo>
                  <a:pt x="1223563" y="74536"/>
                  <a:pt x="1224575" y="77091"/>
                  <a:pt x="1225991" y="79275"/>
                </a:cubicBezTo>
                <a:cubicBezTo>
                  <a:pt x="1227408" y="81458"/>
                  <a:pt x="1229307" y="83192"/>
                  <a:pt x="1231691" y="84477"/>
                </a:cubicBezTo>
                <a:cubicBezTo>
                  <a:pt x="1234074" y="85760"/>
                  <a:pt x="1237042" y="86401"/>
                  <a:pt x="1240594" y="86401"/>
                </a:cubicBezTo>
                <a:cubicBezTo>
                  <a:pt x="1243831" y="86401"/>
                  <a:pt x="1246642" y="85816"/>
                  <a:pt x="1249025" y="84645"/>
                </a:cubicBezTo>
                <a:cubicBezTo>
                  <a:pt x="1251408" y="83475"/>
                  <a:pt x="1253364" y="81831"/>
                  <a:pt x="1254893" y="79715"/>
                </a:cubicBezTo>
                <a:cubicBezTo>
                  <a:pt x="1256422" y="77598"/>
                  <a:pt x="1257546" y="75076"/>
                  <a:pt x="1258265" y="72151"/>
                </a:cubicBezTo>
                <a:cubicBezTo>
                  <a:pt x="1258985" y="69224"/>
                  <a:pt x="1259344" y="66004"/>
                  <a:pt x="1259344" y="62491"/>
                </a:cubicBezTo>
                <a:close/>
                <a:moveTo>
                  <a:pt x="1318988" y="88357"/>
                </a:moveTo>
                <a:cubicBezTo>
                  <a:pt x="1318988" y="89661"/>
                  <a:pt x="1318898" y="90695"/>
                  <a:pt x="1318718" y="91460"/>
                </a:cubicBezTo>
                <a:cubicBezTo>
                  <a:pt x="1318539" y="92224"/>
                  <a:pt x="1318269" y="92786"/>
                  <a:pt x="1317909" y="93146"/>
                </a:cubicBezTo>
                <a:cubicBezTo>
                  <a:pt x="1317549" y="93506"/>
                  <a:pt x="1317010" y="93843"/>
                  <a:pt x="1316290" y="94158"/>
                </a:cubicBezTo>
                <a:cubicBezTo>
                  <a:pt x="1315571" y="94472"/>
                  <a:pt x="1314750" y="94731"/>
                  <a:pt x="1313828" y="94933"/>
                </a:cubicBezTo>
                <a:cubicBezTo>
                  <a:pt x="1312907" y="95136"/>
                  <a:pt x="1311929" y="95304"/>
                  <a:pt x="1310894" y="95439"/>
                </a:cubicBezTo>
                <a:cubicBezTo>
                  <a:pt x="1309860" y="95574"/>
                  <a:pt x="1308826" y="95641"/>
                  <a:pt x="1307792" y="95641"/>
                </a:cubicBezTo>
                <a:cubicBezTo>
                  <a:pt x="1304644" y="95641"/>
                  <a:pt x="1301946" y="95225"/>
                  <a:pt x="1299698" y="94392"/>
                </a:cubicBezTo>
                <a:cubicBezTo>
                  <a:pt x="1297450" y="93557"/>
                  <a:pt x="1295606" y="92294"/>
                  <a:pt x="1294167" y="90604"/>
                </a:cubicBezTo>
                <a:cubicBezTo>
                  <a:pt x="1292728" y="88914"/>
                  <a:pt x="1291683" y="86773"/>
                  <a:pt x="1291031" y="84182"/>
                </a:cubicBezTo>
                <a:cubicBezTo>
                  <a:pt x="1290379" y="81590"/>
                  <a:pt x="1290053" y="78537"/>
                  <a:pt x="1290053" y="75021"/>
                </a:cubicBezTo>
                <a:lnTo>
                  <a:pt x="1290053" y="39457"/>
                </a:lnTo>
                <a:lnTo>
                  <a:pt x="1281554" y="39457"/>
                </a:lnTo>
                <a:cubicBezTo>
                  <a:pt x="1280880" y="39457"/>
                  <a:pt x="1280340" y="39097"/>
                  <a:pt x="1279936" y="38378"/>
                </a:cubicBezTo>
                <a:cubicBezTo>
                  <a:pt x="1279531" y="37659"/>
                  <a:pt x="1279329" y="36489"/>
                  <a:pt x="1279329" y="34871"/>
                </a:cubicBezTo>
                <a:cubicBezTo>
                  <a:pt x="1279329" y="34016"/>
                  <a:pt x="1279385" y="33297"/>
                  <a:pt x="1279497" y="32712"/>
                </a:cubicBezTo>
                <a:cubicBezTo>
                  <a:pt x="1279610" y="32128"/>
                  <a:pt x="1279756" y="31644"/>
                  <a:pt x="1279936" y="31262"/>
                </a:cubicBezTo>
                <a:cubicBezTo>
                  <a:pt x="1280116" y="30880"/>
                  <a:pt x="1280352" y="30610"/>
                  <a:pt x="1280644" y="30453"/>
                </a:cubicBezTo>
                <a:cubicBezTo>
                  <a:pt x="1280936" y="30295"/>
                  <a:pt x="1281262" y="30217"/>
                  <a:pt x="1281622" y="30217"/>
                </a:cubicBezTo>
                <a:lnTo>
                  <a:pt x="1290053" y="30217"/>
                </a:lnTo>
                <a:lnTo>
                  <a:pt x="1290053" y="15783"/>
                </a:lnTo>
                <a:cubicBezTo>
                  <a:pt x="1290053" y="15468"/>
                  <a:pt x="1290132" y="15176"/>
                  <a:pt x="1290289" y="14906"/>
                </a:cubicBezTo>
                <a:cubicBezTo>
                  <a:pt x="1290446" y="14636"/>
                  <a:pt x="1290739" y="14400"/>
                  <a:pt x="1291166" y="14198"/>
                </a:cubicBezTo>
                <a:cubicBezTo>
                  <a:pt x="1291593" y="13995"/>
                  <a:pt x="1292166" y="13849"/>
                  <a:pt x="1292886" y="13759"/>
                </a:cubicBezTo>
                <a:cubicBezTo>
                  <a:pt x="1293605" y="13669"/>
                  <a:pt x="1294505" y="13625"/>
                  <a:pt x="1295584" y="13625"/>
                </a:cubicBezTo>
                <a:cubicBezTo>
                  <a:pt x="1296708" y="13625"/>
                  <a:pt x="1297630" y="13669"/>
                  <a:pt x="1298349" y="13759"/>
                </a:cubicBezTo>
                <a:cubicBezTo>
                  <a:pt x="1299069" y="13849"/>
                  <a:pt x="1299631" y="13995"/>
                  <a:pt x="1300035" y="14198"/>
                </a:cubicBezTo>
                <a:cubicBezTo>
                  <a:pt x="1300440" y="14400"/>
                  <a:pt x="1300732" y="14636"/>
                  <a:pt x="1300912" y="14906"/>
                </a:cubicBezTo>
                <a:cubicBezTo>
                  <a:pt x="1301092" y="15176"/>
                  <a:pt x="1301182" y="15468"/>
                  <a:pt x="1301182" y="15783"/>
                </a:cubicBezTo>
                <a:lnTo>
                  <a:pt x="1301182" y="30217"/>
                </a:lnTo>
                <a:lnTo>
                  <a:pt x="1316762" y="30217"/>
                </a:lnTo>
                <a:cubicBezTo>
                  <a:pt x="1317122" y="30217"/>
                  <a:pt x="1317437" y="30295"/>
                  <a:pt x="1317707" y="30453"/>
                </a:cubicBezTo>
                <a:cubicBezTo>
                  <a:pt x="1317977" y="30610"/>
                  <a:pt x="1318213" y="30880"/>
                  <a:pt x="1318415" y="31262"/>
                </a:cubicBezTo>
                <a:cubicBezTo>
                  <a:pt x="1318617" y="31644"/>
                  <a:pt x="1318763" y="32128"/>
                  <a:pt x="1318853" y="32712"/>
                </a:cubicBezTo>
                <a:cubicBezTo>
                  <a:pt x="1318943" y="33297"/>
                  <a:pt x="1318988" y="34016"/>
                  <a:pt x="1318988" y="34871"/>
                </a:cubicBezTo>
                <a:cubicBezTo>
                  <a:pt x="1318988" y="36489"/>
                  <a:pt x="1318786" y="37659"/>
                  <a:pt x="1318381" y="38378"/>
                </a:cubicBezTo>
                <a:cubicBezTo>
                  <a:pt x="1317977" y="39097"/>
                  <a:pt x="1317437" y="39457"/>
                  <a:pt x="1316762" y="39457"/>
                </a:cubicBezTo>
                <a:lnTo>
                  <a:pt x="1301182" y="39457"/>
                </a:lnTo>
                <a:lnTo>
                  <a:pt x="1301182" y="73415"/>
                </a:lnTo>
                <a:cubicBezTo>
                  <a:pt x="1301182" y="77608"/>
                  <a:pt x="1301800" y="80776"/>
                  <a:pt x="1303037" y="82919"/>
                </a:cubicBezTo>
                <a:cubicBezTo>
                  <a:pt x="1304273" y="85061"/>
                  <a:pt x="1306488" y="86131"/>
                  <a:pt x="1309680" y="86131"/>
                </a:cubicBezTo>
                <a:cubicBezTo>
                  <a:pt x="1310715" y="86131"/>
                  <a:pt x="1311636" y="86030"/>
                  <a:pt x="1312446" y="85828"/>
                </a:cubicBezTo>
                <a:cubicBezTo>
                  <a:pt x="1313255" y="85625"/>
                  <a:pt x="1313975" y="85412"/>
                  <a:pt x="1314604" y="85187"/>
                </a:cubicBezTo>
                <a:cubicBezTo>
                  <a:pt x="1315234" y="84962"/>
                  <a:pt x="1315773" y="84749"/>
                  <a:pt x="1316223" y="84546"/>
                </a:cubicBezTo>
                <a:cubicBezTo>
                  <a:pt x="1316673" y="84344"/>
                  <a:pt x="1317077" y="84243"/>
                  <a:pt x="1317437" y="84243"/>
                </a:cubicBezTo>
                <a:cubicBezTo>
                  <a:pt x="1317662" y="84243"/>
                  <a:pt x="1317875" y="84299"/>
                  <a:pt x="1318078" y="84411"/>
                </a:cubicBezTo>
                <a:cubicBezTo>
                  <a:pt x="1318280" y="84524"/>
                  <a:pt x="1318437" y="84737"/>
                  <a:pt x="1318550" y="85052"/>
                </a:cubicBezTo>
                <a:cubicBezTo>
                  <a:pt x="1318662" y="85367"/>
                  <a:pt x="1318763" y="85794"/>
                  <a:pt x="1318853" y="86334"/>
                </a:cubicBezTo>
                <a:cubicBezTo>
                  <a:pt x="1318943" y="86873"/>
                  <a:pt x="1318988" y="87548"/>
                  <a:pt x="1318988" y="88357"/>
                </a:cubicBezTo>
                <a:close/>
                <a:moveTo>
                  <a:pt x="1360968" y="60366"/>
                </a:moveTo>
                <a:cubicBezTo>
                  <a:pt x="1360968" y="62120"/>
                  <a:pt x="1360766" y="63334"/>
                  <a:pt x="1360361" y="64008"/>
                </a:cubicBezTo>
                <a:cubicBezTo>
                  <a:pt x="1359957" y="64683"/>
                  <a:pt x="1359372" y="65020"/>
                  <a:pt x="1358608" y="65020"/>
                </a:cubicBezTo>
                <a:lnTo>
                  <a:pt x="1330414" y="65020"/>
                </a:lnTo>
                <a:cubicBezTo>
                  <a:pt x="1329605" y="65020"/>
                  <a:pt x="1328998" y="64672"/>
                  <a:pt x="1328593" y="63975"/>
                </a:cubicBezTo>
                <a:cubicBezTo>
                  <a:pt x="1328189" y="63278"/>
                  <a:pt x="1327986" y="62075"/>
                  <a:pt x="1327986" y="60366"/>
                </a:cubicBezTo>
                <a:cubicBezTo>
                  <a:pt x="1327986" y="58657"/>
                  <a:pt x="1328189" y="57466"/>
                  <a:pt x="1328593" y="56791"/>
                </a:cubicBezTo>
                <a:cubicBezTo>
                  <a:pt x="1328998" y="56117"/>
                  <a:pt x="1329605" y="55780"/>
                  <a:pt x="1330414" y="55780"/>
                </a:cubicBezTo>
                <a:lnTo>
                  <a:pt x="1358608" y="55780"/>
                </a:lnTo>
                <a:cubicBezTo>
                  <a:pt x="1358968" y="55780"/>
                  <a:pt x="1359294" y="55847"/>
                  <a:pt x="1359586" y="55982"/>
                </a:cubicBezTo>
                <a:cubicBezTo>
                  <a:pt x="1359878" y="56117"/>
                  <a:pt x="1360125" y="56375"/>
                  <a:pt x="1360328" y="56758"/>
                </a:cubicBezTo>
                <a:cubicBezTo>
                  <a:pt x="1360530" y="57140"/>
                  <a:pt x="1360687" y="57623"/>
                  <a:pt x="1360800" y="58208"/>
                </a:cubicBezTo>
                <a:cubicBezTo>
                  <a:pt x="1360912" y="58792"/>
                  <a:pt x="1360968" y="59512"/>
                  <a:pt x="1360968" y="60366"/>
                </a:cubicBezTo>
                <a:close/>
                <a:moveTo>
                  <a:pt x="1421743" y="92809"/>
                </a:moveTo>
                <a:cubicBezTo>
                  <a:pt x="1421743" y="93348"/>
                  <a:pt x="1421563" y="93753"/>
                  <a:pt x="1421203" y="94023"/>
                </a:cubicBezTo>
                <a:cubicBezTo>
                  <a:pt x="1420844" y="94293"/>
                  <a:pt x="1420349" y="94495"/>
                  <a:pt x="1419719" y="94630"/>
                </a:cubicBezTo>
                <a:cubicBezTo>
                  <a:pt x="1419090" y="94765"/>
                  <a:pt x="1418168" y="94832"/>
                  <a:pt x="1416954" y="94832"/>
                </a:cubicBezTo>
                <a:cubicBezTo>
                  <a:pt x="1415785" y="94832"/>
                  <a:pt x="1414852" y="94765"/>
                  <a:pt x="1414155" y="94630"/>
                </a:cubicBezTo>
                <a:cubicBezTo>
                  <a:pt x="1413458" y="94495"/>
                  <a:pt x="1412952" y="94293"/>
                  <a:pt x="1412637" y="94023"/>
                </a:cubicBezTo>
                <a:cubicBezTo>
                  <a:pt x="1412323" y="93753"/>
                  <a:pt x="1412165" y="93348"/>
                  <a:pt x="1412165" y="92809"/>
                </a:cubicBezTo>
                <a:lnTo>
                  <a:pt x="1412165" y="86738"/>
                </a:lnTo>
                <a:cubicBezTo>
                  <a:pt x="1409512" y="89571"/>
                  <a:pt x="1406556" y="91786"/>
                  <a:pt x="1403296" y="93382"/>
                </a:cubicBezTo>
                <a:cubicBezTo>
                  <a:pt x="1400036" y="94978"/>
                  <a:pt x="1396585" y="95776"/>
                  <a:pt x="1392942" y="95776"/>
                </a:cubicBezTo>
                <a:cubicBezTo>
                  <a:pt x="1389750" y="95776"/>
                  <a:pt x="1386861" y="95359"/>
                  <a:pt x="1384275" y="94524"/>
                </a:cubicBezTo>
                <a:cubicBezTo>
                  <a:pt x="1381690" y="93690"/>
                  <a:pt x="1379487" y="92483"/>
                  <a:pt x="1377665" y="90903"/>
                </a:cubicBezTo>
                <a:cubicBezTo>
                  <a:pt x="1375844" y="89324"/>
                  <a:pt x="1374428" y="87384"/>
                  <a:pt x="1373416" y="85084"/>
                </a:cubicBezTo>
                <a:cubicBezTo>
                  <a:pt x="1372405" y="82782"/>
                  <a:pt x="1371899" y="80164"/>
                  <a:pt x="1371899" y="77230"/>
                </a:cubicBezTo>
                <a:cubicBezTo>
                  <a:pt x="1371899" y="73802"/>
                  <a:pt x="1372596" y="70824"/>
                  <a:pt x="1373990" y="68298"/>
                </a:cubicBezTo>
                <a:cubicBezTo>
                  <a:pt x="1375383" y="65770"/>
                  <a:pt x="1377384" y="63671"/>
                  <a:pt x="1379992" y="62002"/>
                </a:cubicBezTo>
                <a:cubicBezTo>
                  <a:pt x="1382600" y="60332"/>
                  <a:pt x="1385793" y="59080"/>
                  <a:pt x="1389570" y="58246"/>
                </a:cubicBezTo>
                <a:cubicBezTo>
                  <a:pt x="1393347" y="57411"/>
                  <a:pt x="1397596" y="56994"/>
                  <a:pt x="1402318" y="56994"/>
                </a:cubicBezTo>
                <a:lnTo>
                  <a:pt x="1410681" y="56994"/>
                </a:lnTo>
                <a:lnTo>
                  <a:pt x="1410681" y="52289"/>
                </a:lnTo>
                <a:cubicBezTo>
                  <a:pt x="1410681" y="49959"/>
                  <a:pt x="1410434" y="47899"/>
                  <a:pt x="1409939" y="46107"/>
                </a:cubicBezTo>
                <a:cubicBezTo>
                  <a:pt x="1409445" y="44314"/>
                  <a:pt x="1408647" y="42824"/>
                  <a:pt x="1407545" y="41637"/>
                </a:cubicBezTo>
                <a:cubicBezTo>
                  <a:pt x="1406443" y="40449"/>
                  <a:pt x="1405016" y="39553"/>
                  <a:pt x="1403262" y="38949"/>
                </a:cubicBezTo>
                <a:cubicBezTo>
                  <a:pt x="1401508" y="38344"/>
                  <a:pt x="1399350" y="38041"/>
                  <a:pt x="1396787" y="38041"/>
                </a:cubicBezTo>
                <a:cubicBezTo>
                  <a:pt x="1394044" y="38041"/>
                  <a:pt x="1391582" y="38363"/>
                  <a:pt x="1389401" y="39008"/>
                </a:cubicBezTo>
                <a:cubicBezTo>
                  <a:pt x="1387221" y="39653"/>
                  <a:pt x="1385310" y="40365"/>
                  <a:pt x="1383668" y="41143"/>
                </a:cubicBezTo>
                <a:cubicBezTo>
                  <a:pt x="1382027" y="41922"/>
                  <a:pt x="1380656" y="42634"/>
                  <a:pt x="1379554" y="43279"/>
                </a:cubicBezTo>
                <a:cubicBezTo>
                  <a:pt x="1378452" y="43924"/>
                  <a:pt x="1377632" y="44246"/>
                  <a:pt x="1377092" y="44246"/>
                </a:cubicBezTo>
                <a:cubicBezTo>
                  <a:pt x="1376732" y="44246"/>
                  <a:pt x="1376418" y="44156"/>
                  <a:pt x="1376148" y="43976"/>
                </a:cubicBezTo>
                <a:cubicBezTo>
                  <a:pt x="1375878" y="43796"/>
                  <a:pt x="1375642" y="43527"/>
                  <a:pt x="1375440" y="43167"/>
                </a:cubicBezTo>
                <a:cubicBezTo>
                  <a:pt x="1375237" y="42807"/>
                  <a:pt x="1375091" y="42346"/>
                  <a:pt x="1375001" y="41784"/>
                </a:cubicBezTo>
                <a:cubicBezTo>
                  <a:pt x="1374911" y="41222"/>
                  <a:pt x="1374866" y="40604"/>
                  <a:pt x="1374866" y="39929"/>
                </a:cubicBezTo>
                <a:cubicBezTo>
                  <a:pt x="1374866" y="38805"/>
                  <a:pt x="1374945" y="37917"/>
                  <a:pt x="1375102" y="37265"/>
                </a:cubicBezTo>
                <a:cubicBezTo>
                  <a:pt x="1375260" y="36613"/>
                  <a:pt x="1375642" y="35995"/>
                  <a:pt x="1376249" y="35410"/>
                </a:cubicBezTo>
                <a:cubicBezTo>
                  <a:pt x="1376856" y="34826"/>
                  <a:pt x="1377902" y="34145"/>
                  <a:pt x="1379385" y="33368"/>
                </a:cubicBezTo>
                <a:cubicBezTo>
                  <a:pt x="1380869" y="32589"/>
                  <a:pt x="1382578" y="31878"/>
                  <a:pt x="1384511" y="31235"/>
                </a:cubicBezTo>
                <a:cubicBezTo>
                  <a:pt x="1386445" y="30591"/>
                  <a:pt x="1388558" y="30059"/>
                  <a:pt x="1390852" y="29637"/>
                </a:cubicBezTo>
                <a:cubicBezTo>
                  <a:pt x="1393145" y="29214"/>
                  <a:pt x="1395461" y="29003"/>
                  <a:pt x="1397799" y="29003"/>
                </a:cubicBezTo>
                <a:cubicBezTo>
                  <a:pt x="1402160" y="29003"/>
                  <a:pt x="1405870" y="29497"/>
                  <a:pt x="1408928" y="30487"/>
                </a:cubicBezTo>
                <a:cubicBezTo>
                  <a:pt x="1411985" y="31476"/>
                  <a:pt x="1414458" y="32926"/>
                  <a:pt x="1416347" y="34837"/>
                </a:cubicBezTo>
                <a:cubicBezTo>
                  <a:pt x="1418236" y="36748"/>
                  <a:pt x="1419607" y="39120"/>
                  <a:pt x="1420461" y="41953"/>
                </a:cubicBezTo>
                <a:cubicBezTo>
                  <a:pt x="1421316" y="44786"/>
                  <a:pt x="1421743" y="48091"/>
                  <a:pt x="1421743" y="51868"/>
                </a:cubicBezTo>
                <a:lnTo>
                  <a:pt x="1421743" y="92809"/>
                </a:lnTo>
                <a:moveTo>
                  <a:pt x="1410681" y="65020"/>
                </a:moveTo>
                <a:lnTo>
                  <a:pt x="1401171" y="65020"/>
                </a:lnTo>
                <a:cubicBezTo>
                  <a:pt x="1398113" y="65020"/>
                  <a:pt x="1395461" y="65281"/>
                  <a:pt x="1393212" y="65802"/>
                </a:cubicBezTo>
                <a:cubicBezTo>
                  <a:pt x="1390964" y="66322"/>
                  <a:pt x="1389098" y="67091"/>
                  <a:pt x="1387614" y="68108"/>
                </a:cubicBezTo>
                <a:cubicBezTo>
                  <a:pt x="1386130" y="69125"/>
                  <a:pt x="1385040" y="70347"/>
                  <a:pt x="1384343" y="71773"/>
                </a:cubicBezTo>
                <a:cubicBezTo>
                  <a:pt x="1383646" y="73198"/>
                  <a:pt x="1383297" y="74838"/>
                  <a:pt x="1383297" y="76693"/>
                </a:cubicBezTo>
                <a:cubicBezTo>
                  <a:pt x="1383297" y="79860"/>
                  <a:pt x="1384298" y="82382"/>
                  <a:pt x="1386299" y="84260"/>
                </a:cubicBezTo>
                <a:cubicBezTo>
                  <a:pt x="1388300" y="86137"/>
                  <a:pt x="1391099" y="87076"/>
                  <a:pt x="1394696" y="87076"/>
                </a:cubicBezTo>
                <a:cubicBezTo>
                  <a:pt x="1397619" y="87076"/>
                  <a:pt x="1400328" y="86329"/>
                  <a:pt x="1402824" y="84837"/>
                </a:cubicBezTo>
                <a:cubicBezTo>
                  <a:pt x="1405319" y="83343"/>
                  <a:pt x="1407938" y="81059"/>
                  <a:pt x="1410681" y="77983"/>
                </a:cubicBezTo>
                <a:lnTo>
                  <a:pt x="1410681" y="65020"/>
                </a:lnTo>
                <a:close/>
                <a:moveTo>
                  <a:pt x="1498026" y="61479"/>
                </a:moveTo>
                <a:cubicBezTo>
                  <a:pt x="1498026" y="66789"/>
                  <a:pt x="1497453" y="71560"/>
                  <a:pt x="1496306" y="75791"/>
                </a:cubicBezTo>
                <a:cubicBezTo>
                  <a:pt x="1495159" y="80022"/>
                  <a:pt x="1493473" y="83612"/>
                  <a:pt x="1491248" y="86561"/>
                </a:cubicBezTo>
                <a:cubicBezTo>
                  <a:pt x="1489022" y="89509"/>
                  <a:pt x="1486268" y="91782"/>
                  <a:pt x="1482985" y="93380"/>
                </a:cubicBezTo>
                <a:cubicBezTo>
                  <a:pt x="1479703" y="94978"/>
                  <a:pt x="1475948" y="95776"/>
                  <a:pt x="1471721" y="95776"/>
                </a:cubicBezTo>
                <a:cubicBezTo>
                  <a:pt x="1469923" y="95776"/>
                  <a:pt x="1468259" y="95597"/>
                  <a:pt x="1466730" y="95237"/>
                </a:cubicBezTo>
                <a:cubicBezTo>
                  <a:pt x="1465201" y="94877"/>
                  <a:pt x="1463706" y="94315"/>
                  <a:pt x="1462245" y="93551"/>
                </a:cubicBezTo>
                <a:cubicBezTo>
                  <a:pt x="1460783" y="92785"/>
                  <a:pt x="1459333" y="91817"/>
                  <a:pt x="1457894" y="90646"/>
                </a:cubicBezTo>
                <a:cubicBezTo>
                  <a:pt x="1456455" y="89476"/>
                  <a:pt x="1454927" y="88103"/>
                  <a:pt x="1453308" y="86528"/>
                </a:cubicBezTo>
                <a:lnTo>
                  <a:pt x="1453308" y="116824"/>
                </a:lnTo>
                <a:cubicBezTo>
                  <a:pt x="1453308" y="117183"/>
                  <a:pt x="1453218" y="117497"/>
                  <a:pt x="1453038" y="117767"/>
                </a:cubicBezTo>
                <a:cubicBezTo>
                  <a:pt x="1452858" y="118036"/>
                  <a:pt x="1452566" y="118261"/>
                  <a:pt x="1452161" y="118439"/>
                </a:cubicBezTo>
                <a:cubicBezTo>
                  <a:pt x="1451757" y="118619"/>
                  <a:pt x="1451195" y="118754"/>
                  <a:pt x="1450475" y="118844"/>
                </a:cubicBezTo>
                <a:cubicBezTo>
                  <a:pt x="1449756" y="118934"/>
                  <a:pt x="1448834" y="118979"/>
                  <a:pt x="1447710" y="118979"/>
                </a:cubicBezTo>
                <a:cubicBezTo>
                  <a:pt x="1446631" y="118979"/>
                  <a:pt x="1445731" y="118934"/>
                  <a:pt x="1445012" y="118844"/>
                </a:cubicBezTo>
                <a:cubicBezTo>
                  <a:pt x="1444292" y="118754"/>
                  <a:pt x="1443719" y="118619"/>
                  <a:pt x="1443292" y="118439"/>
                </a:cubicBezTo>
                <a:cubicBezTo>
                  <a:pt x="1442865" y="118259"/>
                  <a:pt x="1442572" y="118034"/>
                  <a:pt x="1442415" y="117764"/>
                </a:cubicBezTo>
                <a:cubicBezTo>
                  <a:pt x="1442258" y="117495"/>
                  <a:pt x="1442179" y="117180"/>
                  <a:pt x="1442179" y="116820"/>
                </a:cubicBezTo>
                <a:lnTo>
                  <a:pt x="1442179" y="32038"/>
                </a:lnTo>
                <a:cubicBezTo>
                  <a:pt x="1442179" y="31633"/>
                  <a:pt x="1442246" y="31307"/>
                  <a:pt x="1442381" y="31060"/>
                </a:cubicBezTo>
                <a:cubicBezTo>
                  <a:pt x="1442516" y="30813"/>
                  <a:pt x="1442786" y="30599"/>
                  <a:pt x="1443191" y="30419"/>
                </a:cubicBezTo>
                <a:cubicBezTo>
                  <a:pt x="1443595" y="30239"/>
                  <a:pt x="1444112" y="30116"/>
                  <a:pt x="1444742" y="30048"/>
                </a:cubicBezTo>
                <a:cubicBezTo>
                  <a:pt x="1445372" y="29981"/>
                  <a:pt x="1446136" y="29947"/>
                  <a:pt x="1447035" y="29947"/>
                </a:cubicBezTo>
                <a:cubicBezTo>
                  <a:pt x="1447980" y="29947"/>
                  <a:pt x="1448755" y="29981"/>
                  <a:pt x="1449362" y="30048"/>
                </a:cubicBezTo>
                <a:cubicBezTo>
                  <a:pt x="1449969" y="30116"/>
                  <a:pt x="1450475" y="30239"/>
                  <a:pt x="1450880" y="30419"/>
                </a:cubicBezTo>
                <a:cubicBezTo>
                  <a:pt x="1451284" y="30599"/>
                  <a:pt x="1451566" y="30813"/>
                  <a:pt x="1451723" y="31062"/>
                </a:cubicBezTo>
                <a:cubicBezTo>
                  <a:pt x="1451880" y="31309"/>
                  <a:pt x="1451959" y="31635"/>
                  <a:pt x="1451959" y="32040"/>
                </a:cubicBezTo>
                <a:lnTo>
                  <a:pt x="1451959" y="40210"/>
                </a:lnTo>
                <a:cubicBezTo>
                  <a:pt x="1453803" y="38320"/>
                  <a:pt x="1455579" y="36677"/>
                  <a:pt x="1457287" y="35282"/>
                </a:cubicBezTo>
                <a:cubicBezTo>
                  <a:pt x="1458996" y="33886"/>
                  <a:pt x="1460716" y="32728"/>
                  <a:pt x="1462447" y="31806"/>
                </a:cubicBezTo>
                <a:cubicBezTo>
                  <a:pt x="1464178" y="30883"/>
                  <a:pt x="1465954" y="30185"/>
                  <a:pt x="1467776" y="29713"/>
                </a:cubicBezTo>
                <a:cubicBezTo>
                  <a:pt x="1469597" y="29239"/>
                  <a:pt x="1471519" y="29003"/>
                  <a:pt x="1473542" y="29003"/>
                </a:cubicBezTo>
                <a:cubicBezTo>
                  <a:pt x="1477949" y="29003"/>
                  <a:pt x="1481704" y="29858"/>
                  <a:pt x="1484806" y="31568"/>
                </a:cubicBezTo>
                <a:cubicBezTo>
                  <a:pt x="1487909" y="33278"/>
                  <a:pt x="1490438" y="35619"/>
                  <a:pt x="1492394" y="38591"/>
                </a:cubicBezTo>
                <a:cubicBezTo>
                  <a:pt x="1494350" y="41561"/>
                  <a:pt x="1495778" y="45016"/>
                  <a:pt x="1496677" y="48955"/>
                </a:cubicBezTo>
                <a:cubicBezTo>
                  <a:pt x="1497576" y="52892"/>
                  <a:pt x="1498026" y="57067"/>
                  <a:pt x="1498026" y="61479"/>
                </a:cubicBezTo>
                <a:moveTo>
                  <a:pt x="1486290" y="62761"/>
                </a:moveTo>
                <a:cubicBezTo>
                  <a:pt x="1486290" y="59654"/>
                  <a:pt x="1486054" y="56648"/>
                  <a:pt x="1485582" y="53744"/>
                </a:cubicBezTo>
                <a:cubicBezTo>
                  <a:pt x="1485110" y="50839"/>
                  <a:pt x="1484300" y="48261"/>
                  <a:pt x="1483154" y="46010"/>
                </a:cubicBezTo>
                <a:cubicBezTo>
                  <a:pt x="1482007" y="43759"/>
                  <a:pt x="1480467" y="41958"/>
                  <a:pt x="1478534" y="40608"/>
                </a:cubicBezTo>
                <a:cubicBezTo>
                  <a:pt x="1476600" y="39256"/>
                  <a:pt x="1474194" y="38580"/>
                  <a:pt x="1471317" y="38580"/>
                </a:cubicBezTo>
                <a:cubicBezTo>
                  <a:pt x="1469878" y="38580"/>
                  <a:pt x="1468461" y="38795"/>
                  <a:pt x="1467067" y="39223"/>
                </a:cubicBezTo>
                <a:cubicBezTo>
                  <a:pt x="1465673" y="39650"/>
                  <a:pt x="1464257" y="40326"/>
                  <a:pt x="1462818" y="41249"/>
                </a:cubicBezTo>
                <a:cubicBezTo>
                  <a:pt x="1461379" y="42172"/>
                  <a:pt x="1459873" y="43388"/>
                  <a:pt x="1458299" y="44897"/>
                </a:cubicBezTo>
                <a:cubicBezTo>
                  <a:pt x="1456725" y="46406"/>
                  <a:pt x="1455062" y="48265"/>
                  <a:pt x="1453308" y="50472"/>
                </a:cubicBezTo>
                <a:lnTo>
                  <a:pt x="1453308" y="74644"/>
                </a:lnTo>
                <a:cubicBezTo>
                  <a:pt x="1456366" y="78383"/>
                  <a:pt x="1459266" y="81244"/>
                  <a:pt x="1462009" y="83227"/>
                </a:cubicBezTo>
                <a:cubicBezTo>
                  <a:pt x="1464752" y="85208"/>
                  <a:pt x="1467629" y="86199"/>
                  <a:pt x="1470642" y="86199"/>
                </a:cubicBezTo>
                <a:cubicBezTo>
                  <a:pt x="1473430" y="86199"/>
                  <a:pt x="1475824" y="85524"/>
                  <a:pt x="1477825" y="84173"/>
                </a:cubicBezTo>
                <a:cubicBezTo>
                  <a:pt x="1479826" y="82821"/>
                  <a:pt x="1481445" y="81020"/>
                  <a:pt x="1482682" y="78769"/>
                </a:cubicBezTo>
                <a:cubicBezTo>
                  <a:pt x="1483918" y="76518"/>
                  <a:pt x="1484829" y="73996"/>
                  <a:pt x="1485413" y="71204"/>
                </a:cubicBezTo>
                <a:cubicBezTo>
                  <a:pt x="1485998" y="68412"/>
                  <a:pt x="1486290" y="65598"/>
                  <a:pt x="1486290" y="62761"/>
                </a:cubicBezTo>
                <a:close/>
                <a:moveTo>
                  <a:pt x="1570545" y="61479"/>
                </a:moveTo>
                <a:cubicBezTo>
                  <a:pt x="1570545" y="66789"/>
                  <a:pt x="1569972" y="71560"/>
                  <a:pt x="1568825" y="75791"/>
                </a:cubicBezTo>
                <a:cubicBezTo>
                  <a:pt x="1567679" y="80022"/>
                  <a:pt x="1565992" y="83612"/>
                  <a:pt x="1563767" y="86561"/>
                </a:cubicBezTo>
                <a:cubicBezTo>
                  <a:pt x="1561541" y="89509"/>
                  <a:pt x="1558787" y="91782"/>
                  <a:pt x="1555504" y="93380"/>
                </a:cubicBezTo>
                <a:cubicBezTo>
                  <a:pt x="1552222" y="94978"/>
                  <a:pt x="1548467" y="95776"/>
                  <a:pt x="1544240" y="95776"/>
                </a:cubicBezTo>
                <a:cubicBezTo>
                  <a:pt x="1542442" y="95776"/>
                  <a:pt x="1540778" y="95597"/>
                  <a:pt x="1539249" y="95237"/>
                </a:cubicBezTo>
                <a:cubicBezTo>
                  <a:pt x="1537720" y="94877"/>
                  <a:pt x="1536225" y="94315"/>
                  <a:pt x="1534764" y="93551"/>
                </a:cubicBezTo>
                <a:cubicBezTo>
                  <a:pt x="1533302" y="92785"/>
                  <a:pt x="1531852" y="91817"/>
                  <a:pt x="1530413" y="90646"/>
                </a:cubicBezTo>
                <a:cubicBezTo>
                  <a:pt x="1528975" y="89476"/>
                  <a:pt x="1527446" y="88103"/>
                  <a:pt x="1525827" y="86528"/>
                </a:cubicBezTo>
                <a:lnTo>
                  <a:pt x="1525827" y="116824"/>
                </a:lnTo>
                <a:cubicBezTo>
                  <a:pt x="1525827" y="117183"/>
                  <a:pt x="1525737" y="117497"/>
                  <a:pt x="1525557" y="117767"/>
                </a:cubicBezTo>
                <a:cubicBezTo>
                  <a:pt x="1525377" y="118036"/>
                  <a:pt x="1525085" y="118261"/>
                  <a:pt x="1524680" y="118439"/>
                </a:cubicBezTo>
                <a:cubicBezTo>
                  <a:pt x="1524276" y="118619"/>
                  <a:pt x="1523714" y="118754"/>
                  <a:pt x="1522994" y="118844"/>
                </a:cubicBezTo>
                <a:cubicBezTo>
                  <a:pt x="1522275" y="118934"/>
                  <a:pt x="1521353" y="118979"/>
                  <a:pt x="1520229" y="118979"/>
                </a:cubicBezTo>
                <a:cubicBezTo>
                  <a:pt x="1519150" y="118979"/>
                  <a:pt x="1518250" y="118934"/>
                  <a:pt x="1517531" y="118844"/>
                </a:cubicBezTo>
                <a:cubicBezTo>
                  <a:pt x="1516811" y="118754"/>
                  <a:pt x="1516238" y="118619"/>
                  <a:pt x="1515811" y="118439"/>
                </a:cubicBezTo>
                <a:cubicBezTo>
                  <a:pt x="1515384" y="118259"/>
                  <a:pt x="1515091" y="118034"/>
                  <a:pt x="1514934" y="117764"/>
                </a:cubicBezTo>
                <a:cubicBezTo>
                  <a:pt x="1514777" y="117495"/>
                  <a:pt x="1514698" y="117180"/>
                  <a:pt x="1514698" y="116820"/>
                </a:cubicBezTo>
                <a:lnTo>
                  <a:pt x="1514698" y="32038"/>
                </a:lnTo>
                <a:cubicBezTo>
                  <a:pt x="1514698" y="31633"/>
                  <a:pt x="1514765" y="31307"/>
                  <a:pt x="1514900" y="31060"/>
                </a:cubicBezTo>
                <a:cubicBezTo>
                  <a:pt x="1515035" y="30813"/>
                  <a:pt x="1515305" y="30599"/>
                  <a:pt x="1515710" y="30419"/>
                </a:cubicBezTo>
                <a:cubicBezTo>
                  <a:pt x="1516114" y="30239"/>
                  <a:pt x="1516632" y="30116"/>
                  <a:pt x="1517261" y="30048"/>
                </a:cubicBezTo>
                <a:cubicBezTo>
                  <a:pt x="1517891" y="29981"/>
                  <a:pt x="1518655" y="29947"/>
                  <a:pt x="1519554" y="29947"/>
                </a:cubicBezTo>
                <a:cubicBezTo>
                  <a:pt x="1520499" y="29947"/>
                  <a:pt x="1521274" y="29981"/>
                  <a:pt x="1521881" y="30048"/>
                </a:cubicBezTo>
                <a:cubicBezTo>
                  <a:pt x="1522488" y="30116"/>
                  <a:pt x="1522994" y="30239"/>
                  <a:pt x="1523399" y="30419"/>
                </a:cubicBezTo>
                <a:cubicBezTo>
                  <a:pt x="1523804" y="30599"/>
                  <a:pt x="1524085" y="30813"/>
                  <a:pt x="1524242" y="31062"/>
                </a:cubicBezTo>
                <a:cubicBezTo>
                  <a:pt x="1524399" y="31309"/>
                  <a:pt x="1524478" y="31635"/>
                  <a:pt x="1524478" y="32040"/>
                </a:cubicBezTo>
                <a:lnTo>
                  <a:pt x="1524478" y="40210"/>
                </a:lnTo>
                <a:cubicBezTo>
                  <a:pt x="1526322" y="38320"/>
                  <a:pt x="1528098" y="36677"/>
                  <a:pt x="1529806" y="35282"/>
                </a:cubicBezTo>
                <a:cubicBezTo>
                  <a:pt x="1531515" y="33886"/>
                  <a:pt x="1533235" y="32728"/>
                  <a:pt x="1534966" y="31806"/>
                </a:cubicBezTo>
                <a:cubicBezTo>
                  <a:pt x="1536697" y="30883"/>
                  <a:pt x="1538474" y="30185"/>
                  <a:pt x="1540295" y="29713"/>
                </a:cubicBezTo>
                <a:cubicBezTo>
                  <a:pt x="1542116" y="29239"/>
                  <a:pt x="1544038" y="29003"/>
                  <a:pt x="1546061" y="29003"/>
                </a:cubicBezTo>
                <a:cubicBezTo>
                  <a:pt x="1550468" y="29003"/>
                  <a:pt x="1554223" y="29858"/>
                  <a:pt x="1557325" y="31568"/>
                </a:cubicBezTo>
                <a:cubicBezTo>
                  <a:pt x="1560428" y="33278"/>
                  <a:pt x="1562957" y="35619"/>
                  <a:pt x="1564913" y="38591"/>
                </a:cubicBezTo>
                <a:cubicBezTo>
                  <a:pt x="1566869" y="41561"/>
                  <a:pt x="1568297" y="45016"/>
                  <a:pt x="1569196" y="48955"/>
                </a:cubicBezTo>
                <a:cubicBezTo>
                  <a:pt x="1570095" y="52892"/>
                  <a:pt x="1570545" y="57067"/>
                  <a:pt x="1570545" y="61479"/>
                </a:cubicBezTo>
                <a:moveTo>
                  <a:pt x="1558809" y="62761"/>
                </a:moveTo>
                <a:cubicBezTo>
                  <a:pt x="1558809" y="59654"/>
                  <a:pt x="1558573" y="56648"/>
                  <a:pt x="1558101" y="53744"/>
                </a:cubicBezTo>
                <a:cubicBezTo>
                  <a:pt x="1557629" y="50839"/>
                  <a:pt x="1556819" y="48261"/>
                  <a:pt x="1555673" y="46010"/>
                </a:cubicBezTo>
                <a:cubicBezTo>
                  <a:pt x="1554526" y="43759"/>
                  <a:pt x="1552986" y="41958"/>
                  <a:pt x="1551053" y="40608"/>
                </a:cubicBezTo>
                <a:cubicBezTo>
                  <a:pt x="1549119" y="39256"/>
                  <a:pt x="1546713" y="38580"/>
                  <a:pt x="1543836" y="38580"/>
                </a:cubicBezTo>
                <a:cubicBezTo>
                  <a:pt x="1542397" y="38580"/>
                  <a:pt x="1540980" y="38795"/>
                  <a:pt x="1539586" y="39223"/>
                </a:cubicBezTo>
                <a:cubicBezTo>
                  <a:pt x="1538192" y="39650"/>
                  <a:pt x="1536776" y="40326"/>
                  <a:pt x="1535337" y="41249"/>
                </a:cubicBezTo>
                <a:cubicBezTo>
                  <a:pt x="1533898" y="42172"/>
                  <a:pt x="1532392" y="43388"/>
                  <a:pt x="1530818" y="44897"/>
                </a:cubicBezTo>
                <a:cubicBezTo>
                  <a:pt x="1529244" y="46406"/>
                  <a:pt x="1527581" y="48265"/>
                  <a:pt x="1525827" y="50472"/>
                </a:cubicBezTo>
                <a:lnTo>
                  <a:pt x="1525827" y="74644"/>
                </a:lnTo>
                <a:cubicBezTo>
                  <a:pt x="1528885" y="78383"/>
                  <a:pt x="1531785" y="81244"/>
                  <a:pt x="1534528" y="83227"/>
                </a:cubicBezTo>
                <a:cubicBezTo>
                  <a:pt x="1537271" y="85208"/>
                  <a:pt x="1540148" y="86199"/>
                  <a:pt x="1543161" y="86199"/>
                </a:cubicBezTo>
                <a:cubicBezTo>
                  <a:pt x="1545949" y="86199"/>
                  <a:pt x="1548343" y="85524"/>
                  <a:pt x="1550344" y="84173"/>
                </a:cubicBezTo>
                <a:cubicBezTo>
                  <a:pt x="1552345" y="82821"/>
                  <a:pt x="1553964" y="81020"/>
                  <a:pt x="1555201" y="78769"/>
                </a:cubicBezTo>
                <a:cubicBezTo>
                  <a:pt x="1556437" y="76518"/>
                  <a:pt x="1557348" y="73996"/>
                  <a:pt x="1557932" y="71204"/>
                </a:cubicBezTo>
                <a:cubicBezTo>
                  <a:pt x="1558517" y="68412"/>
                  <a:pt x="1558809" y="65598"/>
                  <a:pt x="1558809" y="62761"/>
                </a:cubicBezTo>
                <a:close/>
                <a:moveTo>
                  <a:pt x="1598762" y="92739"/>
                </a:moveTo>
                <a:cubicBezTo>
                  <a:pt x="1598762" y="93099"/>
                  <a:pt x="1598672" y="93403"/>
                  <a:pt x="1598492" y="93652"/>
                </a:cubicBezTo>
                <a:cubicBezTo>
                  <a:pt x="1598312" y="93899"/>
                  <a:pt x="1598020" y="94113"/>
                  <a:pt x="1597615" y="94293"/>
                </a:cubicBezTo>
                <a:cubicBezTo>
                  <a:pt x="1597210" y="94472"/>
                  <a:pt x="1596648" y="94607"/>
                  <a:pt x="1595929" y="94697"/>
                </a:cubicBezTo>
                <a:cubicBezTo>
                  <a:pt x="1595209" y="94787"/>
                  <a:pt x="1594287" y="94832"/>
                  <a:pt x="1593163" y="94832"/>
                </a:cubicBezTo>
                <a:cubicBezTo>
                  <a:pt x="1592084" y="94832"/>
                  <a:pt x="1591185" y="94787"/>
                  <a:pt x="1590465" y="94697"/>
                </a:cubicBezTo>
                <a:cubicBezTo>
                  <a:pt x="1589746" y="94607"/>
                  <a:pt x="1589173" y="94472"/>
                  <a:pt x="1588745" y="94293"/>
                </a:cubicBezTo>
                <a:cubicBezTo>
                  <a:pt x="1588318" y="94113"/>
                  <a:pt x="1588026" y="93899"/>
                  <a:pt x="1587869" y="93652"/>
                </a:cubicBezTo>
                <a:cubicBezTo>
                  <a:pt x="1587711" y="93403"/>
                  <a:pt x="1587633" y="93099"/>
                  <a:pt x="1587633" y="92739"/>
                </a:cubicBezTo>
                <a:lnTo>
                  <a:pt x="1587633" y="2565"/>
                </a:lnTo>
                <a:cubicBezTo>
                  <a:pt x="1587633" y="2205"/>
                  <a:pt x="1587711" y="1891"/>
                  <a:pt x="1587869" y="1621"/>
                </a:cubicBezTo>
                <a:cubicBezTo>
                  <a:pt x="1588026" y="1350"/>
                  <a:pt x="1588318" y="1124"/>
                  <a:pt x="1588745" y="944"/>
                </a:cubicBezTo>
                <a:cubicBezTo>
                  <a:pt x="1589173" y="764"/>
                  <a:pt x="1589746" y="630"/>
                  <a:pt x="1590465" y="540"/>
                </a:cubicBezTo>
                <a:cubicBezTo>
                  <a:pt x="1591185" y="450"/>
                  <a:pt x="1592084" y="405"/>
                  <a:pt x="1593163" y="405"/>
                </a:cubicBezTo>
                <a:cubicBezTo>
                  <a:pt x="1594287" y="405"/>
                  <a:pt x="1595209" y="450"/>
                  <a:pt x="1595929" y="540"/>
                </a:cubicBezTo>
                <a:cubicBezTo>
                  <a:pt x="1596648" y="630"/>
                  <a:pt x="1597210" y="764"/>
                  <a:pt x="1597615" y="944"/>
                </a:cubicBezTo>
                <a:cubicBezTo>
                  <a:pt x="1598020" y="1124"/>
                  <a:pt x="1598312" y="1350"/>
                  <a:pt x="1598492" y="1621"/>
                </a:cubicBezTo>
                <a:cubicBezTo>
                  <a:pt x="1598672" y="1891"/>
                  <a:pt x="1598762" y="2205"/>
                  <a:pt x="1598762" y="2565"/>
                </a:cubicBezTo>
                <a:lnTo>
                  <a:pt x="1598762" y="92739"/>
                </a:lnTo>
                <a:close/>
                <a:moveTo>
                  <a:pt x="1630533" y="92741"/>
                </a:moveTo>
                <a:cubicBezTo>
                  <a:pt x="1630533" y="93101"/>
                  <a:pt x="1630443" y="93404"/>
                  <a:pt x="1630263" y="93652"/>
                </a:cubicBezTo>
                <a:cubicBezTo>
                  <a:pt x="1630083" y="93899"/>
                  <a:pt x="1629791" y="94113"/>
                  <a:pt x="1629386" y="94293"/>
                </a:cubicBezTo>
                <a:cubicBezTo>
                  <a:pt x="1628981" y="94472"/>
                  <a:pt x="1628419" y="94607"/>
                  <a:pt x="1627700" y="94697"/>
                </a:cubicBezTo>
                <a:cubicBezTo>
                  <a:pt x="1626980" y="94787"/>
                  <a:pt x="1626059" y="94832"/>
                  <a:pt x="1624934" y="94832"/>
                </a:cubicBezTo>
                <a:cubicBezTo>
                  <a:pt x="1623855" y="94832"/>
                  <a:pt x="1622956" y="94787"/>
                  <a:pt x="1622237" y="94697"/>
                </a:cubicBezTo>
                <a:cubicBezTo>
                  <a:pt x="1621517" y="94607"/>
                  <a:pt x="1620944" y="94472"/>
                  <a:pt x="1620517" y="94293"/>
                </a:cubicBezTo>
                <a:cubicBezTo>
                  <a:pt x="1620089" y="94113"/>
                  <a:pt x="1619797" y="93899"/>
                  <a:pt x="1619640" y="93652"/>
                </a:cubicBezTo>
                <a:cubicBezTo>
                  <a:pt x="1619482" y="93404"/>
                  <a:pt x="1619404" y="93101"/>
                  <a:pt x="1619404" y="92741"/>
                </a:cubicBezTo>
                <a:lnTo>
                  <a:pt x="1619404" y="32038"/>
                </a:lnTo>
                <a:cubicBezTo>
                  <a:pt x="1619404" y="31723"/>
                  <a:pt x="1619482" y="31431"/>
                  <a:pt x="1619640" y="31161"/>
                </a:cubicBezTo>
                <a:cubicBezTo>
                  <a:pt x="1619797" y="30891"/>
                  <a:pt x="1620089" y="30666"/>
                  <a:pt x="1620517" y="30487"/>
                </a:cubicBezTo>
                <a:cubicBezTo>
                  <a:pt x="1620944" y="30307"/>
                  <a:pt x="1621517" y="30172"/>
                  <a:pt x="1622237" y="30082"/>
                </a:cubicBezTo>
                <a:cubicBezTo>
                  <a:pt x="1622956" y="29992"/>
                  <a:pt x="1623855" y="29947"/>
                  <a:pt x="1624934" y="29947"/>
                </a:cubicBezTo>
                <a:cubicBezTo>
                  <a:pt x="1626059" y="29947"/>
                  <a:pt x="1626980" y="29992"/>
                  <a:pt x="1627700" y="30082"/>
                </a:cubicBezTo>
                <a:cubicBezTo>
                  <a:pt x="1628419" y="30172"/>
                  <a:pt x="1628981" y="30307"/>
                  <a:pt x="1629386" y="30487"/>
                </a:cubicBezTo>
                <a:cubicBezTo>
                  <a:pt x="1629791" y="30666"/>
                  <a:pt x="1630083" y="30891"/>
                  <a:pt x="1630263" y="31161"/>
                </a:cubicBezTo>
                <a:cubicBezTo>
                  <a:pt x="1630443" y="31431"/>
                  <a:pt x="1630533" y="31723"/>
                  <a:pt x="1630533" y="32038"/>
                </a:cubicBezTo>
                <a:lnTo>
                  <a:pt x="1630533" y="92741"/>
                </a:lnTo>
                <a:moveTo>
                  <a:pt x="1631814" y="11466"/>
                </a:moveTo>
                <a:cubicBezTo>
                  <a:pt x="1631814" y="14074"/>
                  <a:pt x="1631320" y="15850"/>
                  <a:pt x="1630330" y="16795"/>
                </a:cubicBezTo>
                <a:cubicBezTo>
                  <a:pt x="1629341" y="17739"/>
                  <a:pt x="1627520" y="18211"/>
                  <a:pt x="1624867" y="18211"/>
                </a:cubicBezTo>
                <a:cubicBezTo>
                  <a:pt x="1622259" y="18211"/>
                  <a:pt x="1620472" y="17750"/>
                  <a:pt x="1619505" y="16828"/>
                </a:cubicBezTo>
                <a:cubicBezTo>
                  <a:pt x="1618538" y="15907"/>
                  <a:pt x="1618055" y="14164"/>
                  <a:pt x="1618055" y="11601"/>
                </a:cubicBezTo>
                <a:cubicBezTo>
                  <a:pt x="1618055" y="8993"/>
                  <a:pt x="1618549" y="7217"/>
                  <a:pt x="1619539" y="6273"/>
                </a:cubicBezTo>
                <a:cubicBezTo>
                  <a:pt x="1620528" y="5328"/>
                  <a:pt x="1622349" y="4856"/>
                  <a:pt x="1625002" y="4856"/>
                </a:cubicBezTo>
                <a:cubicBezTo>
                  <a:pt x="1627610" y="4856"/>
                  <a:pt x="1629397" y="5317"/>
                  <a:pt x="1630364" y="6239"/>
                </a:cubicBezTo>
                <a:cubicBezTo>
                  <a:pt x="1631331" y="7161"/>
                  <a:pt x="1631814" y="8903"/>
                  <a:pt x="1631814" y="11466"/>
                </a:cubicBezTo>
                <a:close/>
                <a:moveTo>
                  <a:pt x="1694814" y="83568"/>
                </a:moveTo>
                <a:cubicBezTo>
                  <a:pt x="1694814" y="84333"/>
                  <a:pt x="1694791" y="84996"/>
                  <a:pt x="1694746" y="85558"/>
                </a:cubicBezTo>
                <a:cubicBezTo>
                  <a:pt x="1694701" y="86120"/>
                  <a:pt x="1694623" y="86592"/>
                  <a:pt x="1694510" y="86974"/>
                </a:cubicBezTo>
                <a:cubicBezTo>
                  <a:pt x="1694398" y="87357"/>
                  <a:pt x="1694263" y="87694"/>
                  <a:pt x="1694106" y="87986"/>
                </a:cubicBezTo>
                <a:cubicBezTo>
                  <a:pt x="1693948" y="88278"/>
                  <a:pt x="1693588" y="88706"/>
                  <a:pt x="1693026" y="89268"/>
                </a:cubicBezTo>
                <a:cubicBezTo>
                  <a:pt x="1692464" y="89830"/>
                  <a:pt x="1691509" y="90527"/>
                  <a:pt x="1690160" y="91359"/>
                </a:cubicBezTo>
                <a:cubicBezTo>
                  <a:pt x="1688811" y="92190"/>
                  <a:pt x="1687293" y="92932"/>
                  <a:pt x="1685607" y="93584"/>
                </a:cubicBezTo>
                <a:cubicBezTo>
                  <a:pt x="1683921" y="94236"/>
                  <a:pt x="1682089" y="94765"/>
                  <a:pt x="1680110" y="95169"/>
                </a:cubicBezTo>
                <a:cubicBezTo>
                  <a:pt x="1678132" y="95574"/>
                  <a:pt x="1676086" y="95776"/>
                  <a:pt x="1673972" y="95776"/>
                </a:cubicBezTo>
                <a:cubicBezTo>
                  <a:pt x="1669611" y="95776"/>
                  <a:pt x="1665744" y="95056"/>
                  <a:pt x="1662371" y="93614"/>
                </a:cubicBezTo>
                <a:cubicBezTo>
                  <a:pt x="1658999" y="92172"/>
                  <a:pt x="1656177" y="90066"/>
                  <a:pt x="1653906" y="87295"/>
                </a:cubicBezTo>
                <a:cubicBezTo>
                  <a:pt x="1651636" y="84524"/>
                  <a:pt x="1649905" y="81122"/>
                  <a:pt x="1648713" y="77089"/>
                </a:cubicBezTo>
                <a:cubicBezTo>
                  <a:pt x="1647521" y="73056"/>
                  <a:pt x="1646926" y="68404"/>
                  <a:pt x="1646926" y="63134"/>
                </a:cubicBezTo>
                <a:cubicBezTo>
                  <a:pt x="1646926" y="57141"/>
                  <a:pt x="1647656" y="51993"/>
                  <a:pt x="1649118" y="47690"/>
                </a:cubicBezTo>
                <a:cubicBezTo>
                  <a:pt x="1650579" y="43387"/>
                  <a:pt x="1652580" y="39862"/>
                  <a:pt x="1655121" y="37113"/>
                </a:cubicBezTo>
                <a:cubicBezTo>
                  <a:pt x="1657661" y="34365"/>
                  <a:pt x="1660651" y="32326"/>
                  <a:pt x="1664091" y="30997"/>
                </a:cubicBezTo>
                <a:cubicBezTo>
                  <a:pt x="1667531" y="29667"/>
                  <a:pt x="1671252" y="29003"/>
                  <a:pt x="1675254" y="29003"/>
                </a:cubicBezTo>
                <a:cubicBezTo>
                  <a:pt x="1677187" y="29003"/>
                  <a:pt x="1679065" y="29183"/>
                  <a:pt x="1680886" y="29542"/>
                </a:cubicBezTo>
                <a:cubicBezTo>
                  <a:pt x="1682707" y="29902"/>
                  <a:pt x="1684382" y="30374"/>
                  <a:pt x="1685911" y="30959"/>
                </a:cubicBezTo>
                <a:cubicBezTo>
                  <a:pt x="1687439" y="31543"/>
                  <a:pt x="1688800" y="32218"/>
                  <a:pt x="1689991" y="32982"/>
                </a:cubicBezTo>
                <a:cubicBezTo>
                  <a:pt x="1691183" y="33747"/>
                  <a:pt x="1692048" y="34399"/>
                  <a:pt x="1692588" y="34938"/>
                </a:cubicBezTo>
                <a:cubicBezTo>
                  <a:pt x="1693128" y="35478"/>
                  <a:pt x="1693499" y="35905"/>
                  <a:pt x="1693701" y="36220"/>
                </a:cubicBezTo>
                <a:cubicBezTo>
                  <a:pt x="1693903" y="36534"/>
                  <a:pt x="1694072" y="36905"/>
                  <a:pt x="1694207" y="37333"/>
                </a:cubicBezTo>
                <a:cubicBezTo>
                  <a:pt x="1694342" y="37760"/>
                  <a:pt x="1694432" y="38243"/>
                  <a:pt x="1694477" y="38783"/>
                </a:cubicBezTo>
                <a:cubicBezTo>
                  <a:pt x="1694521" y="39322"/>
                  <a:pt x="1694544" y="39997"/>
                  <a:pt x="1694544" y="40806"/>
                </a:cubicBezTo>
                <a:cubicBezTo>
                  <a:pt x="1694544" y="42560"/>
                  <a:pt x="1694342" y="43785"/>
                  <a:pt x="1693937" y="44482"/>
                </a:cubicBezTo>
                <a:cubicBezTo>
                  <a:pt x="1693532" y="45179"/>
                  <a:pt x="1693038" y="45528"/>
                  <a:pt x="1692453" y="45528"/>
                </a:cubicBezTo>
                <a:cubicBezTo>
                  <a:pt x="1691779" y="45528"/>
                  <a:pt x="1691003" y="45157"/>
                  <a:pt x="1690126" y="44415"/>
                </a:cubicBezTo>
                <a:cubicBezTo>
                  <a:pt x="1689249" y="43673"/>
                  <a:pt x="1688136" y="42852"/>
                  <a:pt x="1686787" y="41953"/>
                </a:cubicBezTo>
                <a:cubicBezTo>
                  <a:pt x="1685438" y="41053"/>
                  <a:pt x="1683808" y="40233"/>
                  <a:pt x="1681897" y="39491"/>
                </a:cubicBezTo>
                <a:cubicBezTo>
                  <a:pt x="1679986" y="38749"/>
                  <a:pt x="1677727" y="38378"/>
                  <a:pt x="1675119" y="38378"/>
                </a:cubicBezTo>
                <a:cubicBezTo>
                  <a:pt x="1669768" y="38378"/>
                  <a:pt x="1665665" y="40441"/>
                  <a:pt x="1662810" y="44568"/>
                </a:cubicBezTo>
                <a:cubicBezTo>
                  <a:pt x="1659954" y="48694"/>
                  <a:pt x="1658527" y="54679"/>
                  <a:pt x="1658527" y="62524"/>
                </a:cubicBezTo>
                <a:cubicBezTo>
                  <a:pt x="1658527" y="66448"/>
                  <a:pt x="1658898" y="69886"/>
                  <a:pt x="1659640" y="72840"/>
                </a:cubicBezTo>
                <a:cubicBezTo>
                  <a:pt x="1660381" y="75793"/>
                  <a:pt x="1661472" y="78262"/>
                  <a:pt x="1662911" y="80246"/>
                </a:cubicBezTo>
                <a:cubicBezTo>
                  <a:pt x="1664350" y="82231"/>
                  <a:pt x="1666115" y="83707"/>
                  <a:pt x="1668205" y="84677"/>
                </a:cubicBezTo>
                <a:cubicBezTo>
                  <a:pt x="1670296" y="85647"/>
                  <a:pt x="1672691" y="86131"/>
                  <a:pt x="1675389" y="86131"/>
                </a:cubicBezTo>
                <a:cubicBezTo>
                  <a:pt x="1677952" y="86131"/>
                  <a:pt x="1680200" y="85727"/>
                  <a:pt x="1682134" y="84917"/>
                </a:cubicBezTo>
                <a:cubicBezTo>
                  <a:pt x="1684067" y="84108"/>
                  <a:pt x="1685742" y="83220"/>
                  <a:pt x="1687158" y="82253"/>
                </a:cubicBezTo>
                <a:cubicBezTo>
                  <a:pt x="1688575" y="81286"/>
                  <a:pt x="1689766" y="80409"/>
                  <a:pt x="1690733" y="79623"/>
                </a:cubicBezTo>
                <a:cubicBezTo>
                  <a:pt x="1691700" y="78836"/>
                  <a:pt x="1692453" y="78442"/>
                  <a:pt x="1692993" y="78442"/>
                </a:cubicBezTo>
                <a:cubicBezTo>
                  <a:pt x="1693307" y="78442"/>
                  <a:pt x="1693577" y="78532"/>
                  <a:pt x="1693802" y="78712"/>
                </a:cubicBezTo>
                <a:cubicBezTo>
                  <a:pt x="1694027" y="78892"/>
                  <a:pt x="1694218" y="79195"/>
                  <a:pt x="1694375" y="79623"/>
                </a:cubicBezTo>
                <a:cubicBezTo>
                  <a:pt x="1694533" y="80050"/>
                  <a:pt x="1694645" y="80589"/>
                  <a:pt x="1694713" y="81241"/>
                </a:cubicBezTo>
                <a:cubicBezTo>
                  <a:pt x="1694780" y="81893"/>
                  <a:pt x="1694814" y="82669"/>
                  <a:pt x="1694814" y="83568"/>
                </a:cubicBezTo>
                <a:close/>
                <a:moveTo>
                  <a:pt x="1754506" y="92809"/>
                </a:moveTo>
                <a:cubicBezTo>
                  <a:pt x="1754506" y="93348"/>
                  <a:pt x="1754326" y="93753"/>
                  <a:pt x="1753967" y="94023"/>
                </a:cubicBezTo>
                <a:cubicBezTo>
                  <a:pt x="1753607" y="94293"/>
                  <a:pt x="1753112" y="94495"/>
                  <a:pt x="1752483" y="94630"/>
                </a:cubicBezTo>
                <a:cubicBezTo>
                  <a:pt x="1751853" y="94765"/>
                  <a:pt x="1750931" y="94832"/>
                  <a:pt x="1749717" y="94832"/>
                </a:cubicBezTo>
                <a:cubicBezTo>
                  <a:pt x="1748548" y="94832"/>
                  <a:pt x="1747615" y="94765"/>
                  <a:pt x="1746918" y="94630"/>
                </a:cubicBezTo>
                <a:cubicBezTo>
                  <a:pt x="1746221" y="94495"/>
                  <a:pt x="1745715" y="94293"/>
                  <a:pt x="1745401" y="94023"/>
                </a:cubicBezTo>
                <a:cubicBezTo>
                  <a:pt x="1745086" y="93753"/>
                  <a:pt x="1744929" y="93348"/>
                  <a:pt x="1744929" y="92809"/>
                </a:cubicBezTo>
                <a:lnTo>
                  <a:pt x="1744929" y="86738"/>
                </a:lnTo>
                <a:cubicBezTo>
                  <a:pt x="1742276" y="89571"/>
                  <a:pt x="1739319" y="91786"/>
                  <a:pt x="1736059" y="93382"/>
                </a:cubicBezTo>
                <a:cubicBezTo>
                  <a:pt x="1732799" y="94978"/>
                  <a:pt x="1729348" y="95776"/>
                  <a:pt x="1725706" y="95776"/>
                </a:cubicBezTo>
                <a:cubicBezTo>
                  <a:pt x="1722513" y="95776"/>
                  <a:pt x="1719624" y="95359"/>
                  <a:pt x="1717039" y="94524"/>
                </a:cubicBezTo>
                <a:cubicBezTo>
                  <a:pt x="1714453" y="93690"/>
                  <a:pt x="1712250" y="92483"/>
                  <a:pt x="1710429" y="90903"/>
                </a:cubicBezTo>
                <a:cubicBezTo>
                  <a:pt x="1708608" y="89324"/>
                  <a:pt x="1707191" y="87384"/>
                  <a:pt x="1706180" y="85084"/>
                </a:cubicBezTo>
                <a:cubicBezTo>
                  <a:pt x="1705168" y="82782"/>
                  <a:pt x="1704662" y="80164"/>
                  <a:pt x="1704662" y="77230"/>
                </a:cubicBezTo>
                <a:cubicBezTo>
                  <a:pt x="1704662" y="73802"/>
                  <a:pt x="1705359" y="70824"/>
                  <a:pt x="1706753" y="68298"/>
                </a:cubicBezTo>
                <a:cubicBezTo>
                  <a:pt x="1708147" y="65770"/>
                  <a:pt x="1710148" y="63671"/>
                  <a:pt x="1712756" y="62002"/>
                </a:cubicBezTo>
                <a:cubicBezTo>
                  <a:pt x="1715364" y="60332"/>
                  <a:pt x="1718556" y="59080"/>
                  <a:pt x="1722333" y="58246"/>
                </a:cubicBezTo>
                <a:cubicBezTo>
                  <a:pt x="1726110" y="57411"/>
                  <a:pt x="1730360" y="56994"/>
                  <a:pt x="1735081" y="56994"/>
                </a:cubicBezTo>
                <a:lnTo>
                  <a:pt x="1743445" y="56994"/>
                </a:lnTo>
                <a:lnTo>
                  <a:pt x="1743445" y="52289"/>
                </a:lnTo>
                <a:cubicBezTo>
                  <a:pt x="1743445" y="49959"/>
                  <a:pt x="1743197" y="47899"/>
                  <a:pt x="1742703" y="46107"/>
                </a:cubicBezTo>
                <a:cubicBezTo>
                  <a:pt x="1742208" y="44314"/>
                  <a:pt x="1741410" y="42824"/>
                  <a:pt x="1740308" y="41637"/>
                </a:cubicBezTo>
                <a:cubicBezTo>
                  <a:pt x="1739207" y="40449"/>
                  <a:pt x="1737779" y="39553"/>
                  <a:pt x="1736025" y="38949"/>
                </a:cubicBezTo>
                <a:cubicBezTo>
                  <a:pt x="1734272" y="38344"/>
                  <a:pt x="1732113" y="38041"/>
                  <a:pt x="1729550" y="38041"/>
                </a:cubicBezTo>
                <a:cubicBezTo>
                  <a:pt x="1726807" y="38041"/>
                  <a:pt x="1724346" y="38363"/>
                  <a:pt x="1722165" y="39008"/>
                </a:cubicBezTo>
                <a:cubicBezTo>
                  <a:pt x="1719984" y="39653"/>
                  <a:pt x="1718073" y="40365"/>
                  <a:pt x="1716432" y="41143"/>
                </a:cubicBezTo>
                <a:cubicBezTo>
                  <a:pt x="1714790" y="41922"/>
                  <a:pt x="1713419" y="42634"/>
                  <a:pt x="1712317" y="43279"/>
                </a:cubicBezTo>
                <a:cubicBezTo>
                  <a:pt x="1711216" y="43924"/>
                  <a:pt x="1710395" y="44246"/>
                  <a:pt x="1709855" y="44246"/>
                </a:cubicBezTo>
                <a:cubicBezTo>
                  <a:pt x="1709496" y="44246"/>
                  <a:pt x="1709181" y="44156"/>
                  <a:pt x="1708911" y="43976"/>
                </a:cubicBezTo>
                <a:cubicBezTo>
                  <a:pt x="1708641" y="43796"/>
                  <a:pt x="1708405" y="43527"/>
                  <a:pt x="1708203" y="43167"/>
                </a:cubicBezTo>
                <a:cubicBezTo>
                  <a:pt x="1708001" y="42807"/>
                  <a:pt x="1707854" y="42346"/>
                  <a:pt x="1707765" y="41784"/>
                </a:cubicBezTo>
                <a:cubicBezTo>
                  <a:pt x="1707675" y="41222"/>
                  <a:pt x="1707630" y="40604"/>
                  <a:pt x="1707630" y="39929"/>
                </a:cubicBezTo>
                <a:cubicBezTo>
                  <a:pt x="1707630" y="38805"/>
                  <a:pt x="1707708" y="37917"/>
                  <a:pt x="1707866" y="37265"/>
                </a:cubicBezTo>
                <a:cubicBezTo>
                  <a:pt x="1708023" y="36613"/>
                  <a:pt x="1708405" y="35995"/>
                  <a:pt x="1709012" y="35410"/>
                </a:cubicBezTo>
                <a:cubicBezTo>
                  <a:pt x="1709619" y="34826"/>
                  <a:pt x="1710665" y="34145"/>
                  <a:pt x="1712149" y="33368"/>
                </a:cubicBezTo>
                <a:cubicBezTo>
                  <a:pt x="1713633" y="32589"/>
                  <a:pt x="1715341" y="31878"/>
                  <a:pt x="1717275" y="31235"/>
                </a:cubicBezTo>
                <a:cubicBezTo>
                  <a:pt x="1719208" y="30591"/>
                  <a:pt x="1721322" y="30059"/>
                  <a:pt x="1723615" y="29637"/>
                </a:cubicBezTo>
                <a:cubicBezTo>
                  <a:pt x="1725908" y="29214"/>
                  <a:pt x="1728224" y="29003"/>
                  <a:pt x="1730562" y="29003"/>
                </a:cubicBezTo>
                <a:cubicBezTo>
                  <a:pt x="1734924" y="29003"/>
                  <a:pt x="1738633" y="29497"/>
                  <a:pt x="1741691" y="30487"/>
                </a:cubicBezTo>
                <a:cubicBezTo>
                  <a:pt x="1744749" y="31476"/>
                  <a:pt x="1747222" y="32926"/>
                  <a:pt x="1749110" y="34837"/>
                </a:cubicBezTo>
                <a:cubicBezTo>
                  <a:pt x="1750999" y="36748"/>
                  <a:pt x="1752370" y="39120"/>
                  <a:pt x="1753225" y="41953"/>
                </a:cubicBezTo>
                <a:cubicBezTo>
                  <a:pt x="1754079" y="44786"/>
                  <a:pt x="1754506" y="48091"/>
                  <a:pt x="1754506" y="51868"/>
                </a:cubicBezTo>
                <a:lnTo>
                  <a:pt x="1754506" y="92809"/>
                </a:lnTo>
                <a:moveTo>
                  <a:pt x="1743445" y="65020"/>
                </a:moveTo>
                <a:lnTo>
                  <a:pt x="1733934" y="65020"/>
                </a:lnTo>
                <a:cubicBezTo>
                  <a:pt x="1730877" y="65020"/>
                  <a:pt x="1728224" y="65281"/>
                  <a:pt x="1725976" y="65802"/>
                </a:cubicBezTo>
                <a:cubicBezTo>
                  <a:pt x="1723727" y="66322"/>
                  <a:pt x="1721861" y="67091"/>
                  <a:pt x="1720377" y="68108"/>
                </a:cubicBezTo>
                <a:cubicBezTo>
                  <a:pt x="1718894" y="69125"/>
                  <a:pt x="1717803" y="70347"/>
                  <a:pt x="1717106" y="71773"/>
                </a:cubicBezTo>
                <a:cubicBezTo>
                  <a:pt x="1716409" y="73198"/>
                  <a:pt x="1716061" y="74838"/>
                  <a:pt x="1716061" y="76693"/>
                </a:cubicBezTo>
                <a:cubicBezTo>
                  <a:pt x="1716061" y="79860"/>
                  <a:pt x="1717061" y="82382"/>
                  <a:pt x="1719062" y="84260"/>
                </a:cubicBezTo>
                <a:cubicBezTo>
                  <a:pt x="1721063" y="86137"/>
                  <a:pt x="1723862" y="87076"/>
                  <a:pt x="1727459" y="87076"/>
                </a:cubicBezTo>
                <a:cubicBezTo>
                  <a:pt x="1730382" y="87076"/>
                  <a:pt x="1733091" y="86329"/>
                  <a:pt x="1735587" y="84837"/>
                </a:cubicBezTo>
                <a:cubicBezTo>
                  <a:pt x="1738083" y="83343"/>
                  <a:pt x="1740702" y="81059"/>
                  <a:pt x="1743445" y="77983"/>
                </a:cubicBezTo>
                <a:lnTo>
                  <a:pt x="1743445" y="65020"/>
                </a:lnTo>
                <a:close/>
                <a:moveTo>
                  <a:pt x="1830788" y="61614"/>
                </a:moveTo>
                <a:cubicBezTo>
                  <a:pt x="1830788" y="66879"/>
                  <a:pt x="1830215" y="71616"/>
                  <a:pt x="1829069" y="75824"/>
                </a:cubicBezTo>
                <a:cubicBezTo>
                  <a:pt x="1827922" y="80033"/>
                  <a:pt x="1826236" y="83623"/>
                  <a:pt x="1824010" y="86595"/>
                </a:cubicBezTo>
                <a:cubicBezTo>
                  <a:pt x="1821784" y="89566"/>
                  <a:pt x="1819053" y="91838"/>
                  <a:pt x="1815815" y="93414"/>
                </a:cubicBezTo>
                <a:cubicBezTo>
                  <a:pt x="1812577" y="94989"/>
                  <a:pt x="1808868" y="95776"/>
                  <a:pt x="1804686" y="95776"/>
                </a:cubicBezTo>
                <a:cubicBezTo>
                  <a:pt x="1802753" y="95776"/>
                  <a:pt x="1800965" y="95585"/>
                  <a:pt x="1799324" y="95201"/>
                </a:cubicBezTo>
                <a:cubicBezTo>
                  <a:pt x="1797683" y="94819"/>
                  <a:pt x="1796075" y="94200"/>
                  <a:pt x="1794501" y="93346"/>
                </a:cubicBezTo>
                <a:cubicBezTo>
                  <a:pt x="1792928" y="92490"/>
                  <a:pt x="1791354" y="91410"/>
                  <a:pt x="1789780" y="90104"/>
                </a:cubicBezTo>
                <a:cubicBezTo>
                  <a:pt x="1788206" y="88799"/>
                  <a:pt x="1786542" y="87224"/>
                  <a:pt x="1784789" y="85379"/>
                </a:cubicBezTo>
                <a:lnTo>
                  <a:pt x="1784789" y="92754"/>
                </a:lnTo>
                <a:cubicBezTo>
                  <a:pt x="1784789" y="93111"/>
                  <a:pt x="1784699" y="93423"/>
                  <a:pt x="1784519" y="93692"/>
                </a:cubicBezTo>
                <a:cubicBezTo>
                  <a:pt x="1784339" y="93960"/>
                  <a:pt x="1784047" y="94173"/>
                  <a:pt x="1783642" y="94330"/>
                </a:cubicBezTo>
                <a:cubicBezTo>
                  <a:pt x="1783238" y="94486"/>
                  <a:pt x="1782732" y="94609"/>
                  <a:pt x="1782125" y="94697"/>
                </a:cubicBezTo>
                <a:cubicBezTo>
                  <a:pt x="1781518" y="94787"/>
                  <a:pt x="1780742" y="94832"/>
                  <a:pt x="1779798" y="94832"/>
                </a:cubicBezTo>
                <a:cubicBezTo>
                  <a:pt x="1778898" y="94832"/>
                  <a:pt x="1778134" y="94787"/>
                  <a:pt x="1777504" y="94697"/>
                </a:cubicBezTo>
                <a:cubicBezTo>
                  <a:pt x="1776875" y="94607"/>
                  <a:pt x="1776358" y="94484"/>
                  <a:pt x="1775953" y="94326"/>
                </a:cubicBezTo>
                <a:cubicBezTo>
                  <a:pt x="1775548" y="94169"/>
                  <a:pt x="1775279" y="93955"/>
                  <a:pt x="1775144" y="93685"/>
                </a:cubicBezTo>
                <a:cubicBezTo>
                  <a:pt x="1775009" y="93414"/>
                  <a:pt x="1774941" y="93099"/>
                  <a:pt x="1774941" y="92739"/>
                </a:cubicBezTo>
                <a:lnTo>
                  <a:pt x="1774941" y="2565"/>
                </a:lnTo>
                <a:cubicBezTo>
                  <a:pt x="1774941" y="2205"/>
                  <a:pt x="1775020" y="1891"/>
                  <a:pt x="1775177" y="1621"/>
                </a:cubicBezTo>
                <a:cubicBezTo>
                  <a:pt x="1775335" y="1350"/>
                  <a:pt x="1775627" y="1124"/>
                  <a:pt x="1776054" y="944"/>
                </a:cubicBezTo>
                <a:cubicBezTo>
                  <a:pt x="1776481" y="764"/>
                  <a:pt x="1777055" y="630"/>
                  <a:pt x="1777774" y="540"/>
                </a:cubicBezTo>
                <a:cubicBezTo>
                  <a:pt x="1778494" y="450"/>
                  <a:pt x="1779393" y="405"/>
                  <a:pt x="1780472" y="405"/>
                </a:cubicBezTo>
                <a:cubicBezTo>
                  <a:pt x="1781596" y="405"/>
                  <a:pt x="1782518" y="450"/>
                  <a:pt x="1783238" y="540"/>
                </a:cubicBezTo>
                <a:cubicBezTo>
                  <a:pt x="1783957" y="630"/>
                  <a:pt x="1784519" y="765"/>
                  <a:pt x="1784924" y="946"/>
                </a:cubicBezTo>
                <a:cubicBezTo>
                  <a:pt x="1785328" y="1126"/>
                  <a:pt x="1785621" y="1352"/>
                  <a:pt x="1785801" y="1623"/>
                </a:cubicBezTo>
                <a:cubicBezTo>
                  <a:pt x="1785980" y="1893"/>
                  <a:pt x="1786070" y="2208"/>
                  <a:pt x="1786070" y="2567"/>
                </a:cubicBezTo>
                <a:lnTo>
                  <a:pt x="1786070" y="38996"/>
                </a:lnTo>
                <a:cubicBezTo>
                  <a:pt x="1787869" y="37151"/>
                  <a:pt x="1789611" y="35598"/>
                  <a:pt x="1791298" y="34337"/>
                </a:cubicBezTo>
                <a:cubicBezTo>
                  <a:pt x="1792984" y="33077"/>
                  <a:pt x="1794636" y="32053"/>
                  <a:pt x="1796255" y="31266"/>
                </a:cubicBezTo>
                <a:cubicBezTo>
                  <a:pt x="1797874" y="30478"/>
                  <a:pt x="1799493" y="29904"/>
                  <a:pt x="1801111" y="29544"/>
                </a:cubicBezTo>
                <a:cubicBezTo>
                  <a:pt x="1802730" y="29183"/>
                  <a:pt x="1804439" y="29003"/>
                  <a:pt x="1806237" y="29003"/>
                </a:cubicBezTo>
                <a:cubicBezTo>
                  <a:pt x="1810644" y="29003"/>
                  <a:pt x="1814410" y="29881"/>
                  <a:pt x="1817535" y="31637"/>
                </a:cubicBezTo>
                <a:cubicBezTo>
                  <a:pt x="1820660" y="33392"/>
                  <a:pt x="1823201" y="35744"/>
                  <a:pt x="1825157" y="38692"/>
                </a:cubicBezTo>
                <a:cubicBezTo>
                  <a:pt x="1827113" y="41640"/>
                  <a:pt x="1828540" y="45095"/>
                  <a:pt x="1829440" y="49056"/>
                </a:cubicBezTo>
                <a:cubicBezTo>
                  <a:pt x="1830339" y="53016"/>
                  <a:pt x="1830788" y="57202"/>
                  <a:pt x="1830788" y="61614"/>
                </a:cubicBezTo>
                <a:moveTo>
                  <a:pt x="1819053" y="62895"/>
                </a:moveTo>
                <a:cubicBezTo>
                  <a:pt x="1819053" y="59789"/>
                  <a:pt x="1818816" y="56772"/>
                  <a:pt x="1818344" y="53845"/>
                </a:cubicBezTo>
                <a:cubicBezTo>
                  <a:pt x="1817872" y="50918"/>
                  <a:pt x="1817052" y="48329"/>
                  <a:pt x="1815882" y="46078"/>
                </a:cubicBezTo>
                <a:cubicBezTo>
                  <a:pt x="1814713" y="43827"/>
                  <a:pt x="1813162" y="42015"/>
                  <a:pt x="1811229" y="40642"/>
                </a:cubicBezTo>
                <a:cubicBezTo>
                  <a:pt x="1809295" y="39267"/>
                  <a:pt x="1806889" y="38580"/>
                  <a:pt x="1804012" y="38580"/>
                </a:cubicBezTo>
                <a:cubicBezTo>
                  <a:pt x="1802573" y="38580"/>
                  <a:pt x="1801156" y="38783"/>
                  <a:pt x="1799762" y="39189"/>
                </a:cubicBezTo>
                <a:cubicBezTo>
                  <a:pt x="1798368" y="39594"/>
                  <a:pt x="1796952" y="40269"/>
                  <a:pt x="1795513" y="41215"/>
                </a:cubicBezTo>
                <a:cubicBezTo>
                  <a:pt x="1794074" y="42161"/>
                  <a:pt x="1792579" y="43377"/>
                  <a:pt x="1791028" y="44864"/>
                </a:cubicBezTo>
                <a:cubicBezTo>
                  <a:pt x="1789476" y="46350"/>
                  <a:pt x="1787824" y="48220"/>
                  <a:pt x="1786070" y="50472"/>
                </a:cubicBezTo>
                <a:lnTo>
                  <a:pt x="1786070" y="74711"/>
                </a:lnTo>
                <a:cubicBezTo>
                  <a:pt x="1789128" y="78451"/>
                  <a:pt x="1792051" y="81300"/>
                  <a:pt x="1794839" y="83261"/>
                </a:cubicBezTo>
                <a:cubicBezTo>
                  <a:pt x="1797626" y="85219"/>
                  <a:pt x="1800527" y="86199"/>
                  <a:pt x="1803539" y="86199"/>
                </a:cubicBezTo>
                <a:cubicBezTo>
                  <a:pt x="1806327" y="86199"/>
                  <a:pt x="1808710" y="85524"/>
                  <a:pt x="1810689" y="84173"/>
                </a:cubicBezTo>
                <a:cubicBezTo>
                  <a:pt x="1812667" y="82821"/>
                  <a:pt x="1814275" y="81031"/>
                  <a:pt x="1815511" y="78803"/>
                </a:cubicBezTo>
                <a:cubicBezTo>
                  <a:pt x="1816748" y="76574"/>
                  <a:pt x="1817647" y="74075"/>
                  <a:pt x="1818209" y="71305"/>
                </a:cubicBezTo>
                <a:cubicBezTo>
                  <a:pt x="1818771" y="68536"/>
                  <a:pt x="1819053" y="65732"/>
                  <a:pt x="1819053" y="62895"/>
                </a:cubicBezTo>
                <a:close/>
                <a:moveTo>
                  <a:pt x="1858591" y="92739"/>
                </a:moveTo>
                <a:cubicBezTo>
                  <a:pt x="1858591" y="93099"/>
                  <a:pt x="1858501" y="93403"/>
                  <a:pt x="1858321" y="93652"/>
                </a:cubicBezTo>
                <a:cubicBezTo>
                  <a:pt x="1858141" y="93899"/>
                  <a:pt x="1857849" y="94113"/>
                  <a:pt x="1857445" y="94293"/>
                </a:cubicBezTo>
                <a:cubicBezTo>
                  <a:pt x="1857040" y="94472"/>
                  <a:pt x="1856478" y="94607"/>
                  <a:pt x="1855758" y="94697"/>
                </a:cubicBezTo>
                <a:cubicBezTo>
                  <a:pt x="1855039" y="94787"/>
                  <a:pt x="1854117" y="94832"/>
                  <a:pt x="1852993" y="94832"/>
                </a:cubicBezTo>
                <a:cubicBezTo>
                  <a:pt x="1851914" y="94832"/>
                  <a:pt x="1851014" y="94787"/>
                  <a:pt x="1850295" y="94697"/>
                </a:cubicBezTo>
                <a:cubicBezTo>
                  <a:pt x="1849576" y="94607"/>
                  <a:pt x="1849002" y="94472"/>
                  <a:pt x="1848575" y="94293"/>
                </a:cubicBezTo>
                <a:cubicBezTo>
                  <a:pt x="1848148" y="94113"/>
                  <a:pt x="1847856" y="93899"/>
                  <a:pt x="1847698" y="93652"/>
                </a:cubicBezTo>
                <a:cubicBezTo>
                  <a:pt x="1847541" y="93403"/>
                  <a:pt x="1847462" y="93099"/>
                  <a:pt x="1847462" y="92739"/>
                </a:cubicBezTo>
                <a:lnTo>
                  <a:pt x="1847462" y="2565"/>
                </a:lnTo>
                <a:cubicBezTo>
                  <a:pt x="1847462" y="2205"/>
                  <a:pt x="1847541" y="1891"/>
                  <a:pt x="1847698" y="1621"/>
                </a:cubicBezTo>
                <a:cubicBezTo>
                  <a:pt x="1847856" y="1350"/>
                  <a:pt x="1848148" y="1124"/>
                  <a:pt x="1848575" y="944"/>
                </a:cubicBezTo>
                <a:cubicBezTo>
                  <a:pt x="1849002" y="764"/>
                  <a:pt x="1849576" y="630"/>
                  <a:pt x="1850295" y="540"/>
                </a:cubicBezTo>
                <a:cubicBezTo>
                  <a:pt x="1851014" y="450"/>
                  <a:pt x="1851914" y="405"/>
                  <a:pt x="1852993" y="405"/>
                </a:cubicBezTo>
                <a:cubicBezTo>
                  <a:pt x="1854117" y="405"/>
                  <a:pt x="1855039" y="450"/>
                  <a:pt x="1855758" y="540"/>
                </a:cubicBezTo>
                <a:cubicBezTo>
                  <a:pt x="1856478" y="630"/>
                  <a:pt x="1857040" y="764"/>
                  <a:pt x="1857445" y="944"/>
                </a:cubicBezTo>
                <a:cubicBezTo>
                  <a:pt x="1857849" y="1124"/>
                  <a:pt x="1858141" y="1350"/>
                  <a:pt x="1858321" y="1621"/>
                </a:cubicBezTo>
                <a:cubicBezTo>
                  <a:pt x="1858501" y="1891"/>
                  <a:pt x="1858591" y="2205"/>
                  <a:pt x="1858591" y="2565"/>
                </a:cubicBezTo>
                <a:lnTo>
                  <a:pt x="1858591" y="92739"/>
                </a:lnTo>
                <a:close/>
                <a:moveTo>
                  <a:pt x="1931032" y="59759"/>
                </a:moveTo>
                <a:cubicBezTo>
                  <a:pt x="1931032" y="61513"/>
                  <a:pt x="1930594" y="62761"/>
                  <a:pt x="1929717" y="63502"/>
                </a:cubicBezTo>
                <a:cubicBezTo>
                  <a:pt x="1928840" y="64244"/>
                  <a:pt x="1927840" y="64615"/>
                  <a:pt x="1926716" y="64615"/>
                </a:cubicBezTo>
                <a:lnTo>
                  <a:pt x="1886921" y="64615"/>
                </a:lnTo>
                <a:cubicBezTo>
                  <a:pt x="1886921" y="67998"/>
                  <a:pt x="1887258" y="71042"/>
                  <a:pt x="1887933" y="73748"/>
                </a:cubicBezTo>
                <a:cubicBezTo>
                  <a:pt x="1888607" y="76455"/>
                  <a:pt x="1889732" y="78777"/>
                  <a:pt x="1891305" y="80716"/>
                </a:cubicBezTo>
                <a:cubicBezTo>
                  <a:pt x="1892879" y="82656"/>
                  <a:pt x="1894925" y="84144"/>
                  <a:pt x="1897443" y="85183"/>
                </a:cubicBezTo>
                <a:cubicBezTo>
                  <a:pt x="1899961" y="86220"/>
                  <a:pt x="1903041" y="86738"/>
                  <a:pt x="1906684" y="86738"/>
                </a:cubicBezTo>
                <a:cubicBezTo>
                  <a:pt x="1909561" y="86738"/>
                  <a:pt x="1912124" y="86502"/>
                  <a:pt x="1914373" y="86030"/>
                </a:cubicBezTo>
                <a:cubicBezTo>
                  <a:pt x="1916621" y="85558"/>
                  <a:pt x="1918566" y="85030"/>
                  <a:pt x="1920207" y="84445"/>
                </a:cubicBezTo>
                <a:cubicBezTo>
                  <a:pt x="1921848" y="83861"/>
                  <a:pt x="1923197" y="83332"/>
                  <a:pt x="1924254" y="82860"/>
                </a:cubicBezTo>
                <a:cubicBezTo>
                  <a:pt x="1925311" y="82388"/>
                  <a:pt x="1926109" y="82152"/>
                  <a:pt x="1926648" y="82152"/>
                </a:cubicBezTo>
                <a:cubicBezTo>
                  <a:pt x="1926963" y="82152"/>
                  <a:pt x="1927244" y="82231"/>
                  <a:pt x="1927491" y="82388"/>
                </a:cubicBezTo>
                <a:cubicBezTo>
                  <a:pt x="1927739" y="82545"/>
                  <a:pt x="1927930" y="82781"/>
                  <a:pt x="1928065" y="83096"/>
                </a:cubicBezTo>
                <a:cubicBezTo>
                  <a:pt x="1928200" y="83411"/>
                  <a:pt x="1928301" y="83849"/>
                  <a:pt x="1928368" y="84411"/>
                </a:cubicBezTo>
                <a:cubicBezTo>
                  <a:pt x="1928436" y="84973"/>
                  <a:pt x="1928469" y="85659"/>
                  <a:pt x="1928469" y="86469"/>
                </a:cubicBezTo>
                <a:cubicBezTo>
                  <a:pt x="1928469" y="87053"/>
                  <a:pt x="1928447" y="87559"/>
                  <a:pt x="1928402" y="87986"/>
                </a:cubicBezTo>
                <a:cubicBezTo>
                  <a:pt x="1928357" y="88413"/>
                  <a:pt x="1928301" y="88796"/>
                  <a:pt x="1928233" y="89133"/>
                </a:cubicBezTo>
                <a:cubicBezTo>
                  <a:pt x="1928166" y="89470"/>
                  <a:pt x="1928053" y="89774"/>
                  <a:pt x="1927896" y="90043"/>
                </a:cubicBezTo>
                <a:cubicBezTo>
                  <a:pt x="1927739" y="90313"/>
                  <a:pt x="1927536" y="90572"/>
                  <a:pt x="1927289" y="90819"/>
                </a:cubicBezTo>
                <a:cubicBezTo>
                  <a:pt x="1927042" y="91066"/>
                  <a:pt x="1926311" y="91471"/>
                  <a:pt x="1925097" y="92033"/>
                </a:cubicBezTo>
                <a:cubicBezTo>
                  <a:pt x="1923883" y="92595"/>
                  <a:pt x="1922309" y="93146"/>
                  <a:pt x="1920376" y="93685"/>
                </a:cubicBezTo>
                <a:cubicBezTo>
                  <a:pt x="1918442" y="94225"/>
                  <a:pt x="1916205" y="94708"/>
                  <a:pt x="1913664" y="95136"/>
                </a:cubicBezTo>
                <a:cubicBezTo>
                  <a:pt x="1911124" y="95563"/>
                  <a:pt x="1908415" y="95776"/>
                  <a:pt x="1905537" y="95776"/>
                </a:cubicBezTo>
                <a:cubicBezTo>
                  <a:pt x="1900546" y="95776"/>
                  <a:pt x="1896173" y="95079"/>
                  <a:pt x="1892418" y="93683"/>
                </a:cubicBezTo>
                <a:cubicBezTo>
                  <a:pt x="1888664" y="92288"/>
                  <a:pt x="1885505" y="90218"/>
                  <a:pt x="1882942" y="87472"/>
                </a:cubicBezTo>
                <a:cubicBezTo>
                  <a:pt x="1880379" y="84726"/>
                  <a:pt x="1878445" y="81283"/>
                  <a:pt x="1877141" y="77142"/>
                </a:cubicBezTo>
                <a:cubicBezTo>
                  <a:pt x="1875837" y="73001"/>
                  <a:pt x="1875185" y="68184"/>
                  <a:pt x="1875185" y="62693"/>
                </a:cubicBezTo>
                <a:cubicBezTo>
                  <a:pt x="1875185" y="57471"/>
                  <a:pt x="1875860" y="52779"/>
                  <a:pt x="1877209" y="48615"/>
                </a:cubicBezTo>
                <a:cubicBezTo>
                  <a:pt x="1878558" y="44452"/>
                  <a:pt x="1880502" y="40919"/>
                  <a:pt x="1883043" y="38015"/>
                </a:cubicBezTo>
                <a:cubicBezTo>
                  <a:pt x="1885584" y="35112"/>
                  <a:pt x="1888652" y="32884"/>
                  <a:pt x="1892250" y="31332"/>
                </a:cubicBezTo>
                <a:cubicBezTo>
                  <a:pt x="1895847" y="29779"/>
                  <a:pt x="1899871" y="29003"/>
                  <a:pt x="1904323" y="29003"/>
                </a:cubicBezTo>
                <a:cubicBezTo>
                  <a:pt x="1909089" y="29003"/>
                  <a:pt x="1913147" y="29767"/>
                  <a:pt x="1916497" y="31296"/>
                </a:cubicBezTo>
                <a:cubicBezTo>
                  <a:pt x="1919847" y="32825"/>
                  <a:pt x="1922601" y="34882"/>
                  <a:pt x="1924760" y="37467"/>
                </a:cubicBezTo>
                <a:cubicBezTo>
                  <a:pt x="1926918" y="40053"/>
                  <a:pt x="1928503" y="43088"/>
                  <a:pt x="1929515" y="46573"/>
                </a:cubicBezTo>
                <a:cubicBezTo>
                  <a:pt x="1930526" y="50058"/>
                  <a:pt x="1931032" y="53779"/>
                  <a:pt x="1931032" y="57736"/>
                </a:cubicBezTo>
                <a:lnTo>
                  <a:pt x="1931032" y="59759"/>
                </a:lnTo>
                <a:moveTo>
                  <a:pt x="1919836" y="56454"/>
                </a:moveTo>
                <a:cubicBezTo>
                  <a:pt x="1919971" y="50609"/>
                  <a:pt x="1918678" y="46022"/>
                  <a:pt x="1915958" y="42695"/>
                </a:cubicBezTo>
                <a:cubicBezTo>
                  <a:pt x="1913237" y="39367"/>
                  <a:pt x="1909202" y="37704"/>
                  <a:pt x="1903851" y="37704"/>
                </a:cubicBezTo>
                <a:cubicBezTo>
                  <a:pt x="1901108" y="37704"/>
                  <a:pt x="1898702" y="38221"/>
                  <a:pt x="1896634" y="39255"/>
                </a:cubicBezTo>
                <a:cubicBezTo>
                  <a:pt x="1894565" y="40289"/>
                  <a:pt x="1892834" y="41660"/>
                  <a:pt x="1891440" y="43369"/>
                </a:cubicBezTo>
                <a:cubicBezTo>
                  <a:pt x="1890046" y="45078"/>
                  <a:pt x="1888967" y="47068"/>
                  <a:pt x="1888203" y="49338"/>
                </a:cubicBezTo>
                <a:cubicBezTo>
                  <a:pt x="1887438" y="51609"/>
                  <a:pt x="1887011" y="53981"/>
                  <a:pt x="1886921" y="56454"/>
                </a:cubicBezTo>
                <a:lnTo>
                  <a:pt x="1919836" y="5645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Standardelement,">
            <a:extLst xmlns:a="http://schemas.openxmlformats.org/drawingml/2006/main">
              <a:ext uri="{FF2B5EF4-FFF2-40B4-BE49-F238E27FC236}">
                <a16:creationId xmlns:a16="http://schemas.microsoft.com/office/drawing/2014/main" id="{B3CBC464-5997-433B-9751-B3C73D20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998" y="1952520"/>
            <a:ext cx="1020459" cy="113583"/>
          </a:xfrm>
          <a:custGeom xmlns:a="http://schemas.openxmlformats.org/drawingml/2006/main">
            <a:pathLst>
              <a:path w="1020459" h="113583">
                <a:moveTo>
                  <a:pt x="53689" y="69569"/>
                </a:moveTo>
                <a:cubicBezTo>
                  <a:pt x="53689" y="73666"/>
                  <a:pt x="52936" y="77314"/>
                  <a:pt x="51429" y="80512"/>
                </a:cubicBezTo>
                <a:cubicBezTo>
                  <a:pt x="49923" y="83709"/>
                  <a:pt x="47832" y="86422"/>
                  <a:pt x="45157" y="88652"/>
                </a:cubicBezTo>
                <a:cubicBezTo>
                  <a:pt x="42481" y="90881"/>
                  <a:pt x="39334" y="92558"/>
                  <a:pt x="35714" y="93683"/>
                </a:cubicBezTo>
                <a:cubicBezTo>
                  <a:pt x="32094" y="94809"/>
                  <a:pt x="28193" y="95372"/>
                  <a:pt x="24012" y="95372"/>
                </a:cubicBezTo>
                <a:cubicBezTo>
                  <a:pt x="21089" y="95372"/>
                  <a:pt x="18380" y="95124"/>
                  <a:pt x="15884" y="94630"/>
                </a:cubicBezTo>
                <a:cubicBezTo>
                  <a:pt x="13388" y="94135"/>
                  <a:pt x="11163" y="93528"/>
                  <a:pt x="9207" y="92809"/>
                </a:cubicBezTo>
                <a:cubicBezTo>
                  <a:pt x="7251" y="92089"/>
                  <a:pt x="5609" y="91347"/>
                  <a:pt x="4283" y="90583"/>
                </a:cubicBezTo>
                <a:cubicBezTo>
                  <a:pt x="2956" y="89818"/>
                  <a:pt x="2035" y="89166"/>
                  <a:pt x="1518" y="88627"/>
                </a:cubicBezTo>
                <a:cubicBezTo>
                  <a:pt x="1000" y="88087"/>
                  <a:pt x="618" y="87402"/>
                  <a:pt x="371" y="86570"/>
                </a:cubicBezTo>
                <a:cubicBezTo>
                  <a:pt x="124" y="85738"/>
                  <a:pt x="0" y="84625"/>
                  <a:pt x="0" y="83231"/>
                </a:cubicBezTo>
                <a:cubicBezTo>
                  <a:pt x="0" y="82242"/>
                  <a:pt x="45" y="81421"/>
                  <a:pt x="135" y="80769"/>
                </a:cubicBezTo>
                <a:cubicBezTo>
                  <a:pt x="225" y="80117"/>
                  <a:pt x="360" y="79589"/>
                  <a:pt x="540" y="79184"/>
                </a:cubicBezTo>
                <a:cubicBezTo>
                  <a:pt x="719" y="78779"/>
                  <a:pt x="944" y="78498"/>
                  <a:pt x="1214" y="78341"/>
                </a:cubicBezTo>
                <a:cubicBezTo>
                  <a:pt x="1484" y="78184"/>
                  <a:pt x="1799" y="78105"/>
                  <a:pt x="2158" y="78105"/>
                </a:cubicBezTo>
                <a:cubicBezTo>
                  <a:pt x="2788" y="78105"/>
                  <a:pt x="3676" y="78487"/>
                  <a:pt x="4823" y="79252"/>
                </a:cubicBezTo>
                <a:cubicBezTo>
                  <a:pt x="5969" y="80016"/>
                  <a:pt x="7442" y="80848"/>
                  <a:pt x="9240" y="81747"/>
                </a:cubicBezTo>
                <a:cubicBezTo>
                  <a:pt x="11039" y="82646"/>
                  <a:pt x="13209" y="83490"/>
                  <a:pt x="15749" y="84276"/>
                </a:cubicBezTo>
                <a:cubicBezTo>
                  <a:pt x="18290" y="85063"/>
                  <a:pt x="21224" y="85457"/>
                  <a:pt x="24551" y="85457"/>
                </a:cubicBezTo>
                <a:cubicBezTo>
                  <a:pt x="27069" y="85457"/>
                  <a:pt x="29374" y="85119"/>
                  <a:pt x="31465" y="84443"/>
                </a:cubicBezTo>
                <a:cubicBezTo>
                  <a:pt x="33555" y="83767"/>
                  <a:pt x="35354" y="82809"/>
                  <a:pt x="36860" y="81570"/>
                </a:cubicBezTo>
                <a:cubicBezTo>
                  <a:pt x="38367" y="80329"/>
                  <a:pt x="39525" y="78808"/>
                  <a:pt x="40334" y="77005"/>
                </a:cubicBezTo>
                <a:cubicBezTo>
                  <a:pt x="41143" y="75202"/>
                  <a:pt x="41548" y="73151"/>
                  <a:pt x="41548" y="70852"/>
                </a:cubicBezTo>
                <a:cubicBezTo>
                  <a:pt x="41548" y="68375"/>
                  <a:pt x="40986" y="66259"/>
                  <a:pt x="39862" y="64504"/>
                </a:cubicBezTo>
                <a:cubicBezTo>
                  <a:pt x="38738" y="62747"/>
                  <a:pt x="37254" y="61205"/>
                  <a:pt x="35410" y="59877"/>
                </a:cubicBezTo>
                <a:cubicBezTo>
                  <a:pt x="33567" y="58548"/>
                  <a:pt x="31465" y="57332"/>
                  <a:pt x="29104" y="56229"/>
                </a:cubicBezTo>
                <a:cubicBezTo>
                  <a:pt x="26743" y="55124"/>
                  <a:pt x="24326" y="53998"/>
                  <a:pt x="21853" y="52850"/>
                </a:cubicBezTo>
                <a:cubicBezTo>
                  <a:pt x="19380" y="51702"/>
                  <a:pt x="16974" y="50430"/>
                  <a:pt x="14636" y="49035"/>
                </a:cubicBezTo>
                <a:cubicBezTo>
                  <a:pt x="12298" y="47638"/>
                  <a:pt x="10207" y="45994"/>
                  <a:pt x="8364" y="44103"/>
                </a:cubicBezTo>
                <a:cubicBezTo>
                  <a:pt x="6520" y="42211"/>
                  <a:pt x="5025" y="39993"/>
                  <a:pt x="3878" y="37448"/>
                </a:cubicBezTo>
                <a:cubicBezTo>
                  <a:pt x="2732" y="34904"/>
                  <a:pt x="2158" y="31852"/>
                  <a:pt x="2158" y="28295"/>
                </a:cubicBezTo>
                <a:cubicBezTo>
                  <a:pt x="2158" y="24648"/>
                  <a:pt x="2822" y="21395"/>
                  <a:pt x="4148" y="18536"/>
                </a:cubicBezTo>
                <a:cubicBezTo>
                  <a:pt x="5475" y="15675"/>
                  <a:pt x="7318" y="13276"/>
                  <a:pt x="9679" y="11340"/>
                </a:cubicBezTo>
                <a:cubicBezTo>
                  <a:pt x="12039" y="9403"/>
                  <a:pt x="14850" y="7929"/>
                  <a:pt x="18110" y="6916"/>
                </a:cubicBezTo>
                <a:cubicBezTo>
                  <a:pt x="21370" y="5902"/>
                  <a:pt x="24888" y="5396"/>
                  <a:pt x="28665" y="5396"/>
                </a:cubicBezTo>
                <a:cubicBezTo>
                  <a:pt x="30599" y="5396"/>
                  <a:pt x="32544" y="5567"/>
                  <a:pt x="34500" y="5908"/>
                </a:cubicBezTo>
                <a:cubicBezTo>
                  <a:pt x="36456" y="6248"/>
                  <a:pt x="38299" y="6703"/>
                  <a:pt x="40030" y="7272"/>
                </a:cubicBezTo>
                <a:cubicBezTo>
                  <a:pt x="41762" y="7839"/>
                  <a:pt x="43302" y="8476"/>
                  <a:pt x="44651" y="9181"/>
                </a:cubicBezTo>
                <a:cubicBezTo>
                  <a:pt x="46000" y="9885"/>
                  <a:pt x="46888" y="10454"/>
                  <a:pt x="47315" y="10887"/>
                </a:cubicBezTo>
                <a:cubicBezTo>
                  <a:pt x="47742" y="11318"/>
                  <a:pt x="48023" y="11657"/>
                  <a:pt x="48158" y="11905"/>
                </a:cubicBezTo>
                <a:cubicBezTo>
                  <a:pt x="48293" y="12152"/>
                  <a:pt x="48405" y="12467"/>
                  <a:pt x="48495" y="12849"/>
                </a:cubicBezTo>
                <a:cubicBezTo>
                  <a:pt x="48585" y="13231"/>
                  <a:pt x="48653" y="13692"/>
                  <a:pt x="48698" y="14232"/>
                </a:cubicBezTo>
                <a:cubicBezTo>
                  <a:pt x="48743" y="14771"/>
                  <a:pt x="48765" y="15468"/>
                  <a:pt x="48765" y="16322"/>
                </a:cubicBezTo>
                <a:cubicBezTo>
                  <a:pt x="48765" y="17132"/>
                  <a:pt x="48731" y="17851"/>
                  <a:pt x="48664" y="18481"/>
                </a:cubicBezTo>
                <a:cubicBezTo>
                  <a:pt x="48596" y="19110"/>
                  <a:pt x="48495" y="19639"/>
                  <a:pt x="48360" y="20066"/>
                </a:cubicBezTo>
                <a:cubicBezTo>
                  <a:pt x="48225" y="20493"/>
                  <a:pt x="48034" y="20808"/>
                  <a:pt x="47787" y="21010"/>
                </a:cubicBezTo>
                <a:cubicBezTo>
                  <a:pt x="47540" y="21212"/>
                  <a:pt x="47259" y="21314"/>
                  <a:pt x="46944" y="21314"/>
                </a:cubicBezTo>
                <a:cubicBezTo>
                  <a:pt x="46449" y="21314"/>
                  <a:pt x="45674" y="20995"/>
                  <a:pt x="44617" y="20359"/>
                </a:cubicBezTo>
                <a:cubicBezTo>
                  <a:pt x="43560" y="19722"/>
                  <a:pt x="42268" y="19006"/>
                  <a:pt x="40739" y="18211"/>
                </a:cubicBezTo>
                <a:cubicBezTo>
                  <a:pt x="39210" y="17416"/>
                  <a:pt x="37400" y="16689"/>
                  <a:pt x="35309" y="16029"/>
                </a:cubicBezTo>
                <a:cubicBezTo>
                  <a:pt x="33218" y="15370"/>
                  <a:pt x="30869" y="15041"/>
                  <a:pt x="28261" y="15041"/>
                </a:cubicBezTo>
                <a:cubicBezTo>
                  <a:pt x="25833" y="15041"/>
                  <a:pt x="23719" y="15368"/>
                  <a:pt x="21921" y="16023"/>
                </a:cubicBezTo>
                <a:cubicBezTo>
                  <a:pt x="20122" y="16677"/>
                  <a:pt x="18638" y="17544"/>
                  <a:pt x="17469" y="18626"/>
                </a:cubicBezTo>
                <a:cubicBezTo>
                  <a:pt x="16300" y="19708"/>
                  <a:pt x="15423" y="20993"/>
                  <a:pt x="14839" y="22481"/>
                </a:cubicBezTo>
                <a:cubicBezTo>
                  <a:pt x="14254" y="23969"/>
                  <a:pt x="13962" y="25547"/>
                  <a:pt x="13962" y="27215"/>
                </a:cubicBezTo>
                <a:cubicBezTo>
                  <a:pt x="13962" y="29648"/>
                  <a:pt x="14524" y="31742"/>
                  <a:pt x="15648" y="33499"/>
                </a:cubicBezTo>
                <a:cubicBezTo>
                  <a:pt x="16772" y="35254"/>
                  <a:pt x="18267" y="36807"/>
                  <a:pt x="20133" y="38159"/>
                </a:cubicBezTo>
                <a:cubicBezTo>
                  <a:pt x="21999" y="39509"/>
                  <a:pt x="24124" y="40748"/>
                  <a:pt x="26507" y="41875"/>
                </a:cubicBezTo>
                <a:cubicBezTo>
                  <a:pt x="28890" y="43000"/>
                  <a:pt x="31318" y="44137"/>
                  <a:pt x="33792" y="45285"/>
                </a:cubicBezTo>
                <a:cubicBezTo>
                  <a:pt x="36265" y="46433"/>
                  <a:pt x="38693" y="47694"/>
                  <a:pt x="41076" y="49069"/>
                </a:cubicBezTo>
                <a:cubicBezTo>
                  <a:pt x="43459" y="50441"/>
                  <a:pt x="45584" y="52062"/>
                  <a:pt x="47450" y="53931"/>
                </a:cubicBezTo>
                <a:cubicBezTo>
                  <a:pt x="49316" y="55800"/>
                  <a:pt x="50822" y="58007"/>
                  <a:pt x="51969" y="60552"/>
                </a:cubicBezTo>
                <a:cubicBezTo>
                  <a:pt x="53115" y="63095"/>
                  <a:pt x="53689" y="66101"/>
                  <a:pt x="53689" y="69569"/>
                </a:cubicBezTo>
                <a:close/>
                <a:moveTo>
                  <a:pt x="100500" y="87952"/>
                </a:moveTo>
                <a:cubicBezTo>
                  <a:pt x="100500" y="89256"/>
                  <a:pt x="100410" y="90291"/>
                  <a:pt x="100230" y="91055"/>
                </a:cubicBezTo>
                <a:cubicBezTo>
                  <a:pt x="100050" y="91819"/>
                  <a:pt x="99780" y="92382"/>
                  <a:pt x="99420" y="92741"/>
                </a:cubicBezTo>
                <a:cubicBezTo>
                  <a:pt x="99061" y="93101"/>
                  <a:pt x="98521" y="93438"/>
                  <a:pt x="97802" y="93753"/>
                </a:cubicBezTo>
                <a:cubicBezTo>
                  <a:pt x="97082" y="94068"/>
                  <a:pt x="96262" y="94326"/>
                  <a:pt x="95340" y="94529"/>
                </a:cubicBezTo>
                <a:cubicBezTo>
                  <a:pt x="94418" y="94731"/>
                  <a:pt x="93440" y="94900"/>
                  <a:pt x="92406" y="95034"/>
                </a:cubicBezTo>
                <a:cubicBezTo>
                  <a:pt x="91372" y="95169"/>
                  <a:pt x="90337" y="95237"/>
                  <a:pt x="89303" y="95237"/>
                </a:cubicBezTo>
                <a:cubicBezTo>
                  <a:pt x="86156" y="95237"/>
                  <a:pt x="83458" y="94820"/>
                  <a:pt x="81209" y="93987"/>
                </a:cubicBezTo>
                <a:cubicBezTo>
                  <a:pt x="78961" y="93152"/>
                  <a:pt x="77118" y="91890"/>
                  <a:pt x="75679" y="90199"/>
                </a:cubicBezTo>
                <a:cubicBezTo>
                  <a:pt x="74240" y="88509"/>
                  <a:pt x="73194" y="86368"/>
                  <a:pt x="72542" y="83777"/>
                </a:cubicBezTo>
                <a:cubicBezTo>
                  <a:pt x="71890" y="81186"/>
                  <a:pt x="71564" y="78132"/>
                  <a:pt x="71564" y="74617"/>
                </a:cubicBezTo>
                <a:lnTo>
                  <a:pt x="71564" y="39052"/>
                </a:lnTo>
                <a:lnTo>
                  <a:pt x="63066" y="39052"/>
                </a:lnTo>
                <a:cubicBezTo>
                  <a:pt x="62391" y="39052"/>
                  <a:pt x="61852" y="38693"/>
                  <a:pt x="61447" y="37973"/>
                </a:cubicBezTo>
                <a:cubicBezTo>
                  <a:pt x="61042" y="37254"/>
                  <a:pt x="60840" y="36085"/>
                  <a:pt x="60840" y="34466"/>
                </a:cubicBezTo>
                <a:cubicBezTo>
                  <a:pt x="60840" y="33612"/>
                  <a:pt x="60896" y="32892"/>
                  <a:pt x="61009" y="32308"/>
                </a:cubicBezTo>
                <a:cubicBezTo>
                  <a:pt x="61121" y="31723"/>
                  <a:pt x="61267" y="31240"/>
                  <a:pt x="61447" y="30858"/>
                </a:cubicBezTo>
                <a:cubicBezTo>
                  <a:pt x="61627" y="30475"/>
                  <a:pt x="61863" y="30206"/>
                  <a:pt x="62155" y="30048"/>
                </a:cubicBezTo>
                <a:cubicBezTo>
                  <a:pt x="62448" y="29891"/>
                  <a:pt x="62774" y="29812"/>
                  <a:pt x="63133" y="29812"/>
                </a:cubicBezTo>
                <a:lnTo>
                  <a:pt x="71564" y="29812"/>
                </a:lnTo>
                <a:lnTo>
                  <a:pt x="71564" y="15378"/>
                </a:lnTo>
                <a:cubicBezTo>
                  <a:pt x="71564" y="15063"/>
                  <a:pt x="71643" y="14771"/>
                  <a:pt x="71800" y="14501"/>
                </a:cubicBezTo>
                <a:cubicBezTo>
                  <a:pt x="71958" y="14232"/>
                  <a:pt x="72250" y="13995"/>
                  <a:pt x="72677" y="13793"/>
                </a:cubicBezTo>
                <a:cubicBezTo>
                  <a:pt x="73104" y="13591"/>
                  <a:pt x="73678" y="13445"/>
                  <a:pt x="74397" y="13355"/>
                </a:cubicBezTo>
                <a:cubicBezTo>
                  <a:pt x="75117" y="13265"/>
                  <a:pt x="76016" y="13220"/>
                  <a:pt x="77095" y="13220"/>
                </a:cubicBezTo>
                <a:cubicBezTo>
                  <a:pt x="78219" y="13220"/>
                  <a:pt x="79141" y="13265"/>
                  <a:pt x="79860" y="13355"/>
                </a:cubicBezTo>
                <a:cubicBezTo>
                  <a:pt x="80580" y="13445"/>
                  <a:pt x="81142" y="13591"/>
                  <a:pt x="81547" y="13793"/>
                </a:cubicBezTo>
                <a:cubicBezTo>
                  <a:pt x="81951" y="13995"/>
                  <a:pt x="82244" y="14232"/>
                  <a:pt x="82423" y="14501"/>
                </a:cubicBezTo>
                <a:cubicBezTo>
                  <a:pt x="82603" y="14771"/>
                  <a:pt x="82693" y="15063"/>
                  <a:pt x="82693" y="15378"/>
                </a:cubicBezTo>
                <a:lnTo>
                  <a:pt x="82693" y="29812"/>
                </a:lnTo>
                <a:lnTo>
                  <a:pt x="98274" y="29812"/>
                </a:lnTo>
                <a:cubicBezTo>
                  <a:pt x="98633" y="29812"/>
                  <a:pt x="98948" y="29891"/>
                  <a:pt x="99218" y="30048"/>
                </a:cubicBezTo>
                <a:cubicBezTo>
                  <a:pt x="99488" y="30206"/>
                  <a:pt x="99724" y="30475"/>
                  <a:pt x="99926" y="30858"/>
                </a:cubicBezTo>
                <a:cubicBezTo>
                  <a:pt x="100129" y="31240"/>
                  <a:pt x="100275" y="31723"/>
                  <a:pt x="100365" y="32308"/>
                </a:cubicBezTo>
                <a:cubicBezTo>
                  <a:pt x="100455" y="32892"/>
                  <a:pt x="100500" y="33612"/>
                  <a:pt x="100500" y="34466"/>
                </a:cubicBezTo>
                <a:cubicBezTo>
                  <a:pt x="100500" y="36085"/>
                  <a:pt x="100297" y="37254"/>
                  <a:pt x="99893" y="37973"/>
                </a:cubicBezTo>
                <a:cubicBezTo>
                  <a:pt x="99488" y="38693"/>
                  <a:pt x="98948" y="39052"/>
                  <a:pt x="98274" y="39052"/>
                </a:cubicBezTo>
                <a:lnTo>
                  <a:pt x="82693" y="39052"/>
                </a:lnTo>
                <a:lnTo>
                  <a:pt x="82693" y="73011"/>
                </a:lnTo>
                <a:cubicBezTo>
                  <a:pt x="82693" y="77204"/>
                  <a:pt x="83312" y="80372"/>
                  <a:pt x="84548" y="82514"/>
                </a:cubicBezTo>
                <a:cubicBezTo>
                  <a:pt x="85785" y="84656"/>
                  <a:pt x="87999" y="85727"/>
                  <a:pt x="91192" y="85727"/>
                </a:cubicBezTo>
                <a:cubicBezTo>
                  <a:pt x="92226" y="85727"/>
                  <a:pt x="93148" y="85625"/>
                  <a:pt x="93957" y="85423"/>
                </a:cubicBezTo>
                <a:cubicBezTo>
                  <a:pt x="94766" y="85221"/>
                  <a:pt x="95486" y="85007"/>
                  <a:pt x="96115" y="84782"/>
                </a:cubicBezTo>
                <a:cubicBezTo>
                  <a:pt x="96745" y="84558"/>
                  <a:pt x="97285" y="84344"/>
                  <a:pt x="97734" y="84142"/>
                </a:cubicBezTo>
                <a:cubicBezTo>
                  <a:pt x="98184" y="83939"/>
                  <a:pt x="98589" y="83838"/>
                  <a:pt x="98948" y="83838"/>
                </a:cubicBezTo>
                <a:cubicBezTo>
                  <a:pt x="99173" y="83838"/>
                  <a:pt x="99387" y="83894"/>
                  <a:pt x="99589" y="84007"/>
                </a:cubicBezTo>
                <a:cubicBezTo>
                  <a:pt x="99791" y="84119"/>
                  <a:pt x="99949" y="84333"/>
                  <a:pt x="100061" y="84647"/>
                </a:cubicBezTo>
                <a:cubicBezTo>
                  <a:pt x="100174" y="84962"/>
                  <a:pt x="100275" y="85389"/>
                  <a:pt x="100365" y="85929"/>
                </a:cubicBezTo>
                <a:cubicBezTo>
                  <a:pt x="100455" y="86469"/>
                  <a:pt x="100500" y="87143"/>
                  <a:pt x="100500" y="87952"/>
                </a:cubicBezTo>
                <a:close/>
                <a:moveTo>
                  <a:pt x="159005" y="92404"/>
                </a:moveTo>
                <a:cubicBezTo>
                  <a:pt x="159005" y="92944"/>
                  <a:pt x="158826" y="93348"/>
                  <a:pt x="158466" y="93618"/>
                </a:cubicBezTo>
                <a:cubicBezTo>
                  <a:pt x="158106" y="93888"/>
                  <a:pt x="157612" y="94090"/>
                  <a:pt x="156982" y="94225"/>
                </a:cubicBezTo>
                <a:cubicBezTo>
                  <a:pt x="156353" y="94360"/>
                  <a:pt x="155431" y="94427"/>
                  <a:pt x="154217" y="94427"/>
                </a:cubicBezTo>
                <a:cubicBezTo>
                  <a:pt x="153048" y="94427"/>
                  <a:pt x="152115" y="94360"/>
                  <a:pt x="151418" y="94225"/>
                </a:cubicBezTo>
                <a:cubicBezTo>
                  <a:pt x="150721" y="94090"/>
                  <a:pt x="150215" y="93888"/>
                  <a:pt x="149900" y="93618"/>
                </a:cubicBezTo>
                <a:cubicBezTo>
                  <a:pt x="149585" y="93348"/>
                  <a:pt x="149428" y="92944"/>
                  <a:pt x="149428" y="92404"/>
                </a:cubicBezTo>
                <a:lnTo>
                  <a:pt x="149428" y="86334"/>
                </a:lnTo>
                <a:cubicBezTo>
                  <a:pt x="146775" y="89166"/>
                  <a:pt x="143818" y="91381"/>
                  <a:pt x="140558" y="92977"/>
                </a:cubicBezTo>
                <a:cubicBezTo>
                  <a:pt x="137298" y="94574"/>
                  <a:pt x="133847" y="95372"/>
                  <a:pt x="130205" y="95372"/>
                </a:cubicBezTo>
                <a:cubicBezTo>
                  <a:pt x="127013" y="95372"/>
                  <a:pt x="124124" y="94954"/>
                  <a:pt x="121538" y="94120"/>
                </a:cubicBezTo>
                <a:cubicBezTo>
                  <a:pt x="118953" y="93285"/>
                  <a:pt x="116749" y="92078"/>
                  <a:pt x="114928" y="90499"/>
                </a:cubicBezTo>
                <a:cubicBezTo>
                  <a:pt x="113107" y="88919"/>
                  <a:pt x="111691" y="86979"/>
                  <a:pt x="110679" y="84679"/>
                </a:cubicBezTo>
                <a:cubicBezTo>
                  <a:pt x="109667" y="82377"/>
                  <a:pt x="109161" y="79760"/>
                  <a:pt x="109161" y="76826"/>
                </a:cubicBezTo>
                <a:cubicBezTo>
                  <a:pt x="109161" y="73397"/>
                  <a:pt x="109858" y="70419"/>
                  <a:pt x="111252" y="67893"/>
                </a:cubicBezTo>
                <a:cubicBezTo>
                  <a:pt x="112646" y="65365"/>
                  <a:pt x="114647" y="63266"/>
                  <a:pt x="117255" y="61597"/>
                </a:cubicBezTo>
                <a:cubicBezTo>
                  <a:pt x="119863" y="59928"/>
                  <a:pt x="123056" y="58676"/>
                  <a:pt x="126833" y="57841"/>
                </a:cubicBezTo>
                <a:cubicBezTo>
                  <a:pt x="130610" y="57006"/>
                  <a:pt x="134859" y="56589"/>
                  <a:pt x="139580" y="56589"/>
                </a:cubicBezTo>
                <a:lnTo>
                  <a:pt x="147944" y="56589"/>
                </a:lnTo>
                <a:lnTo>
                  <a:pt x="147944" y="51885"/>
                </a:lnTo>
                <a:cubicBezTo>
                  <a:pt x="147944" y="49555"/>
                  <a:pt x="147697" y="47494"/>
                  <a:pt x="147202" y="45702"/>
                </a:cubicBezTo>
                <a:cubicBezTo>
                  <a:pt x="146707" y="43909"/>
                  <a:pt x="145909" y="42419"/>
                  <a:pt x="144808" y="41232"/>
                </a:cubicBezTo>
                <a:cubicBezTo>
                  <a:pt x="143706" y="40045"/>
                  <a:pt x="142278" y="39149"/>
                  <a:pt x="140525" y="38545"/>
                </a:cubicBezTo>
                <a:cubicBezTo>
                  <a:pt x="138771" y="37939"/>
                  <a:pt x="136613" y="37636"/>
                  <a:pt x="134050" y="37636"/>
                </a:cubicBezTo>
                <a:cubicBezTo>
                  <a:pt x="131307" y="37636"/>
                  <a:pt x="128845" y="37959"/>
                  <a:pt x="126664" y="38604"/>
                </a:cubicBezTo>
                <a:cubicBezTo>
                  <a:pt x="124483" y="39249"/>
                  <a:pt x="122572" y="39960"/>
                  <a:pt x="120931" y="40739"/>
                </a:cubicBezTo>
                <a:cubicBezTo>
                  <a:pt x="119290" y="41517"/>
                  <a:pt x="117918" y="42229"/>
                  <a:pt x="116817" y="42874"/>
                </a:cubicBezTo>
                <a:cubicBezTo>
                  <a:pt x="115715" y="43519"/>
                  <a:pt x="114894" y="43841"/>
                  <a:pt x="114355" y="43841"/>
                </a:cubicBezTo>
                <a:cubicBezTo>
                  <a:pt x="113995" y="43841"/>
                  <a:pt x="113680" y="43751"/>
                  <a:pt x="113411" y="43572"/>
                </a:cubicBezTo>
                <a:cubicBezTo>
                  <a:pt x="113141" y="43392"/>
                  <a:pt x="112905" y="43122"/>
                  <a:pt x="112702" y="42762"/>
                </a:cubicBezTo>
                <a:cubicBezTo>
                  <a:pt x="112500" y="42402"/>
                  <a:pt x="112354" y="41942"/>
                  <a:pt x="112264" y="41379"/>
                </a:cubicBezTo>
                <a:cubicBezTo>
                  <a:pt x="112174" y="40817"/>
                  <a:pt x="112129" y="40199"/>
                  <a:pt x="112129" y="39525"/>
                </a:cubicBezTo>
                <a:cubicBezTo>
                  <a:pt x="112129" y="38400"/>
                  <a:pt x="112208" y="37512"/>
                  <a:pt x="112365" y="36860"/>
                </a:cubicBezTo>
                <a:cubicBezTo>
                  <a:pt x="112522" y="36208"/>
                  <a:pt x="112905" y="35590"/>
                  <a:pt x="113512" y="35006"/>
                </a:cubicBezTo>
                <a:cubicBezTo>
                  <a:pt x="114119" y="34421"/>
                  <a:pt x="115164" y="33740"/>
                  <a:pt x="116648" y="32963"/>
                </a:cubicBezTo>
                <a:cubicBezTo>
                  <a:pt x="118132" y="32185"/>
                  <a:pt x="119841" y="31474"/>
                  <a:pt x="121774" y="30830"/>
                </a:cubicBezTo>
                <a:cubicBezTo>
                  <a:pt x="123708" y="30187"/>
                  <a:pt x="125821" y="29654"/>
                  <a:pt x="128114" y="29232"/>
                </a:cubicBezTo>
                <a:cubicBezTo>
                  <a:pt x="130407" y="28810"/>
                  <a:pt x="132723" y="28598"/>
                  <a:pt x="135061" y="28598"/>
                </a:cubicBezTo>
                <a:cubicBezTo>
                  <a:pt x="139423" y="28598"/>
                  <a:pt x="143133" y="29093"/>
                  <a:pt x="146190" y="30082"/>
                </a:cubicBezTo>
                <a:cubicBezTo>
                  <a:pt x="149248" y="31071"/>
                  <a:pt x="151721" y="32521"/>
                  <a:pt x="153610" y="34432"/>
                </a:cubicBezTo>
                <a:cubicBezTo>
                  <a:pt x="155498" y="36343"/>
                  <a:pt x="156870" y="38715"/>
                  <a:pt x="157724" y="41548"/>
                </a:cubicBezTo>
                <a:cubicBezTo>
                  <a:pt x="158578" y="44381"/>
                  <a:pt x="159005" y="47686"/>
                  <a:pt x="159005" y="51463"/>
                </a:cubicBezTo>
                <a:lnTo>
                  <a:pt x="159005" y="92404"/>
                </a:lnTo>
                <a:moveTo>
                  <a:pt x="147944" y="64615"/>
                </a:moveTo>
                <a:lnTo>
                  <a:pt x="138434" y="64615"/>
                </a:lnTo>
                <a:cubicBezTo>
                  <a:pt x="135376" y="64615"/>
                  <a:pt x="132723" y="64876"/>
                  <a:pt x="130475" y="65397"/>
                </a:cubicBezTo>
                <a:cubicBezTo>
                  <a:pt x="128227" y="65917"/>
                  <a:pt x="126361" y="66686"/>
                  <a:pt x="124877" y="67703"/>
                </a:cubicBezTo>
                <a:cubicBezTo>
                  <a:pt x="123393" y="68721"/>
                  <a:pt x="122302" y="69942"/>
                  <a:pt x="121605" y="71369"/>
                </a:cubicBezTo>
                <a:cubicBezTo>
                  <a:pt x="120909" y="72793"/>
                  <a:pt x="120560" y="74433"/>
                  <a:pt x="120560" y="76288"/>
                </a:cubicBezTo>
                <a:cubicBezTo>
                  <a:pt x="120560" y="79455"/>
                  <a:pt x="121561" y="81978"/>
                  <a:pt x="123561" y="83855"/>
                </a:cubicBezTo>
                <a:cubicBezTo>
                  <a:pt x="125562" y="85732"/>
                  <a:pt x="128362" y="86671"/>
                  <a:pt x="131959" y="86671"/>
                </a:cubicBezTo>
                <a:cubicBezTo>
                  <a:pt x="134882" y="86671"/>
                  <a:pt x="137591" y="85925"/>
                  <a:pt x="140086" y="84432"/>
                </a:cubicBezTo>
                <a:cubicBezTo>
                  <a:pt x="142582" y="82939"/>
                  <a:pt x="145201" y="80654"/>
                  <a:pt x="147944" y="77578"/>
                </a:cubicBezTo>
                <a:lnTo>
                  <a:pt x="147944" y="64615"/>
                </a:lnTo>
                <a:close/>
                <a:moveTo>
                  <a:pt x="231713" y="92337"/>
                </a:moveTo>
                <a:cubicBezTo>
                  <a:pt x="231713" y="92696"/>
                  <a:pt x="231623" y="93000"/>
                  <a:pt x="231443" y="93247"/>
                </a:cubicBezTo>
                <a:cubicBezTo>
                  <a:pt x="231263" y="93494"/>
                  <a:pt x="230971" y="93708"/>
                  <a:pt x="230566" y="93888"/>
                </a:cubicBezTo>
                <a:cubicBezTo>
                  <a:pt x="230162" y="94068"/>
                  <a:pt x="229600" y="94203"/>
                  <a:pt x="228880" y="94293"/>
                </a:cubicBezTo>
                <a:cubicBezTo>
                  <a:pt x="228161" y="94382"/>
                  <a:pt x="227262" y="94427"/>
                  <a:pt x="226182" y="94427"/>
                </a:cubicBezTo>
                <a:cubicBezTo>
                  <a:pt x="225058" y="94427"/>
                  <a:pt x="224136" y="94382"/>
                  <a:pt x="223417" y="94293"/>
                </a:cubicBezTo>
                <a:cubicBezTo>
                  <a:pt x="222698" y="94203"/>
                  <a:pt x="222135" y="94068"/>
                  <a:pt x="221731" y="93888"/>
                </a:cubicBezTo>
                <a:cubicBezTo>
                  <a:pt x="221326" y="93708"/>
                  <a:pt x="221034" y="93494"/>
                  <a:pt x="220854" y="93247"/>
                </a:cubicBezTo>
                <a:cubicBezTo>
                  <a:pt x="220674" y="93000"/>
                  <a:pt x="220584" y="92696"/>
                  <a:pt x="220584" y="92337"/>
                </a:cubicBezTo>
                <a:lnTo>
                  <a:pt x="220584" y="56791"/>
                </a:lnTo>
                <a:cubicBezTo>
                  <a:pt x="220584" y="53329"/>
                  <a:pt x="220314" y="50541"/>
                  <a:pt x="219775" y="48428"/>
                </a:cubicBezTo>
                <a:cubicBezTo>
                  <a:pt x="219235" y="46314"/>
                  <a:pt x="218448" y="44493"/>
                  <a:pt x="217414" y="42964"/>
                </a:cubicBezTo>
                <a:cubicBezTo>
                  <a:pt x="216380" y="41436"/>
                  <a:pt x="215042" y="40267"/>
                  <a:pt x="213401" y="39457"/>
                </a:cubicBezTo>
                <a:cubicBezTo>
                  <a:pt x="211760" y="38648"/>
                  <a:pt x="209860" y="38243"/>
                  <a:pt x="207702" y="38243"/>
                </a:cubicBezTo>
                <a:cubicBezTo>
                  <a:pt x="204914" y="38243"/>
                  <a:pt x="202126" y="39232"/>
                  <a:pt x="199338" y="41211"/>
                </a:cubicBezTo>
                <a:cubicBezTo>
                  <a:pt x="196550" y="43189"/>
                  <a:pt x="193627" y="46090"/>
                  <a:pt x="190570" y="49912"/>
                </a:cubicBezTo>
                <a:lnTo>
                  <a:pt x="190570" y="92337"/>
                </a:lnTo>
                <a:cubicBezTo>
                  <a:pt x="190570" y="92696"/>
                  <a:pt x="190480" y="93000"/>
                  <a:pt x="190300" y="93247"/>
                </a:cubicBezTo>
                <a:cubicBezTo>
                  <a:pt x="190120" y="93494"/>
                  <a:pt x="189828" y="93708"/>
                  <a:pt x="189423" y="93888"/>
                </a:cubicBezTo>
                <a:cubicBezTo>
                  <a:pt x="189018" y="94068"/>
                  <a:pt x="188456" y="94203"/>
                  <a:pt x="187737" y="94293"/>
                </a:cubicBezTo>
                <a:cubicBezTo>
                  <a:pt x="187017" y="94382"/>
                  <a:pt x="186096" y="94427"/>
                  <a:pt x="184972" y="94427"/>
                </a:cubicBezTo>
                <a:cubicBezTo>
                  <a:pt x="183892" y="94427"/>
                  <a:pt x="182993" y="94382"/>
                  <a:pt x="182274" y="94293"/>
                </a:cubicBezTo>
                <a:cubicBezTo>
                  <a:pt x="181554" y="94203"/>
                  <a:pt x="180981" y="94068"/>
                  <a:pt x="180554" y="93888"/>
                </a:cubicBezTo>
                <a:cubicBezTo>
                  <a:pt x="180126" y="93708"/>
                  <a:pt x="179834" y="93494"/>
                  <a:pt x="179677" y="93247"/>
                </a:cubicBezTo>
                <a:cubicBezTo>
                  <a:pt x="179519" y="93000"/>
                  <a:pt x="179441" y="92696"/>
                  <a:pt x="179441" y="92337"/>
                </a:cubicBezTo>
                <a:lnTo>
                  <a:pt x="179441" y="31633"/>
                </a:lnTo>
                <a:cubicBezTo>
                  <a:pt x="179441" y="31273"/>
                  <a:pt x="179508" y="30970"/>
                  <a:pt x="179643" y="30723"/>
                </a:cubicBezTo>
                <a:cubicBezTo>
                  <a:pt x="179778" y="30475"/>
                  <a:pt x="180048" y="30251"/>
                  <a:pt x="180452" y="30048"/>
                </a:cubicBezTo>
                <a:cubicBezTo>
                  <a:pt x="180857" y="29846"/>
                  <a:pt x="181374" y="29711"/>
                  <a:pt x="182004" y="29643"/>
                </a:cubicBezTo>
                <a:cubicBezTo>
                  <a:pt x="182633" y="29576"/>
                  <a:pt x="183465" y="29542"/>
                  <a:pt x="184499" y="29542"/>
                </a:cubicBezTo>
                <a:cubicBezTo>
                  <a:pt x="185489" y="29542"/>
                  <a:pt x="186309" y="29576"/>
                  <a:pt x="186961" y="29643"/>
                </a:cubicBezTo>
                <a:cubicBezTo>
                  <a:pt x="187613" y="29711"/>
                  <a:pt x="188119" y="29846"/>
                  <a:pt x="188479" y="30048"/>
                </a:cubicBezTo>
                <a:cubicBezTo>
                  <a:pt x="188839" y="30251"/>
                  <a:pt x="189097" y="30475"/>
                  <a:pt x="189254" y="30723"/>
                </a:cubicBezTo>
                <a:cubicBezTo>
                  <a:pt x="189412" y="30970"/>
                  <a:pt x="189491" y="31273"/>
                  <a:pt x="189491" y="31633"/>
                </a:cubicBezTo>
                <a:lnTo>
                  <a:pt x="189491" y="39660"/>
                </a:lnTo>
                <a:cubicBezTo>
                  <a:pt x="192908" y="35837"/>
                  <a:pt x="196314" y="33038"/>
                  <a:pt x="199709" y="31262"/>
                </a:cubicBezTo>
                <a:cubicBezTo>
                  <a:pt x="203104" y="29486"/>
                  <a:pt x="206532" y="28598"/>
                  <a:pt x="209995" y="28598"/>
                </a:cubicBezTo>
                <a:cubicBezTo>
                  <a:pt x="214042" y="28598"/>
                  <a:pt x="217448" y="29284"/>
                  <a:pt x="220213" y="30655"/>
                </a:cubicBezTo>
                <a:cubicBezTo>
                  <a:pt x="222979" y="32027"/>
                  <a:pt x="225216" y="33859"/>
                  <a:pt x="226924" y="36152"/>
                </a:cubicBezTo>
                <a:cubicBezTo>
                  <a:pt x="228633" y="38445"/>
                  <a:pt x="229858" y="41132"/>
                  <a:pt x="230600" y="44212"/>
                </a:cubicBezTo>
                <a:cubicBezTo>
                  <a:pt x="231342" y="47292"/>
                  <a:pt x="231713" y="50991"/>
                  <a:pt x="231713" y="55307"/>
                </a:cubicBezTo>
                <a:lnTo>
                  <a:pt x="231713" y="92337"/>
                </a:lnTo>
                <a:close/>
                <a:moveTo>
                  <a:pt x="303964" y="92334"/>
                </a:moveTo>
                <a:cubicBezTo>
                  <a:pt x="303964" y="92694"/>
                  <a:pt x="303885" y="93010"/>
                  <a:pt x="303728" y="93281"/>
                </a:cubicBezTo>
                <a:cubicBezTo>
                  <a:pt x="303570" y="93551"/>
                  <a:pt x="303301" y="93764"/>
                  <a:pt x="302918" y="93922"/>
                </a:cubicBezTo>
                <a:cubicBezTo>
                  <a:pt x="302536" y="94079"/>
                  <a:pt x="302030" y="94203"/>
                  <a:pt x="301401" y="94293"/>
                </a:cubicBezTo>
                <a:cubicBezTo>
                  <a:pt x="300771" y="94382"/>
                  <a:pt x="300007" y="94427"/>
                  <a:pt x="299108" y="94427"/>
                </a:cubicBezTo>
                <a:cubicBezTo>
                  <a:pt x="298163" y="94427"/>
                  <a:pt x="297376" y="94382"/>
                  <a:pt x="296747" y="94293"/>
                </a:cubicBezTo>
                <a:cubicBezTo>
                  <a:pt x="296117" y="94204"/>
                  <a:pt x="295600" y="94082"/>
                  <a:pt x="295196" y="93926"/>
                </a:cubicBezTo>
                <a:cubicBezTo>
                  <a:pt x="294791" y="93768"/>
                  <a:pt x="294499" y="93556"/>
                  <a:pt x="294319" y="93287"/>
                </a:cubicBezTo>
                <a:cubicBezTo>
                  <a:pt x="294139" y="93019"/>
                  <a:pt x="294049" y="92706"/>
                  <a:pt x="294049" y="92349"/>
                </a:cubicBezTo>
                <a:lnTo>
                  <a:pt x="294049" y="84367"/>
                </a:lnTo>
                <a:cubicBezTo>
                  <a:pt x="290856" y="87832"/>
                  <a:pt x="287540" y="90533"/>
                  <a:pt x="284100" y="92469"/>
                </a:cubicBezTo>
                <a:cubicBezTo>
                  <a:pt x="280660" y="94404"/>
                  <a:pt x="276895" y="95372"/>
                  <a:pt x="272803" y="95372"/>
                </a:cubicBezTo>
                <a:cubicBezTo>
                  <a:pt x="268351" y="95372"/>
                  <a:pt x="264552" y="94505"/>
                  <a:pt x="261404" y="92773"/>
                </a:cubicBezTo>
                <a:cubicBezTo>
                  <a:pt x="258256" y="91040"/>
                  <a:pt x="255705" y="88700"/>
                  <a:pt x="253749" y="85752"/>
                </a:cubicBezTo>
                <a:cubicBezTo>
                  <a:pt x="251793" y="82802"/>
                  <a:pt x="250365" y="79337"/>
                  <a:pt x="249466" y="75354"/>
                </a:cubicBezTo>
                <a:cubicBezTo>
                  <a:pt x="248566" y="71371"/>
                  <a:pt x="248117" y="67173"/>
                  <a:pt x="248117" y="62761"/>
                </a:cubicBezTo>
                <a:cubicBezTo>
                  <a:pt x="248117" y="57540"/>
                  <a:pt x="248679" y="52826"/>
                  <a:pt x="249803" y="48617"/>
                </a:cubicBezTo>
                <a:cubicBezTo>
                  <a:pt x="250927" y="44409"/>
                  <a:pt x="252591" y="40819"/>
                  <a:pt x="254794" y="37849"/>
                </a:cubicBezTo>
                <a:cubicBezTo>
                  <a:pt x="256997" y="34877"/>
                  <a:pt x="259729" y="32592"/>
                  <a:pt x="262989" y="30995"/>
                </a:cubicBezTo>
                <a:cubicBezTo>
                  <a:pt x="266249" y="29397"/>
                  <a:pt x="270015" y="28598"/>
                  <a:pt x="274287" y="28598"/>
                </a:cubicBezTo>
                <a:cubicBezTo>
                  <a:pt x="277839" y="28598"/>
                  <a:pt x="281088" y="29374"/>
                  <a:pt x="284033" y="30927"/>
                </a:cubicBezTo>
                <a:cubicBezTo>
                  <a:pt x="286978" y="32480"/>
                  <a:pt x="289890" y="34764"/>
                  <a:pt x="292767" y="37779"/>
                </a:cubicBezTo>
                <a:lnTo>
                  <a:pt x="292767" y="2432"/>
                </a:lnTo>
                <a:cubicBezTo>
                  <a:pt x="292767" y="2118"/>
                  <a:pt x="292846" y="1814"/>
                  <a:pt x="293003" y="1522"/>
                </a:cubicBezTo>
                <a:cubicBezTo>
                  <a:pt x="293161" y="1228"/>
                  <a:pt x="293464" y="1003"/>
                  <a:pt x="293914" y="845"/>
                </a:cubicBezTo>
                <a:cubicBezTo>
                  <a:pt x="294364" y="686"/>
                  <a:pt x="294937" y="551"/>
                  <a:pt x="295634" y="438"/>
                </a:cubicBezTo>
                <a:cubicBezTo>
                  <a:pt x="296331" y="326"/>
                  <a:pt x="297219" y="270"/>
                  <a:pt x="298298" y="270"/>
                </a:cubicBezTo>
                <a:cubicBezTo>
                  <a:pt x="299422" y="270"/>
                  <a:pt x="300344" y="326"/>
                  <a:pt x="301064" y="438"/>
                </a:cubicBezTo>
                <a:cubicBezTo>
                  <a:pt x="301783" y="551"/>
                  <a:pt x="302345" y="686"/>
                  <a:pt x="302750" y="843"/>
                </a:cubicBezTo>
                <a:cubicBezTo>
                  <a:pt x="303154" y="1000"/>
                  <a:pt x="303458" y="1226"/>
                  <a:pt x="303660" y="1520"/>
                </a:cubicBezTo>
                <a:cubicBezTo>
                  <a:pt x="303863" y="1812"/>
                  <a:pt x="303964" y="2115"/>
                  <a:pt x="303964" y="2430"/>
                </a:cubicBezTo>
                <a:lnTo>
                  <a:pt x="303964" y="92334"/>
                </a:lnTo>
                <a:moveTo>
                  <a:pt x="292767" y="49663"/>
                </a:moveTo>
                <a:cubicBezTo>
                  <a:pt x="289755" y="45924"/>
                  <a:pt x="286843" y="43075"/>
                  <a:pt x="284033" y="41116"/>
                </a:cubicBezTo>
                <a:cubicBezTo>
                  <a:pt x="281223" y="39156"/>
                  <a:pt x="278289" y="38176"/>
                  <a:pt x="275231" y="38176"/>
                </a:cubicBezTo>
                <a:cubicBezTo>
                  <a:pt x="272398" y="38176"/>
                  <a:pt x="269992" y="38852"/>
                  <a:pt x="268014" y="40203"/>
                </a:cubicBezTo>
                <a:cubicBezTo>
                  <a:pt x="266035" y="41554"/>
                  <a:pt x="264428" y="43332"/>
                  <a:pt x="263191" y="45538"/>
                </a:cubicBezTo>
                <a:cubicBezTo>
                  <a:pt x="261955" y="47744"/>
                  <a:pt x="261056" y="50243"/>
                  <a:pt x="260493" y="53035"/>
                </a:cubicBezTo>
                <a:cubicBezTo>
                  <a:pt x="259931" y="55827"/>
                  <a:pt x="259650" y="58664"/>
                  <a:pt x="259650" y="61546"/>
                </a:cubicBezTo>
                <a:cubicBezTo>
                  <a:pt x="259650" y="64608"/>
                  <a:pt x="259886" y="67603"/>
                  <a:pt x="260359" y="70530"/>
                </a:cubicBezTo>
                <a:cubicBezTo>
                  <a:pt x="260831" y="73457"/>
                  <a:pt x="261651" y="76057"/>
                  <a:pt x="262820" y="78331"/>
                </a:cubicBezTo>
                <a:cubicBezTo>
                  <a:pt x="263990" y="80604"/>
                  <a:pt x="265541" y="82428"/>
                  <a:pt x="267474" y="83802"/>
                </a:cubicBezTo>
                <a:cubicBezTo>
                  <a:pt x="269408" y="85175"/>
                  <a:pt x="271836" y="85862"/>
                  <a:pt x="274759" y="85862"/>
                </a:cubicBezTo>
                <a:cubicBezTo>
                  <a:pt x="276243" y="85862"/>
                  <a:pt x="277670" y="85659"/>
                  <a:pt x="279042" y="85254"/>
                </a:cubicBezTo>
                <a:cubicBezTo>
                  <a:pt x="280413" y="84848"/>
                  <a:pt x="281818" y="84172"/>
                  <a:pt x="283257" y="83227"/>
                </a:cubicBezTo>
                <a:cubicBezTo>
                  <a:pt x="284696" y="82281"/>
                  <a:pt x="286202" y="81054"/>
                  <a:pt x="287776" y="79545"/>
                </a:cubicBezTo>
                <a:cubicBezTo>
                  <a:pt x="289350" y="78035"/>
                  <a:pt x="291014" y="76177"/>
                  <a:pt x="292767" y="73970"/>
                </a:cubicBezTo>
                <a:lnTo>
                  <a:pt x="292767" y="49663"/>
                </a:lnTo>
                <a:close/>
                <a:moveTo>
                  <a:pt x="370625" y="92404"/>
                </a:moveTo>
                <a:cubicBezTo>
                  <a:pt x="370625" y="92944"/>
                  <a:pt x="370445" y="93348"/>
                  <a:pt x="370086" y="93618"/>
                </a:cubicBezTo>
                <a:cubicBezTo>
                  <a:pt x="369726" y="93888"/>
                  <a:pt x="369231" y="94090"/>
                  <a:pt x="368602" y="94225"/>
                </a:cubicBezTo>
                <a:cubicBezTo>
                  <a:pt x="367972" y="94360"/>
                  <a:pt x="367050" y="94427"/>
                  <a:pt x="365836" y="94427"/>
                </a:cubicBezTo>
                <a:cubicBezTo>
                  <a:pt x="364667" y="94427"/>
                  <a:pt x="363734" y="94360"/>
                  <a:pt x="363037" y="94225"/>
                </a:cubicBezTo>
                <a:cubicBezTo>
                  <a:pt x="362340" y="94090"/>
                  <a:pt x="361834" y="93888"/>
                  <a:pt x="361520" y="93618"/>
                </a:cubicBezTo>
                <a:cubicBezTo>
                  <a:pt x="361205" y="93348"/>
                  <a:pt x="361047" y="92944"/>
                  <a:pt x="361047" y="92404"/>
                </a:cubicBezTo>
                <a:lnTo>
                  <a:pt x="361047" y="86334"/>
                </a:lnTo>
                <a:cubicBezTo>
                  <a:pt x="358394" y="89166"/>
                  <a:pt x="355438" y="91381"/>
                  <a:pt x="352178" y="92977"/>
                </a:cubicBezTo>
                <a:cubicBezTo>
                  <a:pt x="348918" y="94574"/>
                  <a:pt x="345467" y="95372"/>
                  <a:pt x="341825" y="95372"/>
                </a:cubicBezTo>
                <a:cubicBezTo>
                  <a:pt x="338632" y="95372"/>
                  <a:pt x="335743" y="94954"/>
                  <a:pt x="333158" y="94120"/>
                </a:cubicBezTo>
                <a:cubicBezTo>
                  <a:pt x="330572" y="93285"/>
                  <a:pt x="328369" y="92078"/>
                  <a:pt x="326548" y="90499"/>
                </a:cubicBezTo>
                <a:cubicBezTo>
                  <a:pt x="324727" y="88919"/>
                  <a:pt x="323310" y="86979"/>
                  <a:pt x="322298" y="84679"/>
                </a:cubicBezTo>
                <a:cubicBezTo>
                  <a:pt x="321287" y="82377"/>
                  <a:pt x="320781" y="79760"/>
                  <a:pt x="320781" y="76826"/>
                </a:cubicBezTo>
                <a:cubicBezTo>
                  <a:pt x="320781" y="73397"/>
                  <a:pt x="321478" y="70419"/>
                  <a:pt x="322872" y="67893"/>
                </a:cubicBezTo>
                <a:cubicBezTo>
                  <a:pt x="324266" y="65365"/>
                  <a:pt x="326267" y="63266"/>
                  <a:pt x="328875" y="61597"/>
                </a:cubicBezTo>
                <a:cubicBezTo>
                  <a:pt x="331483" y="59928"/>
                  <a:pt x="334675" y="58676"/>
                  <a:pt x="338452" y="57841"/>
                </a:cubicBezTo>
                <a:cubicBezTo>
                  <a:pt x="342229" y="57006"/>
                  <a:pt x="346479" y="56589"/>
                  <a:pt x="351200" y="56589"/>
                </a:cubicBezTo>
                <a:lnTo>
                  <a:pt x="359564" y="56589"/>
                </a:lnTo>
                <a:lnTo>
                  <a:pt x="359564" y="51885"/>
                </a:lnTo>
                <a:cubicBezTo>
                  <a:pt x="359564" y="49555"/>
                  <a:pt x="359316" y="47494"/>
                  <a:pt x="358822" y="45702"/>
                </a:cubicBezTo>
                <a:cubicBezTo>
                  <a:pt x="358327" y="43909"/>
                  <a:pt x="357529" y="42419"/>
                  <a:pt x="356427" y="41232"/>
                </a:cubicBezTo>
                <a:cubicBezTo>
                  <a:pt x="355326" y="40045"/>
                  <a:pt x="353898" y="39149"/>
                  <a:pt x="352144" y="38545"/>
                </a:cubicBezTo>
                <a:cubicBezTo>
                  <a:pt x="350391" y="37939"/>
                  <a:pt x="348232" y="37636"/>
                  <a:pt x="345669" y="37636"/>
                </a:cubicBezTo>
                <a:cubicBezTo>
                  <a:pt x="342926" y="37636"/>
                  <a:pt x="340465" y="37959"/>
                  <a:pt x="338284" y="38604"/>
                </a:cubicBezTo>
                <a:cubicBezTo>
                  <a:pt x="336103" y="39249"/>
                  <a:pt x="334192" y="39960"/>
                  <a:pt x="332551" y="40739"/>
                </a:cubicBezTo>
                <a:cubicBezTo>
                  <a:pt x="330909" y="41517"/>
                  <a:pt x="329538" y="42229"/>
                  <a:pt x="328436" y="42874"/>
                </a:cubicBezTo>
                <a:cubicBezTo>
                  <a:pt x="327335" y="43519"/>
                  <a:pt x="326514" y="43841"/>
                  <a:pt x="325974" y="43841"/>
                </a:cubicBezTo>
                <a:cubicBezTo>
                  <a:pt x="325615" y="43841"/>
                  <a:pt x="325300" y="43751"/>
                  <a:pt x="325030" y="43572"/>
                </a:cubicBezTo>
                <a:cubicBezTo>
                  <a:pt x="324760" y="43392"/>
                  <a:pt x="324524" y="43122"/>
                  <a:pt x="324322" y="42762"/>
                </a:cubicBezTo>
                <a:cubicBezTo>
                  <a:pt x="324120" y="42402"/>
                  <a:pt x="323973" y="41942"/>
                  <a:pt x="323884" y="41379"/>
                </a:cubicBezTo>
                <a:cubicBezTo>
                  <a:pt x="323794" y="40817"/>
                  <a:pt x="323749" y="40199"/>
                  <a:pt x="323749" y="39525"/>
                </a:cubicBezTo>
                <a:cubicBezTo>
                  <a:pt x="323749" y="38400"/>
                  <a:pt x="323827" y="37512"/>
                  <a:pt x="323985" y="36860"/>
                </a:cubicBezTo>
                <a:cubicBezTo>
                  <a:pt x="324142" y="36208"/>
                  <a:pt x="324524" y="35590"/>
                  <a:pt x="325131" y="35006"/>
                </a:cubicBezTo>
                <a:cubicBezTo>
                  <a:pt x="325738" y="34421"/>
                  <a:pt x="326784" y="33740"/>
                  <a:pt x="328268" y="32963"/>
                </a:cubicBezTo>
                <a:cubicBezTo>
                  <a:pt x="329752" y="32185"/>
                  <a:pt x="331460" y="31474"/>
                  <a:pt x="333394" y="30830"/>
                </a:cubicBezTo>
                <a:cubicBezTo>
                  <a:pt x="335327" y="30187"/>
                  <a:pt x="337441" y="29654"/>
                  <a:pt x="339734" y="29232"/>
                </a:cubicBezTo>
                <a:cubicBezTo>
                  <a:pt x="342027" y="28810"/>
                  <a:pt x="344343" y="28598"/>
                  <a:pt x="346681" y="28598"/>
                </a:cubicBezTo>
                <a:cubicBezTo>
                  <a:pt x="351043" y="28598"/>
                  <a:pt x="354752" y="29093"/>
                  <a:pt x="357810" y="30082"/>
                </a:cubicBezTo>
                <a:cubicBezTo>
                  <a:pt x="360868" y="31071"/>
                  <a:pt x="363341" y="32521"/>
                  <a:pt x="365229" y="34432"/>
                </a:cubicBezTo>
                <a:cubicBezTo>
                  <a:pt x="367118" y="36343"/>
                  <a:pt x="368489" y="38715"/>
                  <a:pt x="369344" y="41548"/>
                </a:cubicBezTo>
                <a:cubicBezTo>
                  <a:pt x="370198" y="44381"/>
                  <a:pt x="370625" y="47686"/>
                  <a:pt x="370625" y="51463"/>
                </a:cubicBezTo>
                <a:lnTo>
                  <a:pt x="370625" y="92404"/>
                </a:lnTo>
                <a:moveTo>
                  <a:pt x="359564" y="64615"/>
                </a:moveTo>
                <a:lnTo>
                  <a:pt x="350053" y="64615"/>
                </a:lnTo>
                <a:cubicBezTo>
                  <a:pt x="346996" y="64615"/>
                  <a:pt x="344343" y="64876"/>
                  <a:pt x="342095" y="65397"/>
                </a:cubicBezTo>
                <a:cubicBezTo>
                  <a:pt x="339846" y="65917"/>
                  <a:pt x="337980" y="66686"/>
                  <a:pt x="336496" y="67703"/>
                </a:cubicBezTo>
                <a:cubicBezTo>
                  <a:pt x="335012" y="68721"/>
                  <a:pt x="333922" y="69942"/>
                  <a:pt x="333225" y="71369"/>
                </a:cubicBezTo>
                <a:cubicBezTo>
                  <a:pt x="332528" y="72793"/>
                  <a:pt x="332180" y="74433"/>
                  <a:pt x="332180" y="76288"/>
                </a:cubicBezTo>
                <a:cubicBezTo>
                  <a:pt x="332180" y="79455"/>
                  <a:pt x="333180" y="81978"/>
                  <a:pt x="335181" y="83855"/>
                </a:cubicBezTo>
                <a:cubicBezTo>
                  <a:pt x="337182" y="85732"/>
                  <a:pt x="339981" y="86671"/>
                  <a:pt x="343578" y="86671"/>
                </a:cubicBezTo>
                <a:cubicBezTo>
                  <a:pt x="346501" y="86671"/>
                  <a:pt x="349210" y="85925"/>
                  <a:pt x="351706" y="84432"/>
                </a:cubicBezTo>
                <a:cubicBezTo>
                  <a:pt x="354201" y="82939"/>
                  <a:pt x="356821" y="80654"/>
                  <a:pt x="359564" y="77578"/>
                </a:cubicBezTo>
                <a:lnTo>
                  <a:pt x="359564" y="64615"/>
                </a:lnTo>
                <a:close/>
                <a:moveTo>
                  <a:pt x="426538" y="35613"/>
                </a:moveTo>
                <a:cubicBezTo>
                  <a:pt x="426538" y="36602"/>
                  <a:pt x="426515" y="37434"/>
                  <a:pt x="426470" y="38108"/>
                </a:cubicBezTo>
                <a:cubicBezTo>
                  <a:pt x="426425" y="38783"/>
                  <a:pt x="426335" y="39311"/>
                  <a:pt x="426200" y="39693"/>
                </a:cubicBezTo>
                <a:cubicBezTo>
                  <a:pt x="426065" y="40075"/>
                  <a:pt x="425897" y="40368"/>
                  <a:pt x="425694" y="40570"/>
                </a:cubicBezTo>
                <a:cubicBezTo>
                  <a:pt x="425492" y="40772"/>
                  <a:pt x="425211" y="40874"/>
                  <a:pt x="424851" y="40874"/>
                </a:cubicBezTo>
                <a:cubicBezTo>
                  <a:pt x="424492" y="40874"/>
                  <a:pt x="424053" y="40772"/>
                  <a:pt x="423536" y="40570"/>
                </a:cubicBezTo>
                <a:cubicBezTo>
                  <a:pt x="423019" y="40368"/>
                  <a:pt x="422434" y="40165"/>
                  <a:pt x="421782" y="39963"/>
                </a:cubicBezTo>
                <a:cubicBezTo>
                  <a:pt x="421130" y="39761"/>
                  <a:pt x="420400" y="39570"/>
                  <a:pt x="419590" y="39390"/>
                </a:cubicBezTo>
                <a:cubicBezTo>
                  <a:pt x="418781" y="39210"/>
                  <a:pt x="417904" y="39120"/>
                  <a:pt x="416960" y="39120"/>
                </a:cubicBezTo>
                <a:cubicBezTo>
                  <a:pt x="415836" y="39120"/>
                  <a:pt x="414734" y="39345"/>
                  <a:pt x="413655" y="39794"/>
                </a:cubicBezTo>
                <a:cubicBezTo>
                  <a:pt x="412576" y="40244"/>
                  <a:pt x="411440" y="40986"/>
                  <a:pt x="410249" y="42020"/>
                </a:cubicBezTo>
                <a:cubicBezTo>
                  <a:pt x="409057" y="43054"/>
                  <a:pt x="407809" y="44426"/>
                  <a:pt x="406505" y="46135"/>
                </a:cubicBezTo>
                <a:cubicBezTo>
                  <a:pt x="405201" y="47843"/>
                  <a:pt x="403763" y="49934"/>
                  <a:pt x="402189" y="52407"/>
                </a:cubicBezTo>
                <a:lnTo>
                  <a:pt x="402189" y="92337"/>
                </a:lnTo>
                <a:cubicBezTo>
                  <a:pt x="402189" y="92696"/>
                  <a:pt x="402099" y="93000"/>
                  <a:pt x="401919" y="93247"/>
                </a:cubicBezTo>
                <a:cubicBezTo>
                  <a:pt x="401739" y="93494"/>
                  <a:pt x="401447" y="93708"/>
                  <a:pt x="401042" y="93888"/>
                </a:cubicBezTo>
                <a:cubicBezTo>
                  <a:pt x="400637" y="94068"/>
                  <a:pt x="400075" y="94203"/>
                  <a:pt x="399356" y="94293"/>
                </a:cubicBezTo>
                <a:cubicBezTo>
                  <a:pt x="398636" y="94382"/>
                  <a:pt x="397715" y="94427"/>
                  <a:pt x="396591" y="94427"/>
                </a:cubicBezTo>
                <a:cubicBezTo>
                  <a:pt x="395511" y="94427"/>
                  <a:pt x="394612" y="94382"/>
                  <a:pt x="393893" y="94293"/>
                </a:cubicBezTo>
                <a:cubicBezTo>
                  <a:pt x="393173" y="94203"/>
                  <a:pt x="392600" y="94068"/>
                  <a:pt x="392173" y="93888"/>
                </a:cubicBezTo>
                <a:cubicBezTo>
                  <a:pt x="391746" y="93708"/>
                  <a:pt x="391453" y="93494"/>
                  <a:pt x="391296" y="93247"/>
                </a:cubicBezTo>
                <a:cubicBezTo>
                  <a:pt x="391138" y="93000"/>
                  <a:pt x="391060" y="92696"/>
                  <a:pt x="391060" y="92337"/>
                </a:cubicBezTo>
                <a:lnTo>
                  <a:pt x="391060" y="31633"/>
                </a:lnTo>
                <a:cubicBezTo>
                  <a:pt x="391060" y="31273"/>
                  <a:pt x="391127" y="30970"/>
                  <a:pt x="391262" y="30723"/>
                </a:cubicBezTo>
                <a:cubicBezTo>
                  <a:pt x="391397" y="30475"/>
                  <a:pt x="391667" y="30251"/>
                  <a:pt x="392072" y="30048"/>
                </a:cubicBezTo>
                <a:cubicBezTo>
                  <a:pt x="392476" y="29846"/>
                  <a:pt x="392993" y="29711"/>
                  <a:pt x="393623" y="29643"/>
                </a:cubicBezTo>
                <a:cubicBezTo>
                  <a:pt x="394252" y="29576"/>
                  <a:pt x="395084" y="29542"/>
                  <a:pt x="396118" y="29542"/>
                </a:cubicBezTo>
                <a:cubicBezTo>
                  <a:pt x="397108" y="29542"/>
                  <a:pt x="397928" y="29576"/>
                  <a:pt x="398580" y="29643"/>
                </a:cubicBezTo>
                <a:cubicBezTo>
                  <a:pt x="399232" y="29711"/>
                  <a:pt x="399738" y="29846"/>
                  <a:pt x="400098" y="30048"/>
                </a:cubicBezTo>
                <a:cubicBezTo>
                  <a:pt x="400458" y="30251"/>
                  <a:pt x="400716" y="30475"/>
                  <a:pt x="400873" y="30723"/>
                </a:cubicBezTo>
                <a:cubicBezTo>
                  <a:pt x="401031" y="30970"/>
                  <a:pt x="401110" y="31273"/>
                  <a:pt x="401110" y="31633"/>
                </a:cubicBezTo>
                <a:lnTo>
                  <a:pt x="401110" y="40469"/>
                </a:lnTo>
                <a:cubicBezTo>
                  <a:pt x="402773" y="38041"/>
                  <a:pt x="404336" y="36062"/>
                  <a:pt x="405797" y="34533"/>
                </a:cubicBezTo>
                <a:cubicBezTo>
                  <a:pt x="407259" y="33005"/>
                  <a:pt x="408641" y="31802"/>
                  <a:pt x="409945" y="30925"/>
                </a:cubicBezTo>
                <a:cubicBezTo>
                  <a:pt x="411249" y="30048"/>
                  <a:pt x="412542" y="29441"/>
                  <a:pt x="413824" y="29104"/>
                </a:cubicBezTo>
                <a:cubicBezTo>
                  <a:pt x="415105" y="28767"/>
                  <a:pt x="416398" y="28598"/>
                  <a:pt x="417702" y="28598"/>
                </a:cubicBezTo>
                <a:cubicBezTo>
                  <a:pt x="418286" y="28598"/>
                  <a:pt x="418950" y="28632"/>
                  <a:pt x="419692" y="28699"/>
                </a:cubicBezTo>
                <a:cubicBezTo>
                  <a:pt x="420433" y="28767"/>
                  <a:pt x="421209" y="28890"/>
                  <a:pt x="422018" y="29070"/>
                </a:cubicBezTo>
                <a:cubicBezTo>
                  <a:pt x="422828" y="29250"/>
                  <a:pt x="423559" y="29452"/>
                  <a:pt x="424211" y="29677"/>
                </a:cubicBezTo>
                <a:cubicBezTo>
                  <a:pt x="424863" y="29902"/>
                  <a:pt x="425323" y="30127"/>
                  <a:pt x="425593" y="30352"/>
                </a:cubicBezTo>
                <a:cubicBezTo>
                  <a:pt x="425863" y="30577"/>
                  <a:pt x="426043" y="30790"/>
                  <a:pt x="426133" y="30992"/>
                </a:cubicBezTo>
                <a:cubicBezTo>
                  <a:pt x="426223" y="31195"/>
                  <a:pt x="426301" y="31453"/>
                  <a:pt x="426369" y="31768"/>
                </a:cubicBezTo>
                <a:cubicBezTo>
                  <a:pt x="426436" y="32083"/>
                  <a:pt x="426481" y="32544"/>
                  <a:pt x="426504" y="33151"/>
                </a:cubicBezTo>
                <a:cubicBezTo>
                  <a:pt x="426526" y="33758"/>
                  <a:pt x="426538" y="34578"/>
                  <a:pt x="426538" y="35613"/>
                </a:cubicBezTo>
                <a:close/>
                <a:moveTo>
                  <a:pt x="489752" y="92334"/>
                </a:moveTo>
                <a:cubicBezTo>
                  <a:pt x="489752" y="92694"/>
                  <a:pt x="489673" y="93010"/>
                  <a:pt x="489516" y="93281"/>
                </a:cubicBezTo>
                <a:cubicBezTo>
                  <a:pt x="489358" y="93551"/>
                  <a:pt x="489089" y="93764"/>
                  <a:pt x="488706" y="93922"/>
                </a:cubicBezTo>
                <a:cubicBezTo>
                  <a:pt x="488324" y="94079"/>
                  <a:pt x="487818" y="94203"/>
                  <a:pt x="487189" y="94293"/>
                </a:cubicBezTo>
                <a:cubicBezTo>
                  <a:pt x="486559" y="94382"/>
                  <a:pt x="485795" y="94427"/>
                  <a:pt x="484896" y="94427"/>
                </a:cubicBezTo>
                <a:cubicBezTo>
                  <a:pt x="483951" y="94427"/>
                  <a:pt x="483164" y="94382"/>
                  <a:pt x="482535" y="94293"/>
                </a:cubicBezTo>
                <a:cubicBezTo>
                  <a:pt x="481905" y="94204"/>
                  <a:pt x="481388" y="94082"/>
                  <a:pt x="480984" y="93926"/>
                </a:cubicBezTo>
                <a:cubicBezTo>
                  <a:pt x="480579" y="93768"/>
                  <a:pt x="480287" y="93556"/>
                  <a:pt x="480107" y="93287"/>
                </a:cubicBezTo>
                <a:cubicBezTo>
                  <a:pt x="479927" y="93019"/>
                  <a:pt x="479837" y="92706"/>
                  <a:pt x="479837" y="92349"/>
                </a:cubicBezTo>
                <a:lnTo>
                  <a:pt x="479837" y="84367"/>
                </a:lnTo>
                <a:cubicBezTo>
                  <a:pt x="476644" y="87832"/>
                  <a:pt x="473328" y="90533"/>
                  <a:pt x="469888" y="92469"/>
                </a:cubicBezTo>
                <a:cubicBezTo>
                  <a:pt x="466449" y="94404"/>
                  <a:pt x="462683" y="95372"/>
                  <a:pt x="458591" y="95372"/>
                </a:cubicBezTo>
                <a:cubicBezTo>
                  <a:pt x="454139" y="95372"/>
                  <a:pt x="450340" y="94505"/>
                  <a:pt x="447192" y="92773"/>
                </a:cubicBezTo>
                <a:cubicBezTo>
                  <a:pt x="444045" y="91040"/>
                  <a:pt x="441493" y="88700"/>
                  <a:pt x="439537" y="85752"/>
                </a:cubicBezTo>
                <a:cubicBezTo>
                  <a:pt x="437581" y="82802"/>
                  <a:pt x="436153" y="79337"/>
                  <a:pt x="435254" y="75354"/>
                </a:cubicBezTo>
                <a:cubicBezTo>
                  <a:pt x="434354" y="71371"/>
                  <a:pt x="433905" y="67173"/>
                  <a:pt x="433905" y="62761"/>
                </a:cubicBezTo>
                <a:cubicBezTo>
                  <a:pt x="433905" y="57540"/>
                  <a:pt x="434467" y="52826"/>
                  <a:pt x="435591" y="48617"/>
                </a:cubicBezTo>
                <a:cubicBezTo>
                  <a:pt x="436715" y="44409"/>
                  <a:pt x="438379" y="40819"/>
                  <a:pt x="440582" y="37849"/>
                </a:cubicBezTo>
                <a:cubicBezTo>
                  <a:pt x="442785" y="34877"/>
                  <a:pt x="445517" y="32592"/>
                  <a:pt x="448777" y="30995"/>
                </a:cubicBezTo>
                <a:cubicBezTo>
                  <a:pt x="452037" y="29397"/>
                  <a:pt x="455803" y="28598"/>
                  <a:pt x="460075" y="28598"/>
                </a:cubicBezTo>
                <a:cubicBezTo>
                  <a:pt x="463627" y="28598"/>
                  <a:pt x="466876" y="29374"/>
                  <a:pt x="469821" y="30927"/>
                </a:cubicBezTo>
                <a:cubicBezTo>
                  <a:pt x="472766" y="32480"/>
                  <a:pt x="475678" y="34764"/>
                  <a:pt x="478555" y="37779"/>
                </a:cubicBezTo>
                <a:lnTo>
                  <a:pt x="478555" y="2432"/>
                </a:lnTo>
                <a:cubicBezTo>
                  <a:pt x="478555" y="2118"/>
                  <a:pt x="478634" y="1814"/>
                  <a:pt x="478792" y="1522"/>
                </a:cubicBezTo>
                <a:cubicBezTo>
                  <a:pt x="478949" y="1228"/>
                  <a:pt x="479252" y="1003"/>
                  <a:pt x="479702" y="845"/>
                </a:cubicBezTo>
                <a:cubicBezTo>
                  <a:pt x="480152" y="686"/>
                  <a:pt x="480725" y="551"/>
                  <a:pt x="481422" y="438"/>
                </a:cubicBezTo>
                <a:cubicBezTo>
                  <a:pt x="482119" y="326"/>
                  <a:pt x="483007" y="270"/>
                  <a:pt x="484086" y="270"/>
                </a:cubicBezTo>
                <a:cubicBezTo>
                  <a:pt x="485210" y="270"/>
                  <a:pt x="486132" y="326"/>
                  <a:pt x="486852" y="438"/>
                </a:cubicBezTo>
                <a:cubicBezTo>
                  <a:pt x="487571" y="551"/>
                  <a:pt x="488133" y="686"/>
                  <a:pt x="488538" y="843"/>
                </a:cubicBezTo>
                <a:cubicBezTo>
                  <a:pt x="488942" y="1000"/>
                  <a:pt x="489246" y="1226"/>
                  <a:pt x="489448" y="1520"/>
                </a:cubicBezTo>
                <a:cubicBezTo>
                  <a:pt x="489651" y="1812"/>
                  <a:pt x="489752" y="2115"/>
                  <a:pt x="489752" y="2430"/>
                </a:cubicBezTo>
                <a:lnTo>
                  <a:pt x="489752" y="92334"/>
                </a:lnTo>
                <a:moveTo>
                  <a:pt x="478555" y="49663"/>
                </a:moveTo>
                <a:cubicBezTo>
                  <a:pt x="475543" y="45924"/>
                  <a:pt x="472631" y="43075"/>
                  <a:pt x="469821" y="41116"/>
                </a:cubicBezTo>
                <a:cubicBezTo>
                  <a:pt x="467011" y="39156"/>
                  <a:pt x="464077" y="38176"/>
                  <a:pt x="461019" y="38176"/>
                </a:cubicBezTo>
                <a:cubicBezTo>
                  <a:pt x="458186" y="38176"/>
                  <a:pt x="455780" y="38852"/>
                  <a:pt x="453802" y="40203"/>
                </a:cubicBezTo>
                <a:cubicBezTo>
                  <a:pt x="451824" y="41554"/>
                  <a:pt x="450216" y="43332"/>
                  <a:pt x="448979" y="45538"/>
                </a:cubicBezTo>
                <a:cubicBezTo>
                  <a:pt x="447743" y="47744"/>
                  <a:pt x="446844" y="50243"/>
                  <a:pt x="446282" y="53035"/>
                </a:cubicBezTo>
                <a:cubicBezTo>
                  <a:pt x="445719" y="55827"/>
                  <a:pt x="445438" y="58664"/>
                  <a:pt x="445438" y="61546"/>
                </a:cubicBezTo>
                <a:cubicBezTo>
                  <a:pt x="445438" y="64608"/>
                  <a:pt x="445675" y="67603"/>
                  <a:pt x="446147" y="70530"/>
                </a:cubicBezTo>
                <a:cubicBezTo>
                  <a:pt x="446619" y="73457"/>
                  <a:pt x="447439" y="76057"/>
                  <a:pt x="448608" y="78331"/>
                </a:cubicBezTo>
                <a:cubicBezTo>
                  <a:pt x="449778" y="80604"/>
                  <a:pt x="451329" y="82428"/>
                  <a:pt x="453262" y="83802"/>
                </a:cubicBezTo>
                <a:cubicBezTo>
                  <a:pt x="455196" y="85175"/>
                  <a:pt x="457624" y="85862"/>
                  <a:pt x="460547" y="85862"/>
                </a:cubicBezTo>
                <a:cubicBezTo>
                  <a:pt x="462031" y="85862"/>
                  <a:pt x="463458" y="85659"/>
                  <a:pt x="464830" y="85254"/>
                </a:cubicBezTo>
                <a:cubicBezTo>
                  <a:pt x="466201" y="84848"/>
                  <a:pt x="467606" y="84172"/>
                  <a:pt x="469045" y="83227"/>
                </a:cubicBezTo>
                <a:cubicBezTo>
                  <a:pt x="470484" y="82281"/>
                  <a:pt x="471991" y="81054"/>
                  <a:pt x="473564" y="79545"/>
                </a:cubicBezTo>
                <a:cubicBezTo>
                  <a:pt x="475138" y="78035"/>
                  <a:pt x="476802" y="76177"/>
                  <a:pt x="478555" y="73970"/>
                </a:cubicBezTo>
                <a:lnTo>
                  <a:pt x="478555" y="49663"/>
                </a:lnTo>
                <a:close/>
                <a:moveTo>
                  <a:pt x="591768" y="59354"/>
                </a:moveTo>
                <a:cubicBezTo>
                  <a:pt x="591768" y="61108"/>
                  <a:pt x="591330" y="62356"/>
                  <a:pt x="590453" y="63098"/>
                </a:cubicBezTo>
                <a:cubicBezTo>
                  <a:pt x="589576" y="63840"/>
                  <a:pt x="588576" y="64211"/>
                  <a:pt x="587452" y="64211"/>
                </a:cubicBezTo>
                <a:lnTo>
                  <a:pt x="547657" y="64211"/>
                </a:lnTo>
                <a:cubicBezTo>
                  <a:pt x="547657" y="67593"/>
                  <a:pt x="547994" y="70637"/>
                  <a:pt x="548669" y="73344"/>
                </a:cubicBezTo>
                <a:cubicBezTo>
                  <a:pt x="549343" y="76050"/>
                  <a:pt x="550468" y="78373"/>
                  <a:pt x="552041" y="80312"/>
                </a:cubicBezTo>
                <a:cubicBezTo>
                  <a:pt x="553615" y="82251"/>
                  <a:pt x="555661" y="83740"/>
                  <a:pt x="558179" y="84778"/>
                </a:cubicBezTo>
                <a:cubicBezTo>
                  <a:pt x="560697" y="85815"/>
                  <a:pt x="563777" y="86334"/>
                  <a:pt x="567420" y="86334"/>
                </a:cubicBezTo>
                <a:cubicBezTo>
                  <a:pt x="570297" y="86334"/>
                  <a:pt x="572860" y="86098"/>
                  <a:pt x="575109" y="85625"/>
                </a:cubicBezTo>
                <a:cubicBezTo>
                  <a:pt x="577357" y="85153"/>
                  <a:pt x="579302" y="84625"/>
                  <a:pt x="580943" y="84040"/>
                </a:cubicBezTo>
                <a:cubicBezTo>
                  <a:pt x="582584" y="83456"/>
                  <a:pt x="583933" y="82928"/>
                  <a:pt x="584990" y="82455"/>
                </a:cubicBezTo>
                <a:cubicBezTo>
                  <a:pt x="586046" y="81983"/>
                  <a:pt x="586845" y="81747"/>
                  <a:pt x="587384" y="81747"/>
                </a:cubicBezTo>
                <a:cubicBezTo>
                  <a:pt x="587699" y="81747"/>
                  <a:pt x="587980" y="81826"/>
                  <a:pt x="588227" y="81983"/>
                </a:cubicBezTo>
                <a:cubicBezTo>
                  <a:pt x="588475" y="82141"/>
                  <a:pt x="588666" y="82377"/>
                  <a:pt x="588801" y="82691"/>
                </a:cubicBezTo>
                <a:cubicBezTo>
                  <a:pt x="588935" y="83006"/>
                  <a:pt x="589037" y="83445"/>
                  <a:pt x="589104" y="84007"/>
                </a:cubicBezTo>
                <a:cubicBezTo>
                  <a:pt x="589172" y="84569"/>
                  <a:pt x="589205" y="85254"/>
                  <a:pt x="589205" y="86064"/>
                </a:cubicBezTo>
                <a:cubicBezTo>
                  <a:pt x="589205" y="86648"/>
                  <a:pt x="589183" y="87154"/>
                  <a:pt x="589138" y="87581"/>
                </a:cubicBezTo>
                <a:cubicBezTo>
                  <a:pt x="589093" y="88009"/>
                  <a:pt x="589037" y="88391"/>
                  <a:pt x="588969" y="88728"/>
                </a:cubicBezTo>
                <a:cubicBezTo>
                  <a:pt x="588902" y="89065"/>
                  <a:pt x="588789" y="89369"/>
                  <a:pt x="588632" y="89639"/>
                </a:cubicBezTo>
                <a:cubicBezTo>
                  <a:pt x="588475" y="89908"/>
                  <a:pt x="588272" y="90167"/>
                  <a:pt x="588025" y="90414"/>
                </a:cubicBezTo>
                <a:cubicBezTo>
                  <a:pt x="587778" y="90662"/>
                  <a:pt x="587047" y="91066"/>
                  <a:pt x="585833" y="91628"/>
                </a:cubicBezTo>
                <a:cubicBezTo>
                  <a:pt x="584619" y="92190"/>
                  <a:pt x="583045" y="92741"/>
                  <a:pt x="581111" y="93281"/>
                </a:cubicBezTo>
                <a:cubicBezTo>
                  <a:pt x="579178" y="93820"/>
                  <a:pt x="576941" y="94304"/>
                  <a:pt x="574400" y="94731"/>
                </a:cubicBezTo>
                <a:cubicBezTo>
                  <a:pt x="571860" y="95158"/>
                  <a:pt x="569151" y="95372"/>
                  <a:pt x="566273" y="95372"/>
                </a:cubicBezTo>
                <a:cubicBezTo>
                  <a:pt x="561282" y="95372"/>
                  <a:pt x="556909" y="94674"/>
                  <a:pt x="553154" y="93279"/>
                </a:cubicBezTo>
                <a:cubicBezTo>
                  <a:pt x="549400" y="91883"/>
                  <a:pt x="546241" y="89813"/>
                  <a:pt x="543678" y="87067"/>
                </a:cubicBezTo>
                <a:cubicBezTo>
                  <a:pt x="541115" y="84321"/>
                  <a:pt x="539181" y="80878"/>
                  <a:pt x="537877" y="76737"/>
                </a:cubicBezTo>
                <a:cubicBezTo>
                  <a:pt x="536573" y="72596"/>
                  <a:pt x="535921" y="67780"/>
                  <a:pt x="535921" y="62288"/>
                </a:cubicBezTo>
                <a:cubicBezTo>
                  <a:pt x="535921" y="57067"/>
                  <a:pt x="536596" y="52374"/>
                  <a:pt x="537945" y="48211"/>
                </a:cubicBezTo>
                <a:cubicBezTo>
                  <a:pt x="539294" y="44047"/>
                  <a:pt x="541238" y="40514"/>
                  <a:pt x="543779" y="37611"/>
                </a:cubicBezTo>
                <a:cubicBezTo>
                  <a:pt x="546319" y="34708"/>
                  <a:pt x="549388" y="32480"/>
                  <a:pt x="552986" y="30927"/>
                </a:cubicBezTo>
                <a:cubicBezTo>
                  <a:pt x="556583" y="29374"/>
                  <a:pt x="560607" y="28598"/>
                  <a:pt x="565059" y="28598"/>
                </a:cubicBezTo>
                <a:cubicBezTo>
                  <a:pt x="569825" y="28598"/>
                  <a:pt x="573883" y="29362"/>
                  <a:pt x="577233" y="30891"/>
                </a:cubicBezTo>
                <a:cubicBezTo>
                  <a:pt x="580583" y="32420"/>
                  <a:pt x="583337" y="34477"/>
                  <a:pt x="585496" y="37063"/>
                </a:cubicBezTo>
                <a:cubicBezTo>
                  <a:pt x="587654" y="39648"/>
                  <a:pt x="589239" y="42683"/>
                  <a:pt x="590251" y="46168"/>
                </a:cubicBezTo>
                <a:cubicBezTo>
                  <a:pt x="591262" y="49653"/>
                  <a:pt x="591768" y="53374"/>
                  <a:pt x="591768" y="57331"/>
                </a:cubicBezTo>
                <a:lnTo>
                  <a:pt x="591768" y="59354"/>
                </a:lnTo>
                <a:moveTo>
                  <a:pt x="580572" y="56049"/>
                </a:moveTo>
                <a:cubicBezTo>
                  <a:pt x="580707" y="50204"/>
                  <a:pt x="579414" y="45617"/>
                  <a:pt x="576694" y="42290"/>
                </a:cubicBezTo>
                <a:cubicBezTo>
                  <a:pt x="573973" y="38963"/>
                  <a:pt x="569938" y="37299"/>
                  <a:pt x="564587" y="37299"/>
                </a:cubicBezTo>
                <a:cubicBezTo>
                  <a:pt x="561844" y="37299"/>
                  <a:pt x="559438" y="37816"/>
                  <a:pt x="557370" y="38850"/>
                </a:cubicBezTo>
                <a:cubicBezTo>
                  <a:pt x="555301" y="39884"/>
                  <a:pt x="553570" y="41256"/>
                  <a:pt x="552176" y="42964"/>
                </a:cubicBezTo>
                <a:cubicBezTo>
                  <a:pt x="550782" y="44673"/>
                  <a:pt x="549703" y="46663"/>
                  <a:pt x="548939" y="48934"/>
                </a:cubicBezTo>
                <a:cubicBezTo>
                  <a:pt x="548174" y="51204"/>
                  <a:pt x="547747" y="53576"/>
                  <a:pt x="547657" y="56049"/>
                </a:cubicBezTo>
                <a:lnTo>
                  <a:pt x="580572" y="56049"/>
                </a:lnTo>
                <a:close/>
                <a:moveTo>
                  <a:pt x="619887" y="92334"/>
                </a:moveTo>
                <a:cubicBezTo>
                  <a:pt x="619887" y="92694"/>
                  <a:pt x="619797" y="92998"/>
                  <a:pt x="619618" y="93247"/>
                </a:cubicBezTo>
                <a:cubicBezTo>
                  <a:pt x="619438" y="93494"/>
                  <a:pt x="619145" y="93708"/>
                  <a:pt x="618741" y="93888"/>
                </a:cubicBezTo>
                <a:cubicBezTo>
                  <a:pt x="618336" y="94068"/>
                  <a:pt x="617774" y="94203"/>
                  <a:pt x="617055" y="94293"/>
                </a:cubicBezTo>
                <a:cubicBezTo>
                  <a:pt x="616335" y="94382"/>
                  <a:pt x="615413" y="94427"/>
                  <a:pt x="614289" y="94427"/>
                </a:cubicBezTo>
                <a:cubicBezTo>
                  <a:pt x="613210" y="94427"/>
                  <a:pt x="612311" y="94382"/>
                  <a:pt x="611591" y="94293"/>
                </a:cubicBezTo>
                <a:cubicBezTo>
                  <a:pt x="610872" y="94203"/>
                  <a:pt x="610298" y="94068"/>
                  <a:pt x="609871" y="93888"/>
                </a:cubicBezTo>
                <a:cubicBezTo>
                  <a:pt x="609444" y="93708"/>
                  <a:pt x="609152" y="93494"/>
                  <a:pt x="608994" y="93247"/>
                </a:cubicBezTo>
                <a:cubicBezTo>
                  <a:pt x="608837" y="92998"/>
                  <a:pt x="608758" y="92694"/>
                  <a:pt x="608758" y="92334"/>
                </a:cubicBezTo>
                <a:lnTo>
                  <a:pt x="608758" y="2160"/>
                </a:lnTo>
                <a:cubicBezTo>
                  <a:pt x="608758" y="1801"/>
                  <a:pt x="608837" y="1486"/>
                  <a:pt x="608994" y="1216"/>
                </a:cubicBezTo>
                <a:cubicBezTo>
                  <a:pt x="609152" y="945"/>
                  <a:pt x="609444" y="719"/>
                  <a:pt x="609871" y="540"/>
                </a:cubicBezTo>
                <a:cubicBezTo>
                  <a:pt x="610298" y="360"/>
                  <a:pt x="610872" y="225"/>
                  <a:pt x="611591" y="135"/>
                </a:cubicBezTo>
                <a:cubicBezTo>
                  <a:pt x="612311" y="45"/>
                  <a:pt x="613210" y="0"/>
                  <a:pt x="614289" y="0"/>
                </a:cubicBezTo>
                <a:cubicBezTo>
                  <a:pt x="615413" y="0"/>
                  <a:pt x="616335" y="45"/>
                  <a:pt x="617055" y="135"/>
                </a:cubicBezTo>
                <a:cubicBezTo>
                  <a:pt x="617774" y="225"/>
                  <a:pt x="618336" y="360"/>
                  <a:pt x="618741" y="540"/>
                </a:cubicBezTo>
                <a:cubicBezTo>
                  <a:pt x="619145" y="719"/>
                  <a:pt x="619438" y="945"/>
                  <a:pt x="619618" y="1216"/>
                </a:cubicBezTo>
                <a:cubicBezTo>
                  <a:pt x="619797" y="1486"/>
                  <a:pt x="619887" y="1801"/>
                  <a:pt x="619887" y="2160"/>
                </a:cubicBezTo>
                <a:lnTo>
                  <a:pt x="619887" y="92334"/>
                </a:lnTo>
                <a:close/>
                <a:moveTo>
                  <a:pt x="692330" y="59354"/>
                </a:moveTo>
                <a:cubicBezTo>
                  <a:pt x="692330" y="61108"/>
                  <a:pt x="691892" y="62356"/>
                  <a:pt x="691015" y="63098"/>
                </a:cubicBezTo>
                <a:cubicBezTo>
                  <a:pt x="690138" y="63840"/>
                  <a:pt x="689138" y="64211"/>
                  <a:pt x="688014" y="64211"/>
                </a:cubicBezTo>
                <a:lnTo>
                  <a:pt x="648219" y="64211"/>
                </a:lnTo>
                <a:cubicBezTo>
                  <a:pt x="648219" y="67593"/>
                  <a:pt x="648556" y="70637"/>
                  <a:pt x="649231" y="73344"/>
                </a:cubicBezTo>
                <a:cubicBezTo>
                  <a:pt x="649905" y="76050"/>
                  <a:pt x="651030" y="78373"/>
                  <a:pt x="652603" y="80312"/>
                </a:cubicBezTo>
                <a:cubicBezTo>
                  <a:pt x="654177" y="82251"/>
                  <a:pt x="656223" y="83740"/>
                  <a:pt x="658741" y="84778"/>
                </a:cubicBezTo>
                <a:cubicBezTo>
                  <a:pt x="661259" y="85815"/>
                  <a:pt x="664339" y="86334"/>
                  <a:pt x="667982" y="86334"/>
                </a:cubicBezTo>
                <a:cubicBezTo>
                  <a:pt x="670859" y="86334"/>
                  <a:pt x="673422" y="86098"/>
                  <a:pt x="675671" y="85625"/>
                </a:cubicBezTo>
                <a:cubicBezTo>
                  <a:pt x="677919" y="85153"/>
                  <a:pt x="679864" y="84625"/>
                  <a:pt x="681505" y="84040"/>
                </a:cubicBezTo>
                <a:cubicBezTo>
                  <a:pt x="683146" y="83456"/>
                  <a:pt x="684495" y="82928"/>
                  <a:pt x="685552" y="82455"/>
                </a:cubicBezTo>
                <a:cubicBezTo>
                  <a:pt x="686608" y="81983"/>
                  <a:pt x="687407" y="81747"/>
                  <a:pt x="687946" y="81747"/>
                </a:cubicBezTo>
                <a:cubicBezTo>
                  <a:pt x="688261" y="81747"/>
                  <a:pt x="688542" y="81826"/>
                  <a:pt x="688789" y="81983"/>
                </a:cubicBezTo>
                <a:cubicBezTo>
                  <a:pt x="689037" y="82141"/>
                  <a:pt x="689228" y="82377"/>
                  <a:pt x="689363" y="82691"/>
                </a:cubicBezTo>
                <a:cubicBezTo>
                  <a:pt x="689497" y="83006"/>
                  <a:pt x="689599" y="83445"/>
                  <a:pt x="689666" y="84007"/>
                </a:cubicBezTo>
                <a:cubicBezTo>
                  <a:pt x="689734" y="84569"/>
                  <a:pt x="689767" y="85254"/>
                  <a:pt x="689767" y="86064"/>
                </a:cubicBezTo>
                <a:cubicBezTo>
                  <a:pt x="689767" y="86648"/>
                  <a:pt x="689745" y="87154"/>
                  <a:pt x="689700" y="87581"/>
                </a:cubicBezTo>
                <a:cubicBezTo>
                  <a:pt x="689655" y="88009"/>
                  <a:pt x="689599" y="88391"/>
                  <a:pt x="689531" y="88728"/>
                </a:cubicBezTo>
                <a:cubicBezTo>
                  <a:pt x="689464" y="89065"/>
                  <a:pt x="689351" y="89369"/>
                  <a:pt x="689194" y="89639"/>
                </a:cubicBezTo>
                <a:cubicBezTo>
                  <a:pt x="689037" y="89908"/>
                  <a:pt x="688834" y="90167"/>
                  <a:pt x="688587" y="90414"/>
                </a:cubicBezTo>
                <a:cubicBezTo>
                  <a:pt x="688340" y="90662"/>
                  <a:pt x="687609" y="91066"/>
                  <a:pt x="686395" y="91628"/>
                </a:cubicBezTo>
                <a:cubicBezTo>
                  <a:pt x="685181" y="92190"/>
                  <a:pt x="683607" y="92741"/>
                  <a:pt x="681673" y="93281"/>
                </a:cubicBezTo>
                <a:cubicBezTo>
                  <a:pt x="679740" y="93820"/>
                  <a:pt x="677503" y="94304"/>
                  <a:pt x="674962" y="94731"/>
                </a:cubicBezTo>
                <a:cubicBezTo>
                  <a:pt x="672422" y="95158"/>
                  <a:pt x="669713" y="95372"/>
                  <a:pt x="666835" y="95372"/>
                </a:cubicBezTo>
                <a:cubicBezTo>
                  <a:pt x="661844" y="95372"/>
                  <a:pt x="657471" y="94674"/>
                  <a:pt x="653716" y="93279"/>
                </a:cubicBezTo>
                <a:cubicBezTo>
                  <a:pt x="649962" y="91883"/>
                  <a:pt x="646803" y="89813"/>
                  <a:pt x="644240" y="87067"/>
                </a:cubicBezTo>
                <a:cubicBezTo>
                  <a:pt x="641677" y="84321"/>
                  <a:pt x="639743" y="80878"/>
                  <a:pt x="638439" y="76737"/>
                </a:cubicBezTo>
                <a:cubicBezTo>
                  <a:pt x="637135" y="72596"/>
                  <a:pt x="636483" y="67780"/>
                  <a:pt x="636483" y="62288"/>
                </a:cubicBezTo>
                <a:cubicBezTo>
                  <a:pt x="636483" y="57067"/>
                  <a:pt x="637158" y="52374"/>
                  <a:pt x="638507" y="48211"/>
                </a:cubicBezTo>
                <a:cubicBezTo>
                  <a:pt x="639856" y="44047"/>
                  <a:pt x="641800" y="40514"/>
                  <a:pt x="644341" y="37611"/>
                </a:cubicBezTo>
                <a:cubicBezTo>
                  <a:pt x="646881" y="34708"/>
                  <a:pt x="649950" y="32480"/>
                  <a:pt x="653548" y="30927"/>
                </a:cubicBezTo>
                <a:cubicBezTo>
                  <a:pt x="657145" y="29374"/>
                  <a:pt x="661169" y="28598"/>
                  <a:pt x="665621" y="28598"/>
                </a:cubicBezTo>
                <a:cubicBezTo>
                  <a:pt x="670387" y="28598"/>
                  <a:pt x="674445" y="29362"/>
                  <a:pt x="677795" y="30891"/>
                </a:cubicBezTo>
                <a:cubicBezTo>
                  <a:pt x="681145" y="32420"/>
                  <a:pt x="683899" y="34477"/>
                  <a:pt x="686058" y="37063"/>
                </a:cubicBezTo>
                <a:cubicBezTo>
                  <a:pt x="688216" y="39648"/>
                  <a:pt x="689801" y="42683"/>
                  <a:pt x="690813" y="46168"/>
                </a:cubicBezTo>
                <a:cubicBezTo>
                  <a:pt x="691824" y="49653"/>
                  <a:pt x="692330" y="53374"/>
                  <a:pt x="692330" y="57331"/>
                </a:cubicBezTo>
                <a:lnTo>
                  <a:pt x="692330" y="59354"/>
                </a:lnTo>
                <a:moveTo>
                  <a:pt x="681134" y="56049"/>
                </a:moveTo>
                <a:cubicBezTo>
                  <a:pt x="681269" y="50204"/>
                  <a:pt x="679976" y="45617"/>
                  <a:pt x="677256" y="42290"/>
                </a:cubicBezTo>
                <a:cubicBezTo>
                  <a:pt x="674535" y="38963"/>
                  <a:pt x="670500" y="37299"/>
                  <a:pt x="665149" y="37299"/>
                </a:cubicBezTo>
                <a:cubicBezTo>
                  <a:pt x="662406" y="37299"/>
                  <a:pt x="660000" y="37816"/>
                  <a:pt x="657932" y="38850"/>
                </a:cubicBezTo>
                <a:cubicBezTo>
                  <a:pt x="655863" y="39884"/>
                  <a:pt x="654132" y="41256"/>
                  <a:pt x="652738" y="42964"/>
                </a:cubicBezTo>
                <a:cubicBezTo>
                  <a:pt x="651344" y="44673"/>
                  <a:pt x="650265" y="46663"/>
                  <a:pt x="649501" y="48934"/>
                </a:cubicBezTo>
                <a:cubicBezTo>
                  <a:pt x="648736" y="51204"/>
                  <a:pt x="648309" y="53576"/>
                  <a:pt x="648219" y="56049"/>
                </a:cubicBezTo>
                <a:lnTo>
                  <a:pt x="681134" y="56049"/>
                </a:lnTo>
                <a:close/>
                <a:moveTo>
                  <a:pt x="799363" y="92337"/>
                </a:moveTo>
                <a:cubicBezTo>
                  <a:pt x="799363" y="92696"/>
                  <a:pt x="799273" y="93000"/>
                  <a:pt x="799093" y="93247"/>
                </a:cubicBezTo>
                <a:cubicBezTo>
                  <a:pt x="798913" y="93494"/>
                  <a:pt x="798621" y="93708"/>
                  <a:pt x="798216" y="93888"/>
                </a:cubicBezTo>
                <a:cubicBezTo>
                  <a:pt x="797812" y="94068"/>
                  <a:pt x="797249" y="94203"/>
                  <a:pt x="796530" y="94293"/>
                </a:cubicBezTo>
                <a:cubicBezTo>
                  <a:pt x="795811" y="94382"/>
                  <a:pt x="794911" y="94427"/>
                  <a:pt x="793832" y="94427"/>
                </a:cubicBezTo>
                <a:cubicBezTo>
                  <a:pt x="792708" y="94427"/>
                  <a:pt x="791786" y="94382"/>
                  <a:pt x="791067" y="94293"/>
                </a:cubicBezTo>
                <a:cubicBezTo>
                  <a:pt x="790347" y="94203"/>
                  <a:pt x="789774" y="94068"/>
                  <a:pt x="789347" y="93888"/>
                </a:cubicBezTo>
                <a:cubicBezTo>
                  <a:pt x="788920" y="93708"/>
                  <a:pt x="788616" y="93494"/>
                  <a:pt x="788436" y="93247"/>
                </a:cubicBezTo>
                <a:cubicBezTo>
                  <a:pt x="788256" y="93000"/>
                  <a:pt x="788166" y="92696"/>
                  <a:pt x="788166" y="92337"/>
                </a:cubicBezTo>
                <a:lnTo>
                  <a:pt x="788166" y="55442"/>
                </a:lnTo>
                <a:cubicBezTo>
                  <a:pt x="788166" y="52879"/>
                  <a:pt x="787942" y="50541"/>
                  <a:pt x="787492" y="48428"/>
                </a:cubicBezTo>
                <a:cubicBezTo>
                  <a:pt x="787042" y="46314"/>
                  <a:pt x="786323" y="44493"/>
                  <a:pt x="785334" y="42964"/>
                </a:cubicBezTo>
                <a:cubicBezTo>
                  <a:pt x="784344" y="41436"/>
                  <a:pt x="783085" y="40267"/>
                  <a:pt x="781557" y="39457"/>
                </a:cubicBezTo>
                <a:cubicBezTo>
                  <a:pt x="780028" y="38648"/>
                  <a:pt x="778229" y="38243"/>
                  <a:pt x="776161" y="38243"/>
                </a:cubicBezTo>
                <a:cubicBezTo>
                  <a:pt x="773598" y="38243"/>
                  <a:pt x="771023" y="39232"/>
                  <a:pt x="768438" y="41211"/>
                </a:cubicBezTo>
                <a:cubicBezTo>
                  <a:pt x="765852" y="43189"/>
                  <a:pt x="763008" y="46090"/>
                  <a:pt x="759906" y="49912"/>
                </a:cubicBezTo>
                <a:lnTo>
                  <a:pt x="759906" y="92337"/>
                </a:lnTo>
                <a:cubicBezTo>
                  <a:pt x="759906" y="92696"/>
                  <a:pt x="759816" y="93000"/>
                  <a:pt x="759636" y="93247"/>
                </a:cubicBezTo>
                <a:cubicBezTo>
                  <a:pt x="759456" y="93494"/>
                  <a:pt x="759153" y="93708"/>
                  <a:pt x="758725" y="93888"/>
                </a:cubicBezTo>
                <a:cubicBezTo>
                  <a:pt x="758298" y="94068"/>
                  <a:pt x="757725" y="94203"/>
                  <a:pt x="757005" y="94293"/>
                </a:cubicBezTo>
                <a:cubicBezTo>
                  <a:pt x="756286" y="94382"/>
                  <a:pt x="755387" y="94427"/>
                  <a:pt x="754307" y="94427"/>
                </a:cubicBezTo>
                <a:cubicBezTo>
                  <a:pt x="753273" y="94427"/>
                  <a:pt x="752385" y="94382"/>
                  <a:pt x="751643" y="94293"/>
                </a:cubicBezTo>
                <a:cubicBezTo>
                  <a:pt x="750901" y="94203"/>
                  <a:pt x="750317" y="94068"/>
                  <a:pt x="749890" y="93888"/>
                </a:cubicBezTo>
                <a:cubicBezTo>
                  <a:pt x="749462" y="93708"/>
                  <a:pt x="749170" y="93494"/>
                  <a:pt x="749013" y="93247"/>
                </a:cubicBezTo>
                <a:cubicBezTo>
                  <a:pt x="748855" y="93000"/>
                  <a:pt x="748777" y="92696"/>
                  <a:pt x="748777" y="92337"/>
                </a:cubicBezTo>
                <a:lnTo>
                  <a:pt x="748777" y="55442"/>
                </a:lnTo>
                <a:cubicBezTo>
                  <a:pt x="748777" y="52879"/>
                  <a:pt x="748529" y="50541"/>
                  <a:pt x="748035" y="48428"/>
                </a:cubicBezTo>
                <a:cubicBezTo>
                  <a:pt x="747540" y="46314"/>
                  <a:pt x="746798" y="44493"/>
                  <a:pt x="745809" y="42964"/>
                </a:cubicBezTo>
                <a:cubicBezTo>
                  <a:pt x="744820" y="41436"/>
                  <a:pt x="743572" y="40267"/>
                  <a:pt x="742066" y="39457"/>
                </a:cubicBezTo>
                <a:cubicBezTo>
                  <a:pt x="740559" y="38648"/>
                  <a:pt x="738772" y="38243"/>
                  <a:pt x="736704" y="38243"/>
                </a:cubicBezTo>
                <a:cubicBezTo>
                  <a:pt x="734140" y="38243"/>
                  <a:pt x="731555" y="39232"/>
                  <a:pt x="728947" y="41211"/>
                </a:cubicBezTo>
                <a:cubicBezTo>
                  <a:pt x="726339" y="43189"/>
                  <a:pt x="723506" y="46090"/>
                  <a:pt x="720449" y="49912"/>
                </a:cubicBezTo>
                <a:lnTo>
                  <a:pt x="720449" y="92337"/>
                </a:lnTo>
                <a:cubicBezTo>
                  <a:pt x="720449" y="92696"/>
                  <a:pt x="720359" y="93000"/>
                  <a:pt x="720179" y="93247"/>
                </a:cubicBezTo>
                <a:cubicBezTo>
                  <a:pt x="719999" y="93494"/>
                  <a:pt x="719707" y="93708"/>
                  <a:pt x="719302" y="93888"/>
                </a:cubicBezTo>
                <a:cubicBezTo>
                  <a:pt x="718897" y="94068"/>
                  <a:pt x="718335" y="94203"/>
                  <a:pt x="717616" y="94293"/>
                </a:cubicBezTo>
                <a:cubicBezTo>
                  <a:pt x="716896" y="94382"/>
                  <a:pt x="715974" y="94427"/>
                  <a:pt x="714850" y="94427"/>
                </a:cubicBezTo>
                <a:cubicBezTo>
                  <a:pt x="713771" y="94427"/>
                  <a:pt x="712872" y="94382"/>
                  <a:pt x="712152" y="94293"/>
                </a:cubicBezTo>
                <a:cubicBezTo>
                  <a:pt x="711433" y="94203"/>
                  <a:pt x="710860" y="94068"/>
                  <a:pt x="710432" y="93888"/>
                </a:cubicBezTo>
                <a:cubicBezTo>
                  <a:pt x="710005" y="93708"/>
                  <a:pt x="709713" y="93494"/>
                  <a:pt x="709556" y="93247"/>
                </a:cubicBezTo>
                <a:cubicBezTo>
                  <a:pt x="709398" y="93000"/>
                  <a:pt x="709320" y="92696"/>
                  <a:pt x="709320" y="92337"/>
                </a:cubicBezTo>
                <a:lnTo>
                  <a:pt x="709320" y="31633"/>
                </a:lnTo>
                <a:cubicBezTo>
                  <a:pt x="709320" y="31273"/>
                  <a:pt x="709387" y="30970"/>
                  <a:pt x="709522" y="30723"/>
                </a:cubicBezTo>
                <a:cubicBezTo>
                  <a:pt x="709657" y="30475"/>
                  <a:pt x="709927" y="30251"/>
                  <a:pt x="710331" y="30048"/>
                </a:cubicBezTo>
                <a:cubicBezTo>
                  <a:pt x="710736" y="29846"/>
                  <a:pt x="711253" y="29711"/>
                  <a:pt x="711883" y="29643"/>
                </a:cubicBezTo>
                <a:cubicBezTo>
                  <a:pt x="712512" y="29576"/>
                  <a:pt x="713344" y="29542"/>
                  <a:pt x="714378" y="29542"/>
                </a:cubicBezTo>
                <a:cubicBezTo>
                  <a:pt x="715367" y="29542"/>
                  <a:pt x="716188" y="29576"/>
                  <a:pt x="716840" y="29643"/>
                </a:cubicBezTo>
                <a:cubicBezTo>
                  <a:pt x="717492" y="29711"/>
                  <a:pt x="717998" y="29846"/>
                  <a:pt x="718358" y="30048"/>
                </a:cubicBezTo>
                <a:cubicBezTo>
                  <a:pt x="718717" y="30251"/>
                  <a:pt x="718976" y="30475"/>
                  <a:pt x="719133" y="30723"/>
                </a:cubicBezTo>
                <a:cubicBezTo>
                  <a:pt x="719291" y="30970"/>
                  <a:pt x="719369" y="31273"/>
                  <a:pt x="719369" y="31633"/>
                </a:cubicBezTo>
                <a:lnTo>
                  <a:pt x="719369" y="39660"/>
                </a:lnTo>
                <a:cubicBezTo>
                  <a:pt x="722787" y="35837"/>
                  <a:pt x="726103" y="33038"/>
                  <a:pt x="729318" y="31262"/>
                </a:cubicBezTo>
                <a:cubicBezTo>
                  <a:pt x="732533" y="29486"/>
                  <a:pt x="735782" y="28598"/>
                  <a:pt x="739064" y="28598"/>
                </a:cubicBezTo>
                <a:cubicBezTo>
                  <a:pt x="741582" y="28598"/>
                  <a:pt x="743842" y="28890"/>
                  <a:pt x="745843" y="29475"/>
                </a:cubicBezTo>
                <a:cubicBezTo>
                  <a:pt x="747844" y="30059"/>
                  <a:pt x="749609" y="30880"/>
                  <a:pt x="751137" y="31937"/>
                </a:cubicBezTo>
                <a:cubicBezTo>
                  <a:pt x="752666" y="32993"/>
                  <a:pt x="753970" y="34252"/>
                  <a:pt x="755049" y="35714"/>
                </a:cubicBezTo>
                <a:cubicBezTo>
                  <a:pt x="756129" y="37175"/>
                  <a:pt x="757028" y="38805"/>
                  <a:pt x="757747" y="40604"/>
                </a:cubicBezTo>
                <a:cubicBezTo>
                  <a:pt x="759771" y="38400"/>
                  <a:pt x="761693" y="36534"/>
                  <a:pt x="763514" y="35006"/>
                </a:cubicBezTo>
                <a:cubicBezTo>
                  <a:pt x="765335" y="33477"/>
                  <a:pt x="767089" y="32240"/>
                  <a:pt x="768775" y="31296"/>
                </a:cubicBezTo>
                <a:cubicBezTo>
                  <a:pt x="770461" y="30352"/>
                  <a:pt x="772103" y="29666"/>
                  <a:pt x="773699" y="29239"/>
                </a:cubicBezTo>
                <a:cubicBezTo>
                  <a:pt x="775295" y="28812"/>
                  <a:pt x="776903" y="28598"/>
                  <a:pt x="778521" y="28598"/>
                </a:cubicBezTo>
                <a:cubicBezTo>
                  <a:pt x="782433" y="28598"/>
                  <a:pt x="785716" y="29284"/>
                  <a:pt x="788369" y="30655"/>
                </a:cubicBezTo>
                <a:cubicBezTo>
                  <a:pt x="791022" y="32027"/>
                  <a:pt x="793169" y="33859"/>
                  <a:pt x="794810" y="36152"/>
                </a:cubicBezTo>
                <a:cubicBezTo>
                  <a:pt x="796451" y="38445"/>
                  <a:pt x="797620" y="41132"/>
                  <a:pt x="798317" y="44212"/>
                </a:cubicBezTo>
                <a:cubicBezTo>
                  <a:pt x="799014" y="47292"/>
                  <a:pt x="799363" y="50541"/>
                  <a:pt x="799363" y="53959"/>
                </a:cubicBezTo>
                <a:lnTo>
                  <a:pt x="799363" y="92337"/>
                </a:lnTo>
                <a:close/>
                <a:moveTo>
                  <a:pt x="871489" y="59354"/>
                </a:moveTo>
                <a:cubicBezTo>
                  <a:pt x="871489" y="61108"/>
                  <a:pt x="871051" y="62356"/>
                  <a:pt x="870174" y="63098"/>
                </a:cubicBezTo>
                <a:cubicBezTo>
                  <a:pt x="869297" y="63840"/>
                  <a:pt x="868296" y="64211"/>
                  <a:pt x="867172" y="64211"/>
                </a:cubicBezTo>
                <a:lnTo>
                  <a:pt x="827378" y="64211"/>
                </a:lnTo>
                <a:cubicBezTo>
                  <a:pt x="827378" y="67593"/>
                  <a:pt x="827715" y="70637"/>
                  <a:pt x="828390" y="73344"/>
                </a:cubicBezTo>
                <a:cubicBezTo>
                  <a:pt x="829064" y="76050"/>
                  <a:pt x="830188" y="78373"/>
                  <a:pt x="831762" y="80312"/>
                </a:cubicBezTo>
                <a:cubicBezTo>
                  <a:pt x="833336" y="82251"/>
                  <a:pt x="835382" y="83740"/>
                  <a:pt x="837900" y="84778"/>
                </a:cubicBezTo>
                <a:cubicBezTo>
                  <a:pt x="840418" y="85815"/>
                  <a:pt x="843498" y="86334"/>
                  <a:pt x="847140" y="86334"/>
                </a:cubicBezTo>
                <a:cubicBezTo>
                  <a:pt x="850018" y="86334"/>
                  <a:pt x="852581" y="86098"/>
                  <a:pt x="854829" y="85625"/>
                </a:cubicBezTo>
                <a:cubicBezTo>
                  <a:pt x="857078" y="85153"/>
                  <a:pt x="859022" y="84625"/>
                  <a:pt x="860664" y="84040"/>
                </a:cubicBezTo>
                <a:cubicBezTo>
                  <a:pt x="862305" y="83456"/>
                  <a:pt x="863654" y="82928"/>
                  <a:pt x="864710" y="82455"/>
                </a:cubicBezTo>
                <a:cubicBezTo>
                  <a:pt x="865767" y="81983"/>
                  <a:pt x="866565" y="81747"/>
                  <a:pt x="867105" y="81747"/>
                </a:cubicBezTo>
                <a:cubicBezTo>
                  <a:pt x="867420" y="81747"/>
                  <a:pt x="867701" y="81826"/>
                  <a:pt x="867948" y="81983"/>
                </a:cubicBezTo>
                <a:cubicBezTo>
                  <a:pt x="868195" y="82141"/>
                  <a:pt x="868386" y="82377"/>
                  <a:pt x="868521" y="82691"/>
                </a:cubicBezTo>
                <a:cubicBezTo>
                  <a:pt x="868656" y="83006"/>
                  <a:pt x="868757" y="83445"/>
                  <a:pt x="868825" y="84007"/>
                </a:cubicBezTo>
                <a:cubicBezTo>
                  <a:pt x="868892" y="84569"/>
                  <a:pt x="868926" y="85254"/>
                  <a:pt x="868926" y="86064"/>
                </a:cubicBezTo>
                <a:cubicBezTo>
                  <a:pt x="868926" y="86648"/>
                  <a:pt x="868903" y="87154"/>
                  <a:pt x="868859" y="87581"/>
                </a:cubicBezTo>
                <a:cubicBezTo>
                  <a:pt x="868814" y="88009"/>
                  <a:pt x="868757" y="88391"/>
                  <a:pt x="868690" y="88728"/>
                </a:cubicBezTo>
                <a:cubicBezTo>
                  <a:pt x="868622" y="89065"/>
                  <a:pt x="868510" y="89369"/>
                  <a:pt x="868353" y="89639"/>
                </a:cubicBezTo>
                <a:cubicBezTo>
                  <a:pt x="868195" y="89908"/>
                  <a:pt x="867993" y="90167"/>
                  <a:pt x="867746" y="90414"/>
                </a:cubicBezTo>
                <a:cubicBezTo>
                  <a:pt x="867498" y="90662"/>
                  <a:pt x="866768" y="91066"/>
                  <a:pt x="865554" y="91628"/>
                </a:cubicBezTo>
                <a:cubicBezTo>
                  <a:pt x="864339" y="92190"/>
                  <a:pt x="862766" y="92741"/>
                  <a:pt x="860832" y="93281"/>
                </a:cubicBezTo>
                <a:cubicBezTo>
                  <a:pt x="858899" y="93820"/>
                  <a:pt x="856662" y="94304"/>
                  <a:pt x="854121" y="94731"/>
                </a:cubicBezTo>
                <a:cubicBezTo>
                  <a:pt x="851581" y="95158"/>
                  <a:pt x="848871" y="95372"/>
                  <a:pt x="845994" y="95372"/>
                </a:cubicBezTo>
                <a:cubicBezTo>
                  <a:pt x="841002" y="95372"/>
                  <a:pt x="836630" y="94674"/>
                  <a:pt x="832875" y="93279"/>
                </a:cubicBezTo>
                <a:cubicBezTo>
                  <a:pt x="829120" y="91883"/>
                  <a:pt x="825961" y="89813"/>
                  <a:pt x="823398" y="87067"/>
                </a:cubicBezTo>
                <a:cubicBezTo>
                  <a:pt x="820835" y="84321"/>
                  <a:pt x="818902" y="80878"/>
                  <a:pt x="817598" y="76737"/>
                </a:cubicBezTo>
                <a:cubicBezTo>
                  <a:pt x="816294" y="72596"/>
                  <a:pt x="815642" y="67780"/>
                  <a:pt x="815642" y="62288"/>
                </a:cubicBezTo>
                <a:cubicBezTo>
                  <a:pt x="815642" y="57067"/>
                  <a:pt x="816316" y="52374"/>
                  <a:pt x="817665" y="48211"/>
                </a:cubicBezTo>
                <a:cubicBezTo>
                  <a:pt x="819014" y="44047"/>
                  <a:pt x="820959" y="40514"/>
                  <a:pt x="823500" y="37611"/>
                </a:cubicBezTo>
                <a:cubicBezTo>
                  <a:pt x="826040" y="34708"/>
                  <a:pt x="829109" y="32480"/>
                  <a:pt x="832706" y="30927"/>
                </a:cubicBezTo>
                <a:cubicBezTo>
                  <a:pt x="836304" y="29374"/>
                  <a:pt x="840328" y="28598"/>
                  <a:pt x="844780" y="28598"/>
                </a:cubicBezTo>
                <a:cubicBezTo>
                  <a:pt x="849546" y="28598"/>
                  <a:pt x="853604" y="29362"/>
                  <a:pt x="856954" y="30891"/>
                </a:cubicBezTo>
                <a:cubicBezTo>
                  <a:pt x="860304" y="32420"/>
                  <a:pt x="863058" y="34477"/>
                  <a:pt x="865216" y="37063"/>
                </a:cubicBezTo>
                <a:cubicBezTo>
                  <a:pt x="867375" y="39648"/>
                  <a:pt x="868960" y="42683"/>
                  <a:pt x="869971" y="46168"/>
                </a:cubicBezTo>
                <a:cubicBezTo>
                  <a:pt x="870983" y="49653"/>
                  <a:pt x="871489" y="53374"/>
                  <a:pt x="871489" y="57331"/>
                </a:cubicBezTo>
                <a:lnTo>
                  <a:pt x="871489" y="59354"/>
                </a:lnTo>
                <a:moveTo>
                  <a:pt x="860293" y="56049"/>
                </a:moveTo>
                <a:cubicBezTo>
                  <a:pt x="860427" y="50204"/>
                  <a:pt x="859135" y="45617"/>
                  <a:pt x="856414" y="42290"/>
                </a:cubicBezTo>
                <a:cubicBezTo>
                  <a:pt x="853694" y="38963"/>
                  <a:pt x="849658" y="37299"/>
                  <a:pt x="844307" y="37299"/>
                </a:cubicBezTo>
                <a:cubicBezTo>
                  <a:pt x="841564" y="37299"/>
                  <a:pt x="839159" y="37816"/>
                  <a:pt x="837090" y="38850"/>
                </a:cubicBezTo>
                <a:cubicBezTo>
                  <a:pt x="835022" y="39884"/>
                  <a:pt x="833291" y="41256"/>
                  <a:pt x="831897" y="42964"/>
                </a:cubicBezTo>
                <a:cubicBezTo>
                  <a:pt x="830503" y="44673"/>
                  <a:pt x="829424" y="46663"/>
                  <a:pt x="828659" y="48934"/>
                </a:cubicBezTo>
                <a:cubicBezTo>
                  <a:pt x="827895" y="51204"/>
                  <a:pt x="827468" y="53576"/>
                  <a:pt x="827378" y="56049"/>
                </a:cubicBezTo>
                <a:lnTo>
                  <a:pt x="860293" y="56049"/>
                </a:lnTo>
                <a:close/>
                <a:moveTo>
                  <a:pt x="940751" y="92337"/>
                </a:moveTo>
                <a:cubicBezTo>
                  <a:pt x="940751" y="92696"/>
                  <a:pt x="940662" y="93000"/>
                  <a:pt x="940482" y="93247"/>
                </a:cubicBezTo>
                <a:cubicBezTo>
                  <a:pt x="940302" y="93494"/>
                  <a:pt x="940009" y="93708"/>
                  <a:pt x="939605" y="93888"/>
                </a:cubicBezTo>
                <a:cubicBezTo>
                  <a:pt x="939200" y="94068"/>
                  <a:pt x="938638" y="94203"/>
                  <a:pt x="937919" y="94293"/>
                </a:cubicBezTo>
                <a:cubicBezTo>
                  <a:pt x="937199" y="94382"/>
                  <a:pt x="936300" y="94427"/>
                  <a:pt x="935221" y="94427"/>
                </a:cubicBezTo>
                <a:cubicBezTo>
                  <a:pt x="934097" y="94427"/>
                  <a:pt x="933175" y="94382"/>
                  <a:pt x="932455" y="94293"/>
                </a:cubicBezTo>
                <a:cubicBezTo>
                  <a:pt x="931736" y="94203"/>
                  <a:pt x="931174" y="94068"/>
                  <a:pt x="930769" y="93888"/>
                </a:cubicBezTo>
                <a:cubicBezTo>
                  <a:pt x="930364" y="93708"/>
                  <a:pt x="930072" y="93494"/>
                  <a:pt x="929892" y="93247"/>
                </a:cubicBezTo>
                <a:cubicBezTo>
                  <a:pt x="929712" y="93000"/>
                  <a:pt x="929622" y="92696"/>
                  <a:pt x="929622" y="92337"/>
                </a:cubicBezTo>
                <a:lnTo>
                  <a:pt x="929622" y="56791"/>
                </a:lnTo>
                <a:cubicBezTo>
                  <a:pt x="929622" y="53329"/>
                  <a:pt x="929353" y="50541"/>
                  <a:pt x="928813" y="48428"/>
                </a:cubicBezTo>
                <a:cubicBezTo>
                  <a:pt x="928274" y="46314"/>
                  <a:pt x="927487" y="44493"/>
                  <a:pt x="926452" y="42964"/>
                </a:cubicBezTo>
                <a:cubicBezTo>
                  <a:pt x="925418" y="41436"/>
                  <a:pt x="924080" y="40267"/>
                  <a:pt x="922439" y="39457"/>
                </a:cubicBezTo>
                <a:cubicBezTo>
                  <a:pt x="920798" y="38648"/>
                  <a:pt x="918898" y="38243"/>
                  <a:pt x="916740" y="38243"/>
                </a:cubicBezTo>
                <a:cubicBezTo>
                  <a:pt x="913952" y="38243"/>
                  <a:pt x="911164" y="39232"/>
                  <a:pt x="908376" y="41211"/>
                </a:cubicBezTo>
                <a:cubicBezTo>
                  <a:pt x="905588" y="43189"/>
                  <a:pt x="902666" y="46090"/>
                  <a:pt x="899608" y="49912"/>
                </a:cubicBezTo>
                <a:lnTo>
                  <a:pt x="899608" y="92337"/>
                </a:lnTo>
                <a:cubicBezTo>
                  <a:pt x="899608" y="92696"/>
                  <a:pt x="899518" y="93000"/>
                  <a:pt x="899338" y="93247"/>
                </a:cubicBezTo>
                <a:cubicBezTo>
                  <a:pt x="899158" y="93494"/>
                  <a:pt x="898866" y="93708"/>
                  <a:pt x="898461" y="93888"/>
                </a:cubicBezTo>
                <a:cubicBezTo>
                  <a:pt x="898057" y="94068"/>
                  <a:pt x="897495" y="94203"/>
                  <a:pt x="896775" y="94293"/>
                </a:cubicBezTo>
                <a:cubicBezTo>
                  <a:pt x="896056" y="94382"/>
                  <a:pt x="895134" y="94427"/>
                  <a:pt x="894010" y="94427"/>
                </a:cubicBezTo>
                <a:cubicBezTo>
                  <a:pt x="892931" y="94427"/>
                  <a:pt x="892031" y="94382"/>
                  <a:pt x="891312" y="94293"/>
                </a:cubicBezTo>
                <a:cubicBezTo>
                  <a:pt x="890592" y="94203"/>
                  <a:pt x="890019" y="94068"/>
                  <a:pt x="889592" y="93888"/>
                </a:cubicBezTo>
                <a:cubicBezTo>
                  <a:pt x="889165" y="93708"/>
                  <a:pt x="888873" y="93494"/>
                  <a:pt x="888715" y="93247"/>
                </a:cubicBezTo>
                <a:cubicBezTo>
                  <a:pt x="888558" y="93000"/>
                  <a:pt x="888479" y="92696"/>
                  <a:pt x="888479" y="92337"/>
                </a:cubicBezTo>
                <a:lnTo>
                  <a:pt x="888479" y="31633"/>
                </a:lnTo>
                <a:cubicBezTo>
                  <a:pt x="888479" y="31273"/>
                  <a:pt x="888547" y="30970"/>
                  <a:pt x="888681" y="30723"/>
                </a:cubicBezTo>
                <a:cubicBezTo>
                  <a:pt x="888816" y="30475"/>
                  <a:pt x="889086" y="30251"/>
                  <a:pt x="889491" y="30048"/>
                </a:cubicBezTo>
                <a:cubicBezTo>
                  <a:pt x="889896" y="29846"/>
                  <a:pt x="890413" y="29711"/>
                  <a:pt x="891042" y="29643"/>
                </a:cubicBezTo>
                <a:cubicBezTo>
                  <a:pt x="891672" y="29576"/>
                  <a:pt x="892504" y="29542"/>
                  <a:pt x="893538" y="29542"/>
                </a:cubicBezTo>
                <a:cubicBezTo>
                  <a:pt x="894527" y="29542"/>
                  <a:pt x="895348" y="29576"/>
                  <a:pt x="896000" y="29643"/>
                </a:cubicBezTo>
                <a:cubicBezTo>
                  <a:pt x="896652" y="29711"/>
                  <a:pt x="897157" y="29846"/>
                  <a:pt x="897517" y="30048"/>
                </a:cubicBezTo>
                <a:cubicBezTo>
                  <a:pt x="897877" y="30251"/>
                  <a:pt x="898135" y="30475"/>
                  <a:pt x="898293" y="30723"/>
                </a:cubicBezTo>
                <a:cubicBezTo>
                  <a:pt x="898450" y="30970"/>
                  <a:pt x="898529" y="31273"/>
                  <a:pt x="898529" y="31633"/>
                </a:cubicBezTo>
                <a:lnTo>
                  <a:pt x="898529" y="39660"/>
                </a:lnTo>
                <a:cubicBezTo>
                  <a:pt x="901946" y="35837"/>
                  <a:pt x="905352" y="33038"/>
                  <a:pt x="908747" y="31262"/>
                </a:cubicBezTo>
                <a:cubicBezTo>
                  <a:pt x="912142" y="29486"/>
                  <a:pt x="915571" y="28598"/>
                  <a:pt x="919033" y="28598"/>
                </a:cubicBezTo>
                <a:cubicBezTo>
                  <a:pt x="923080" y="28598"/>
                  <a:pt x="926486" y="29284"/>
                  <a:pt x="929252" y="30655"/>
                </a:cubicBezTo>
                <a:cubicBezTo>
                  <a:pt x="932017" y="32027"/>
                  <a:pt x="934254" y="33859"/>
                  <a:pt x="935963" y="36152"/>
                </a:cubicBezTo>
                <a:cubicBezTo>
                  <a:pt x="937671" y="38445"/>
                  <a:pt x="938897" y="41132"/>
                  <a:pt x="939639" y="44212"/>
                </a:cubicBezTo>
                <a:cubicBezTo>
                  <a:pt x="940380" y="47292"/>
                  <a:pt x="940751" y="50991"/>
                  <a:pt x="940751" y="55307"/>
                </a:cubicBezTo>
                <a:lnTo>
                  <a:pt x="940751" y="92337"/>
                </a:lnTo>
                <a:close/>
                <a:moveTo>
                  <a:pt x="991046" y="87952"/>
                </a:moveTo>
                <a:cubicBezTo>
                  <a:pt x="991046" y="89256"/>
                  <a:pt x="990956" y="90291"/>
                  <a:pt x="990776" y="91055"/>
                </a:cubicBezTo>
                <a:cubicBezTo>
                  <a:pt x="990596" y="91819"/>
                  <a:pt x="990327" y="92382"/>
                  <a:pt x="989967" y="92741"/>
                </a:cubicBezTo>
                <a:cubicBezTo>
                  <a:pt x="989607" y="93101"/>
                  <a:pt x="989068" y="93438"/>
                  <a:pt x="988348" y="93753"/>
                </a:cubicBezTo>
                <a:cubicBezTo>
                  <a:pt x="987629" y="94068"/>
                  <a:pt x="986808" y="94326"/>
                  <a:pt x="985886" y="94529"/>
                </a:cubicBezTo>
                <a:cubicBezTo>
                  <a:pt x="984964" y="94731"/>
                  <a:pt x="983986" y="94900"/>
                  <a:pt x="982952" y="95034"/>
                </a:cubicBezTo>
                <a:cubicBezTo>
                  <a:pt x="981918" y="95169"/>
                  <a:pt x="980884" y="95237"/>
                  <a:pt x="979850" y="95237"/>
                </a:cubicBezTo>
                <a:cubicBezTo>
                  <a:pt x="976702" y="95237"/>
                  <a:pt x="974004" y="94820"/>
                  <a:pt x="971756" y="93987"/>
                </a:cubicBezTo>
                <a:cubicBezTo>
                  <a:pt x="969508" y="93152"/>
                  <a:pt x="967664" y="91890"/>
                  <a:pt x="966225" y="90199"/>
                </a:cubicBezTo>
                <a:cubicBezTo>
                  <a:pt x="964786" y="88509"/>
                  <a:pt x="963741" y="86368"/>
                  <a:pt x="963089" y="83777"/>
                </a:cubicBezTo>
                <a:cubicBezTo>
                  <a:pt x="962437" y="81186"/>
                  <a:pt x="962111" y="78132"/>
                  <a:pt x="962111" y="74617"/>
                </a:cubicBezTo>
                <a:lnTo>
                  <a:pt x="962111" y="39052"/>
                </a:lnTo>
                <a:lnTo>
                  <a:pt x="953612" y="39052"/>
                </a:lnTo>
                <a:cubicBezTo>
                  <a:pt x="952938" y="39052"/>
                  <a:pt x="952398" y="38693"/>
                  <a:pt x="951994" y="37973"/>
                </a:cubicBezTo>
                <a:cubicBezTo>
                  <a:pt x="951589" y="37254"/>
                  <a:pt x="951386" y="36085"/>
                  <a:pt x="951386" y="34466"/>
                </a:cubicBezTo>
                <a:cubicBezTo>
                  <a:pt x="951386" y="33612"/>
                  <a:pt x="951443" y="32892"/>
                  <a:pt x="951555" y="32308"/>
                </a:cubicBezTo>
                <a:cubicBezTo>
                  <a:pt x="951668" y="31723"/>
                  <a:pt x="951814" y="31240"/>
                  <a:pt x="951994" y="30858"/>
                </a:cubicBezTo>
                <a:cubicBezTo>
                  <a:pt x="952173" y="30475"/>
                  <a:pt x="952409" y="30206"/>
                  <a:pt x="952702" y="30048"/>
                </a:cubicBezTo>
                <a:cubicBezTo>
                  <a:pt x="952994" y="29891"/>
                  <a:pt x="953320" y="29812"/>
                  <a:pt x="953680" y="29812"/>
                </a:cubicBezTo>
                <a:lnTo>
                  <a:pt x="962111" y="29812"/>
                </a:lnTo>
                <a:lnTo>
                  <a:pt x="962111" y="15378"/>
                </a:lnTo>
                <a:cubicBezTo>
                  <a:pt x="962111" y="15063"/>
                  <a:pt x="962189" y="14771"/>
                  <a:pt x="962347" y="14501"/>
                </a:cubicBezTo>
                <a:cubicBezTo>
                  <a:pt x="962504" y="14232"/>
                  <a:pt x="962796" y="13995"/>
                  <a:pt x="963224" y="13793"/>
                </a:cubicBezTo>
                <a:cubicBezTo>
                  <a:pt x="963651" y="13591"/>
                  <a:pt x="964224" y="13445"/>
                  <a:pt x="964944" y="13355"/>
                </a:cubicBezTo>
                <a:cubicBezTo>
                  <a:pt x="965663" y="13265"/>
                  <a:pt x="966562" y="13220"/>
                  <a:pt x="967641" y="13220"/>
                </a:cubicBezTo>
                <a:cubicBezTo>
                  <a:pt x="968766" y="13220"/>
                  <a:pt x="969687" y="13265"/>
                  <a:pt x="970407" y="13355"/>
                </a:cubicBezTo>
                <a:cubicBezTo>
                  <a:pt x="971126" y="13445"/>
                  <a:pt x="971688" y="13591"/>
                  <a:pt x="972093" y="13793"/>
                </a:cubicBezTo>
                <a:cubicBezTo>
                  <a:pt x="972498" y="13995"/>
                  <a:pt x="972790" y="14232"/>
                  <a:pt x="972970" y="14501"/>
                </a:cubicBezTo>
                <a:cubicBezTo>
                  <a:pt x="973150" y="14771"/>
                  <a:pt x="973240" y="15063"/>
                  <a:pt x="973240" y="15378"/>
                </a:cubicBezTo>
                <a:lnTo>
                  <a:pt x="973240" y="29812"/>
                </a:lnTo>
                <a:lnTo>
                  <a:pt x="988820" y="29812"/>
                </a:lnTo>
                <a:cubicBezTo>
                  <a:pt x="989180" y="29812"/>
                  <a:pt x="989495" y="29891"/>
                  <a:pt x="989764" y="30048"/>
                </a:cubicBezTo>
                <a:cubicBezTo>
                  <a:pt x="990034" y="30206"/>
                  <a:pt x="990270" y="30475"/>
                  <a:pt x="990473" y="30858"/>
                </a:cubicBezTo>
                <a:cubicBezTo>
                  <a:pt x="990675" y="31240"/>
                  <a:pt x="990821" y="31723"/>
                  <a:pt x="990911" y="32308"/>
                </a:cubicBezTo>
                <a:cubicBezTo>
                  <a:pt x="991001" y="32892"/>
                  <a:pt x="991046" y="33612"/>
                  <a:pt x="991046" y="34466"/>
                </a:cubicBezTo>
                <a:cubicBezTo>
                  <a:pt x="991046" y="36085"/>
                  <a:pt x="990844" y="37254"/>
                  <a:pt x="990439" y="37973"/>
                </a:cubicBezTo>
                <a:cubicBezTo>
                  <a:pt x="990034" y="38693"/>
                  <a:pt x="989495" y="39052"/>
                  <a:pt x="988820" y="39052"/>
                </a:cubicBezTo>
                <a:lnTo>
                  <a:pt x="973240" y="39052"/>
                </a:lnTo>
                <a:lnTo>
                  <a:pt x="973240" y="73011"/>
                </a:lnTo>
                <a:cubicBezTo>
                  <a:pt x="973240" y="77204"/>
                  <a:pt x="973858" y="80372"/>
                  <a:pt x="975095" y="82514"/>
                </a:cubicBezTo>
                <a:cubicBezTo>
                  <a:pt x="976331" y="84656"/>
                  <a:pt x="978546" y="85727"/>
                  <a:pt x="981738" y="85727"/>
                </a:cubicBezTo>
                <a:cubicBezTo>
                  <a:pt x="982772" y="85727"/>
                  <a:pt x="983694" y="85625"/>
                  <a:pt x="984504" y="85423"/>
                </a:cubicBezTo>
                <a:cubicBezTo>
                  <a:pt x="985313" y="85221"/>
                  <a:pt x="986032" y="85007"/>
                  <a:pt x="986662" y="84782"/>
                </a:cubicBezTo>
                <a:cubicBezTo>
                  <a:pt x="987291" y="84558"/>
                  <a:pt x="987831" y="84344"/>
                  <a:pt x="988281" y="84142"/>
                </a:cubicBezTo>
                <a:cubicBezTo>
                  <a:pt x="988730" y="83939"/>
                  <a:pt x="989135" y="83838"/>
                  <a:pt x="989495" y="83838"/>
                </a:cubicBezTo>
                <a:cubicBezTo>
                  <a:pt x="989720" y="83838"/>
                  <a:pt x="989933" y="83894"/>
                  <a:pt x="990135" y="84007"/>
                </a:cubicBezTo>
                <a:cubicBezTo>
                  <a:pt x="990338" y="84119"/>
                  <a:pt x="990495" y="84333"/>
                  <a:pt x="990608" y="84647"/>
                </a:cubicBezTo>
                <a:cubicBezTo>
                  <a:pt x="990720" y="84962"/>
                  <a:pt x="990821" y="85389"/>
                  <a:pt x="990911" y="85929"/>
                </a:cubicBezTo>
                <a:cubicBezTo>
                  <a:pt x="991001" y="86469"/>
                  <a:pt x="991046" y="87143"/>
                  <a:pt x="991046" y="87952"/>
                </a:cubicBezTo>
                <a:close/>
                <a:moveTo>
                  <a:pt x="1020459" y="84378"/>
                </a:moveTo>
                <a:cubicBezTo>
                  <a:pt x="1020459" y="85772"/>
                  <a:pt x="1020391" y="87053"/>
                  <a:pt x="1020257" y="88222"/>
                </a:cubicBezTo>
                <a:cubicBezTo>
                  <a:pt x="1020122" y="89391"/>
                  <a:pt x="1019897" y="90493"/>
                  <a:pt x="1019582" y="91527"/>
                </a:cubicBezTo>
                <a:cubicBezTo>
                  <a:pt x="1019267" y="92561"/>
                  <a:pt x="1018851" y="93584"/>
                  <a:pt x="1018334" y="94596"/>
                </a:cubicBezTo>
                <a:cubicBezTo>
                  <a:pt x="1017817" y="95608"/>
                  <a:pt x="1017176" y="96676"/>
                  <a:pt x="1016412" y="97800"/>
                </a:cubicBezTo>
                <a:lnTo>
                  <a:pt x="1007172" y="111694"/>
                </a:lnTo>
                <a:cubicBezTo>
                  <a:pt x="1006947" y="112009"/>
                  <a:pt x="1006688" y="112279"/>
                  <a:pt x="1006396" y="112504"/>
                </a:cubicBezTo>
                <a:cubicBezTo>
                  <a:pt x="1006104" y="112728"/>
                  <a:pt x="1005744" y="112931"/>
                  <a:pt x="1005317" y="113111"/>
                </a:cubicBezTo>
                <a:cubicBezTo>
                  <a:pt x="1004890" y="113290"/>
                  <a:pt x="1004395" y="113414"/>
                  <a:pt x="1003833" y="113482"/>
                </a:cubicBezTo>
                <a:cubicBezTo>
                  <a:pt x="1003271" y="113549"/>
                  <a:pt x="1002563" y="113583"/>
                  <a:pt x="1001708" y="113583"/>
                </a:cubicBezTo>
                <a:cubicBezTo>
                  <a:pt x="1000944" y="113583"/>
                  <a:pt x="1000303" y="113549"/>
                  <a:pt x="999786" y="113482"/>
                </a:cubicBezTo>
                <a:cubicBezTo>
                  <a:pt x="999269" y="113414"/>
                  <a:pt x="998898" y="113302"/>
                  <a:pt x="998673" y="113144"/>
                </a:cubicBezTo>
                <a:cubicBezTo>
                  <a:pt x="998448" y="112987"/>
                  <a:pt x="998325" y="112773"/>
                  <a:pt x="998302" y="112504"/>
                </a:cubicBezTo>
                <a:cubicBezTo>
                  <a:pt x="998280" y="112234"/>
                  <a:pt x="998358" y="111919"/>
                  <a:pt x="998538" y="111559"/>
                </a:cubicBezTo>
                <a:lnTo>
                  <a:pt x="1007509" y="93011"/>
                </a:lnTo>
                <a:lnTo>
                  <a:pt x="1007509" y="84378"/>
                </a:lnTo>
                <a:cubicBezTo>
                  <a:pt x="1007509" y="83164"/>
                  <a:pt x="1007632" y="82197"/>
                  <a:pt x="1007880" y="81477"/>
                </a:cubicBezTo>
                <a:cubicBezTo>
                  <a:pt x="1008127" y="80758"/>
                  <a:pt x="1008521" y="80218"/>
                  <a:pt x="1009060" y="79859"/>
                </a:cubicBezTo>
                <a:cubicBezTo>
                  <a:pt x="1009600" y="79499"/>
                  <a:pt x="1010274" y="79252"/>
                  <a:pt x="1011084" y="79117"/>
                </a:cubicBezTo>
                <a:cubicBezTo>
                  <a:pt x="1011893" y="78982"/>
                  <a:pt x="1012882" y="78914"/>
                  <a:pt x="1014051" y="78914"/>
                </a:cubicBezTo>
                <a:cubicBezTo>
                  <a:pt x="1015175" y="78914"/>
                  <a:pt x="1016142" y="78982"/>
                  <a:pt x="1016952" y="79117"/>
                </a:cubicBezTo>
                <a:cubicBezTo>
                  <a:pt x="1017761" y="79252"/>
                  <a:pt x="1018424" y="79499"/>
                  <a:pt x="1018941" y="79859"/>
                </a:cubicBezTo>
                <a:cubicBezTo>
                  <a:pt x="1019458" y="80218"/>
                  <a:pt x="1019841" y="80758"/>
                  <a:pt x="1020088" y="81477"/>
                </a:cubicBezTo>
                <a:cubicBezTo>
                  <a:pt x="1020335" y="82197"/>
                  <a:pt x="1020459" y="83164"/>
                  <a:pt x="1020459" y="8437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notdeceptive">
            <a:extLst xmlns:a="http://schemas.openxmlformats.org/drawingml/2006/main">
              <a:ext uri="{FF2B5EF4-FFF2-40B4-BE49-F238E27FC236}">
                <a16:creationId xmlns:a16="http://schemas.microsoft.com/office/drawing/2014/main" id="{EDD22F01-1E53-46B6-A04C-825AA83D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47337" y="2118488"/>
            <a:ext cx="754023" cy="118383"/>
          </a:xfrm>
          <a:custGeom xmlns:a="http://schemas.openxmlformats.org/drawingml/2006/main">
            <a:pathLst>
              <a:path w="754023" h="118383">
                <a:moveTo>
                  <a:pt x="52307" y="92128"/>
                </a:moveTo>
                <a:cubicBezTo>
                  <a:pt x="52307" y="92488"/>
                  <a:pt x="52217" y="92792"/>
                  <a:pt x="52037" y="93039"/>
                </a:cubicBezTo>
                <a:cubicBezTo>
                  <a:pt x="51857" y="93287"/>
                  <a:pt x="51565" y="93500"/>
                  <a:pt x="51160" y="93680"/>
                </a:cubicBezTo>
                <a:cubicBezTo>
                  <a:pt x="50755" y="93860"/>
                  <a:pt x="50192" y="93995"/>
                  <a:pt x="49472" y="94085"/>
                </a:cubicBezTo>
                <a:cubicBezTo>
                  <a:pt x="48753" y="94175"/>
                  <a:pt x="47853" y="94220"/>
                  <a:pt x="46773" y="94220"/>
                </a:cubicBezTo>
                <a:cubicBezTo>
                  <a:pt x="45648" y="94220"/>
                  <a:pt x="44725" y="94175"/>
                  <a:pt x="44006" y="94085"/>
                </a:cubicBezTo>
                <a:cubicBezTo>
                  <a:pt x="43286" y="93995"/>
                  <a:pt x="42723" y="93860"/>
                  <a:pt x="42318" y="93680"/>
                </a:cubicBezTo>
                <a:cubicBezTo>
                  <a:pt x="41913" y="93500"/>
                  <a:pt x="41621" y="93287"/>
                  <a:pt x="41441" y="93039"/>
                </a:cubicBezTo>
                <a:cubicBezTo>
                  <a:pt x="41261" y="92792"/>
                  <a:pt x="41171" y="92488"/>
                  <a:pt x="41171" y="92128"/>
                </a:cubicBezTo>
                <a:lnTo>
                  <a:pt x="41171" y="56559"/>
                </a:lnTo>
                <a:cubicBezTo>
                  <a:pt x="41171" y="53095"/>
                  <a:pt x="40901" y="50305"/>
                  <a:pt x="40361" y="48190"/>
                </a:cubicBezTo>
                <a:cubicBezTo>
                  <a:pt x="39821" y="46075"/>
                  <a:pt x="39034" y="44253"/>
                  <a:pt x="37999" y="42723"/>
                </a:cubicBezTo>
                <a:cubicBezTo>
                  <a:pt x="36964" y="41193"/>
                  <a:pt x="35625" y="40023"/>
                  <a:pt x="33983" y="39214"/>
                </a:cubicBezTo>
                <a:cubicBezTo>
                  <a:pt x="32340" y="38404"/>
                  <a:pt x="30439" y="37999"/>
                  <a:pt x="28280" y="37999"/>
                </a:cubicBezTo>
                <a:cubicBezTo>
                  <a:pt x="25490" y="37999"/>
                  <a:pt x="22700" y="38989"/>
                  <a:pt x="19910" y="40968"/>
                </a:cubicBezTo>
                <a:cubicBezTo>
                  <a:pt x="17121" y="42948"/>
                  <a:pt x="14196" y="45850"/>
                  <a:pt x="11136" y="49675"/>
                </a:cubicBezTo>
                <a:lnTo>
                  <a:pt x="11136" y="92128"/>
                </a:lnTo>
                <a:cubicBezTo>
                  <a:pt x="11136" y="92488"/>
                  <a:pt x="11046" y="92792"/>
                  <a:pt x="10866" y="93039"/>
                </a:cubicBezTo>
                <a:cubicBezTo>
                  <a:pt x="10686" y="93287"/>
                  <a:pt x="10394" y="93500"/>
                  <a:pt x="9989" y="93680"/>
                </a:cubicBezTo>
                <a:cubicBezTo>
                  <a:pt x="9584" y="93860"/>
                  <a:pt x="9022" y="93995"/>
                  <a:pt x="8302" y="94085"/>
                </a:cubicBezTo>
                <a:cubicBezTo>
                  <a:pt x="7582" y="94175"/>
                  <a:pt x="6659" y="94220"/>
                  <a:pt x="5534" y="94220"/>
                </a:cubicBezTo>
                <a:cubicBezTo>
                  <a:pt x="4455" y="94220"/>
                  <a:pt x="3555" y="94175"/>
                  <a:pt x="2835" y="94085"/>
                </a:cubicBezTo>
                <a:cubicBezTo>
                  <a:pt x="2115" y="93995"/>
                  <a:pt x="1541" y="93860"/>
                  <a:pt x="1114" y="93680"/>
                </a:cubicBezTo>
                <a:cubicBezTo>
                  <a:pt x="686" y="93500"/>
                  <a:pt x="394" y="93287"/>
                  <a:pt x="236" y="93039"/>
                </a:cubicBezTo>
                <a:cubicBezTo>
                  <a:pt x="79" y="92792"/>
                  <a:pt x="0" y="92488"/>
                  <a:pt x="0" y="92128"/>
                </a:cubicBezTo>
                <a:lnTo>
                  <a:pt x="0" y="31384"/>
                </a:lnTo>
                <a:cubicBezTo>
                  <a:pt x="0" y="31024"/>
                  <a:pt x="67" y="30721"/>
                  <a:pt x="202" y="30473"/>
                </a:cubicBezTo>
                <a:cubicBezTo>
                  <a:pt x="337" y="30226"/>
                  <a:pt x="607" y="30001"/>
                  <a:pt x="1012" y="29798"/>
                </a:cubicBezTo>
                <a:cubicBezTo>
                  <a:pt x="1417" y="29596"/>
                  <a:pt x="1935" y="29461"/>
                  <a:pt x="2565" y="29393"/>
                </a:cubicBezTo>
                <a:cubicBezTo>
                  <a:pt x="3195" y="29326"/>
                  <a:pt x="4027" y="29292"/>
                  <a:pt x="5062" y="29292"/>
                </a:cubicBezTo>
                <a:cubicBezTo>
                  <a:pt x="6052" y="29292"/>
                  <a:pt x="6873" y="29326"/>
                  <a:pt x="7525" y="29393"/>
                </a:cubicBezTo>
                <a:cubicBezTo>
                  <a:pt x="8178" y="29461"/>
                  <a:pt x="8684" y="29596"/>
                  <a:pt x="9044" y="29798"/>
                </a:cubicBezTo>
                <a:cubicBezTo>
                  <a:pt x="9404" y="30001"/>
                  <a:pt x="9663" y="30226"/>
                  <a:pt x="9820" y="30473"/>
                </a:cubicBezTo>
                <a:cubicBezTo>
                  <a:pt x="9978" y="30721"/>
                  <a:pt x="10056" y="31024"/>
                  <a:pt x="10056" y="31384"/>
                </a:cubicBezTo>
                <a:lnTo>
                  <a:pt x="10056" y="39416"/>
                </a:lnTo>
                <a:cubicBezTo>
                  <a:pt x="13476" y="35591"/>
                  <a:pt x="16885" y="32790"/>
                  <a:pt x="20282" y="31013"/>
                </a:cubicBezTo>
                <a:cubicBezTo>
                  <a:pt x="23679" y="29236"/>
                  <a:pt x="27110" y="28347"/>
                  <a:pt x="30574" y="28347"/>
                </a:cubicBezTo>
                <a:cubicBezTo>
                  <a:pt x="34624" y="28347"/>
                  <a:pt x="38032" y="29033"/>
                  <a:pt x="40800" y="30406"/>
                </a:cubicBezTo>
                <a:cubicBezTo>
                  <a:pt x="43567" y="31778"/>
                  <a:pt x="45805" y="33612"/>
                  <a:pt x="47515" y="35906"/>
                </a:cubicBezTo>
                <a:cubicBezTo>
                  <a:pt x="49225" y="38201"/>
                  <a:pt x="50451" y="40890"/>
                  <a:pt x="51194" y="43972"/>
                </a:cubicBezTo>
                <a:cubicBezTo>
                  <a:pt x="51936" y="47054"/>
                  <a:pt x="52307" y="50755"/>
                  <a:pt x="52307" y="55074"/>
                </a:cubicBezTo>
                <a:lnTo>
                  <a:pt x="52307" y="92128"/>
                </a:lnTo>
                <a:close/>
                <a:moveTo>
                  <a:pt x="129060" y="61115"/>
                </a:moveTo>
                <a:cubicBezTo>
                  <a:pt x="129060" y="66069"/>
                  <a:pt x="128408" y="70629"/>
                  <a:pt x="127103" y="74795"/>
                </a:cubicBezTo>
                <a:cubicBezTo>
                  <a:pt x="125798" y="78961"/>
                  <a:pt x="123852" y="82554"/>
                  <a:pt x="121265" y="85573"/>
                </a:cubicBezTo>
                <a:cubicBezTo>
                  <a:pt x="118678" y="88590"/>
                  <a:pt x="115438" y="90943"/>
                  <a:pt x="111546" y="92632"/>
                </a:cubicBezTo>
                <a:cubicBezTo>
                  <a:pt x="107654" y="94321"/>
                  <a:pt x="103143" y="95165"/>
                  <a:pt x="98013" y="95165"/>
                </a:cubicBezTo>
                <a:cubicBezTo>
                  <a:pt x="93019" y="95165"/>
                  <a:pt x="88666" y="94422"/>
                  <a:pt x="84953" y="92936"/>
                </a:cubicBezTo>
                <a:cubicBezTo>
                  <a:pt x="81241" y="91450"/>
                  <a:pt x="78148" y="89288"/>
                  <a:pt x="75673" y="86450"/>
                </a:cubicBezTo>
                <a:cubicBezTo>
                  <a:pt x="73198" y="83613"/>
                  <a:pt x="71354" y="80167"/>
                  <a:pt x="70139" y="76113"/>
                </a:cubicBezTo>
                <a:cubicBezTo>
                  <a:pt x="68924" y="72059"/>
                  <a:pt x="68316" y="67465"/>
                  <a:pt x="68316" y="62330"/>
                </a:cubicBezTo>
                <a:cubicBezTo>
                  <a:pt x="68316" y="57376"/>
                  <a:pt x="68958" y="52816"/>
                  <a:pt x="70240" y="48650"/>
                </a:cubicBezTo>
                <a:cubicBezTo>
                  <a:pt x="71522" y="44484"/>
                  <a:pt x="73457" y="40892"/>
                  <a:pt x="76044" y="37874"/>
                </a:cubicBezTo>
                <a:cubicBezTo>
                  <a:pt x="78632" y="34855"/>
                  <a:pt x="81860" y="32513"/>
                  <a:pt x="85730" y="30846"/>
                </a:cubicBezTo>
                <a:cubicBezTo>
                  <a:pt x="89599" y="29180"/>
                  <a:pt x="94121" y="28347"/>
                  <a:pt x="99296" y="28347"/>
                </a:cubicBezTo>
                <a:cubicBezTo>
                  <a:pt x="104290" y="28347"/>
                  <a:pt x="108644" y="29090"/>
                  <a:pt x="112356" y="30576"/>
                </a:cubicBezTo>
                <a:cubicBezTo>
                  <a:pt x="116068" y="32063"/>
                  <a:pt x="119161" y="34225"/>
                  <a:pt x="121636" y="37062"/>
                </a:cubicBezTo>
                <a:cubicBezTo>
                  <a:pt x="124111" y="39900"/>
                  <a:pt x="125967" y="43345"/>
                  <a:pt x="127204" y="47399"/>
                </a:cubicBezTo>
                <a:cubicBezTo>
                  <a:pt x="128442" y="51453"/>
                  <a:pt x="129060" y="56025"/>
                  <a:pt x="129060" y="61115"/>
                </a:cubicBezTo>
                <a:moveTo>
                  <a:pt x="117316" y="61857"/>
                </a:moveTo>
                <a:cubicBezTo>
                  <a:pt x="117316" y="58569"/>
                  <a:pt x="117013" y="55460"/>
                  <a:pt x="116405" y="52531"/>
                </a:cubicBezTo>
                <a:cubicBezTo>
                  <a:pt x="115798" y="49602"/>
                  <a:pt x="114797" y="47034"/>
                  <a:pt x="113402" y="44826"/>
                </a:cubicBezTo>
                <a:cubicBezTo>
                  <a:pt x="112007" y="42618"/>
                  <a:pt x="110117" y="40873"/>
                  <a:pt x="107732" y="39589"/>
                </a:cubicBezTo>
                <a:cubicBezTo>
                  <a:pt x="105348" y="38304"/>
                  <a:pt x="102378" y="37661"/>
                  <a:pt x="98823" y="37661"/>
                </a:cubicBezTo>
                <a:cubicBezTo>
                  <a:pt x="95539" y="37661"/>
                  <a:pt x="92715" y="38247"/>
                  <a:pt x="90353" y="39418"/>
                </a:cubicBezTo>
                <a:cubicBezTo>
                  <a:pt x="87991" y="40589"/>
                  <a:pt x="86045" y="42246"/>
                  <a:pt x="84515" y="44387"/>
                </a:cubicBezTo>
                <a:cubicBezTo>
                  <a:pt x="82985" y="46527"/>
                  <a:pt x="81849" y="49062"/>
                  <a:pt x="81106" y="51991"/>
                </a:cubicBezTo>
                <a:cubicBezTo>
                  <a:pt x="80364" y="54918"/>
                  <a:pt x="79993" y="58117"/>
                  <a:pt x="79993" y="61587"/>
                </a:cubicBezTo>
                <a:cubicBezTo>
                  <a:pt x="79993" y="64921"/>
                  <a:pt x="80296" y="68053"/>
                  <a:pt x="80904" y="70982"/>
                </a:cubicBezTo>
                <a:cubicBezTo>
                  <a:pt x="81511" y="73911"/>
                  <a:pt x="82524" y="76468"/>
                  <a:pt x="83941" y="78653"/>
                </a:cubicBezTo>
                <a:cubicBezTo>
                  <a:pt x="85358" y="80838"/>
                  <a:pt x="87260" y="82573"/>
                  <a:pt x="89644" y="83858"/>
                </a:cubicBezTo>
                <a:cubicBezTo>
                  <a:pt x="92029" y="85142"/>
                  <a:pt x="94999" y="85784"/>
                  <a:pt x="98553" y="85784"/>
                </a:cubicBezTo>
                <a:cubicBezTo>
                  <a:pt x="101793" y="85784"/>
                  <a:pt x="104605" y="85198"/>
                  <a:pt x="106990" y="84027"/>
                </a:cubicBezTo>
                <a:cubicBezTo>
                  <a:pt x="109375" y="82856"/>
                  <a:pt x="111332" y="81211"/>
                  <a:pt x="112862" y="79093"/>
                </a:cubicBezTo>
                <a:cubicBezTo>
                  <a:pt x="114392" y="76974"/>
                  <a:pt x="115517" y="74451"/>
                  <a:pt x="116237" y="71524"/>
                </a:cubicBezTo>
                <a:cubicBezTo>
                  <a:pt x="116956" y="68595"/>
                  <a:pt x="117316" y="65373"/>
                  <a:pt x="117316" y="61857"/>
                </a:cubicBezTo>
                <a:close/>
                <a:moveTo>
                  <a:pt x="177000" y="87741"/>
                </a:moveTo>
                <a:cubicBezTo>
                  <a:pt x="177000" y="89046"/>
                  <a:pt x="176910" y="90081"/>
                  <a:pt x="176730" y="90846"/>
                </a:cubicBezTo>
                <a:cubicBezTo>
                  <a:pt x="176550" y="91611"/>
                  <a:pt x="176280" y="92173"/>
                  <a:pt x="175920" y="92533"/>
                </a:cubicBezTo>
                <a:cubicBezTo>
                  <a:pt x="175560" y="92893"/>
                  <a:pt x="175020" y="93230"/>
                  <a:pt x="174300" y="93545"/>
                </a:cubicBezTo>
                <a:cubicBezTo>
                  <a:pt x="173580" y="93860"/>
                  <a:pt x="172759" y="94119"/>
                  <a:pt x="171837" y="94322"/>
                </a:cubicBezTo>
                <a:cubicBezTo>
                  <a:pt x="170914" y="94524"/>
                  <a:pt x="169936" y="94693"/>
                  <a:pt x="168901" y="94828"/>
                </a:cubicBezTo>
                <a:cubicBezTo>
                  <a:pt x="167866" y="94963"/>
                  <a:pt x="166831" y="95030"/>
                  <a:pt x="165796" y="95030"/>
                </a:cubicBezTo>
                <a:cubicBezTo>
                  <a:pt x="162647" y="95030"/>
                  <a:pt x="159947" y="94613"/>
                  <a:pt x="157697" y="93780"/>
                </a:cubicBezTo>
                <a:cubicBezTo>
                  <a:pt x="155447" y="92944"/>
                  <a:pt x="153602" y="91681"/>
                  <a:pt x="152163" y="89989"/>
                </a:cubicBezTo>
                <a:cubicBezTo>
                  <a:pt x="150723" y="88298"/>
                  <a:pt x="149677" y="86156"/>
                  <a:pt x="149024" y="83563"/>
                </a:cubicBezTo>
                <a:cubicBezTo>
                  <a:pt x="148372" y="80970"/>
                  <a:pt x="148046" y="77914"/>
                  <a:pt x="148046" y="74396"/>
                </a:cubicBezTo>
                <a:lnTo>
                  <a:pt x="148046" y="38809"/>
                </a:lnTo>
                <a:lnTo>
                  <a:pt x="139541" y="38809"/>
                </a:lnTo>
                <a:cubicBezTo>
                  <a:pt x="138866" y="38809"/>
                  <a:pt x="138327" y="38449"/>
                  <a:pt x="137922" y="37729"/>
                </a:cubicBezTo>
                <a:cubicBezTo>
                  <a:pt x="137517" y="37009"/>
                  <a:pt x="137314" y="35839"/>
                  <a:pt x="137314" y="34219"/>
                </a:cubicBezTo>
                <a:cubicBezTo>
                  <a:pt x="137314" y="33364"/>
                  <a:pt x="137370" y="32644"/>
                  <a:pt x="137483" y="32059"/>
                </a:cubicBezTo>
                <a:cubicBezTo>
                  <a:pt x="137595" y="31474"/>
                  <a:pt x="137742" y="30991"/>
                  <a:pt x="137922" y="30608"/>
                </a:cubicBezTo>
                <a:cubicBezTo>
                  <a:pt x="138102" y="30226"/>
                  <a:pt x="138338" y="29956"/>
                  <a:pt x="138630" y="29798"/>
                </a:cubicBezTo>
                <a:cubicBezTo>
                  <a:pt x="138923" y="29641"/>
                  <a:pt x="139249" y="29562"/>
                  <a:pt x="139609" y="29562"/>
                </a:cubicBezTo>
                <a:lnTo>
                  <a:pt x="148046" y="29562"/>
                </a:lnTo>
                <a:lnTo>
                  <a:pt x="148046" y="15118"/>
                </a:lnTo>
                <a:cubicBezTo>
                  <a:pt x="148046" y="14803"/>
                  <a:pt x="148124" y="14511"/>
                  <a:pt x="148282" y="14241"/>
                </a:cubicBezTo>
                <a:cubicBezTo>
                  <a:pt x="148439" y="13971"/>
                  <a:pt x="148732" y="13735"/>
                  <a:pt x="149159" y="13532"/>
                </a:cubicBezTo>
                <a:cubicBezTo>
                  <a:pt x="149587" y="13330"/>
                  <a:pt x="150160" y="13184"/>
                  <a:pt x="150880" y="13094"/>
                </a:cubicBezTo>
                <a:cubicBezTo>
                  <a:pt x="151600" y="13004"/>
                  <a:pt x="152500" y="12959"/>
                  <a:pt x="153580" y="12959"/>
                </a:cubicBezTo>
                <a:cubicBezTo>
                  <a:pt x="154705" y="12959"/>
                  <a:pt x="155627" y="13004"/>
                  <a:pt x="156347" y="13094"/>
                </a:cubicBezTo>
                <a:cubicBezTo>
                  <a:pt x="157067" y="13184"/>
                  <a:pt x="157630" y="13330"/>
                  <a:pt x="158035" y="13532"/>
                </a:cubicBezTo>
                <a:cubicBezTo>
                  <a:pt x="158439" y="13735"/>
                  <a:pt x="158732" y="13971"/>
                  <a:pt x="158912" y="14241"/>
                </a:cubicBezTo>
                <a:cubicBezTo>
                  <a:pt x="159092" y="14511"/>
                  <a:pt x="159182" y="14803"/>
                  <a:pt x="159182" y="15118"/>
                </a:cubicBezTo>
                <a:lnTo>
                  <a:pt x="159182" y="29562"/>
                </a:lnTo>
                <a:lnTo>
                  <a:pt x="174773" y="29562"/>
                </a:lnTo>
                <a:cubicBezTo>
                  <a:pt x="175133" y="29562"/>
                  <a:pt x="175448" y="29641"/>
                  <a:pt x="175718" y="29798"/>
                </a:cubicBezTo>
                <a:cubicBezTo>
                  <a:pt x="175988" y="29956"/>
                  <a:pt x="176224" y="30226"/>
                  <a:pt x="176426" y="30608"/>
                </a:cubicBezTo>
                <a:cubicBezTo>
                  <a:pt x="176629" y="30991"/>
                  <a:pt x="176775" y="31474"/>
                  <a:pt x="176865" y="32059"/>
                </a:cubicBezTo>
                <a:cubicBezTo>
                  <a:pt x="176955" y="32644"/>
                  <a:pt x="177000" y="33364"/>
                  <a:pt x="177000" y="34219"/>
                </a:cubicBezTo>
                <a:cubicBezTo>
                  <a:pt x="177000" y="35839"/>
                  <a:pt x="176798" y="37009"/>
                  <a:pt x="176393" y="37729"/>
                </a:cubicBezTo>
                <a:cubicBezTo>
                  <a:pt x="175988" y="38449"/>
                  <a:pt x="175448" y="38809"/>
                  <a:pt x="174773" y="38809"/>
                </a:cubicBezTo>
                <a:lnTo>
                  <a:pt x="159182" y="38809"/>
                </a:lnTo>
                <a:lnTo>
                  <a:pt x="159182" y="72789"/>
                </a:lnTo>
                <a:cubicBezTo>
                  <a:pt x="159182" y="76985"/>
                  <a:pt x="159801" y="80155"/>
                  <a:pt x="161038" y="82299"/>
                </a:cubicBezTo>
                <a:cubicBezTo>
                  <a:pt x="162275" y="84442"/>
                  <a:pt x="164491" y="85514"/>
                  <a:pt x="167686" y="85514"/>
                </a:cubicBezTo>
                <a:cubicBezTo>
                  <a:pt x="168721" y="85514"/>
                  <a:pt x="169643" y="85413"/>
                  <a:pt x="170453" y="85210"/>
                </a:cubicBezTo>
                <a:cubicBezTo>
                  <a:pt x="171263" y="85008"/>
                  <a:pt x="171983" y="84794"/>
                  <a:pt x="172613" y="84569"/>
                </a:cubicBezTo>
                <a:cubicBezTo>
                  <a:pt x="173243" y="84344"/>
                  <a:pt x="173783" y="84130"/>
                  <a:pt x="174233" y="83928"/>
                </a:cubicBezTo>
                <a:cubicBezTo>
                  <a:pt x="174683" y="83725"/>
                  <a:pt x="175088" y="83624"/>
                  <a:pt x="175448" y="83624"/>
                </a:cubicBezTo>
                <a:cubicBezTo>
                  <a:pt x="175673" y="83624"/>
                  <a:pt x="175886" y="83680"/>
                  <a:pt x="176089" y="83793"/>
                </a:cubicBezTo>
                <a:cubicBezTo>
                  <a:pt x="176291" y="83905"/>
                  <a:pt x="176449" y="84119"/>
                  <a:pt x="176561" y="84434"/>
                </a:cubicBezTo>
                <a:cubicBezTo>
                  <a:pt x="176674" y="84749"/>
                  <a:pt x="176775" y="85176"/>
                  <a:pt x="176865" y="85716"/>
                </a:cubicBezTo>
                <a:cubicBezTo>
                  <a:pt x="176955" y="86256"/>
                  <a:pt x="177000" y="86931"/>
                  <a:pt x="177000" y="87741"/>
                </a:cubicBezTo>
                <a:close/>
                <a:moveTo>
                  <a:pt x="274443" y="92126"/>
                </a:moveTo>
                <a:cubicBezTo>
                  <a:pt x="274443" y="92486"/>
                  <a:pt x="274364" y="92802"/>
                  <a:pt x="274207" y="93073"/>
                </a:cubicBezTo>
                <a:cubicBezTo>
                  <a:pt x="274049" y="93343"/>
                  <a:pt x="273779" y="93557"/>
                  <a:pt x="273397" y="93714"/>
                </a:cubicBezTo>
                <a:cubicBezTo>
                  <a:pt x="273014" y="93872"/>
                  <a:pt x="272508" y="93995"/>
                  <a:pt x="271878" y="94085"/>
                </a:cubicBezTo>
                <a:cubicBezTo>
                  <a:pt x="271248" y="94175"/>
                  <a:pt x="270483" y="94220"/>
                  <a:pt x="269583" y="94220"/>
                </a:cubicBezTo>
                <a:cubicBezTo>
                  <a:pt x="268639" y="94220"/>
                  <a:pt x="267851" y="94175"/>
                  <a:pt x="267221" y="94085"/>
                </a:cubicBezTo>
                <a:cubicBezTo>
                  <a:pt x="266591" y="93997"/>
                  <a:pt x="266074" y="93874"/>
                  <a:pt x="265669" y="93718"/>
                </a:cubicBezTo>
                <a:cubicBezTo>
                  <a:pt x="265264" y="93561"/>
                  <a:pt x="264971" y="93348"/>
                  <a:pt x="264791" y="93079"/>
                </a:cubicBezTo>
                <a:cubicBezTo>
                  <a:pt x="264611" y="92811"/>
                  <a:pt x="264522" y="92498"/>
                  <a:pt x="264522" y="92141"/>
                </a:cubicBezTo>
                <a:lnTo>
                  <a:pt x="264522" y="84153"/>
                </a:lnTo>
                <a:cubicBezTo>
                  <a:pt x="261327" y="87621"/>
                  <a:pt x="258008" y="90323"/>
                  <a:pt x="254566" y="92261"/>
                </a:cubicBezTo>
                <a:cubicBezTo>
                  <a:pt x="251124" y="94197"/>
                  <a:pt x="247356" y="95165"/>
                  <a:pt x="243261" y="95165"/>
                </a:cubicBezTo>
                <a:cubicBezTo>
                  <a:pt x="238807" y="95165"/>
                  <a:pt x="235005" y="94298"/>
                  <a:pt x="231855" y="92565"/>
                </a:cubicBezTo>
                <a:cubicBezTo>
                  <a:pt x="228705" y="90831"/>
                  <a:pt x="226152" y="88489"/>
                  <a:pt x="224194" y="85539"/>
                </a:cubicBezTo>
                <a:cubicBezTo>
                  <a:pt x="222237" y="82588"/>
                  <a:pt x="220808" y="79120"/>
                  <a:pt x="219909" y="75135"/>
                </a:cubicBezTo>
                <a:cubicBezTo>
                  <a:pt x="219009" y="71148"/>
                  <a:pt x="218559" y="66948"/>
                  <a:pt x="218559" y="62532"/>
                </a:cubicBezTo>
                <a:cubicBezTo>
                  <a:pt x="218559" y="57309"/>
                  <a:pt x="219121" y="52591"/>
                  <a:pt x="220246" y="48380"/>
                </a:cubicBezTo>
                <a:cubicBezTo>
                  <a:pt x="221371" y="44169"/>
                  <a:pt x="223036" y="40577"/>
                  <a:pt x="225241" y="37604"/>
                </a:cubicBezTo>
                <a:cubicBezTo>
                  <a:pt x="227445" y="34630"/>
                  <a:pt x="230179" y="32344"/>
                  <a:pt x="233441" y="30745"/>
                </a:cubicBezTo>
                <a:cubicBezTo>
                  <a:pt x="236703" y="29146"/>
                  <a:pt x="240471" y="28347"/>
                  <a:pt x="244746" y="28347"/>
                </a:cubicBezTo>
                <a:cubicBezTo>
                  <a:pt x="248301" y="28347"/>
                  <a:pt x="251552" y="29124"/>
                  <a:pt x="254499" y="30678"/>
                </a:cubicBezTo>
                <a:cubicBezTo>
                  <a:pt x="257446" y="32231"/>
                  <a:pt x="260359" y="34517"/>
                  <a:pt x="263239" y="37535"/>
                </a:cubicBezTo>
                <a:lnTo>
                  <a:pt x="263239" y="2164"/>
                </a:lnTo>
                <a:cubicBezTo>
                  <a:pt x="263239" y="1849"/>
                  <a:pt x="263318" y="1545"/>
                  <a:pt x="263475" y="1253"/>
                </a:cubicBezTo>
                <a:cubicBezTo>
                  <a:pt x="263633" y="959"/>
                  <a:pt x="263937" y="733"/>
                  <a:pt x="264387" y="576"/>
                </a:cubicBezTo>
                <a:cubicBezTo>
                  <a:pt x="264836" y="417"/>
                  <a:pt x="265410" y="281"/>
                  <a:pt x="266108" y="169"/>
                </a:cubicBezTo>
                <a:cubicBezTo>
                  <a:pt x="266805" y="56"/>
                  <a:pt x="267694" y="0"/>
                  <a:pt x="268774" y="0"/>
                </a:cubicBezTo>
                <a:cubicBezTo>
                  <a:pt x="269898" y="0"/>
                  <a:pt x="270821" y="56"/>
                  <a:pt x="271541" y="169"/>
                </a:cubicBezTo>
                <a:cubicBezTo>
                  <a:pt x="272261" y="281"/>
                  <a:pt x="272823" y="416"/>
                  <a:pt x="273228" y="574"/>
                </a:cubicBezTo>
                <a:cubicBezTo>
                  <a:pt x="273633" y="731"/>
                  <a:pt x="273937" y="957"/>
                  <a:pt x="274139" y="1251"/>
                </a:cubicBezTo>
                <a:cubicBezTo>
                  <a:pt x="274342" y="1543"/>
                  <a:pt x="274443" y="1847"/>
                  <a:pt x="274443" y="2162"/>
                </a:cubicBezTo>
                <a:lnTo>
                  <a:pt x="274443" y="92126"/>
                </a:lnTo>
                <a:moveTo>
                  <a:pt x="263239" y="49426"/>
                </a:moveTo>
                <a:cubicBezTo>
                  <a:pt x="260224" y="45684"/>
                  <a:pt x="257311" y="42834"/>
                  <a:pt x="254499" y="40873"/>
                </a:cubicBezTo>
                <a:cubicBezTo>
                  <a:pt x="251687" y="38912"/>
                  <a:pt x="248751" y="37931"/>
                  <a:pt x="245691" y="37931"/>
                </a:cubicBezTo>
                <a:cubicBezTo>
                  <a:pt x="242856" y="37931"/>
                  <a:pt x="240449" y="38607"/>
                  <a:pt x="238469" y="39960"/>
                </a:cubicBezTo>
                <a:cubicBezTo>
                  <a:pt x="236489" y="41311"/>
                  <a:pt x="234881" y="43091"/>
                  <a:pt x="233643" y="45298"/>
                </a:cubicBezTo>
                <a:cubicBezTo>
                  <a:pt x="232406" y="47506"/>
                  <a:pt x="231506" y="50007"/>
                  <a:pt x="230944" y="52801"/>
                </a:cubicBezTo>
                <a:cubicBezTo>
                  <a:pt x="230381" y="55595"/>
                  <a:pt x="230100" y="58434"/>
                  <a:pt x="230100" y="61318"/>
                </a:cubicBezTo>
                <a:cubicBezTo>
                  <a:pt x="230100" y="64381"/>
                  <a:pt x="230336" y="67378"/>
                  <a:pt x="230809" y="70307"/>
                </a:cubicBezTo>
                <a:cubicBezTo>
                  <a:pt x="231281" y="73236"/>
                  <a:pt x="232102" y="75838"/>
                  <a:pt x="233272" y="78113"/>
                </a:cubicBezTo>
                <a:cubicBezTo>
                  <a:pt x="234442" y="80388"/>
                  <a:pt x="235994" y="82213"/>
                  <a:pt x="237929" y="83588"/>
                </a:cubicBezTo>
                <a:cubicBezTo>
                  <a:pt x="239864" y="84962"/>
                  <a:pt x="242294" y="85649"/>
                  <a:pt x="245218" y="85649"/>
                </a:cubicBezTo>
                <a:cubicBezTo>
                  <a:pt x="246703" y="85649"/>
                  <a:pt x="248132" y="85446"/>
                  <a:pt x="249504" y="85041"/>
                </a:cubicBezTo>
                <a:cubicBezTo>
                  <a:pt x="250877" y="84635"/>
                  <a:pt x="252283" y="83959"/>
                  <a:pt x="253723" y="83012"/>
                </a:cubicBezTo>
                <a:cubicBezTo>
                  <a:pt x="255162" y="82066"/>
                  <a:pt x="256670" y="80838"/>
                  <a:pt x="258245" y="79328"/>
                </a:cubicBezTo>
                <a:cubicBezTo>
                  <a:pt x="259819" y="77817"/>
                  <a:pt x="261484" y="75958"/>
                  <a:pt x="263239" y="73749"/>
                </a:cubicBezTo>
                <a:lnTo>
                  <a:pt x="263239" y="49426"/>
                </a:lnTo>
                <a:close/>
                <a:moveTo>
                  <a:pt x="346809" y="59124"/>
                </a:moveTo>
                <a:cubicBezTo>
                  <a:pt x="346809" y="60879"/>
                  <a:pt x="346370" y="62127"/>
                  <a:pt x="345493" y="62870"/>
                </a:cubicBezTo>
                <a:cubicBezTo>
                  <a:pt x="344615" y="63612"/>
                  <a:pt x="343614" y="63983"/>
                  <a:pt x="342489" y="63983"/>
                </a:cubicBezTo>
                <a:lnTo>
                  <a:pt x="302669" y="63983"/>
                </a:lnTo>
                <a:cubicBezTo>
                  <a:pt x="302669" y="67368"/>
                  <a:pt x="303006" y="70414"/>
                  <a:pt x="303681" y="73122"/>
                </a:cubicBezTo>
                <a:cubicBezTo>
                  <a:pt x="304356" y="75831"/>
                  <a:pt x="305481" y="78155"/>
                  <a:pt x="307056" y="80095"/>
                </a:cubicBezTo>
                <a:cubicBezTo>
                  <a:pt x="308630" y="82036"/>
                  <a:pt x="310678" y="83526"/>
                  <a:pt x="313197" y="84565"/>
                </a:cubicBezTo>
                <a:cubicBezTo>
                  <a:pt x="315717" y="85602"/>
                  <a:pt x="318799" y="86121"/>
                  <a:pt x="322444" y="86121"/>
                </a:cubicBezTo>
                <a:cubicBezTo>
                  <a:pt x="325324" y="86121"/>
                  <a:pt x="327888" y="85885"/>
                  <a:pt x="330138" y="85413"/>
                </a:cubicBezTo>
                <a:cubicBezTo>
                  <a:pt x="332388" y="84940"/>
                  <a:pt x="334334" y="84411"/>
                  <a:pt x="335976" y="83826"/>
                </a:cubicBezTo>
                <a:cubicBezTo>
                  <a:pt x="337619" y="83242"/>
                  <a:pt x="338969" y="82713"/>
                  <a:pt x="340026" y="82240"/>
                </a:cubicBezTo>
                <a:cubicBezTo>
                  <a:pt x="341083" y="81768"/>
                  <a:pt x="341882" y="81532"/>
                  <a:pt x="342422" y="81532"/>
                </a:cubicBezTo>
                <a:cubicBezTo>
                  <a:pt x="342737" y="81532"/>
                  <a:pt x="343018" y="81610"/>
                  <a:pt x="343266" y="81768"/>
                </a:cubicBezTo>
                <a:cubicBezTo>
                  <a:pt x="343513" y="81925"/>
                  <a:pt x="343704" y="82162"/>
                  <a:pt x="343839" y="82477"/>
                </a:cubicBezTo>
                <a:cubicBezTo>
                  <a:pt x="343974" y="82792"/>
                  <a:pt x="344076" y="83230"/>
                  <a:pt x="344143" y="83793"/>
                </a:cubicBezTo>
                <a:cubicBezTo>
                  <a:pt x="344211" y="84355"/>
                  <a:pt x="344244" y="85041"/>
                  <a:pt x="344244" y="85851"/>
                </a:cubicBezTo>
                <a:cubicBezTo>
                  <a:pt x="344244" y="86436"/>
                  <a:pt x="344222" y="86942"/>
                  <a:pt x="344177" y="87370"/>
                </a:cubicBezTo>
                <a:cubicBezTo>
                  <a:pt x="344132" y="87797"/>
                  <a:pt x="344076" y="88180"/>
                  <a:pt x="344008" y="88517"/>
                </a:cubicBezTo>
                <a:cubicBezTo>
                  <a:pt x="343941" y="88855"/>
                  <a:pt x="343828" y="89158"/>
                  <a:pt x="343671" y="89428"/>
                </a:cubicBezTo>
                <a:cubicBezTo>
                  <a:pt x="343513" y="89698"/>
                  <a:pt x="343311" y="89957"/>
                  <a:pt x="343063" y="90205"/>
                </a:cubicBezTo>
                <a:cubicBezTo>
                  <a:pt x="342816" y="90452"/>
                  <a:pt x="342084" y="90857"/>
                  <a:pt x="340870" y="91419"/>
                </a:cubicBezTo>
                <a:cubicBezTo>
                  <a:pt x="339655" y="91982"/>
                  <a:pt x="338080" y="92533"/>
                  <a:pt x="336145" y="93073"/>
                </a:cubicBezTo>
                <a:cubicBezTo>
                  <a:pt x="334210" y="93613"/>
                  <a:pt x="331972" y="94097"/>
                  <a:pt x="329430" y="94524"/>
                </a:cubicBezTo>
                <a:cubicBezTo>
                  <a:pt x="326887" y="94952"/>
                  <a:pt x="324176" y="95165"/>
                  <a:pt x="321297" y="95165"/>
                </a:cubicBezTo>
                <a:cubicBezTo>
                  <a:pt x="316302" y="95165"/>
                  <a:pt x="311926" y="94467"/>
                  <a:pt x="308169" y="93071"/>
                </a:cubicBezTo>
                <a:cubicBezTo>
                  <a:pt x="304412" y="91675"/>
                  <a:pt x="301251" y="89603"/>
                  <a:pt x="298686" y="86855"/>
                </a:cubicBezTo>
                <a:cubicBezTo>
                  <a:pt x="296122" y="84108"/>
                  <a:pt x="294187" y="80662"/>
                  <a:pt x="292882" y="76518"/>
                </a:cubicBezTo>
                <a:cubicBezTo>
                  <a:pt x="291577" y="72374"/>
                  <a:pt x="290925" y="67555"/>
                  <a:pt x="290925" y="62060"/>
                </a:cubicBezTo>
                <a:cubicBezTo>
                  <a:pt x="290925" y="56835"/>
                  <a:pt x="291600" y="52139"/>
                  <a:pt x="292950" y="47973"/>
                </a:cubicBezTo>
                <a:cubicBezTo>
                  <a:pt x="294299" y="43807"/>
                  <a:pt x="296245" y="40271"/>
                  <a:pt x="298788" y="37366"/>
                </a:cubicBezTo>
                <a:cubicBezTo>
                  <a:pt x="301330" y="34461"/>
                  <a:pt x="304401" y="32231"/>
                  <a:pt x="308000" y="30678"/>
                </a:cubicBezTo>
                <a:cubicBezTo>
                  <a:pt x="311600" y="29124"/>
                  <a:pt x="315627" y="28347"/>
                  <a:pt x="320082" y="28347"/>
                </a:cubicBezTo>
                <a:cubicBezTo>
                  <a:pt x="324851" y="28347"/>
                  <a:pt x="328912" y="29112"/>
                  <a:pt x="332264" y="30642"/>
                </a:cubicBezTo>
                <a:cubicBezTo>
                  <a:pt x="335616" y="32172"/>
                  <a:pt x="338372" y="34230"/>
                  <a:pt x="340532" y="36817"/>
                </a:cubicBezTo>
                <a:cubicBezTo>
                  <a:pt x="342692" y="39405"/>
                  <a:pt x="344278" y="42442"/>
                  <a:pt x="345290" y="45929"/>
                </a:cubicBezTo>
                <a:cubicBezTo>
                  <a:pt x="346303" y="49416"/>
                  <a:pt x="346809" y="53140"/>
                  <a:pt x="346809" y="57099"/>
                </a:cubicBezTo>
                <a:lnTo>
                  <a:pt x="346809" y="59124"/>
                </a:lnTo>
                <a:moveTo>
                  <a:pt x="335605" y="55817"/>
                </a:moveTo>
                <a:cubicBezTo>
                  <a:pt x="335740" y="49967"/>
                  <a:pt x="334447" y="45378"/>
                  <a:pt x="331724" y="42048"/>
                </a:cubicBezTo>
                <a:cubicBezTo>
                  <a:pt x="329002" y="38719"/>
                  <a:pt x="324964" y="37054"/>
                  <a:pt x="319609" y="37054"/>
                </a:cubicBezTo>
                <a:cubicBezTo>
                  <a:pt x="316865" y="37054"/>
                  <a:pt x="314457" y="37571"/>
                  <a:pt x="312388" y="38606"/>
                </a:cubicBezTo>
                <a:cubicBezTo>
                  <a:pt x="310318" y="39641"/>
                  <a:pt x="308585" y="41013"/>
                  <a:pt x="307191" y="42723"/>
                </a:cubicBezTo>
                <a:cubicBezTo>
                  <a:pt x="305796" y="44433"/>
                  <a:pt x="304716" y="46424"/>
                  <a:pt x="303951" y="48696"/>
                </a:cubicBezTo>
                <a:cubicBezTo>
                  <a:pt x="303186" y="50969"/>
                  <a:pt x="302759" y="53342"/>
                  <a:pt x="302669" y="55817"/>
                </a:cubicBezTo>
                <a:lnTo>
                  <a:pt x="335605" y="55817"/>
                </a:lnTo>
                <a:close/>
                <a:moveTo>
                  <a:pt x="407479" y="82949"/>
                </a:moveTo>
                <a:cubicBezTo>
                  <a:pt x="407479" y="83714"/>
                  <a:pt x="407456" y="84378"/>
                  <a:pt x="407411" y="84940"/>
                </a:cubicBezTo>
                <a:cubicBezTo>
                  <a:pt x="407366" y="85503"/>
                  <a:pt x="407287" y="85975"/>
                  <a:pt x="407175" y="86357"/>
                </a:cubicBezTo>
                <a:cubicBezTo>
                  <a:pt x="407062" y="86740"/>
                  <a:pt x="406927" y="87077"/>
                  <a:pt x="406770" y="87370"/>
                </a:cubicBezTo>
                <a:cubicBezTo>
                  <a:pt x="406613" y="87662"/>
                  <a:pt x="406253" y="88090"/>
                  <a:pt x="405690" y="88652"/>
                </a:cubicBezTo>
                <a:cubicBezTo>
                  <a:pt x="405128" y="89215"/>
                  <a:pt x="404171" y="89912"/>
                  <a:pt x="402822" y="90744"/>
                </a:cubicBezTo>
                <a:cubicBezTo>
                  <a:pt x="401472" y="91577"/>
                  <a:pt x="399953" y="92319"/>
                  <a:pt x="398266" y="92972"/>
                </a:cubicBezTo>
                <a:cubicBezTo>
                  <a:pt x="396579" y="93624"/>
                  <a:pt x="394745" y="94153"/>
                  <a:pt x="392765" y="94558"/>
                </a:cubicBezTo>
                <a:cubicBezTo>
                  <a:pt x="390785" y="94963"/>
                  <a:pt x="388738" y="95165"/>
                  <a:pt x="386623" y="95165"/>
                </a:cubicBezTo>
                <a:cubicBezTo>
                  <a:pt x="382259" y="95165"/>
                  <a:pt x="378389" y="94444"/>
                  <a:pt x="375014" y="93001"/>
                </a:cubicBezTo>
                <a:cubicBezTo>
                  <a:pt x="371640" y="91559"/>
                  <a:pt x="368816" y="89451"/>
                  <a:pt x="366544" y="86678"/>
                </a:cubicBezTo>
                <a:cubicBezTo>
                  <a:pt x="364272" y="83905"/>
                  <a:pt x="362539" y="80501"/>
                  <a:pt x="361347" y="76465"/>
                </a:cubicBezTo>
                <a:cubicBezTo>
                  <a:pt x="360155" y="72430"/>
                  <a:pt x="359559" y="67775"/>
                  <a:pt x="359559" y="62501"/>
                </a:cubicBezTo>
                <a:cubicBezTo>
                  <a:pt x="359559" y="56504"/>
                  <a:pt x="360290" y="51352"/>
                  <a:pt x="361752" y="47047"/>
                </a:cubicBezTo>
                <a:cubicBezTo>
                  <a:pt x="363214" y="42741"/>
                  <a:pt x="365217" y="39214"/>
                  <a:pt x="367759" y="36463"/>
                </a:cubicBezTo>
                <a:cubicBezTo>
                  <a:pt x="370301" y="33713"/>
                  <a:pt x="373293" y="31673"/>
                  <a:pt x="376736" y="30342"/>
                </a:cubicBezTo>
                <a:cubicBezTo>
                  <a:pt x="380178" y="29012"/>
                  <a:pt x="383901" y="28347"/>
                  <a:pt x="387906" y="28347"/>
                </a:cubicBezTo>
                <a:cubicBezTo>
                  <a:pt x="389840" y="28347"/>
                  <a:pt x="391719" y="28527"/>
                  <a:pt x="393541" y="28887"/>
                </a:cubicBezTo>
                <a:cubicBezTo>
                  <a:pt x="395364" y="29247"/>
                  <a:pt x="397040" y="29719"/>
                  <a:pt x="398570" y="30304"/>
                </a:cubicBezTo>
                <a:cubicBezTo>
                  <a:pt x="400099" y="30889"/>
                  <a:pt x="401461" y="31564"/>
                  <a:pt x="402653" y="32329"/>
                </a:cubicBezTo>
                <a:cubicBezTo>
                  <a:pt x="403845" y="33094"/>
                  <a:pt x="404711" y="33747"/>
                  <a:pt x="405251" y="34287"/>
                </a:cubicBezTo>
                <a:cubicBezTo>
                  <a:pt x="405791" y="34826"/>
                  <a:pt x="406163" y="35254"/>
                  <a:pt x="406365" y="35569"/>
                </a:cubicBezTo>
                <a:cubicBezTo>
                  <a:pt x="406568" y="35884"/>
                  <a:pt x="406736" y="36255"/>
                  <a:pt x="406871" y="36683"/>
                </a:cubicBezTo>
                <a:cubicBezTo>
                  <a:pt x="407006" y="37110"/>
                  <a:pt x="407096" y="37594"/>
                  <a:pt x="407141" y="38134"/>
                </a:cubicBezTo>
                <a:cubicBezTo>
                  <a:pt x="407186" y="38674"/>
                  <a:pt x="407209" y="39348"/>
                  <a:pt x="407209" y="40158"/>
                </a:cubicBezTo>
                <a:cubicBezTo>
                  <a:pt x="407209" y="41913"/>
                  <a:pt x="407006" y="43139"/>
                  <a:pt x="406601" y="43837"/>
                </a:cubicBezTo>
                <a:cubicBezTo>
                  <a:pt x="406196" y="44534"/>
                  <a:pt x="405701" y="44883"/>
                  <a:pt x="405116" y="44883"/>
                </a:cubicBezTo>
                <a:cubicBezTo>
                  <a:pt x="404441" y="44883"/>
                  <a:pt x="403665" y="44512"/>
                  <a:pt x="402788" y="43769"/>
                </a:cubicBezTo>
                <a:cubicBezTo>
                  <a:pt x="401910" y="43027"/>
                  <a:pt x="400797" y="42206"/>
                  <a:pt x="399447" y="41306"/>
                </a:cubicBezTo>
                <a:cubicBezTo>
                  <a:pt x="398097" y="40406"/>
                  <a:pt x="396466" y="39585"/>
                  <a:pt x="394554" y="38842"/>
                </a:cubicBezTo>
                <a:cubicBezTo>
                  <a:pt x="392641" y="38100"/>
                  <a:pt x="390380" y="37729"/>
                  <a:pt x="387771" y="37729"/>
                </a:cubicBezTo>
                <a:cubicBezTo>
                  <a:pt x="382416" y="37729"/>
                  <a:pt x="378310" y="39794"/>
                  <a:pt x="375453" y="43923"/>
                </a:cubicBezTo>
                <a:cubicBezTo>
                  <a:pt x="372596" y="48052"/>
                  <a:pt x="371167" y="54041"/>
                  <a:pt x="371167" y="61891"/>
                </a:cubicBezTo>
                <a:cubicBezTo>
                  <a:pt x="371167" y="65817"/>
                  <a:pt x="371539" y="69258"/>
                  <a:pt x="372281" y="72213"/>
                </a:cubicBezTo>
                <a:cubicBezTo>
                  <a:pt x="373023" y="75169"/>
                  <a:pt x="374115" y="77640"/>
                  <a:pt x="375554" y="79625"/>
                </a:cubicBezTo>
                <a:cubicBezTo>
                  <a:pt x="376994" y="81610"/>
                  <a:pt x="378760" y="83088"/>
                  <a:pt x="380853" y="84058"/>
                </a:cubicBezTo>
                <a:cubicBezTo>
                  <a:pt x="382945" y="85029"/>
                  <a:pt x="385341" y="85514"/>
                  <a:pt x="388041" y="85514"/>
                </a:cubicBezTo>
                <a:cubicBezTo>
                  <a:pt x="390605" y="85514"/>
                  <a:pt x="392855" y="85109"/>
                  <a:pt x="394790" y="84299"/>
                </a:cubicBezTo>
                <a:cubicBezTo>
                  <a:pt x="396725" y="83489"/>
                  <a:pt x="398401" y="82600"/>
                  <a:pt x="399818" y="81633"/>
                </a:cubicBezTo>
                <a:cubicBezTo>
                  <a:pt x="401236" y="80666"/>
                  <a:pt x="402428" y="79788"/>
                  <a:pt x="403395" y="79001"/>
                </a:cubicBezTo>
                <a:cubicBezTo>
                  <a:pt x="404363" y="78213"/>
                  <a:pt x="405116" y="77820"/>
                  <a:pt x="405656" y="77820"/>
                </a:cubicBezTo>
                <a:cubicBezTo>
                  <a:pt x="405971" y="77820"/>
                  <a:pt x="406241" y="77910"/>
                  <a:pt x="406466" y="78090"/>
                </a:cubicBezTo>
                <a:cubicBezTo>
                  <a:pt x="406691" y="78270"/>
                  <a:pt x="406882" y="78573"/>
                  <a:pt x="407040" y="79001"/>
                </a:cubicBezTo>
                <a:cubicBezTo>
                  <a:pt x="407197" y="79428"/>
                  <a:pt x="407310" y="79968"/>
                  <a:pt x="407377" y="80621"/>
                </a:cubicBezTo>
                <a:cubicBezTo>
                  <a:pt x="407445" y="81273"/>
                  <a:pt x="407479" y="82049"/>
                  <a:pt x="407479" y="82949"/>
                </a:cubicBezTo>
                <a:close/>
                <a:moveTo>
                  <a:pt x="474114" y="59124"/>
                </a:moveTo>
                <a:cubicBezTo>
                  <a:pt x="474114" y="60879"/>
                  <a:pt x="473676" y="62127"/>
                  <a:pt x="472798" y="62870"/>
                </a:cubicBezTo>
                <a:cubicBezTo>
                  <a:pt x="471921" y="63612"/>
                  <a:pt x="470920" y="63983"/>
                  <a:pt x="469795" y="63983"/>
                </a:cubicBezTo>
                <a:lnTo>
                  <a:pt x="429974" y="63983"/>
                </a:lnTo>
                <a:cubicBezTo>
                  <a:pt x="429974" y="67368"/>
                  <a:pt x="430311" y="70414"/>
                  <a:pt x="430986" y="73122"/>
                </a:cubicBezTo>
                <a:cubicBezTo>
                  <a:pt x="431661" y="75831"/>
                  <a:pt x="432786" y="78155"/>
                  <a:pt x="434361" y="80095"/>
                </a:cubicBezTo>
                <a:cubicBezTo>
                  <a:pt x="435936" y="82036"/>
                  <a:pt x="437983" y="83526"/>
                  <a:pt x="440503" y="84565"/>
                </a:cubicBezTo>
                <a:cubicBezTo>
                  <a:pt x="443023" y="85602"/>
                  <a:pt x="446105" y="86121"/>
                  <a:pt x="449749" y="86121"/>
                </a:cubicBezTo>
                <a:cubicBezTo>
                  <a:pt x="452629" y="86121"/>
                  <a:pt x="455194" y="85885"/>
                  <a:pt x="457444" y="85413"/>
                </a:cubicBezTo>
                <a:cubicBezTo>
                  <a:pt x="459693" y="84940"/>
                  <a:pt x="461639" y="84411"/>
                  <a:pt x="463282" y="83826"/>
                </a:cubicBezTo>
                <a:cubicBezTo>
                  <a:pt x="464924" y="83242"/>
                  <a:pt x="466274" y="82713"/>
                  <a:pt x="467331" y="82240"/>
                </a:cubicBezTo>
                <a:cubicBezTo>
                  <a:pt x="468389" y="81768"/>
                  <a:pt x="469187" y="81532"/>
                  <a:pt x="469727" y="81532"/>
                </a:cubicBezTo>
                <a:cubicBezTo>
                  <a:pt x="470042" y="81532"/>
                  <a:pt x="470323" y="81610"/>
                  <a:pt x="470571" y="81768"/>
                </a:cubicBezTo>
                <a:cubicBezTo>
                  <a:pt x="470818" y="81925"/>
                  <a:pt x="471010" y="82162"/>
                  <a:pt x="471145" y="82477"/>
                </a:cubicBezTo>
                <a:cubicBezTo>
                  <a:pt x="471280" y="82792"/>
                  <a:pt x="471381" y="83230"/>
                  <a:pt x="471448" y="83793"/>
                </a:cubicBezTo>
                <a:cubicBezTo>
                  <a:pt x="471516" y="84355"/>
                  <a:pt x="471550" y="85041"/>
                  <a:pt x="471550" y="85851"/>
                </a:cubicBezTo>
                <a:cubicBezTo>
                  <a:pt x="471550" y="86436"/>
                  <a:pt x="471527" y="86942"/>
                  <a:pt x="471482" y="87370"/>
                </a:cubicBezTo>
                <a:cubicBezTo>
                  <a:pt x="471437" y="87797"/>
                  <a:pt x="471381" y="88180"/>
                  <a:pt x="471313" y="88517"/>
                </a:cubicBezTo>
                <a:cubicBezTo>
                  <a:pt x="471246" y="88855"/>
                  <a:pt x="471133" y="89158"/>
                  <a:pt x="470976" y="89428"/>
                </a:cubicBezTo>
                <a:cubicBezTo>
                  <a:pt x="470818" y="89698"/>
                  <a:pt x="470616" y="89957"/>
                  <a:pt x="470368" y="90205"/>
                </a:cubicBezTo>
                <a:cubicBezTo>
                  <a:pt x="470121" y="90452"/>
                  <a:pt x="469390" y="90857"/>
                  <a:pt x="468175" y="91419"/>
                </a:cubicBezTo>
                <a:cubicBezTo>
                  <a:pt x="466960" y="91982"/>
                  <a:pt x="465385" y="92533"/>
                  <a:pt x="463450" y="93073"/>
                </a:cubicBezTo>
                <a:cubicBezTo>
                  <a:pt x="461516" y="93613"/>
                  <a:pt x="459277" y="94097"/>
                  <a:pt x="456735" y="94524"/>
                </a:cubicBezTo>
                <a:cubicBezTo>
                  <a:pt x="454193" y="94952"/>
                  <a:pt x="451482" y="95165"/>
                  <a:pt x="448602" y="95165"/>
                </a:cubicBezTo>
                <a:cubicBezTo>
                  <a:pt x="443607" y="95165"/>
                  <a:pt x="439232" y="94467"/>
                  <a:pt x="435475" y="93071"/>
                </a:cubicBezTo>
                <a:cubicBezTo>
                  <a:pt x="431717" y="91675"/>
                  <a:pt x="428556" y="89603"/>
                  <a:pt x="425992" y="86855"/>
                </a:cubicBezTo>
                <a:cubicBezTo>
                  <a:pt x="423427" y="84108"/>
                  <a:pt x="421492" y="80662"/>
                  <a:pt x="420187" y="76518"/>
                </a:cubicBezTo>
                <a:cubicBezTo>
                  <a:pt x="418882" y="72374"/>
                  <a:pt x="418230" y="67555"/>
                  <a:pt x="418230" y="62060"/>
                </a:cubicBezTo>
                <a:cubicBezTo>
                  <a:pt x="418230" y="56835"/>
                  <a:pt x="418905" y="52139"/>
                  <a:pt x="420255" y="47973"/>
                </a:cubicBezTo>
                <a:cubicBezTo>
                  <a:pt x="421605" y="43807"/>
                  <a:pt x="423551" y="40271"/>
                  <a:pt x="426093" y="37366"/>
                </a:cubicBezTo>
                <a:cubicBezTo>
                  <a:pt x="428635" y="34461"/>
                  <a:pt x="431706" y="32231"/>
                  <a:pt x="435306" y="30678"/>
                </a:cubicBezTo>
                <a:cubicBezTo>
                  <a:pt x="438905" y="29124"/>
                  <a:pt x="442933" y="28347"/>
                  <a:pt x="447387" y="28347"/>
                </a:cubicBezTo>
                <a:cubicBezTo>
                  <a:pt x="452157" y="28347"/>
                  <a:pt x="456217" y="29112"/>
                  <a:pt x="459570" y="30642"/>
                </a:cubicBezTo>
                <a:cubicBezTo>
                  <a:pt x="462922" y="32172"/>
                  <a:pt x="465678" y="34230"/>
                  <a:pt x="467837" y="36817"/>
                </a:cubicBezTo>
                <a:cubicBezTo>
                  <a:pt x="469997" y="39405"/>
                  <a:pt x="471583" y="42442"/>
                  <a:pt x="472596" y="45929"/>
                </a:cubicBezTo>
                <a:cubicBezTo>
                  <a:pt x="473608" y="49416"/>
                  <a:pt x="474114" y="53140"/>
                  <a:pt x="474114" y="57099"/>
                </a:cubicBezTo>
                <a:lnTo>
                  <a:pt x="474114" y="59124"/>
                </a:lnTo>
                <a:moveTo>
                  <a:pt x="462910" y="55817"/>
                </a:moveTo>
                <a:cubicBezTo>
                  <a:pt x="463045" y="49967"/>
                  <a:pt x="461752" y="45378"/>
                  <a:pt x="459030" y="42048"/>
                </a:cubicBezTo>
                <a:cubicBezTo>
                  <a:pt x="456307" y="38719"/>
                  <a:pt x="452269" y="37054"/>
                  <a:pt x="446915" y="37054"/>
                </a:cubicBezTo>
                <a:cubicBezTo>
                  <a:pt x="444170" y="37054"/>
                  <a:pt x="441763" y="37571"/>
                  <a:pt x="439693" y="38606"/>
                </a:cubicBezTo>
                <a:cubicBezTo>
                  <a:pt x="437623" y="39641"/>
                  <a:pt x="435891" y="41013"/>
                  <a:pt x="434496" y="42723"/>
                </a:cubicBezTo>
                <a:cubicBezTo>
                  <a:pt x="433101" y="44433"/>
                  <a:pt x="432021" y="46424"/>
                  <a:pt x="431256" y="48696"/>
                </a:cubicBezTo>
                <a:cubicBezTo>
                  <a:pt x="430491" y="50969"/>
                  <a:pt x="430064" y="53342"/>
                  <a:pt x="429974" y="55817"/>
                </a:cubicBezTo>
                <a:lnTo>
                  <a:pt x="462910" y="55817"/>
                </a:lnTo>
                <a:close/>
                <a:moveTo>
                  <a:pt x="547001" y="60845"/>
                </a:moveTo>
                <a:cubicBezTo>
                  <a:pt x="547001" y="66159"/>
                  <a:pt x="546427" y="70932"/>
                  <a:pt x="545279" y="75166"/>
                </a:cubicBezTo>
                <a:cubicBezTo>
                  <a:pt x="544132" y="79400"/>
                  <a:pt x="542445" y="82993"/>
                  <a:pt x="540217" y="85944"/>
                </a:cubicBezTo>
                <a:cubicBezTo>
                  <a:pt x="537990" y="88894"/>
                  <a:pt x="535234" y="91168"/>
                  <a:pt x="531950" y="92767"/>
                </a:cubicBezTo>
                <a:cubicBezTo>
                  <a:pt x="528665" y="94366"/>
                  <a:pt x="524908" y="95165"/>
                  <a:pt x="520678" y="95165"/>
                </a:cubicBezTo>
                <a:cubicBezTo>
                  <a:pt x="518878" y="95165"/>
                  <a:pt x="517214" y="94985"/>
                  <a:pt x="515684" y="94625"/>
                </a:cubicBezTo>
                <a:cubicBezTo>
                  <a:pt x="514154" y="94265"/>
                  <a:pt x="512658" y="93703"/>
                  <a:pt x="511195" y="92938"/>
                </a:cubicBezTo>
                <a:cubicBezTo>
                  <a:pt x="509733" y="92172"/>
                  <a:pt x="508282" y="91203"/>
                  <a:pt x="506842" y="90032"/>
                </a:cubicBezTo>
                <a:cubicBezTo>
                  <a:pt x="505402" y="88860"/>
                  <a:pt x="503872" y="87487"/>
                  <a:pt x="502253" y="85910"/>
                </a:cubicBezTo>
                <a:lnTo>
                  <a:pt x="502253" y="116227"/>
                </a:lnTo>
                <a:cubicBezTo>
                  <a:pt x="502253" y="116586"/>
                  <a:pt x="502163" y="116900"/>
                  <a:pt x="501983" y="117170"/>
                </a:cubicBezTo>
                <a:cubicBezTo>
                  <a:pt x="501803" y="117440"/>
                  <a:pt x="501510" y="117664"/>
                  <a:pt x="501105" y="117843"/>
                </a:cubicBezTo>
                <a:cubicBezTo>
                  <a:pt x="500700" y="118023"/>
                  <a:pt x="500138" y="118158"/>
                  <a:pt x="499418" y="118248"/>
                </a:cubicBezTo>
                <a:cubicBezTo>
                  <a:pt x="498698" y="118338"/>
                  <a:pt x="497776" y="118383"/>
                  <a:pt x="496651" y="118383"/>
                </a:cubicBezTo>
                <a:cubicBezTo>
                  <a:pt x="495571" y="118383"/>
                  <a:pt x="494671" y="118338"/>
                  <a:pt x="493951" y="118248"/>
                </a:cubicBezTo>
                <a:cubicBezTo>
                  <a:pt x="493231" y="118158"/>
                  <a:pt x="492657" y="118023"/>
                  <a:pt x="492230" y="117843"/>
                </a:cubicBezTo>
                <a:cubicBezTo>
                  <a:pt x="491802" y="117663"/>
                  <a:pt x="491510" y="117438"/>
                  <a:pt x="491352" y="117168"/>
                </a:cubicBezTo>
                <a:cubicBezTo>
                  <a:pt x="491195" y="116898"/>
                  <a:pt x="491116" y="116583"/>
                  <a:pt x="491116" y="116223"/>
                </a:cubicBezTo>
                <a:lnTo>
                  <a:pt x="491116" y="31384"/>
                </a:lnTo>
                <a:cubicBezTo>
                  <a:pt x="491116" y="30979"/>
                  <a:pt x="491184" y="30653"/>
                  <a:pt x="491319" y="30406"/>
                </a:cubicBezTo>
                <a:cubicBezTo>
                  <a:pt x="491454" y="30158"/>
                  <a:pt x="491724" y="29944"/>
                  <a:pt x="492129" y="29764"/>
                </a:cubicBezTo>
                <a:cubicBezTo>
                  <a:pt x="492534" y="29584"/>
                  <a:pt x="493051" y="29461"/>
                  <a:pt x="493681" y="29393"/>
                </a:cubicBezTo>
                <a:cubicBezTo>
                  <a:pt x="494311" y="29326"/>
                  <a:pt x="495076" y="29292"/>
                  <a:pt x="495976" y="29292"/>
                </a:cubicBezTo>
                <a:cubicBezTo>
                  <a:pt x="496921" y="29292"/>
                  <a:pt x="497697" y="29326"/>
                  <a:pt x="498304" y="29393"/>
                </a:cubicBezTo>
                <a:cubicBezTo>
                  <a:pt x="498912" y="29461"/>
                  <a:pt x="499418" y="29584"/>
                  <a:pt x="499823" y="29764"/>
                </a:cubicBezTo>
                <a:cubicBezTo>
                  <a:pt x="500228" y="29944"/>
                  <a:pt x="500509" y="30159"/>
                  <a:pt x="500667" y="30408"/>
                </a:cubicBezTo>
                <a:cubicBezTo>
                  <a:pt x="500824" y="30655"/>
                  <a:pt x="500903" y="30981"/>
                  <a:pt x="500903" y="31386"/>
                </a:cubicBezTo>
                <a:lnTo>
                  <a:pt x="500903" y="39562"/>
                </a:lnTo>
                <a:cubicBezTo>
                  <a:pt x="502748" y="37670"/>
                  <a:pt x="504525" y="36027"/>
                  <a:pt x="506235" y="34630"/>
                </a:cubicBezTo>
                <a:cubicBezTo>
                  <a:pt x="507945" y="33234"/>
                  <a:pt x="509666" y="32075"/>
                  <a:pt x="511398" y="31152"/>
                </a:cubicBezTo>
                <a:cubicBezTo>
                  <a:pt x="513130" y="30228"/>
                  <a:pt x="514908" y="29530"/>
                  <a:pt x="516730" y="29058"/>
                </a:cubicBezTo>
                <a:cubicBezTo>
                  <a:pt x="518552" y="28584"/>
                  <a:pt x="520476" y="28347"/>
                  <a:pt x="522501" y="28347"/>
                </a:cubicBezTo>
                <a:cubicBezTo>
                  <a:pt x="526910" y="28347"/>
                  <a:pt x="530667" y="29203"/>
                  <a:pt x="533772" y="30914"/>
                </a:cubicBezTo>
                <a:cubicBezTo>
                  <a:pt x="536877" y="32625"/>
                  <a:pt x="539408" y="34968"/>
                  <a:pt x="541365" y="37942"/>
                </a:cubicBezTo>
                <a:cubicBezTo>
                  <a:pt x="543322" y="40914"/>
                  <a:pt x="544751" y="44371"/>
                  <a:pt x="545651" y="48312"/>
                </a:cubicBezTo>
                <a:cubicBezTo>
                  <a:pt x="546551" y="52252"/>
                  <a:pt x="547001" y="56430"/>
                  <a:pt x="547001" y="60845"/>
                </a:cubicBezTo>
                <a:moveTo>
                  <a:pt x="535257" y="62127"/>
                </a:moveTo>
                <a:cubicBezTo>
                  <a:pt x="535257" y="59019"/>
                  <a:pt x="535021" y="56011"/>
                  <a:pt x="534548" y="53104"/>
                </a:cubicBezTo>
                <a:cubicBezTo>
                  <a:pt x="534076" y="50198"/>
                  <a:pt x="533266" y="47619"/>
                  <a:pt x="532118" y="45366"/>
                </a:cubicBezTo>
                <a:cubicBezTo>
                  <a:pt x="530971" y="43113"/>
                  <a:pt x="529430" y="41311"/>
                  <a:pt x="527495" y="39960"/>
                </a:cubicBezTo>
                <a:cubicBezTo>
                  <a:pt x="525560" y="38607"/>
                  <a:pt x="523153" y="37931"/>
                  <a:pt x="520273" y="37931"/>
                </a:cubicBezTo>
                <a:cubicBezTo>
                  <a:pt x="518833" y="37931"/>
                  <a:pt x="517416" y="38146"/>
                  <a:pt x="516021" y="38574"/>
                </a:cubicBezTo>
                <a:cubicBezTo>
                  <a:pt x="514626" y="39002"/>
                  <a:pt x="513209" y="39678"/>
                  <a:pt x="511769" y="40601"/>
                </a:cubicBezTo>
                <a:cubicBezTo>
                  <a:pt x="510329" y="41525"/>
                  <a:pt x="508822" y="42742"/>
                  <a:pt x="507247" y="44252"/>
                </a:cubicBezTo>
                <a:cubicBezTo>
                  <a:pt x="505672" y="45762"/>
                  <a:pt x="504007" y="47622"/>
                  <a:pt x="502253" y="49831"/>
                </a:cubicBezTo>
                <a:lnTo>
                  <a:pt x="502253" y="74019"/>
                </a:lnTo>
                <a:cubicBezTo>
                  <a:pt x="505312" y="77761"/>
                  <a:pt x="508214" y="80623"/>
                  <a:pt x="510959" y="82607"/>
                </a:cubicBezTo>
                <a:cubicBezTo>
                  <a:pt x="513704" y="84590"/>
                  <a:pt x="516584" y="85581"/>
                  <a:pt x="519598" y="85581"/>
                </a:cubicBezTo>
                <a:cubicBezTo>
                  <a:pt x="522388" y="85581"/>
                  <a:pt x="524784" y="84906"/>
                  <a:pt x="526786" y="83554"/>
                </a:cubicBezTo>
                <a:cubicBezTo>
                  <a:pt x="528789" y="82202"/>
                  <a:pt x="530408" y="80399"/>
                  <a:pt x="531646" y="78146"/>
                </a:cubicBezTo>
                <a:cubicBezTo>
                  <a:pt x="532883" y="75894"/>
                  <a:pt x="533794" y="73371"/>
                  <a:pt x="534379" y="70577"/>
                </a:cubicBezTo>
                <a:cubicBezTo>
                  <a:pt x="534964" y="67783"/>
                  <a:pt x="535257" y="64966"/>
                  <a:pt x="535257" y="62127"/>
                </a:cubicBezTo>
                <a:close/>
                <a:moveTo>
                  <a:pt x="594719" y="87741"/>
                </a:moveTo>
                <a:cubicBezTo>
                  <a:pt x="594719" y="89046"/>
                  <a:pt x="594629" y="90081"/>
                  <a:pt x="594449" y="90846"/>
                </a:cubicBezTo>
                <a:cubicBezTo>
                  <a:pt x="594269" y="91611"/>
                  <a:pt x="594000" y="92173"/>
                  <a:pt x="593640" y="92533"/>
                </a:cubicBezTo>
                <a:cubicBezTo>
                  <a:pt x="593280" y="92893"/>
                  <a:pt x="592740" y="93230"/>
                  <a:pt x="592020" y="93545"/>
                </a:cubicBezTo>
                <a:cubicBezTo>
                  <a:pt x="591300" y="93860"/>
                  <a:pt x="590479" y="94119"/>
                  <a:pt x="589556" y="94322"/>
                </a:cubicBezTo>
                <a:cubicBezTo>
                  <a:pt x="588634" y="94524"/>
                  <a:pt x="587655" y="94693"/>
                  <a:pt x="586620" y="94828"/>
                </a:cubicBezTo>
                <a:cubicBezTo>
                  <a:pt x="585585" y="94963"/>
                  <a:pt x="584550" y="95030"/>
                  <a:pt x="583516" y="95030"/>
                </a:cubicBezTo>
                <a:cubicBezTo>
                  <a:pt x="580366" y="95030"/>
                  <a:pt x="577666" y="94613"/>
                  <a:pt x="575416" y="93780"/>
                </a:cubicBezTo>
                <a:cubicBezTo>
                  <a:pt x="573167" y="92944"/>
                  <a:pt x="571322" y="91681"/>
                  <a:pt x="569882" y="89989"/>
                </a:cubicBezTo>
                <a:cubicBezTo>
                  <a:pt x="568442" y="88298"/>
                  <a:pt x="567396" y="86156"/>
                  <a:pt x="566744" y="83563"/>
                </a:cubicBezTo>
                <a:cubicBezTo>
                  <a:pt x="566091" y="80970"/>
                  <a:pt x="565765" y="77914"/>
                  <a:pt x="565765" y="74396"/>
                </a:cubicBezTo>
                <a:lnTo>
                  <a:pt x="565765" y="38809"/>
                </a:lnTo>
                <a:lnTo>
                  <a:pt x="557261" y="38809"/>
                </a:lnTo>
                <a:cubicBezTo>
                  <a:pt x="556586" y="38809"/>
                  <a:pt x="556046" y="38449"/>
                  <a:pt x="555641" y="37729"/>
                </a:cubicBezTo>
                <a:cubicBezTo>
                  <a:pt x="555236" y="37009"/>
                  <a:pt x="555033" y="35839"/>
                  <a:pt x="555033" y="34219"/>
                </a:cubicBezTo>
                <a:cubicBezTo>
                  <a:pt x="555033" y="33364"/>
                  <a:pt x="555090" y="32644"/>
                  <a:pt x="555202" y="32059"/>
                </a:cubicBezTo>
                <a:cubicBezTo>
                  <a:pt x="555315" y="31474"/>
                  <a:pt x="555461" y="30991"/>
                  <a:pt x="555641" y="30608"/>
                </a:cubicBezTo>
                <a:cubicBezTo>
                  <a:pt x="555821" y="30226"/>
                  <a:pt x="556057" y="29956"/>
                  <a:pt x="556350" y="29798"/>
                </a:cubicBezTo>
                <a:cubicBezTo>
                  <a:pt x="556642" y="29641"/>
                  <a:pt x="556968" y="29562"/>
                  <a:pt x="557328" y="29562"/>
                </a:cubicBezTo>
                <a:lnTo>
                  <a:pt x="565765" y="29562"/>
                </a:lnTo>
                <a:lnTo>
                  <a:pt x="565765" y="15118"/>
                </a:lnTo>
                <a:cubicBezTo>
                  <a:pt x="565765" y="14803"/>
                  <a:pt x="565844" y="14511"/>
                  <a:pt x="566001" y="14241"/>
                </a:cubicBezTo>
                <a:cubicBezTo>
                  <a:pt x="566159" y="13971"/>
                  <a:pt x="566451" y="13735"/>
                  <a:pt x="566879" y="13532"/>
                </a:cubicBezTo>
                <a:cubicBezTo>
                  <a:pt x="567306" y="13330"/>
                  <a:pt x="567880" y="13184"/>
                  <a:pt x="568600" y="13094"/>
                </a:cubicBezTo>
                <a:cubicBezTo>
                  <a:pt x="569320" y="13004"/>
                  <a:pt x="570219" y="12959"/>
                  <a:pt x="571299" y="12959"/>
                </a:cubicBezTo>
                <a:cubicBezTo>
                  <a:pt x="572424" y="12959"/>
                  <a:pt x="573347" y="13004"/>
                  <a:pt x="574067" y="13094"/>
                </a:cubicBezTo>
                <a:cubicBezTo>
                  <a:pt x="574786" y="13184"/>
                  <a:pt x="575349" y="13330"/>
                  <a:pt x="575754" y="13532"/>
                </a:cubicBezTo>
                <a:cubicBezTo>
                  <a:pt x="576159" y="13735"/>
                  <a:pt x="576451" y="13971"/>
                  <a:pt x="576631" y="14241"/>
                </a:cubicBezTo>
                <a:cubicBezTo>
                  <a:pt x="576811" y="14511"/>
                  <a:pt x="576901" y="14803"/>
                  <a:pt x="576901" y="15118"/>
                </a:cubicBezTo>
                <a:lnTo>
                  <a:pt x="576901" y="29562"/>
                </a:lnTo>
                <a:lnTo>
                  <a:pt x="592492" y="29562"/>
                </a:lnTo>
                <a:cubicBezTo>
                  <a:pt x="592852" y="29562"/>
                  <a:pt x="593167" y="29641"/>
                  <a:pt x="593437" y="29798"/>
                </a:cubicBezTo>
                <a:cubicBezTo>
                  <a:pt x="593707" y="29956"/>
                  <a:pt x="593943" y="30226"/>
                  <a:pt x="594146" y="30608"/>
                </a:cubicBezTo>
                <a:cubicBezTo>
                  <a:pt x="594348" y="30991"/>
                  <a:pt x="594494" y="31474"/>
                  <a:pt x="594584" y="32059"/>
                </a:cubicBezTo>
                <a:cubicBezTo>
                  <a:pt x="594674" y="32644"/>
                  <a:pt x="594719" y="33364"/>
                  <a:pt x="594719" y="34219"/>
                </a:cubicBezTo>
                <a:cubicBezTo>
                  <a:pt x="594719" y="35839"/>
                  <a:pt x="594517" y="37009"/>
                  <a:pt x="594112" y="37729"/>
                </a:cubicBezTo>
                <a:cubicBezTo>
                  <a:pt x="593707" y="38449"/>
                  <a:pt x="593167" y="38809"/>
                  <a:pt x="592492" y="38809"/>
                </a:cubicBezTo>
                <a:lnTo>
                  <a:pt x="576901" y="38809"/>
                </a:lnTo>
                <a:lnTo>
                  <a:pt x="576901" y="72789"/>
                </a:lnTo>
                <a:cubicBezTo>
                  <a:pt x="576901" y="76985"/>
                  <a:pt x="577520" y="80155"/>
                  <a:pt x="578757" y="82299"/>
                </a:cubicBezTo>
                <a:cubicBezTo>
                  <a:pt x="579995" y="84442"/>
                  <a:pt x="582211" y="85514"/>
                  <a:pt x="585405" y="85514"/>
                </a:cubicBezTo>
                <a:cubicBezTo>
                  <a:pt x="586440" y="85514"/>
                  <a:pt x="587363" y="85413"/>
                  <a:pt x="588173" y="85210"/>
                </a:cubicBezTo>
                <a:cubicBezTo>
                  <a:pt x="588983" y="85008"/>
                  <a:pt x="589702" y="84794"/>
                  <a:pt x="590332" y="84569"/>
                </a:cubicBezTo>
                <a:cubicBezTo>
                  <a:pt x="590962" y="84344"/>
                  <a:pt x="591502" y="84130"/>
                  <a:pt x="591952" y="83928"/>
                </a:cubicBezTo>
                <a:cubicBezTo>
                  <a:pt x="592402" y="83725"/>
                  <a:pt x="592807" y="83624"/>
                  <a:pt x="593167" y="83624"/>
                </a:cubicBezTo>
                <a:cubicBezTo>
                  <a:pt x="593392" y="83624"/>
                  <a:pt x="593606" y="83680"/>
                  <a:pt x="593808" y="83793"/>
                </a:cubicBezTo>
                <a:cubicBezTo>
                  <a:pt x="594011" y="83905"/>
                  <a:pt x="594168" y="84119"/>
                  <a:pt x="594281" y="84434"/>
                </a:cubicBezTo>
                <a:cubicBezTo>
                  <a:pt x="594393" y="84749"/>
                  <a:pt x="594494" y="85176"/>
                  <a:pt x="594584" y="85716"/>
                </a:cubicBezTo>
                <a:cubicBezTo>
                  <a:pt x="594674" y="86256"/>
                  <a:pt x="594719" y="86931"/>
                  <a:pt x="594719" y="87741"/>
                </a:cubicBezTo>
                <a:close/>
                <a:moveTo>
                  <a:pt x="620574" y="92128"/>
                </a:moveTo>
                <a:cubicBezTo>
                  <a:pt x="620574" y="92488"/>
                  <a:pt x="620484" y="92792"/>
                  <a:pt x="620304" y="93039"/>
                </a:cubicBezTo>
                <a:cubicBezTo>
                  <a:pt x="620124" y="93287"/>
                  <a:pt x="619831" y="93500"/>
                  <a:pt x="619426" y="93680"/>
                </a:cubicBezTo>
                <a:cubicBezTo>
                  <a:pt x="619021" y="93860"/>
                  <a:pt x="618459" y="93995"/>
                  <a:pt x="617739" y="94085"/>
                </a:cubicBezTo>
                <a:cubicBezTo>
                  <a:pt x="617019" y="94175"/>
                  <a:pt x="616097" y="94220"/>
                  <a:pt x="614972" y="94220"/>
                </a:cubicBezTo>
                <a:cubicBezTo>
                  <a:pt x="613892" y="94220"/>
                  <a:pt x="612992" y="94175"/>
                  <a:pt x="612272" y="94085"/>
                </a:cubicBezTo>
                <a:cubicBezTo>
                  <a:pt x="611552" y="93995"/>
                  <a:pt x="610978" y="93860"/>
                  <a:pt x="610551" y="93680"/>
                </a:cubicBezTo>
                <a:cubicBezTo>
                  <a:pt x="610123" y="93500"/>
                  <a:pt x="609831" y="93287"/>
                  <a:pt x="609674" y="93039"/>
                </a:cubicBezTo>
                <a:cubicBezTo>
                  <a:pt x="609516" y="92792"/>
                  <a:pt x="609437" y="92488"/>
                  <a:pt x="609437" y="92128"/>
                </a:cubicBezTo>
                <a:lnTo>
                  <a:pt x="609437" y="31384"/>
                </a:lnTo>
                <a:cubicBezTo>
                  <a:pt x="609437" y="31069"/>
                  <a:pt x="609516" y="30777"/>
                  <a:pt x="609674" y="30507"/>
                </a:cubicBezTo>
                <a:cubicBezTo>
                  <a:pt x="609831" y="30237"/>
                  <a:pt x="610123" y="30012"/>
                  <a:pt x="610551" y="29832"/>
                </a:cubicBezTo>
                <a:cubicBezTo>
                  <a:pt x="610978" y="29652"/>
                  <a:pt x="611552" y="29517"/>
                  <a:pt x="612272" y="29427"/>
                </a:cubicBezTo>
                <a:cubicBezTo>
                  <a:pt x="612992" y="29337"/>
                  <a:pt x="613892" y="29292"/>
                  <a:pt x="614972" y="29292"/>
                </a:cubicBezTo>
                <a:cubicBezTo>
                  <a:pt x="616097" y="29292"/>
                  <a:pt x="617019" y="29337"/>
                  <a:pt x="617739" y="29427"/>
                </a:cubicBezTo>
                <a:cubicBezTo>
                  <a:pt x="618459" y="29517"/>
                  <a:pt x="619021" y="29652"/>
                  <a:pt x="619426" y="29832"/>
                </a:cubicBezTo>
                <a:cubicBezTo>
                  <a:pt x="619831" y="30012"/>
                  <a:pt x="620124" y="30237"/>
                  <a:pt x="620304" y="30507"/>
                </a:cubicBezTo>
                <a:cubicBezTo>
                  <a:pt x="620484" y="30777"/>
                  <a:pt x="620574" y="31069"/>
                  <a:pt x="620574" y="31384"/>
                </a:cubicBezTo>
                <a:lnTo>
                  <a:pt x="620574" y="92128"/>
                </a:lnTo>
                <a:moveTo>
                  <a:pt x="621856" y="10799"/>
                </a:moveTo>
                <a:cubicBezTo>
                  <a:pt x="621856" y="13409"/>
                  <a:pt x="621361" y="15186"/>
                  <a:pt x="620371" y="16131"/>
                </a:cubicBezTo>
                <a:cubicBezTo>
                  <a:pt x="619381" y="17076"/>
                  <a:pt x="617559" y="17548"/>
                  <a:pt x="614904" y="17548"/>
                </a:cubicBezTo>
                <a:cubicBezTo>
                  <a:pt x="612295" y="17548"/>
                  <a:pt x="610506" y="17087"/>
                  <a:pt x="609539" y="16165"/>
                </a:cubicBezTo>
                <a:cubicBezTo>
                  <a:pt x="608571" y="15242"/>
                  <a:pt x="608087" y="13499"/>
                  <a:pt x="608087" y="10934"/>
                </a:cubicBezTo>
                <a:cubicBezTo>
                  <a:pt x="608087" y="8324"/>
                  <a:pt x="608582" y="6547"/>
                  <a:pt x="609572" y="5602"/>
                </a:cubicBezTo>
                <a:cubicBezTo>
                  <a:pt x="610562" y="4657"/>
                  <a:pt x="612385" y="4185"/>
                  <a:pt x="615039" y="4185"/>
                </a:cubicBezTo>
                <a:cubicBezTo>
                  <a:pt x="617649" y="4185"/>
                  <a:pt x="619438" y="4646"/>
                  <a:pt x="620405" y="5568"/>
                </a:cubicBezTo>
                <a:cubicBezTo>
                  <a:pt x="621372" y="6491"/>
                  <a:pt x="621856" y="8234"/>
                  <a:pt x="621856" y="10799"/>
                </a:cubicBezTo>
                <a:close/>
                <a:moveTo>
                  <a:pt x="691040" y="31249"/>
                </a:moveTo>
                <a:cubicBezTo>
                  <a:pt x="691040" y="31429"/>
                  <a:pt x="691029" y="31621"/>
                  <a:pt x="691006" y="31823"/>
                </a:cubicBezTo>
                <a:cubicBezTo>
                  <a:pt x="690984" y="32025"/>
                  <a:pt x="690950" y="32239"/>
                  <a:pt x="690905" y="32464"/>
                </a:cubicBezTo>
                <a:cubicBezTo>
                  <a:pt x="690860" y="32689"/>
                  <a:pt x="690804" y="32937"/>
                  <a:pt x="690736" y="33207"/>
                </a:cubicBezTo>
                <a:cubicBezTo>
                  <a:pt x="690669" y="33477"/>
                  <a:pt x="690590" y="33769"/>
                  <a:pt x="690500" y="34084"/>
                </a:cubicBezTo>
                <a:lnTo>
                  <a:pt x="669779" y="91791"/>
                </a:lnTo>
                <a:cubicBezTo>
                  <a:pt x="669599" y="92286"/>
                  <a:pt x="669363" y="92691"/>
                  <a:pt x="669071" y="93006"/>
                </a:cubicBezTo>
                <a:cubicBezTo>
                  <a:pt x="668778" y="93320"/>
                  <a:pt x="668340" y="93568"/>
                  <a:pt x="667755" y="93748"/>
                </a:cubicBezTo>
                <a:cubicBezTo>
                  <a:pt x="667170" y="93928"/>
                  <a:pt x="666427" y="94052"/>
                  <a:pt x="665527" y="94119"/>
                </a:cubicBezTo>
                <a:cubicBezTo>
                  <a:pt x="664627" y="94187"/>
                  <a:pt x="663503" y="94220"/>
                  <a:pt x="662153" y="94220"/>
                </a:cubicBezTo>
                <a:cubicBezTo>
                  <a:pt x="660803" y="94220"/>
                  <a:pt x="659678" y="94175"/>
                  <a:pt x="658778" y="94085"/>
                </a:cubicBezTo>
                <a:cubicBezTo>
                  <a:pt x="657878" y="93995"/>
                  <a:pt x="657147" y="93860"/>
                  <a:pt x="656585" y="93680"/>
                </a:cubicBezTo>
                <a:cubicBezTo>
                  <a:pt x="656022" y="93500"/>
                  <a:pt x="655583" y="93253"/>
                  <a:pt x="655268" y="92938"/>
                </a:cubicBezTo>
                <a:cubicBezTo>
                  <a:pt x="654953" y="92623"/>
                  <a:pt x="654706" y="92241"/>
                  <a:pt x="654526" y="91791"/>
                </a:cubicBezTo>
                <a:lnTo>
                  <a:pt x="633873" y="34084"/>
                </a:lnTo>
                <a:cubicBezTo>
                  <a:pt x="633693" y="33544"/>
                  <a:pt x="633547" y="33072"/>
                  <a:pt x="633434" y="32667"/>
                </a:cubicBezTo>
                <a:cubicBezTo>
                  <a:pt x="633322" y="32262"/>
                  <a:pt x="633254" y="31958"/>
                  <a:pt x="633232" y="31756"/>
                </a:cubicBezTo>
                <a:cubicBezTo>
                  <a:pt x="633209" y="31553"/>
                  <a:pt x="633198" y="31384"/>
                  <a:pt x="633198" y="31249"/>
                </a:cubicBezTo>
                <a:cubicBezTo>
                  <a:pt x="633198" y="30889"/>
                  <a:pt x="633288" y="30574"/>
                  <a:pt x="633468" y="30304"/>
                </a:cubicBezTo>
                <a:cubicBezTo>
                  <a:pt x="633648" y="30034"/>
                  <a:pt x="633952" y="29821"/>
                  <a:pt x="634379" y="29663"/>
                </a:cubicBezTo>
                <a:cubicBezTo>
                  <a:pt x="634807" y="29506"/>
                  <a:pt x="635369" y="29405"/>
                  <a:pt x="636067" y="29360"/>
                </a:cubicBezTo>
                <a:cubicBezTo>
                  <a:pt x="636764" y="29315"/>
                  <a:pt x="637630" y="29292"/>
                  <a:pt x="638665" y="29292"/>
                </a:cubicBezTo>
                <a:cubicBezTo>
                  <a:pt x="639970" y="29292"/>
                  <a:pt x="641016" y="29326"/>
                  <a:pt x="641804" y="29393"/>
                </a:cubicBezTo>
                <a:cubicBezTo>
                  <a:pt x="642591" y="29461"/>
                  <a:pt x="643198" y="29584"/>
                  <a:pt x="643626" y="29764"/>
                </a:cubicBezTo>
                <a:cubicBezTo>
                  <a:pt x="644053" y="29944"/>
                  <a:pt x="644368" y="30169"/>
                  <a:pt x="644571" y="30439"/>
                </a:cubicBezTo>
                <a:cubicBezTo>
                  <a:pt x="644773" y="30709"/>
                  <a:pt x="644964" y="31047"/>
                  <a:pt x="645144" y="31452"/>
                </a:cubicBezTo>
                <a:lnTo>
                  <a:pt x="662288" y="81532"/>
                </a:lnTo>
                <a:lnTo>
                  <a:pt x="662558" y="82342"/>
                </a:lnTo>
                <a:lnTo>
                  <a:pt x="662760" y="81532"/>
                </a:lnTo>
                <a:lnTo>
                  <a:pt x="679701" y="31452"/>
                </a:lnTo>
                <a:cubicBezTo>
                  <a:pt x="679791" y="31047"/>
                  <a:pt x="679948" y="30709"/>
                  <a:pt x="680173" y="30439"/>
                </a:cubicBezTo>
                <a:cubicBezTo>
                  <a:pt x="680398" y="30169"/>
                  <a:pt x="680725" y="29944"/>
                  <a:pt x="681152" y="29764"/>
                </a:cubicBezTo>
                <a:cubicBezTo>
                  <a:pt x="681579" y="29584"/>
                  <a:pt x="682164" y="29461"/>
                  <a:pt x="682907" y="29393"/>
                </a:cubicBezTo>
                <a:cubicBezTo>
                  <a:pt x="683649" y="29326"/>
                  <a:pt x="684628" y="29292"/>
                  <a:pt x="685843" y="29292"/>
                </a:cubicBezTo>
                <a:cubicBezTo>
                  <a:pt x="686878" y="29292"/>
                  <a:pt x="687733" y="29315"/>
                  <a:pt x="688408" y="29360"/>
                </a:cubicBezTo>
                <a:cubicBezTo>
                  <a:pt x="689082" y="29405"/>
                  <a:pt x="689611" y="29517"/>
                  <a:pt x="689994" y="29697"/>
                </a:cubicBezTo>
                <a:cubicBezTo>
                  <a:pt x="690376" y="29877"/>
                  <a:pt x="690646" y="30091"/>
                  <a:pt x="690804" y="30338"/>
                </a:cubicBezTo>
                <a:cubicBezTo>
                  <a:pt x="690961" y="30586"/>
                  <a:pt x="691040" y="30889"/>
                  <a:pt x="691040" y="31249"/>
                </a:cubicBezTo>
                <a:close/>
                <a:moveTo>
                  <a:pt x="754023" y="59124"/>
                </a:moveTo>
                <a:cubicBezTo>
                  <a:pt x="754023" y="60879"/>
                  <a:pt x="753584" y="62127"/>
                  <a:pt x="752707" y="62870"/>
                </a:cubicBezTo>
                <a:cubicBezTo>
                  <a:pt x="751829" y="63612"/>
                  <a:pt x="750828" y="63983"/>
                  <a:pt x="749703" y="63983"/>
                </a:cubicBezTo>
                <a:lnTo>
                  <a:pt x="709882" y="63983"/>
                </a:lnTo>
                <a:cubicBezTo>
                  <a:pt x="709882" y="67368"/>
                  <a:pt x="710220" y="70414"/>
                  <a:pt x="710895" y="73122"/>
                </a:cubicBezTo>
                <a:cubicBezTo>
                  <a:pt x="711570" y="75831"/>
                  <a:pt x="712694" y="78155"/>
                  <a:pt x="714269" y="80095"/>
                </a:cubicBezTo>
                <a:cubicBezTo>
                  <a:pt x="715844" y="82036"/>
                  <a:pt x="717891" y="83526"/>
                  <a:pt x="720411" y="84565"/>
                </a:cubicBezTo>
                <a:cubicBezTo>
                  <a:pt x="722931" y="85602"/>
                  <a:pt x="726013" y="86121"/>
                  <a:pt x="729658" y="86121"/>
                </a:cubicBezTo>
                <a:cubicBezTo>
                  <a:pt x="732537" y="86121"/>
                  <a:pt x="735102" y="85885"/>
                  <a:pt x="737352" y="85413"/>
                </a:cubicBezTo>
                <a:cubicBezTo>
                  <a:pt x="739602" y="84940"/>
                  <a:pt x="741548" y="84411"/>
                  <a:pt x="743190" y="83826"/>
                </a:cubicBezTo>
                <a:cubicBezTo>
                  <a:pt x="744832" y="83242"/>
                  <a:pt x="746182" y="82713"/>
                  <a:pt x="747240" y="82240"/>
                </a:cubicBezTo>
                <a:cubicBezTo>
                  <a:pt x="748297" y="81768"/>
                  <a:pt x="749096" y="81532"/>
                  <a:pt x="749636" y="81532"/>
                </a:cubicBezTo>
                <a:cubicBezTo>
                  <a:pt x="749951" y="81532"/>
                  <a:pt x="750232" y="81610"/>
                  <a:pt x="750479" y="81768"/>
                </a:cubicBezTo>
                <a:cubicBezTo>
                  <a:pt x="750727" y="81925"/>
                  <a:pt x="750918" y="82162"/>
                  <a:pt x="751053" y="82477"/>
                </a:cubicBezTo>
                <a:cubicBezTo>
                  <a:pt x="751188" y="82792"/>
                  <a:pt x="751289" y="83230"/>
                  <a:pt x="751357" y="83793"/>
                </a:cubicBezTo>
                <a:cubicBezTo>
                  <a:pt x="751424" y="84355"/>
                  <a:pt x="751458" y="85041"/>
                  <a:pt x="751458" y="85851"/>
                </a:cubicBezTo>
                <a:cubicBezTo>
                  <a:pt x="751458" y="86436"/>
                  <a:pt x="751436" y="86942"/>
                  <a:pt x="751391" y="87370"/>
                </a:cubicBezTo>
                <a:cubicBezTo>
                  <a:pt x="751346" y="87797"/>
                  <a:pt x="751289" y="88180"/>
                  <a:pt x="751222" y="88517"/>
                </a:cubicBezTo>
                <a:cubicBezTo>
                  <a:pt x="751154" y="88855"/>
                  <a:pt x="751042" y="89158"/>
                  <a:pt x="750884" y="89428"/>
                </a:cubicBezTo>
                <a:cubicBezTo>
                  <a:pt x="750727" y="89698"/>
                  <a:pt x="750524" y="89957"/>
                  <a:pt x="750277" y="90205"/>
                </a:cubicBezTo>
                <a:cubicBezTo>
                  <a:pt x="750029" y="90452"/>
                  <a:pt x="749298" y="90857"/>
                  <a:pt x="748083" y="91419"/>
                </a:cubicBezTo>
                <a:cubicBezTo>
                  <a:pt x="746868" y="91982"/>
                  <a:pt x="745294" y="92533"/>
                  <a:pt x="743359" y="93073"/>
                </a:cubicBezTo>
                <a:cubicBezTo>
                  <a:pt x="741424" y="93613"/>
                  <a:pt x="739186" y="94097"/>
                  <a:pt x="736643" y="94524"/>
                </a:cubicBezTo>
                <a:cubicBezTo>
                  <a:pt x="734101" y="94952"/>
                  <a:pt x="731390" y="95165"/>
                  <a:pt x="728510" y="95165"/>
                </a:cubicBezTo>
                <a:cubicBezTo>
                  <a:pt x="723516" y="95165"/>
                  <a:pt x="719140" y="94467"/>
                  <a:pt x="715383" y="93071"/>
                </a:cubicBezTo>
                <a:cubicBezTo>
                  <a:pt x="711626" y="91675"/>
                  <a:pt x="708465" y="89603"/>
                  <a:pt x="705900" y="86855"/>
                </a:cubicBezTo>
                <a:cubicBezTo>
                  <a:pt x="703335" y="84108"/>
                  <a:pt x="701401" y="80662"/>
                  <a:pt x="700096" y="76518"/>
                </a:cubicBezTo>
                <a:cubicBezTo>
                  <a:pt x="698791" y="72374"/>
                  <a:pt x="698138" y="67555"/>
                  <a:pt x="698138" y="62060"/>
                </a:cubicBezTo>
                <a:cubicBezTo>
                  <a:pt x="698138" y="56835"/>
                  <a:pt x="698813" y="52139"/>
                  <a:pt x="700163" y="47973"/>
                </a:cubicBezTo>
                <a:cubicBezTo>
                  <a:pt x="701513" y="43807"/>
                  <a:pt x="703459" y="40271"/>
                  <a:pt x="706001" y="37366"/>
                </a:cubicBezTo>
                <a:cubicBezTo>
                  <a:pt x="708544" y="34461"/>
                  <a:pt x="711615" y="32231"/>
                  <a:pt x="715214" y="30678"/>
                </a:cubicBezTo>
                <a:cubicBezTo>
                  <a:pt x="718814" y="29124"/>
                  <a:pt x="722841" y="28347"/>
                  <a:pt x="727295" y="28347"/>
                </a:cubicBezTo>
                <a:cubicBezTo>
                  <a:pt x="732065" y="28347"/>
                  <a:pt x="736126" y="29112"/>
                  <a:pt x="739478" y="30642"/>
                </a:cubicBezTo>
                <a:cubicBezTo>
                  <a:pt x="742830" y="32172"/>
                  <a:pt x="745586" y="34230"/>
                  <a:pt x="747746" y="36817"/>
                </a:cubicBezTo>
                <a:cubicBezTo>
                  <a:pt x="749906" y="39405"/>
                  <a:pt x="751492" y="42442"/>
                  <a:pt x="752504" y="45929"/>
                </a:cubicBezTo>
                <a:cubicBezTo>
                  <a:pt x="753517" y="49416"/>
                  <a:pt x="754023" y="53140"/>
                  <a:pt x="754023" y="57099"/>
                </a:cubicBezTo>
                <a:lnTo>
                  <a:pt x="754023" y="59124"/>
                </a:lnTo>
                <a:moveTo>
                  <a:pt x="742819" y="55817"/>
                </a:moveTo>
                <a:cubicBezTo>
                  <a:pt x="742954" y="49967"/>
                  <a:pt x="741660" y="45378"/>
                  <a:pt x="738938" y="42048"/>
                </a:cubicBezTo>
                <a:cubicBezTo>
                  <a:pt x="736216" y="38719"/>
                  <a:pt x="732177" y="37054"/>
                  <a:pt x="726823" y="37054"/>
                </a:cubicBezTo>
                <a:cubicBezTo>
                  <a:pt x="724078" y="37054"/>
                  <a:pt x="721671" y="37571"/>
                  <a:pt x="719601" y="38606"/>
                </a:cubicBezTo>
                <a:cubicBezTo>
                  <a:pt x="717531" y="39641"/>
                  <a:pt x="715799" y="41013"/>
                  <a:pt x="714404" y="42723"/>
                </a:cubicBezTo>
                <a:cubicBezTo>
                  <a:pt x="713009" y="44433"/>
                  <a:pt x="711930" y="46424"/>
                  <a:pt x="711165" y="48696"/>
                </a:cubicBezTo>
                <a:cubicBezTo>
                  <a:pt x="710400" y="50969"/>
                  <a:pt x="709972" y="53342"/>
                  <a:pt x="709882" y="55817"/>
                </a:cubicBezTo>
                <a:lnTo>
                  <a:pt x="742819" y="558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…">
            <a:extLst xmlns:a="http://schemas.openxmlformats.org/drawingml/2006/main">
              <a:ext uri="{FF2B5EF4-FFF2-40B4-BE49-F238E27FC236}">
                <a16:creationId xmlns:a16="http://schemas.microsoft.com/office/drawing/2014/main" id="{CE6663CD-D5ED-41CB-BBEA-FCC617AD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6983" y="2431160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…">
            <a:extLst xmlns:a="http://schemas.openxmlformats.org/drawingml/2006/main">
              <a:ext uri="{FF2B5EF4-FFF2-40B4-BE49-F238E27FC236}">
                <a16:creationId xmlns:a16="http://schemas.microsoft.com/office/drawing/2014/main" id="{637CCC3D-84F2-43BC-B194-8591C614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275" y="2431160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[…]">
            <a:extLst xmlns:a="http://schemas.openxmlformats.org/drawingml/2006/main">
              <a:ext uri="{FF2B5EF4-FFF2-40B4-BE49-F238E27FC236}">
                <a16:creationId xmlns:a16="http://schemas.microsoft.com/office/drawing/2014/main" id="{C40F581E-5DD5-4A22-8F90-B4503FB5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814" y="2351706"/>
            <a:ext cx="154380" cy="116011"/>
          </a:xfrm>
          <a:custGeom xmlns:a="http://schemas.openxmlformats.org/drawingml/2006/main">
            <a:pathLst>
              <a:path w="154380" h="116011">
                <a:moveTo>
                  <a:pt x="23472" y="111964"/>
                </a:moveTo>
                <a:cubicBezTo>
                  <a:pt x="23472" y="113448"/>
                  <a:pt x="23303" y="114493"/>
                  <a:pt x="22966" y="115100"/>
                </a:cubicBezTo>
                <a:cubicBezTo>
                  <a:pt x="22629" y="115707"/>
                  <a:pt x="22145" y="116011"/>
                  <a:pt x="21516" y="116011"/>
                </a:cubicBezTo>
                <a:lnTo>
                  <a:pt x="4249" y="116011"/>
                </a:lnTo>
                <a:cubicBezTo>
                  <a:pt x="3710" y="116011"/>
                  <a:pt x="3193" y="115932"/>
                  <a:pt x="2698" y="115775"/>
                </a:cubicBezTo>
                <a:cubicBezTo>
                  <a:pt x="2203" y="115617"/>
                  <a:pt x="1754" y="115359"/>
                  <a:pt x="1349" y="114999"/>
                </a:cubicBezTo>
                <a:cubicBezTo>
                  <a:pt x="944" y="114639"/>
                  <a:pt x="618" y="114155"/>
                  <a:pt x="371" y="113547"/>
                </a:cubicBezTo>
                <a:cubicBezTo>
                  <a:pt x="124" y="112940"/>
                  <a:pt x="0" y="112187"/>
                  <a:pt x="0" y="111287"/>
                </a:cubicBezTo>
                <a:lnTo>
                  <a:pt x="0" y="4723"/>
                </a:lnTo>
                <a:cubicBezTo>
                  <a:pt x="0" y="3869"/>
                  <a:pt x="124" y="3138"/>
                  <a:pt x="371" y="2531"/>
                </a:cubicBezTo>
                <a:cubicBezTo>
                  <a:pt x="618" y="1923"/>
                  <a:pt x="944" y="1428"/>
                  <a:pt x="1349" y="1045"/>
                </a:cubicBezTo>
                <a:cubicBezTo>
                  <a:pt x="1754" y="663"/>
                  <a:pt x="2203" y="393"/>
                  <a:pt x="2698" y="236"/>
                </a:cubicBezTo>
                <a:cubicBezTo>
                  <a:pt x="3193" y="79"/>
                  <a:pt x="3710" y="0"/>
                  <a:pt x="4249" y="0"/>
                </a:cubicBezTo>
                <a:lnTo>
                  <a:pt x="21516" y="0"/>
                </a:lnTo>
                <a:cubicBezTo>
                  <a:pt x="21786" y="0"/>
                  <a:pt x="22044" y="67"/>
                  <a:pt x="22292" y="202"/>
                </a:cubicBezTo>
                <a:cubicBezTo>
                  <a:pt x="22539" y="337"/>
                  <a:pt x="22753" y="585"/>
                  <a:pt x="22932" y="944"/>
                </a:cubicBezTo>
                <a:cubicBezTo>
                  <a:pt x="23112" y="1304"/>
                  <a:pt x="23247" y="1742"/>
                  <a:pt x="23337" y="2260"/>
                </a:cubicBezTo>
                <a:cubicBezTo>
                  <a:pt x="23427" y="2777"/>
                  <a:pt x="23472" y="3417"/>
                  <a:pt x="23472" y="4182"/>
                </a:cubicBezTo>
                <a:cubicBezTo>
                  <a:pt x="23472" y="5621"/>
                  <a:pt x="23303" y="6655"/>
                  <a:pt x="22966" y="7284"/>
                </a:cubicBezTo>
                <a:cubicBezTo>
                  <a:pt x="22629" y="7914"/>
                  <a:pt x="22145" y="8229"/>
                  <a:pt x="21516" y="8229"/>
                </a:cubicBezTo>
                <a:lnTo>
                  <a:pt x="10522" y="8229"/>
                </a:lnTo>
                <a:lnTo>
                  <a:pt x="10522" y="107850"/>
                </a:lnTo>
                <a:lnTo>
                  <a:pt x="21516" y="107850"/>
                </a:lnTo>
                <a:cubicBezTo>
                  <a:pt x="21786" y="107850"/>
                  <a:pt x="22044" y="107917"/>
                  <a:pt x="22292" y="108052"/>
                </a:cubicBezTo>
                <a:cubicBezTo>
                  <a:pt x="22539" y="108187"/>
                  <a:pt x="22753" y="108423"/>
                  <a:pt x="22932" y="108760"/>
                </a:cubicBezTo>
                <a:cubicBezTo>
                  <a:pt x="23112" y="109097"/>
                  <a:pt x="23247" y="109525"/>
                  <a:pt x="23337" y="110042"/>
                </a:cubicBezTo>
                <a:cubicBezTo>
                  <a:pt x="23427" y="110559"/>
                  <a:pt x="23472" y="111200"/>
                  <a:pt x="23472" y="111964"/>
                </a:cubicBezTo>
                <a:close/>
                <a:moveTo>
                  <a:pt x="53874" y="87177"/>
                </a:moveTo>
                <a:cubicBezTo>
                  <a:pt x="53874" y="90337"/>
                  <a:pt x="53346" y="92448"/>
                  <a:pt x="52289" y="93511"/>
                </a:cubicBezTo>
                <a:cubicBezTo>
                  <a:pt x="51232" y="94571"/>
                  <a:pt x="49355" y="95102"/>
                  <a:pt x="46657" y="95102"/>
                </a:cubicBezTo>
                <a:cubicBezTo>
                  <a:pt x="44049" y="95102"/>
                  <a:pt x="42228" y="94583"/>
                  <a:pt x="41194" y="93544"/>
                </a:cubicBezTo>
                <a:cubicBezTo>
                  <a:pt x="40160" y="92506"/>
                  <a:pt x="39642" y="90451"/>
                  <a:pt x="39642" y="87379"/>
                </a:cubicBezTo>
                <a:cubicBezTo>
                  <a:pt x="39642" y="84219"/>
                  <a:pt x="40171" y="82108"/>
                  <a:pt x="41228" y="81047"/>
                </a:cubicBezTo>
                <a:cubicBezTo>
                  <a:pt x="42284" y="79985"/>
                  <a:pt x="44162" y="79454"/>
                  <a:pt x="46859" y="79454"/>
                </a:cubicBezTo>
                <a:cubicBezTo>
                  <a:pt x="49467" y="79454"/>
                  <a:pt x="51289" y="79973"/>
                  <a:pt x="52323" y="81012"/>
                </a:cubicBezTo>
                <a:cubicBezTo>
                  <a:pt x="53357" y="82050"/>
                  <a:pt x="53874" y="84105"/>
                  <a:pt x="53874" y="87177"/>
                </a:cubicBezTo>
                <a:moveTo>
                  <a:pt x="84293" y="87177"/>
                </a:moveTo>
                <a:cubicBezTo>
                  <a:pt x="84293" y="90337"/>
                  <a:pt x="83776" y="92448"/>
                  <a:pt x="82742" y="93511"/>
                </a:cubicBezTo>
                <a:cubicBezTo>
                  <a:pt x="81708" y="94571"/>
                  <a:pt x="79842" y="95102"/>
                  <a:pt x="77144" y="95102"/>
                </a:cubicBezTo>
                <a:cubicBezTo>
                  <a:pt x="74536" y="95102"/>
                  <a:pt x="72715" y="94583"/>
                  <a:pt x="71680" y="93544"/>
                </a:cubicBezTo>
                <a:cubicBezTo>
                  <a:pt x="70646" y="92506"/>
                  <a:pt x="70129" y="90451"/>
                  <a:pt x="70129" y="87379"/>
                </a:cubicBezTo>
                <a:cubicBezTo>
                  <a:pt x="70129" y="84219"/>
                  <a:pt x="70657" y="82108"/>
                  <a:pt x="71714" y="81047"/>
                </a:cubicBezTo>
                <a:cubicBezTo>
                  <a:pt x="72771" y="79985"/>
                  <a:pt x="74626" y="79454"/>
                  <a:pt x="77279" y="79454"/>
                </a:cubicBezTo>
                <a:cubicBezTo>
                  <a:pt x="79932" y="79454"/>
                  <a:pt x="81764" y="79973"/>
                  <a:pt x="82776" y="81012"/>
                </a:cubicBezTo>
                <a:cubicBezTo>
                  <a:pt x="83787" y="82050"/>
                  <a:pt x="84293" y="84105"/>
                  <a:pt x="84293" y="87177"/>
                </a:cubicBezTo>
                <a:moveTo>
                  <a:pt x="114780" y="87177"/>
                </a:moveTo>
                <a:cubicBezTo>
                  <a:pt x="114780" y="90337"/>
                  <a:pt x="114251" y="92448"/>
                  <a:pt x="113195" y="93511"/>
                </a:cubicBezTo>
                <a:cubicBezTo>
                  <a:pt x="112138" y="94571"/>
                  <a:pt x="110261" y="95102"/>
                  <a:pt x="107563" y="95102"/>
                </a:cubicBezTo>
                <a:cubicBezTo>
                  <a:pt x="104955" y="95102"/>
                  <a:pt x="103134" y="94583"/>
                  <a:pt x="102099" y="93544"/>
                </a:cubicBezTo>
                <a:cubicBezTo>
                  <a:pt x="101065" y="92506"/>
                  <a:pt x="100548" y="90451"/>
                  <a:pt x="100548" y="87379"/>
                </a:cubicBezTo>
                <a:cubicBezTo>
                  <a:pt x="100548" y="84219"/>
                  <a:pt x="101077" y="82108"/>
                  <a:pt x="102133" y="81047"/>
                </a:cubicBezTo>
                <a:cubicBezTo>
                  <a:pt x="103190" y="79985"/>
                  <a:pt x="105067" y="79454"/>
                  <a:pt x="107765" y="79454"/>
                </a:cubicBezTo>
                <a:cubicBezTo>
                  <a:pt x="110373" y="79454"/>
                  <a:pt x="112194" y="79973"/>
                  <a:pt x="113228" y="81012"/>
                </a:cubicBezTo>
                <a:cubicBezTo>
                  <a:pt x="114263" y="82050"/>
                  <a:pt x="114780" y="84105"/>
                  <a:pt x="114780" y="87177"/>
                </a:cubicBezTo>
                <a:close/>
                <a:moveTo>
                  <a:pt x="154380" y="111287"/>
                </a:moveTo>
                <a:cubicBezTo>
                  <a:pt x="154380" y="112187"/>
                  <a:pt x="154256" y="112940"/>
                  <a:pt x="154009" y="113547"/>
                </a:cubicBezTo>
                <a:cubicBezTo>
                  <a:pt x="153761" y="114155"/>
                  <a:pt x="153435" y="114639"/>
                  <a:pt x="153031" y="114999"/>
                </a:cubicBezTo>
                <a:cubicBezTo>
                  <a:pt x="152626" y="115359"/>
                  <a:pt x="152165" y="115617"/>
                  <a:pt x="151648" y="115775"/>
                </a:cubicBezTo>
                <a:cubicBezTo>
                  <a:pt x="151131" y="115932"/>
                  <a:pt x="150603" y="116011"/>
                  <a:pt x="150063" y="116011"/>
                </a:cubicBezTo>
                <a:lnTo>
                  <a:pt x="132864" y="116011"/>
                </a:lnTo>
                <a:cubicBezTo>
                  <a:pt x="132234" y="116011"/>
                  <a:pt x="131751" y="115707"/>
                  <a:pt x="131414" y="115100"/>
                </a:cubicBezTo>
                <a:cubicBezTo>
                  <a:pt x="131076" y="114493"/>
                  <a:pt x="130908" y="113448"/>
                  <a:pt x="130908" y="111964"/>
                </a:cubicBezTo>
                <a:cubicBezTo>
                  <a:pt x="130908" y="111200"/>
                  <a:pt x="130942" y="110559"/>
                  <a:pt x="131009" y="110042"/>
                </a:cubicBezTo>
                <a:cubicBezTo>
                  <a:pt x="131076" y="109525"/>
                  <a:pt x="131200" y="109097"/>
                  <a:pt x="131380" y="108760"/>
                </a:cubicBezTo>
                <a:cubicBezTo>
                  <a:pt x="131560" y="108423"/>
                  <a:pt x="131773" y="108187"/>
                  <a:pt x="132021" y="108052"/>
                </a:cubicBezTo>
                <a:cubicBezTo>
                  <a:pt x="132268" y="107917"/>
                  <a:pt x="132549" y="107850"/>
                  <a:pt x="132864" y="107850"/>
                </a:cubicBezTo>
                <a:lnTo>
                  <a:pt x="143858" y="107850"/>
                </a:lnTo>
                <a:lnTo>
                  <a:pt x="143858" y="8229"/>
                </a:lnTo>
                <a:lnTo>
                  <a:pt x="132864" y="8229"/>
                </a:lnTo>
                <a:cubicBezTo>
                  <a:pt x="132234" y="8229"/>
                  <a:pt x="131751" y="7914"/>
                  <a:pt x="131414" y="7284"/>
                </a:cubicBezTo>
                <a:cubicBezTo>
                  <a:pt x="131076" y="6655"/>
                  <a:pt x="130908" y="5621"/>
                  <a:pt x="130908" y="4182"/>
                </a:cubicBezTo>
                <a:cubicBezTo>
                  <a:pt x="130908" y="3417"/>
                  <a:pt x="130942" y="2777"/>
                  <a:pt x="131009" y="2260"/>
                </a:cubicBezTo>
                <a:cubicBezTo>
                  <a:pt x="131076" y="1742"/>
                  <a:pt x="131200" y="1304"/>
                  <a:pt x="131380" y="944"/>
                </a:cubicBezTo>
                <a:cubicBezTo>
                  <a:pt x="131560" y="585"/>
                  <a:pt x="131773" y="337"/>
                  <a:pt x="132021" y="202"/>
                </a:cubicBezTo>
                <a:cubicBezTo>
                  <a:pt x="132268" y="67"/>
                  <a:pt x="132549" y="0"/>
                  <a:pt x="132864" y="0"/>
                </a:cubicBezTo>
                <a:lnTo>
                  <a:pt x="150063" y="0"/>
                </a:lnTo>
                <a:cubicBezTo>
                  <a:pt x="150603" y="0"/>
                  <a:pt x="151131" y="79"/>
                  <a:pt x="151648" y="236"/>
                </a:cubicBezTo>
                <a:cubicBezTo>
                  <a:pt x="152165" y="393"/>
                  <a:pt x="152626" y="663"/>
                  <a:pt x="153031" y="1045"/>
                </a:cubicBezTo>
                <a:cubicBezTo>
                  <a:pt x="153435" y="1428"/>
                  <a:pt x="153761" y="1923"/>
                  <a:pt x="154009" y="2531"/>
                </a:cubicBezTo>
                <a:cubicBezTo>
                  <a:pt x="154256" y="3138"/>
                  <a:pt x="154380" y="3869"/>
                  <a:pt x="154380" y="4723"/>
                </a:cubicBezTo>
                <a:lnTo>
                  <a:pt x="154380" y="1112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…">
            <a:extLst xmlns:a="http://schemas.openxmlformats.org/drawingml/2006/main">
              <a:ext uri="{FF2B5EF4-FFF2-40B4-BE49-F238E27FC236}">
                <a16:creationId xmlns:a16="http://schemas.microsoft.com/office/drawing/2014/main" id="{3E1BBB66-6018-42B0-B1B7-F4617080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1748" y="2431160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…">
            <a:extLst xmlns:a="http://schemas.openxmlformats.org/drawingml/2006/main">
              <a:ext uri="{FF2B5EF4-FFF2-40B4-BE49-F238E27FC236}">
                <a16:creationId xmlns:a16="http://schemas.microsoft.com/office/drawing/2014/main" id="{4204E80A-0F21-4F56-AC96-D3B3A375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722" y="2431160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…">
            <a:extLst xmlns:a="http://schemas.openxmlformats.org/drawingml/2006/main">
              <a:ext uri="{FF2B5EF4-FFF2-40B4-BE49-F238E27FC236}">
                <a16:creationId xmlns:a16="http://schemas.microsoft.com/office/drawing/2014/main" id="{016262A7-10C1-45F0-898B-5D932E3D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096" y="2431160"/>
            <a:ext cx="75137" cy="15648"/>
          </a:xfrm>
          <a:custGeom xmlns:a="http://schemas.openxmlformats.org/drawingml/2006/main">
            <a:pathLst>
              <a:path w="75137" h="15648">
                <a:moveTo>
                  <a:pt x="14232" y="7723"/>
                </a:moveTo>
                <a:cubicBezTo>
                  <a:pt x="14232" y="10883"/>
                  <a:pt x="13703" y="12994"/>
                  <a:pt x="12647" y="14057"/>
                </a:cubicBezTo>
                <a:cubicBezTo>
                  <a:pt x="11590" y="15118"/>
                  <a:pt x="9713" y="15648"/>
                  <a:pt x="7015" y="15648"/>
                </a:cubicBezTo>
                <a:cubicBezTo>
                  <a:pt x="4407" y="15648"/>
                  <a:pt x="2586" y="15129"/>
                  <a:pt x="1551" y="14090"/>
                </a:cubicBezTo>
                <a:cubicBezTo>
                  <a:pt x="517" y="13052"/>
                  <a:pt x="0" y="10997"/>
                  <a:pt x="0" y="7925"/>
                </a:cubicBezTo>
                <a:cubicBezTo>
                  <a:pt x="0" y="4765"/>
                  <a:pt x="528" y="2654"/>
                  <a:pt x="1585" y="1593"/>
                </a:cubicBezTo>
                <a:cubicBezTo>
                  <a:pt x="2642" y="531"/>
                  <a:pt x="4519" y="0"/>
                  <a:pt x="7217" y="0"/>
                </a:cubicBezTo>
                <a:cubicBezTo>
                  <a:pt x="9825" y="0"/>
                  <a:pt x="11646" y="519"/>
                  <a:pt x="12680" y="1558"/>
                </a:cubicBezTo>
                <a:cubicBezTo>
                  <a:pt x="13714" y="2596"/>
                  <a:pt x="14232" y="4651"/>
                  <a:pt x="14232" y="7723"/>
                </a:cubicBezTo>
                <a:moveTo>
                  <a:pt x="44651" y="7723"/>
                </a:moveTo>
                <a:cubicBezTo>
                  <a:pt x="44651" y="10883"/>
                  <a:pt x="44134" y="12994"/>
                  <a:pt x="43099" y="14057"/>
                </a:cubicBezTo>
                <a:cubicBezTo>
                  <a:pt x="42065" y="15118"/>
                  <a:pt x="40199" y="15648"/>
                  <a:pt x="37501" y="15648"/>
                </a:cubicBezTo>
                <a:cubicBezTo>
                  <a:pt x="34893" y="15648"/>
                  <a:pt x="33072" y="15129"/>
                  <a:pt x="32038" y="14090"/>
                </a:cubicBezTo>
                <a:cubicBezTo>
                  <a:pt x="31004" y="13052"/>
                  <a:pt x="30487" y="10997"/>
                  <a:pt x="30487" y="7925"/>
                </a:cubicBezTo>
                <a:cubicBezTo>
                  <a:pt x="30487" y="4765"/>
                  <a:pt x="31015" y="2654"/>
                  <a:pt x="32072" y="1593"/>
                </a:cubicBezTo>
                <a:cubicBezTo>
                  <a:pt x="33128" y="531"/>
                  <a:pt x="34983" y="0"/>
                  <a:pt x="37636" y="0"/>
                </a:cubicBezTo>
                <a:cubicBezTo>
                  <a:pt x="40289" y="0"/>
                  <a:pt x="42121" y="519"/>
                  <a:pt x="43133" y="1558"/>
                </a:cubicBezTo>
                <a:cubicBezTo>
                  <a:pt x="44145" y="2596"/>
                  <a:pt x="44651" y="4651"/>
                  <a:pt x="44651" y="7723"/>
                </a:cubicBezTo>
                <a:moveTo>
                  <a:pt x="75137" y="7723"/>
                </a:moveTo>
                <a:cubicBezTo>
                  <a:pt x="75137" y="10883"/>
                  <a:pt x="74609" y="12994"/>
                  <a:pt x="73552" y="14057"/>
                </a:cubicBezTo>
                <a:cubicBezTo>
                  <a:pt x="72496" y="15118"/>
                  <a:pt x="70618" y="15648"/>
                  <a:pt x="67920" y="15648"/>
                </a:cubicBezTo>
                <a:cubicBezTo>
                  <a:pt x="65312" y="15648"/>
                  <a:pt x="63491" y="15129"/>
                  <a:pt x="62457" y="14090"/>
                </a:cubicBezTo>
                <a:cubicBezTo>
                  <a:pt x="61423" y="13052"/>
                  <a:pt x="60906" y="10997"/>
                  <a:pt x="60906" y="7925"/>
                </a:cubicBezTo>
                <a:cubicBezTo>
                  <a:pt x="60906" y="4765"/>
                  <a:pt x="61434" y="2654"/>
                  <a:pt x="62491" y="1593"/>
                </a:cubicBezTo>
                <a:cubicBezTo>
                  <a:pt x="63547" y="531"/>
                  <a:pt x="65425" y="0"/>
                  <a:pt x="68123" y="0"/>
                </a:cubicBezTo>
                <a:cubicBezTo>
                  <a:pt x="70731" y="0"/>
                  <a:pt x="72552" y="519"/>
                  <a:pt x="73586" y="1558"/>
                </a:cubicBezTo>
                <a:cubicBezTo>
                  <a:pt x="74620" y="2596"/>
                  <a:pt x="75137" y="4651"/>
                  <a:pt x="75137" y="77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Acceptall">
            <a:extLst xmlns:a="http://schemas.openxmlformats.org/drawingml/2006/main">
              <a:ext uri="{FF2B5EF4-FFF2-40B4-BE49-F238E27FC236}">
                <a16:creationId xmlns:a16="http://schemas.microsoft.com/office/drawing/2014/main" id="{1BBB600D-9A60-4BF2-A617-798D96A9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238" y="2708304"/>
            <a:ext cx="532243" cy="118574"/>
          </a:xfrm>
          <a:custGeom xmlns:a="http://schemas.openxmlformats.org/drawingml/2006/main">
            <a:pathLst>
              <a:path w="532243" h="118574">
                <a:moveTo>
                  <a:pt x="74586" y="89908"/>
                </a:moveTo>
                <a:cubicBezTo>
                  <a:pt x="74946" y="90898"/>
                  <a:pt x="75137" y="91696"/>
                  <a:pt x="75160" y="92303"/>
                </a:cubicBezTo>
                <a:cubicBezTo>
                  <a:pt x="75182" y="92910"/>
                  <a:pt x="75014" y="93371"/>
                  <a:pt x="74654" y="93685"/>
                </a:cubicBezTo>
                <a:cubicBezTo>
                  <a:pt x="74294" y="94000"/>
                  <a:pt x="73698" y="94203"/>
                  <a:pt x="72866" y="94293"/>
                </a:cubicBezTo>
                <a:cubicBezTo>
                  <a:pt x="72035" y="94382"/>
                  <a:pt x="70922" y="94427"/>
                  <a:pt x="69528" y="94427"/>
                </a:cubicBezTo>
                <a:cubicBezTo>
                  <a:pt x="68134" y="94427"/>
                  <a:pt x="67021" y="94394"/>
                  <a:pt x="66189" y="94326"/>
                </a:cubicBezTo>
                <a:cubicBezTo>
                  <a:pt x="65357" y="94259"/>
                  <a:pt x="64728" y="94146"/>
                  <a:pt x="64301" y="93989"/>
                </a:cubicBezTo>
                <a:cubicBezTo>
                  <a:pt x="63873" y="93832"/>
                  <a:pt x="63559" y="93618"/>
                  <a:pt x="63356" y="93348"/>
                </a:cubicBezTo>
                <a:cubicBezTo>
                  <a:pt x="63154" y="93078"/>
                  <a:pt x="62963" y="92741"/>
                  <a:pt x="62783" y="92337"/>
                </a:cubicBezTo>
                <a:lnTo>
                  <a:pt x="55296" y="71090"/>
                </a:lnTo>
                <a:lnTo>
                  <a:pt x="19009" y="71090"/>
                </a:lnTo>
                <a:lnTo>
                  <a:pt x="11860" y="92067"/>
                </a:lnTo>
                <a:cubicBezTo>
                  <a:pt x="11725" y="92471"/>
                  <a:pt x="11545" y="92820"/>
                  <a:pt x="11320" y="93112"/>
                </a:cubicBezTo>
                <a:cubicBezTo>
                  <a:pt x="11095" y="93404"/>
                  <a:pt x="10769" y="93652"/>
                  <a:pt x="10342" y="93854"/>
                </a:cubicBezTo>
                <a:cubicBezTo>
                  <a:pt x="9915" y="94056"/>
                  <a:pt x="9308" y="94203"/>
                  <a:pt x="8521" y="94293"/>
                </a:cubicBezTo>
                <a:cubicBezTo>
                  <a:pt x="7734" y="94382"/>
                  <a:pt x="6711" y="94427"/>
                  <a:pt x="5452" y="94427"/>
                </a:cubicBezTo>
                <a:cubicBezTo>
                  <a:pt x="4148" y="94427"/>
                  <a:pt x="3080" y="94371"/>
                  <a:pt x="2248" y="94259"/>
                </a:cubicBezTo>
                <a:cubicBezTo>
                  <a:pt x="1416" y="94146"/>
                  <a:pt x="832" y="93933"/>
                  <a:pt x="495" y="93618"/>
                </a:cubicBezTo>
                <a:cubicBezTo>
                  <a:pt x="157" y="93303"/>
                  <a:pt x="0" y="92842"/>
                  <a:pt x="22" y="92235"/>
                </a:cubicBezTo>
                <a:cubicBezTo>
                  <a:pt x="45" y="91628"/>
                  <a:pt x="236" y="90830"/>
                  <a:pt x="596" y="89841"/>
                </a:cubicBezTo>
                <a:lnTo>
                  <a:pt x="29868" y="8768"/>
                </a:lnTo>
                <a:cubicBezTo>
                  <a:pt x="30048" y="8274"/>
                  <a:pt x="30284" y="7869"/>
                  <a:pt x="30576" y="7554"/>
                </a:cubicBezTo>
                <a:cubicBezTo>
                  <a:pt x="30869" y="7239"/>
                  <a:pt x="31296" y="6992"/>
                  <a:pt x="31858" y="6812"/>
                </a:cubicBezTo>
                <a:cubicBezTo>
                  <a:pt x="32420" y="6632"/>
                  <a:pt x="33140" y="6509"/>
                  <a:pt x="34016" y="6441"/>
                </a:cubicBezTo>
                <a:cubicBezTo>
                  <a:pt x="34893" y="6374"/>
                  <a:pt x="36006" y="6340"/>
                  <a:pt x="37355" y="6340"/>
                </a:cubicBezTo>
                <a:cubicBezTo>
                  <a:pt x="38794" y="6340"/>
                  <a:pt x="39986" y="6374"/>
                  <a:pt x="40930" y="6441"/>
                </a:cubicBezTo>
                <a:cubicBezTo>
                  <a:pt x="41874" y="6509"/>
                  <a:pt x="42638" y="6632"/>
                  <a:pt x="43223" y="6812"/>
                </a:cubicBezTo>
                <a:cubicBezTo>
                  <a:pt x="43808" y="6992"/>
                  <a:pt x="44257" y="7251"/>
                  <a:pt x="44572" y="7588"/>
                </a:cubicBezTo>
                <a:cubicBezTo>
                  <a:pt x="44887" y="7925"/>
                  <a:pt x="45134" y="8341"/>
                  <a:pt x="45314" y="8836"/>
                </a:cubicBezTo>
                <a:lnTo>
                  <a:pt x="74586" y="89908"/>
                </a:lnTo>
                <a:moveTo>
                  <a:pt x="37018" y="18346"/>
                </a:moveTo>
                <a:lnTo>
                  <a:pt x="36950" y="18346"/>
                </a:lnTo>
                <a:lnTo>
                  <a:pt x="21909" y="61850"/>
                </a:lnTo>
                <a:lnTo>
                  <a:pt x="52261" y="61850"/>
                </a:lnTo>
                <a:lnTo>
                  <a:pt x="37018" y="18346"/>
                </a:lnTo>
                <a:close/>
                <a:moveTo>
                  <a:pt x="131565" y="83164"/>
                </a:moveTo>
                <a:cubicBezTo>
                  <a:pt x="131565" y="83928"/>
                  <a:pt x="131543" y="84591"/>
                  <a:pt x="131498" y="85153"/>
                </a:cubicBezTo>
                <a:cubicBezTo>
                  <a:pt x="131453" y="85715"/>
                  <a:pt x="131374" y="86188"/>
                  <a:pt x="131262" y="86570"/>
                </a:cubicBezTo>
                <a:cubicBezTo>
                  <a:pt x="131149" y="86952"/>
                  <a:pt x="131014" y="87289"/>
                  <a:pt x="130857" y="87581"/>
                </a:cubicBezTo>
                <a:cubicBezTo>
                  <a:pt x="130700" y="87874"/>
                  <a:pt x="130340" y="88301"/>
                  <a:pt x="129778" y="88863"/>
                </a:cubicBezTo>
                <a:cubicBezTo>
                  <a:pt x="129216" y="89425"/>
                  <a:pt x="128260" y="90122"/>
                  <a:pt x="126911" y="90954"/>
                </a:cubicBezTo>
                <a:cubicBezTo>
                  <a:pt x="125562" y="91786"/>
                  <a:pt x="124045" y="92528"/>
                  <a:pt x="122358" y="93180"/>
                </a:cubicBezTo>
                <a:cubicBezTo>
                  <a:pt x="120672" y="93832"/>
                  <a:pt x="118840" y="94360"/>
                  <a:pt x="116861" y="94765"/>
                </a:cubicBezTo>
                <a:cubicBezTo>
                  <a:pt x="114883" y="95169"/>
                  <a:pt x="112837" y="95372"/>
                  <a:pt x="110724" y="95372"/>
                </a:cubicBezTo>
                <a:cubicBezTo>
                  <a:pt x="106362" y="95372"/>
                  <a:pt x="102495" y="94651"/>
                  <a:pt x="99123" y="93209"/>
                </a:cubicBezTo>
                <a:cubicBezTo>
                  <a:pt x="95750" y="91767"/>
                  <a:pt x="92929" y="89661"/>
                  <a:pt x="90658" y="86890"/>
                </a:cubicBezTo>
                <a:cubicBezTo>
                  <a:pt x="88387" y="84119"/>
                  <a:pt x="86656" y="80717"/>
                  <a:pt x="85464" y="76684"/>
                </a:cubicBezTo>
                <a:cubicBezTo>
                  <a:pt x="84273" y="72652"/>
                  <a:pt x="83677" y="68000"/>
                  <a:pt x="83677" y="62729"/>
                </a:cubicBezTo>
                <a:cubicBezTo>
                  <a:pt x="83677" y="56736"/>
                  <a:pt x="84408" y="51588"/>
                  <a:pt x="85869" y="47285"/>
                </a:cubicBezTo>
                <a:cubicBezTo>
                  <a:pt x="87330" y="42983"/>
                  <a:pt x="89331" y="39457"/>
                  <a:pt x="91872" y="36709"/>
                </a:cubicBezTo>
                <a:cubicBezTo>
                  <a:pt x="94412" y="33960"/>
                  <a:pt x="97403" y="31921"/>
                  <a:pt x="100843" y="30592"/>
                </a:cubicBezTo>
                <a:cubicBezTo>
                  <a:pt x="104282" y="29263"/>
                  <a:pt x="108003" y="28598"/>
                  <a:pt x="112005" y="28598"/>
                </a:cubicBezTo>
                <a:cubicBezTo>
                  <a:pt x="113939" y="28598"/>
                  <a:pt x="115816" y="28778"/>
                  <a:pt x="117637" y="29138"/>
                </a:cubicBezTo>
                <a:cubicBezTo>
                  <a:pt x="119458" y="29497"/>
                  <a:pt x="121133" y="29969"/>
                  <a:pt x="122662" y="30554"/>
                </a:cubicBezTo>
                <a:cubicBezTo>
                  <a:pt x="124191" y="31139"/>
                  <a:pt x="125551" y="31813"/>
                  <a:pt x="126743" y="32577"/>
                </a:cubicBezTo>
                <a:cubicBezTo>
                  <a:pt x="127934" y="33342"/>
                  <a:pt x="128800" y="33994"/>
                  <a:pt x="129339" y="34533"/>
                </a:cubicBezTo>
                <a:cubicBezTo>
                  <a:pt x="129879" y="35073"/>
                  <a:pt x="130250" y="35500"/>
                  <a:pt x="130452" y="35815"/>
                </a:cubicBezTo>
                <a:cubicBezTo>
                  <a:pt x="130655" y="36130"/>
                  <a:pt x="130823" y="36501"/>
                  <a:pt x="130958" y="36928"/>
                </a:cubicBezTo>
                <a:cubicBezTo>
                  <a:pt x="131093" y="37355"/>
                  <a:pt x="131183" y="37838"/>
                  <a:pt x="131228" y="38378"/>
                </a:cubicBezTo>
                <a:cubicBezTo>
                  <a:pt x="131273" y="38918"/>
                  <a:pt x="131295" y="39592"/>
                  <a:pt x="131295" y="40401"/>
                </a:cubicBezTo>
                <a:cubicBezTo>
                  <a:pt x="131295" y="42155"/>
                  <a:pt x="131093" y="43380"/>
                  <a:pt x="130688" y="44077"/>
                </a:cubicBezTo>
                <a:cubicBezTo>
                  <a:pt x="130284" y="44774"/>
                  <a:pt x="129789" y="45123"/>
                  <a:pt x="129204" y="45123"/>
                </a:cubicBezTo>
                <a:cubicBezTo>
                  <a:pt x="128530" y="45123"/>
                  <a:pt x="127754" y="44752"/>
                  <a:pt x="126878" y="44010"/>
                </a:cubicBezTo>
                <a:cubicBezTo>
                  <a:pt x="126001" y="43268"/>
                  <a:pt x="124888" y="42447"/>
                  <a:pt x="123539" y="41548"/>
                </a:cubicBezTo>
                <a:cubicBezTo>
                  <a:pt x="122190" y="40649"/>
                  <a:pt x="120560" y="39828"/>
                  <a:pt x="118649" y="39086"/>
                </a:cubicBezTo>
                <a:cubicBezTo>
                  <a:pt x="116738" y="38344"/>
                  <a:pt x="114478" y="37973"/>
                  <a:pt x="111870" y="37973"/>
                </a:cubicBezTo>
                <a:cubicBezTo>
                  <a:pt x="106519" y="37973"/>
                  <a:pt x="102416" y="40037"/>
                  <a:pt x="99561" y="44164"/>
                </a:cubicBezTo>
                <a:cubicBezTo>
                  <a:pt x="96706" y="48289"/>
                  <a:pt x="95278" y="54275"/>
                  <a:pt x="95278" y="62120"/>
                </a:cubicBezTo>
                <a:cubicBezTo>
                  <a:pt x="95278" y="66043"/>
                  <a:pt x="95649" y="69481"/>
                  <a:pt x="96391" y="72435"/>
                </a:cubicBezTo>
                <a:cubicBezTo>
                  <a:pt x="97133" y="75389"/>
                  <a:pt x="98223" y="77858"/>
                  <a:pt x="99662" y="79842"/>
                </a:cubicBezTo>
                <a:cubicBezTo>
                  <a:pt x="101101" y="81826"/>
                  <a:pt x="102866" y="83303"/>
                  <a:pt x="104957" y="84272"/>
                </a:cubicBezTo>
                <a:cubicBezTo>
                  <a:pt x="107048" y="85242"/>
                  <a:pt x="109442" y="85727"/>
                  <a:pt x="112140" y="85727"/>
                </a:cubicBezTo>
                <a:cubicBezTo>
                  <a:pt x="114703" y="85727"/>
                  <a:pt x="116951" y="85322"/>
                  <a:pt x="118885" y="84513"/>
                </a:cubicBezTo>
                <a:cubicBezTo>
                  <a:pt x="120818" y="83703"/>
                  <a:pt x="122493" y="82815"/>
                  <a:pt x="123910" y="81848"/>
                </a:cubicBezTo>
                <a:cubicBezTo>
                  <a:pt x="125326" y="80882"/>
                  <a:pt x="126518" y="80005"/>
                  <a:pt x="127485" y="79218"/>
                </a:cubicBezTo>
                <a:cubicBezTo>
                  <a:pt x="128451" y="78431"/>
                  <a:pt x="129204" y="78038"/>
                  <a:pt x="129744" y="78038"/>
                </a:cubicBezTo>
                <a:cubicBezTo>
                  <a:pt x="130059" y="78038"/>
                  <a:pt x="130329" y="78127"/>
                  <a:pt x="130553" y="78307"/>
                </a:cubicBezTo>
                <a:cubicBezTo>
                  <a:pt x="130778" y="78487"/>
                  <a:pt x="130969" y="78791"/>
                  <a:pt x="131127" y="79218"/>
                </a:cubicBezTo>
                <a:cubicBezTo>
                  <a:pt x="131284" y="79645"/>
                  <a:pt x="131397" y="80185"/>
                  <a:pt x="131464" y="80837"/>
                </a:cubicBezTo>
                <a:cubicBezTo>
                  <a:pt x="131531" y="81489"/>
                  <a:pt x="131565" y="82264"/>
                  <a:pt x="131565" y="83164"/>
                </a:cubicBezTo>
                <a:close/>
                <a:moveTo>
                  <a:pt x="189997" y="83164"/>
                </a:moveTo>
                <a:cubicBezTo>
                  <a:pt x="189997" y="83928"/>
                  <a:pt x="189974" y="84591"/>
                  <a:pt x="189929" y="85153"/>
                </a:cubicBezTo>
                <a:cubicBezTo>
                  <a:pt x="189884" y="85715"/>
                  <a:pt x="189806" y="86188"/>
                  <a:pt x="189693" y="86570"/>
                </a:cubicBezTo>
                <a:cubicBezTo>
                  <a:pt x="189581" y="86952"/>
                  <a:pt x="189446" y="87289"/>
                  <a:pt x="189289" y="87581"/>
                </a:cubicBezTo>
                <a:cubicBezTo>
                  <a:pt x="189131" y="87874"/>
                  <a:pt x="188771" y="88301"/>
                  <a:pt x="188209" y="88863"/>
                </a:cubicBezTo>
                <a:cubicBezTo>
                  <a:pt x="187647" y="89425"/>
                  <a:pt x="186692" y="90122"/>
                  <a:pt x="185343" y="90954"/>
                </a:cubicBezTo>
                <a:cubicBezTo>
                  <a:pt x="183994" y="91786"/>
                  <a:pt x="182476" y="92528"/>
                  <a:pt x="180790" y="93180"/>
                </a:cubicBezTo>
                <a:cubicBezTo>
                  <a:pt x="179104" y="93832"/>
                  <a:pt x="177272" y="94360"/>
                  <a:pt x="175293" y="94765"/>
                </a:cubicBezTo>
                <a:cubicBezTo>
                  <a:pt x="173315" y="95169"/>
                  <a:pt x="171269" y="95372"/>
                  <a:pt x="169155" y="95372"/>
                </a:cubicBezTo>
                <a:cubicBezTo>
                  <a:pt x="164794" y="95372"/>
                  <a:pt x="160927" y="94651"/>
                  <a:pt x="157554" y="93209"/>
                </a:cubicBezTo>
                <a:cubicBezTo>
                  <a:pt x="154182" y="91767"/>
                  <a:pt x="151360" y="89661"/>
                  <a:pt x="149089" y="86890"/>
                </a:cubicBezTo>
                <a:cubicBezTo>
                  <a:pt x="146819" y="84119"/>
                  <a:pt x="145088" y="80717"/>
                  <a:pt x="143896" y="76684"/>
                </a:cubicBezTo>
                <a:cubicBezTo>
                  <a:pt x="142704" y="72652"/>
                  <a:pt x="142109" y="68000"/>
                  <a:pt x="142109" y="62729"/>
                </a:cubicBezTo>
                <a:cubicBezTo>
                  <a:pt x="142109" y="56736"/>
                  <a:pt x="142839" y="51588"/>
                  <a:pt x="144301" y="47285"/>
                </a:cubicBezTo>
                <a:cubicBezTo>
                  <a:pt x="145762" y="42983"/>
                  <a:pt x="147763" y="39457"/>
                  <a:pt x="150304" y="36709"/>
                </a:cubicBezTo>
                <a:cubicBezTo>
                  <a:pt x="152844" y="33960"/>
                  <a:pt x="155834" y="31921"/>
                  <a:pt x="159274" y="30592"/>
                </a:cubicBezTo>
                <a:cubicBezTo>
                  <a:pt x="162714" y="29263"/>
                  <a:pt x="166435" y="28598"/>
                  <a:pt x="170437" y="28598"/>
                </a:cubicBezTo>
                <a:cubicBezTo>
                  <a:pt x="172370" y="28598"/>
                  <a:pt x="174248" y="28778"/>
                  <a:pt x="176069" y="29138"/>
                </a:cubicBezTo>
                <a:cubicBezTo>
                  <a:pt x="177890" y="29497"/>
                  <a:pt x="179565" y="29969"/>
                  <a:pt x="181094" y="30554"/>
                </a:cubicBezTo>
                <a:cubicBezTo>
                  <a:pt x="182622" y="31139"/>
                  <a:pt x="183983" y="31813"/>
                  <a:pt x="185174" y="32577"/>
                </a:cubicBezTo>
                <a:cubicBezTo>
                  <a:pt x="186366" y="33342"/>
                  <a:pt x="187231" y="33994"/>
                  <a:pt x="187771" y="34533"/>
                </a:cubicBezTo>
                <a:cubicBezTo>
                  <a:pt x="188311" y="35073"/>
                  <a:pt x="188682" y="35500"/>
                  <a:pt x="188884" y="35815"/>
                </a:cubicBezTo>
                <a:cubicBezTo>
                  <a:pt x="189086" y="36130"/>
                  <a:pt x="189255" y="36501"/>
                  <a:pt x="189390" y="36928"/>
                </a:cubicBezTo>
                <a:cubicBezTo>
                  <a:pt x="189525" y="37355"/>
                  <a:pt x="189615" y="37838"/>
                  <a:pt x="189660" y="38378"/>
                </a:cubicBezTo>
                <a:cubicBezTo>
                  <a:pt x="189704" y="38918"/>
                  <a:pt x="189727" y="39592"/>
                  <a:pt x="189727" y="40401"/>
                </a:cubicBezTo>
                <a:cubicBezTo>
                  <a:pt x="189727" y="42155"/>
                  <a:pt x="189525" y="43380"/>
                  <a:pt x="189120" y="44077"/>
                </a:cubicBezTo>
                <a:cubicBezTo>
                  <a:pt x="188715" y="44774"/>
                  <a:pt x="188221" y="45123"/>
                  <a:pt x="187636" y="45123"/>
                </a:cubicBezTo>
                <a:cubicBezTo>
                  <a:pt x="186962" y="45123"/>
                  <a:pt x="186186" y="44752"/>
                  <a:pt x="185309" y="44010"/>
                </a:cubicBezTo>
                <a:cubicBezTo>
                  <a:pt x="184432" y="43268"/>
                  <a:pt x="183319" y="42447"/>
                  <a:pt x="181970" y="41548"/>
                </a:cubicBezTo>
                <a:cubicBezTo>
                  <a:pt x="180621" y="40649"/>
                  <a:pt x="178991" y="39828"/>
                  <a:pt x="177080" y="39086"/>
                </a:cubicBezTo>
                <a:cubicBezTo>
                  <a:pt x="175169" y="38344"/>
                  <a:pt x="172910" y="37973"/>
                  <a:pt x="170302" y="37973"/>
                </a:cubicBezTo>
                <a:cubicBezTo>
                  <a:pt x="164951" y="37973"/>
                  <a:pt x="160848" y="40037"/>
                  <a:pt x="157993" y="44164"/>
                </a:cubicBezTo>
                <a:cubicBezTo>
                  <a:pt x="155137" y="48289"/>
                  <a:pt x="153710" y="54275"/>
                  <a:pt x="153710" y="62120"/>
                </a:cubicBezTo>
                <a:cubicBezTo>
                  <a:pt x="153710" y="66043"/>
                  <a:pt x="154081" y="69481"/>
                  <a:pt x="154823" y="72435"/>
                </a:cubicBezTo>
                <a:cubicBezTo>
                  <a:pt x="155564" y="75389"/>
                  <a:pt x="156655" y="77858"/>
                  <a:pt x="158094" y="79842"/>
                </a:cubicBezTo>
                <a:cubicBezTo>
                  <a:pt x="159533" y="81826"/>
                  <a:pt x="161298" y="83303"/>
                  <a:pt x="163388" y="84272"/>
                </a:cubicBezTo>
                <a:cubicBezTo>
                  <a:pt x="165479" y="85242"/>
                  <a:pt x="167874" y="85727"/>
                  <a:pt x="170572" y="85727"/>
                </a:cubicBezTo>
                <a:cubicBezTo>
                  <a:pt x="173135" y="85727"/>
                  <a:pt x="175383" y="85322"/>
                  <a:pt x="177317" y="84513"/>
                </a:cubicBezTo>
                <a:cubicBezTo>
                  <a:pt x="179250" y="83703"/>
                  <a:pt x="180925" y="82815"/>
                  <a:pt x="182341" y="81848"/>
                </a:cubicBezTo>
                <a:cubicBezTo>
                  <a:pt x="183758" y="80882"/>
                  <a:pt x="184949" y="80005"/>
                  <a:pt x="185916" y="79218"/>
                </a:cubicBezTo>
                <a:cubicBezTo>
                  <a:pt x="186883" y="78431"/>
                  <a:pt x="187636" y="78038"/>
                  <a:pt x="188176" y="78038"/>
                </a:cubicBezTo>
                <a:cubicBezTo>
                  <a:pt x="188490" y="78038"/>
                  <a:pt x="188760" y="78127"/>
                  <a:pt x="188985" y="78307"/>
                </a:cubicBezTo>
                <a:cubicBezTo>
                  <a:pt x="189210" y="78487"/>
                  <a:pt x="189401" y="78791"/>
                  <a:pt x="189558" y="79218"/>
                </a:cubicBezTo>
                <a:cubicBezTo>
                  <a:pt x="189716" y="79645"/>
                  <a:pt x="189828" y="80185"/>
                  <a:pt x="189896" y="80837"/>
                </a:cubicBezTo>
                <a:cubicBezTo>
                  <a:pt x="189963" y="81489"/>
                  <a:pt x="189997" y="82264"/>
                  <a:pt x="189997" y="83164"/>
                </a:cubicBezTo>
                <a:close/>
                <a:moveTo>
                  <a:pt x="256588" y="59354"/>
                </a:moveTo>
                <a:cubicBezTo>
                  <a:pt x="256588" y="61108"/>
                  <a:pt x="256150" y="62356"/>
                  <a:pt x="255273" y="63098"/>
                </a:cubicBezTo>
                <a:cubicBezTo>
                  <a:pt x="254396" y="63840"/>
                  <a:pt x="253396" y="64211"/>
                  <a:pt x="252271" y="64211"/>
                </a:cubicBezTo>
                <a:lnTo>
                  <a:pt x="212477" y="64211"/>
                </a:lnTo>
                <a:cubicBezTo>
                  <a:pt x="212477" y="67593"/>
                  <a:pt x="212814" y="70637"/>
                  <a:pt x="213489" y="73344"/>
                </a:cubicBezTo>
                <a:cubicBezTo>
                  <a:pt x="214163" y="76050"/>
                  <a:pt x="215287" y="78373"/>
                  <a:pt x="216861" y="80312"/>
                </a:cubicBezTo>
                <a:cubicBezTo>
                  <a:pt x="218435" y="82251"/>
                  <a:pt x="220481" y="83740"/>
                  <a:pt x="222999" y="84778"/>
                </a:cubicBezTo>
                <a:cubicBezTo>
                  <a:pt x="225517" y="85815"/>
                  <a:pt x="228597" y="86334"/>
                  <a:pt x="232239" y="86334"/>
                </a:cubicBezTo>
                <a:cubicBezTo>
                  <a:pt x="235117" y="86334"/>
                  <a:pt x="237680" y="86098"/>
                  <a:pt x="239928" y="85625"/>
                </a:cubicBezTo>
                <a:cubicBezTo>
                  <a:pt x="242177" y="85153"/>
                  <a:pt x="244121" y="84625"/>
                  <a:pt x="245763" y="84040"/>
                </a:cubicBezTo>
                <a:cubicBezTo>
                  <a:pt x="247404" y="83456"/>
                  <a:pt x="248753" y="82928"/>
                  <a:pt x="249810" y="82455"/>
                </a:cubicBezTo>
                <a:cubicBezTo>
                  <a:pt x="250866" y="81983"/>
                  <a:pt x="251664" y="81747"/>
                  <a:pt x="252204" y="81747"/>
                </a:cubicBezTo>
                <a:cubicBezTo>
                  <a:pt x="252519" y="81747"/>
                  <a:pt x="252800" y="81826"/>
                  <a:pt x="253047" y="81983"/>
                </a:cubicBezTo>
                <a:cubicBezTo>
                  <a:pt x="253294" y="82141"/>
                  <a:pt x="253486" y="82377"/>
                  <a:pt x="253620" y="82691"/>
                </a:cubicBezTo>
                <a:cubicBezTo>
                  <a:pt x="253755" y="83006"/>
                  <a:pt x="253856" y="83445"/>
                  <a:pt x="253924" y="84007"/>
                </a:cubicBezTo>
                <a:cubicBezTo>
                  <a:pt x="253991" y="84569"/>
                  <a:pt x="254025" y="85254"/>
                  <a:pt x="254025" y="86064"/>
                </a:cubicBezTo>
                <a:cubicBezTo>
                  <a:pt x="254025" y="86648"/>
                  <a:pt x="254003" y="87154"/>
                  <a:pt x="253958" y="87581"/>
                </a:cubicBezTo>
                <a:cubicBezTo>
                  <a:pt x="253913" y="88009"/>
                  <a:pt x="253856" y="88391"/>
                  <a:pt x="253789" y="88728"/>
                </a:cubicBezTo>
                <a:cubicBezTo>
                  <a:pt x="253722" y="89065"/>
                  <a:pt x="253609" y="89369"/>
                  <a:pt x="253452" y="89639"/>
                </a:cubicBezTo>
                <a:cubicBezTo>
                  <a:pt x="253294" y="89908"/>
                  <a:pt x="253092" y="90167"/>
                  <a:pt x="252845" y="90414"/>
                </a:cubicBezTo>
                <a:cubicBezTo>
                  <a:pt x="252597" y="90662"/>
                  <a:pt x="251867" y="91066"/>
                  <a:pt x="250653" y="91628"/>
                </a:cubicBezTo>
                <a:cubicBezTo>
                  <a:pt x="249439" y="92190"/>
                  <a:pt x="247865" y="92741"/>
                  <a:pt x="245931" y="93281"/>
                </a:cubicBezTo>
                <a:cubicBezTo>
                  <a:pt x="243998" y="93820"/>
                  <a:pt x="241761" y="94304"/>
                  <a:pt x="239220" y="94731"/>
                </a:cubicBezTo>
                <a:cubicBezTo>
                  <a:pt x="236680" y="95158"/>
                  <a:pt x="233971" y="95372"/>
                  <a:pt x="231093" y="95372"/>
                </a:cubicBezTo>
                <a:cubicBezTo>
                  <a:pt x="226102" y="95372"/>
                  <a:pt x="221729" y="94674"/>
                  <a:pt x="217974" y="93279"/>
                </a:cubicBezTo>
                <a:cubicBezTo>
                  <a:pt x="214219" y="91883"/>
                  <a:pt x="211061" y="89813"/>
                  <a:pt x="208498" y="87067"/>
                </a:cubicBezTo>
                <a:cubicBezTo>
                  <a:pt x="205935" y="84321"/>
                  <a:pt x="204001" y="80878"/>
                  <a:pt x="202697" y="76737"/>
                </a:cubicBezTo>
                <a:cubicBezTo>
                  <a:pt x="201393" y="72596"/>
                  <a:pt x="200741" y="67780"/>
                  <a:pt x="200741" y="62288"/>
                </a:cubicBezTo>
                <a:cubicBezTo>
                  <a:pt x="200741" y="57067"/>
                  <a:pt x="201416" y="52374"/>
                  <a:pt x="202765" y="48211"/>
                </a:cubicBezTo>
                <a:cubicBezTo>
                  <a:pt x="204113" y="44047"/>
                  <a:pt x="206058" y="40514"/>
                  <a:pt x="208599" y="37611"/>
                </a:cubicBezTo>
                <a:cubicBezTo>
                  <a:pt x="211139" y="34708"/>
                  <a:pt x="214208" y="32480"/>
                  <a:pt x="217805" y="30927"/>
                </a:cubicBezTo>
                <a:cubicBezTo>
                  <a:pt x="221403" y="29374"/>
                  <a:pt x="225427" y="28598"/>
                  <a:pt x="229879" y="28598"/>
                </a:cubicBezTo>
                <a:cubicBezTo>
                  <a:pt x="234645" y="28598"/>
                  <a:pt x="238703" y="29362"/>
                  <a:pt x="242053" y="30891"/>
                </a:cubicBezTo>
                <a:cubicBezTo>
                  <a:pt x="245403" y="32420"/>
                  <a:pt x="248157" y="34477"/>
                  <a:pt x="250315" y="37063"/>
                </a:cubicBezTo>
                <a:cubicBezTo>
                  <a:pt x="252474" y="39648"/>
                  <a:pt x="254059" y="42683"/>
                  <a:pt x="255071" y="46168"/>
                </a:cubicBezTo>
                <a:cubicBezTo>
                  <a:pt x="256082" y="49653"/>
                  <a:pt x="256588" y="53374"/>
                  <a:pt x="256588" y="57331"/>
                </a:cubicBezTo>
                <a:lnTo>
                  <a:pt x="256588" y="59354"/>
                </a:lnTo>
                <a:moveTo>
                  <a:pt x="245392" y="56049"/>
                </a:moveTo>
                <a:cubicBezTo>
                  <a:pt x="245527" y="50204"/>
                  <a:pt x="244234" y="45617"/>
                  <a:pt x="241513" y="42290"/>
                </a:cubicBezTo>
                <a:cubicBezTo>
                  <a:pt x="238793" y="38963"/>
                  <a:pt x="234757" y="37299"/>
                  <a:pt x="229407" y="37299"/>
                </a:cubicBezTo>
                <a:cubicBezTo>
                  <a:pt x="226664" y="37299"/>
                  <a:pt x="224258" y="37816"/>
                  <a:pt x="222190" y="38850"/>
                </a:cubicBezTo>
                <a:cubicBezTo>
                  <a:pt x="220121" y="39884"/>
                  <a:pt x="218390" y="41256"/>
                  <a:pt x="216996" y="42964"/>
                </a:cubicBezTo>
                <a:cubicBezTo>
                  <a:pt x="215602" y="44673"/>
                  <a:pt x="214523" y="46663"/>
                  <a:pt x="213759" y="48934"/>
                </a:cubicBezTo>
                <a:cubicBezTo>
                  <a:pt x="212994" y="51204"/>
                  <a:pt x="212567" y="53576"/>
                  <a:pt x="212477" y="56049"/>
                </a:cubicBezTo>
                <a:lnTo>
                  <a:pt x="245392" y="56049"/>
                </a:lnTo>
                <a:close/>
                <a:moveTo>
                  <a:pt x="329426" y="61074"/>
                </a:moveTo>
                <a:cubicBezTo>
                  <a:pt x="329426" y="66384"/>
                  <a:pt x="328853" y="71155"/>
                  <a:pt x="327706" y="75386"/>
                </a:cubicBezTo>
                <a:cubicBezTo>
                  <a:pt x="326559" y="79617"/>
                  <a:pt x="324873" y="83207"/>
                  <a:pt x="322647" y="86157"/>
                </a:cubicBezTo>
                <a:cubicBezTo>
                  <a:pt x="320422" y="89105"/>
                  <a:pt x="317667" y="91378"/>
                  <a:pt x="314385" y="92975"/>
                </a:cubicBezTo>
                <a:cubicBezTo>
                  <a:pt x="311103" y="94573"/>
                  <a:pt x="307348" y="95372"/>
                  <a:pt x="303121" y="95372"/>
                </a:cubicBezTo>
                <a:cubicBezTo>
                  <a:pt x="301323" y="95372"/>
                  <a:pt x="299659" y="95192"/>
                  <a:pt x="298130" y="94832"/>
                </a:cubicBezTo>
                <a:cubicBezTo>
                  <a:pt x="296601" y="94472"/>
                  <a:pt x="295106" y="93910"/>
                  <a:pt x="293645" y="93146"/>
                </a:cubicBezTo>
                <a:cubicBezTo>
                  <a:pt x="292183" y="92380"/>
                  <a:pt x="290733" y="91412"/>
                  <a:pt x="289294" y="90241"/>
                </a:cubicBezTo>
                <a:cubicBezTo>
                  <a:pt x="287855" y="89071"/>
                  <a:pt x="286327" y="87698"/>
                  <a:pt x="284708" y="86123"/>
                </a:cubicBezTo>
                <a:lnTo>
                  <a:pt x="284708" y="116420"/>
                </a:lnTo>
                <a:cubicBezTo>
                  <a:pt x="284708" y="116778"/>
                  <a:pt x="284618" y="117092"/>
                  <a:pt x="284438" y="117362"/>
                </a:cubicBezTo>
                <a:cubicBezTo>
                  <a:pt x="284258" y="117632"/>
                  <a:pt x="283966" y="117856"/>
                  <a:pt x="283561" y="118034"/>
                </a:cubicBezTo>
                <a:cubicBezTo>
                  <a:pt x="283156" y="118214"/>
                  <a:pt x="282594" y="118349"/>
                  <a:pt x="281875" y="118439"/>
                </a:cubicBezTo>
                <a:cubicBezTo>
                  <a:pt x="281156" y="118529"/>
                  <a:pt x="280234" y="118574"/>
                  <a:pt x="279110" y="118574"/>
                </a:cubicBezTo>
                <a:cubicBezTo>
                  <a:pt x="278030" y="118574"/>
                  <a:pt x="277131" y="118529"/>
                  <a:pt x="276412" y="118439"/>
                </a:cubicBezTo>
                <a:cubicBezTo>
                  <a:pt x="275692" y="118349"/>
                  <a:pt x="275119" y="118214"/>
                  <a:pt x="274692" y="118034"/>
                </a:cubicBezTo>
                <a:cubicBezTo>
                  <a:pt x="274265" y="117854"/>
                  <a:pt x="273972" y="117630"/>
                  <a:pt x="273815" y="117360"/>
                </a:cubicBezTo>
                <a:cubicBezTo>
                  <a:pt x="273658" y="117090"/>
                  <a:pt x="273579" y="116775"/>
                  <a:pt x="273579" y="116416"/>
                </a:cubicBezTo>
                <a:lnTo>
                  <a:pt x="273579" y="31633"/>
                </a:lnTo>
                <a:cubicBezTo>
                  <a:pt x="273579" y="31229"/>
                  <a:pt x="273646" y="30903"/>
                  <a:pt x="273781" y="30655"/>
                </a:cubicBezTo>
                <a:cubicBezTo>
                  <a:pt x="273916" y="30408"/>
                  <a:pt x="274186" y="30194"/>
                  <a:pt x="274591" y="30014"/>
                </a:cubicBezTo>
                <a:cubicBezTo>
                  <a:pt x="274995" y="29835"/>
                  <a:pt x="275512" y="29711"/>
                  <a:pt x="276142" y="29643"/>
                </a:cubicBezTo>
                <a:cubicBezTo>
                  <a:pt x="276771" y="29576"/>
                  <a:pt x="277536" y="29542"/>
                  <a:pt x="278435" y="29542"/>
                </a:cubicBezTo>
                <a:cubicBezTo>
                  <a:pt x="279379" y="29542"/>
                  <a:pt x="280155" y="29576"/>
                  <a:pt x="280762" y="29643"/>
                </a:cubicBezTo>
                <a:cubicBezTo>
                  <a:pt x="281369" y="29711"/>
                  <a:pt x="281875" y="29835"/>
                  <a:pt x="282280" y="30014"/>
                </a:cubicBezTo>
                <a:cubicBezTo>
                  <a:pt x="282684" y="30194"/>
                  <a:pt x="282965" y="30409"/>
                  <a:pt x="283123" y="30657"/>
                </a:cubicBezTo>
                <a:cubicBezTo>
                  <a:pt x="283280" y="30905"/>
                  <a:pt x="283359" y="31231"/>
                  <a:pt x="283359" y="31635"/>
                </a:cubicBezTo>
                <a:lnTo>
                  <a:pt x="283359" y="39805"/>
                </a:lnTo>
                <a:cubicBezTo>
                  <a:pt x="285202" y="37915"/>
                  <a:pt x="286979" y="36272"/>
                  <a:pt x="288687" y="34877"/>
                </a:cubicBezTo>
                <a:cubicBezTo>
                  <a:pt x="290396" y="33482"/>
                  <a:pt x="292116" y="32323"/>
                  <a:pt x="293847" y="31401"/>
                </a:cubicBezTo>
                <a:cubicBezTo>
                  <a:pt x="295578" y="30478"/>
                  <a:pt x="297354" y="29780"/>
                  <a:pt x="299175" y="29308"/>
                </a:cubicBezTo>
                <a:cubicBezTo>
                  <a:pt x="300997" y="28835"/>
                  <a:pt x="302919" y="28598"/>
                  <a:pt x="304942" y="28598"/>
                </a:cubicBezTo>
                <a:cubicBezTo>
                  <a:pt x="309349" y="28598"/>
                  <a:pt x="313103" y="29453"/>
                  <a:pt x="316206" y="31163"/>
                </a:cubicBezTo>
                <a:cubicBezTo>
                  <a:pt x="319309" y="32873"/>
                  <a:pt x="321838" y="35214"/>
                  <a:pt x="323794" y="38186"/>
                </a:cubicBezTo>
                <a:cubicBezTo>
                  <a:pt x="325750" y="41157"/>
                  <a:pt x="327178" y="44611"/>
                  <a:pt x="328077" y="48550"/>
                </a:cubicBezTo>
                <a:cubicBezTo>
                  <a:pt x="328976" y="52487"/>
                  <a:pt x="329426" y="56662"/>
                  <a:pt x="329426" y="61074"/>
                </a:cubicBezTo>
                <a:moveTo>
                  <a:pt x="317690" y="62356"/>
                </a:moveTo>
                <a:cubicBezTo>
                  <a:pt x="317690" y="59249"/>
                  <a:pt x="317454" y="56243"/>
                  <a:pt x="316982" y="53339"/>
                </a:cubicBezTo>
                <a:cubicBezTo>
                  <a:pt x="316510" y="50434"/>
                  <a:pt x="315700" y="47857"/>
                  <a:pt x="314554" y="45605"/>
                </a:cubicBezTo>
                <a:cubicBezTo>
                  <a:pt x="313407" y="43354"/>
                  <a:pt x="311867" y="41554"/>
                  <a:pt x="309933" y="40203"/>
                </a:cubicBezTo>
                <a:cubicBezTo>
                  <a:pt x="308000" y="38852"/>
                  <a:pt x="305594" y="38176"/>
                  <a:pt x="302716" y="38176"/>
                </a:cubicBezTo>
                <a:cubicBezTo>
                  <a:pt x="301278" y="38176"/>
                  <a:pt x="299861" y="38390"/>
                  <a:pt x="298467" y="38819"/>
                </a:cubicBezTo>
                <a:cubicBezTo>
                  <a:pt x="297073" y="39246"/>
                  <a:pt x="295657" y="39921"/>
                  <a:pt x="294218" y="40844"/>
                </a:cubicBezTo>
                <a:cubicBezTo>
                  <a:pt x="292779" y="41767"/>
                  <a:pt x="291273" y="42983"/>
                  <a:pt x="289699" y="44493"/>
                </a:cubicBezTo>
                <a:cubicBezTo>
                  <a:pt x="288125" y="46002"/>
                  <a:pt x="286461" y="47860"/>
                  <a:pt x="284708" y="50068"/>
                </a:cubicBezTo>
                <a:lnTo>
                  <a:pt x="284708" y="74239"/>
                </a:lnTo>
                <a:cubicBezTo>
                  <a:pt x="287765" y="77979"/>
                  <a:pt x="290666" y="80839"/>
                  <a:pt x="293409" y="82822"/>
                </a:cubicBezTo>
                <a:cubicBezTo>
                  <a:pt x="296151" y="84803"/>
                  <a:pt x="299029" y="85794"/>
                  <a:pt x="302042" y="85794"/>
                </a:cubicBezTo>
                <a:cubicBezTo>
                  <a:pt x="304830" y="85794"/>
                  <a:pt x="307224" y="85119"/>
                  <a:pt x="309225" y="83769"/>
                </a:cubicBezTo>
                <a:cubicBezTo>
                  <a:pt x="311226" y="82417"/>
                  <a:pt x="312845" y="80615"/>
                  <a:pt x="314081" y="78364"/>
                </a:cubicBezTo>
                <a:cubicBezTo>
                  <a:pt x="315318" y="76113"/>
                  <a:pt x="316229" y="73592"/>
                  <a:pt x="316813" y="70799"/>
                </a:cubicBezTo>
                <a:cubicBezTo>
                  <a:pt x="317398" y="68007"/>
                  <a:pt x="317690" y="65193"/>
                  <a:pt x="317690" y="62356"/>
                </a:cubicBezTo>
                <a:close/>
                <a:moveTo>
                  <a:pt x="377664" y="87952"/>
                </a:moveTo>
                <a:cubicBezTo>
                  <a:pt x="377664" y="89256"/>
                  <a:pt x="377574" y="90291"/>
                  <a:pt x="377394" y="91055"/>
                </a:cubicBezTo>
                <a:cubicBezTo>
                  <a:pt x="377215" y="91819"/>
                  <a:pt x="376945" y="92382"/>
                  <a:pt x="376585" y="92741"/>
                </a:cubicBezTo>
                <a:cubicBezTo>
                  <a:pt x="376225" y="93101"/>
                  <a:pt x="375686" y="93438"/>
                  <a:pt x="374966" y="93753"/>
                </a:cubicBezTo>
                <a:cubicBezTo>
                  <a:pt x="374247" y="94068"/>
                  <a:pt x="373426" y="94326"/>
                  <a:pt x="372504" y="94529"/>
                </a:cubicBezTo>
                <a:cubicBezTo>
                  <a:pt x="371583" y="94731"/>
                  <a:pt x="370605" y="94900"/>
                  <a:pt x="369570" y="95034"/>
                </a:cubicBezTo>
                <a:cubicBezTo>
                  <a:pt x="368536" y="95169"/>
                  <a:pt x="367502" y="95237"/>
                  <a:pt x="366468" y="95237"/>
                </a:cubicBezTo>
                <a:cubicBezTo>
                  <a:pt x="363320" y="95237"/>
                  <a:pt x="360622" y="94820"/>
                  <a:pt x="358374" y="93987"/>
                </a:cubicBezTo>
                <a:cubicBezTo>
                  <a:pt x="356126" y="93152"/>
                  <a:pt x="354282" y="91890"/>
                  <a:pt x="352843" y="90199"/>
                </a:cubicBezTo>
                <a:cubicBezTo>
                  <a:pt x="351404" y="88509"/>
                  <a:pt x="350359" y="86368"/>
                  <a:pt x="349707" y="83777"/>
                </a:cubicBezTo>
                <a:cubicBezTo>
                  <a:pt x="349055" y="81186"/>
                  <a:pt x="348729" y="78132"/>
                  <a:pt x="348729" y="74617"/>
                </a:cubicBezTo>
                <a:lnTo>
                  <a:pt x="348729" y="39052"/>
                </a:lnTo>
                <a:lnTo>
                  <a:pt x="340230" y="39052"/>
                </a:lnTo>
                <a:cubicBezTo>
                  <a:pt x="339556" y="39052"/>
                  <a:pt x="339016" y="38693"/>
                  <a:pt x="338612" y="37973"/>
                </a:cubicBezTo>
                <a:cubicBezTo>
                  <a:pt x="338207" y="37254"/>
                  <a:pt x="338005" y="36085"/>
                  <a:pt x="338005" y="34466"/>
                </a:cubicBezTo>
                <a:cubicBezTo>
                  <a:pt x="338005" y="33612"/>
                  <a:pt x="338061" y="32892"/>
                  <a:pt x="338173" y="32308"/>
                </a:cubicBezTo>
                <a:cubicBezTo>
                  <a:pt x="338286" y="31723"/>
                  <a:pt x="338432" y="31240"/>
                  <a:pt x="338612" y="30858"/>
                </a:cubicBezTo>
                <a:cubicBezTo>
                  <a:pt x="338792" y="30475"/>
                  <a:pt x="339028" y="30206"/>
                  <a:pt x="339320" y="30048"/>
                </a:cubicBezTo>
                <a:cubicBezTo>
                  <a:pt x="339612" y="29891"/>
                  <a:pt x="339938" y="29812"/>
                  <a:pt x="340298" y="29812"/>
                </a:cubicBezTo>
                <a:lnTo>
                  <a:pt x="348729" y="29812"/>
                </a:lnTo>
                <a:lnTo>
                  <a:pt x="348729" y="15378"/>
                </a:lnTo>
                <a:cubicBezTo>
                  <a:pt x="348729" y="15063"/>
                  <a:pt x="348808" y="14771"/>
                  <a:pt x="348965" y="14501"/>
                </a:cubicBezTo>
                <a:cubicBezTo>
                  <a:pt x="349122" y="14232"/>
                  <a:pt x="349415" y="13995"/>
                  <a:pt x="349842" y="13793"/>
                </a:cubicBezTo>
                <a:cubicBezTo>
                  <a:pt x="350269" y="13591"/>
                  <a:pt x="350842" y="13445"/>
                  <a:pt x="351562" y="13355"/>
                </a:cubicBezTo>
                <a:cubicBezTo>
                  <a:pt x="352281" y="13265"/>
                  <a:pt x="353181" y="13220"/>
                  <a:pt x="354260" y="13220"/>
                </a:cubicBezTo>
                <a:cubicBezTo>
                  <a:pt x="355384" y="13220"/>
                  <a:pt x="356306" y="13265"/>
                  <a:pt x="357025" y="13355"/>
                </a:cubicBezTo>
                <a:cubicBezTo>
                  <a:pt x="357745" y="13445"/>
                  <a:pt x="358307" y="13591"/>
                  <a:pt x="358711" y="13793"/>
                </a:cubicBezTo>
                <a:cubicBezTo>
                  <a:pt x="359116" y="13995"/>
                  <a:pt x="359408" y="14232"/>
                  <a:pt x="359588" y="14501"/>
                </a:cubicBezTo>
                <a:cubicBezTo>
                  <a:pt x="359768" y="14771"/>
                  <a:pt x="359858" y="15063"/>
                  <a:pt x="359858" y="15378"/>
                </a:cubicBezTo>
                <a:lnTo>
                  <a:pt x="359858" y="29812"/>
                </a:lnTo>
                <a:lnTo>
                  <a:pt x="375438" y="29812"/>
                </a:lnTo>
                <a:cubicBezTo>
                  <a:pt x="375798" y="29812"/>
                  <a:pt x="376113" y="29891"/>
                  <a:pt x="376383" y="30048"/>
                </a:cubicBezTo>
                <a:cubicBezTo>
                  <a:pt x="376652" y="30206"/>
                  <a:pt x="376889" y="30475"/>
                  <a:pt x="377091" y="30858"/>
                </a:cubicBezTo>
                <a:cubicBezTo>
                  <a:pt x="377293" y="31240"/>
                  <a:pt x="377439" y="31723"/>
                  <a:pt x="377529" y="32308"/>
                </a:cubicBezTo>
                <a:cubicBezTo>
                  <a:pt x="377619" y="32892"/>
                  <a:pt x="377664" y="33612"/>
                  <a:pt x="377664" y="34466"/>
                </a:cubicBezTo>
                <a:cubicBezTo>
                  <a:pt x="377664" y="36085"/>
                  <a:pt x="377462" y="37254"/>
                  <a:pt x="377057" y="37973"/>
                </a:cubicBezTo>
                <a:cubicBezTo>
                  <a:pt x="376652" y="38693"/>
                  <a:pt x="376113" y="39052"/>
                  <a:pt x="375438" y="39052"/>
                </a:cubicBezTo>
                <a:lnTo>
                  <a:pt x="359858" y="39052"/>
                </a:lnTo>
                <a:lnTo>
                  <a:pt x="359858" y="73011"/>
                </a:lnTo>
                <a:cubicBezTo>
                  <a:pt x="359858" y="77204"/>
                  <a:pt x="360476" y="80372"/>
                  <a:pt x="361713" y="82514"/>
                </a:cubicBezTo>
                <a:cubicBezTo>
                  <a:pt x="362949" y="84656"/>
                  <a:pt x="365164" y="85727"/>
                  <a:pt x="368356" y="85727"/>
                </a:cubicBezTo>
                <a:cubicBezTo>
                  <a:pt x="369391" y="85727"/>
                  <a:pt x="370312" y="85625"/>
                  <a:pt x="371122" y="85423"/>
                </a:cubicBezTo>
                <a:cubicBezTo>
                  <a:pt x="371931" y="85221"/>
                  <a:pt x="372651" y="85007"/>
                  <a:pt x="373280" y="84782"/>
                </a:cubicBezTo>
                <a:cubicBezTo>
                  <a:pt x="373910" y="84558"/>
                  <a:pt x="374449" y="84344"/>
                  <a:pt x="374899" y="84142"/>
                </a:cubicBezTo>
                <a:cubicBezTo>
                  <a:pt x="375348" y="83939"/>
                  <a:pt x="375753" y="83838"/>
                  <a:pt x="376113" y="83838"/>
                </a:cubicBezTo>
                <a:cubicBezTo>
                  <a:pt x="376338" y="83838"/>
                  <a:pt x="376551" y="83894"/>
                  <a:pt x="376754" y="84007"/>
                </a:cubicBezTo>
                <a:cubicBezTo>
                  <a:pt x="376956" y="84119"/>
                  <a:pt x="377113" y="84333"/>
                  <a:pt x="377226" y="84647"/>
                </a:cubicBezTo>
                <a:cubicBezTo>
                  <a:pt x="377338" y="84962"/>
                  <a:pt x="377439" y="85389"/>
                  <a:pt x="377529" y="85929"/>
                </a:cubicBezTo>
                <a:cubicBezTo>
                  <a:pt x="377619" y="86469"/>
                  <a:pt x="377664" y="87143"/>
                  <a:pt x="377664" y="87952"/>
                </a:cubicBezTo>
                <a:close/>
                <a:moveTo>
                  <a:pt x="468908" y="92404"/>
                </a:moveTo>
                <a:cubicBezTo>
                  <a:pt x="468908" y="92944"/>
                  <a:pt x="468728" y="93348"/>
                  <a:pt x="468368" y="93618"/>
                </a:cubicBezTo>
                <a:cubicBezTo>
                  <a:pt x="468009" y="93888"/>
                  <a:pt x="467514" y="94090"/>
                  <a:pt x="466885" y="94225"/>
                </a:cubicBezTo>
                <a:cubicBezTo>
                  <a:pt x="466255" y="94360"/>
                  <a:pt x="465333" y="94427"/>
                  <a:pt x="464119" y="94427"/>
                </a:cubicBezTo>
                <a:cubicBezTo>
                  <a:pt x="462950" y="94427"/>
                  <a:pt x="462017" y="94360"/>
                  <a:pt x="461320" y="94225"/>
                </a:cubicBezTo>
                <a:cubicBezTo>
                  <a:pt x="460623" y="94090"/>
                  <a:pt x="460117" y="93888"/>
                  <a:pt x="459802" y="93618"/>
                </a:cubicBezTo>
                <a:cubicBezTo>
                  <a:pt x="459488" y="93348"/>
                  <a:pt x="459330" y="92944"/>
                  <a:pt x="459330" y="92404"/>
                </a:cubicBezTo>
                <a:lnTo>
                  <a:pt x="459330" y="86334"/>
                </a:lnTo>
                <a:cubicBezTo>
                  <a:pt x="456677" y="89166"/>
                  <a:pt x="453721" y="91381"/>
                  <a:pt x="450461" y="92977"/>
                </a:cubicBezTo>
                <a:cubicBezTo>
                  <a:pt x="447201" y="94574"/>
                  <a:pt x="443750" y="95372"/>
                  <a:pt x="440108" y="95372"/>
                </a:cubicBezTo>
                <a:cubicBezTo>
                  <a:pt x="436915" y="95372"/>
                  <a:pt x="434026" y="94954"/>
                  <a:pt x="431441" y="94120"/>
                </a:cubicBezTo>
                <a:cubicBezTo>
                  <a:pt x="428855" y="93285"/>
                  <a:pt x="426652" y="92078"/>
                  <a:pt x="424831" y="90499"/>
                </a:cubicBezTo>
                <a:cubicBezTo>
                  <a:pt x="423009" y="88919"/>
                  <a:pt x="421593" y="86979"/>
                  <a:pt x="420581" y="84679"/>
                </a:cubicBezTo>
                <a:cubicBezTo>
                  <a:pt x="419570" y="82377"/>
                  <a:pt x="419064" y="79760"/>
                  <a:pt x="419064" y="76826"/>
                </a:cubicBezTo>
                <a:cubicBezTo>
                  <a:pt x="419064" y="73397"/>
                  <a:pt x="419761" y="70419"/>
                  <a:pt x="421155" y="67893"/>
                </a:cubicBezTo>
                <a:cubicBezTo>
                  <a:pt x="422549" y="65365"/>
                  <a:pt x="424550" y="63266"/>
                  <a:pt x="427158" y="61597"/>
                </a:cubicBezTo>
                <a:cubicBezTo>
                  <a:pt x="429766" y="59928"/>
                  <a:pt x="432958" y="58676"/>
                  <a:pt x="436735" y="57841"/>
                </a:cubicBezTo>
                <a:cubicBezTo>
                  <a:pt x="440512" y="57006"/>
                  <a:pt x="444762" y="56589"/>
                  <a:pt x="449483" y="56589"/>
                </a:cubicBezTo>
                <a:lnTo>
                  <a:pt x="457846" y="56589"/>
                </a:lnTo>
                <a:lnTo>
                  <a:pt x="457846" y="51885"/>
                </a:lnTo>
                <a:cubicBezTo>
                  <a:pt x="457846" y="49555"/>
                  <a:pt x="457599" y="47494"/>
                  <a:pt x="457105" y="45702"/>
                </a:cubicBezTo>
                <a:cubicBezTo>
                  <a:pt x="456610" y="43909"/>
                  <a:pt x="455812" y="42419"/>
                  <a:pt x="454710" y="41232"/>
                </a:cubicBezTo>
                <a:cubicBezTo>
                  <a:pt x="453608" y="40045"/>
                  <a:pt x="452181" y="39149"/>
                  <a:pt x="450427" y="38545"/>
                </a:cubicBezTo>
                <a:cubicBezTo>
                  <a:pt x="448674" y="37939"/>
                  <a:pt x="446515" y="37636"/>
                  <a:pt x="443952" y="37636"/>
                </a:cubicBezTo>
                <a:cubicBezTo>
                  <a:pt x="441209" y="37636"/>
                  <a:pt x="438747" y="37959"/>
                  <a:pt x="436567" y="38604"/>
                </a:cubicBezTo>
                <a:cubicBezTo>
                  <a:pt x="434386" y="39249"/>
                  <a:pt x="432475" y="39960"/>
                  <a:pt x="430833" y="40739"/>
                </a:cubicBezTo>
                <a:cubicBezTo>
                  <a:pt x="429192" y="41517"/>
                  <a:pt x="427821" y="42229"/>
                  <a:pt x="426719" y="42874"/>
                </a:cubicBezTo>
                <a:cubicBezTo>
                  <a:pt x="425617" y="43519"/>
                  <a:pt x="424797" y="43841"/>
                  <a:pt x="424257" y="43841"/>
                </a:cubicBezTo>
                <a:cubicBezTo>
                  <a:pt x="423898" y="43841"/>
                  <a:pt x="423583" y="43751"/>
                  <a:pt x="423313" y="43572"/>
                </a:cubicBezTo>
                <a:cubicBezTo>
                  <a:pt x="423043" y="43392"/>
                  <a:pt x="422807" y="43122"/>
                  <a:pt x="422605" y="42762"/>
                </a:cubicBezTo>
                <a:cubicBezTo>
                  <a:pt x="422402" y="42402"/>
                  <a:pt x="422256" y="41942"/>
                  <a:pt x="422166" y="41379"/>
                </a:cubicBezTo>
                <a:cubicBezTo>
                  <a:pt x="422076" y="40817"/>
                  <a:pt x="422031" y="40199"/>
                  <a:pt x="422031" y="39525"/>
                </a:cubicBezTo>
                <a:cubicBezTo>
                  <a:pt x="422031" y="38400"/>
                  <a:pt x="422110" y="37512"/>
                  <a:pt x="422268" y="36860"/>
                </a:cubicBezTo>
                <a:cubicBezTo>
                  <a:pt x="422425" y="36208"/>
                  <a:pt x="422807" y="35590"/>
                  <a:pt x="423414" y="35006"/>
                </a:cubicBezTo>
                <a:cubicBezTo>
                  <a:pt x="424021" y="34421"/>
                  <a:pt x="425067" y="33740"/>
                  <a:pt x="426551" y="32963"/>
                </a:cubicBezTo>
                <a:cubicBezTo>
                  <a:pt x="428034" y="32185"/>
                  <a:pt x="429743" y="31474"/>
                  <a:pt x="431677" y="30830"/>
                </a:cubicBezTo>
                <a:cubicBezTo>
                  <a:pt x="433610" y="30187"/>
                  <a:pt x="435723" y="29654"/>
                  <a:pt x="438017" y="29232"/>
                </a:cubicBezTo>
                <a:cubicBezTo>
                  <a:pt x="440310" y="28810"/>
                  <a:pt x="442626" y="28598"/>
                  <a:pt x="444964" y="28598"/>
                </a:cubicBezTo>
                <a:cubicBezTo>
                  <a:pt x="449326" y="28598"/>
                  <a:pt x="453035" y="29093"/>
                  <a:pt x="456093" y="30082"/>
                </a:cubicBezTo>
                <a:cubicBezTo>
                  <a:pt x="459150" y="31071"/>
                  <a:pt x="461624" y="32521"/>
                  <a:pt x="463512" y="34432"/>
                </a:cubicBezTo>
                <a:cubicBezTo>
                  <a:pt x="465401" y="36343"/>
                  <a:pt x="466772" y="38715"/>
                  <a:pt x="467626" y="41548"/>
                </a:cubicBezTo>
                <a:cubicBezTo>
                  <a:pt x="468481" y="44381"/>
                  <a:pt x="468908" y="47686"/>
                  <a:pt x="468908" y="51463"/>
                </a:cubicBezTo>
                <a:lnTo>
                  <a:pt x="468908" y="92404"/>
                </a:lnTo>
                <a:moveTo>
                  <a:pt x="457846" y="64615"/>
                </a:moveTo>
                <a:lnTo>
                  <a:pt x="448336" y="64615"/>
                </a:lnTo>
                <a:cubicBezTo>
                  <a:pt x="445279" y="64615"/>
                  <a:pt x="442626" y="64876"/>
                  <a:pt x="440377" y="65397"/>
                </a:cubicBezTo>
                <a:cubicBezTo>
                  <a:pt x="438129" y="65917"/>
                  <a:pt x="436263" y="66686"/>
                  <a:pt x="434779" y="67703"/>
                </a:cubicBezTo>
                <a:cubicBezTo>
                  <a:pt x="433295" y="68721"/>
                  <a:pt x="432205" y="69942"/>
                  <a:pt x="431508" y="71369"/>
                </a:cubicBezTo>
                <a:cubicBezTo>
                  <a:pt x="430811" y="72793"/>
                  <a:pt x="430463" y="74433"/>
                  <a:pt x="430463" y="76288"/>
                </a:cubicBezTo>
                <a:cubicBezTo>
                  <a:pt x="430463" y="79455"/>
                  <a:pt x="431463" y="81978"/>
                  <a:pt x="433464" y="83855"/>
                </a:cubicBezTo>
                <a:cubicBezTo>
                  <a:pt x="435465" y="85732"/>
                  <a:pt x="438264" y="86671"/>
                  <a:pt x="441861" y="86671"/>
                </a:cubicBezTo>
                <a:cubicBezTo>
                  <a:pt x="444784" y="86671"/>
                  <a:pt x="447493" y="85925"/>
                  <a:pt x="449989" y="84432"/>
                </a:cubicBezTo>
                <a:cubicBezTo>
                  <a:pt x="452484" y="82939"/>
                  <a:pt x="455104" y="80654"/>
                  <a:pt x="457846" y="77578"/>
                </a:cubicBezTo>
                <a:lnTo>
                  <a:pt x="457846" y="64615"/>
                </a:lnTo>
                <a:close/>
                <a:moveTo>
                  <a:pt x="500472" y="92334"/>
                </a:moveTo>
                <a:cubicBezTo>
                  <a:pt x="500472" y="92694"/>
                  <a:pt x="500382" y="92998"/>
                  <a:pt x="500202" y="93247"/>
                </a:cubicBezTo>
                <a:cubicBezTo>
                  <a:pt x="500023" y="93494"/>
                  <a:pt x="499730" y="93708"/>
                  <a:pt x="499326" y="93888"/>
                </a:cubicBezTo>
                <a:cubicBezTo>
                  <a:pt x="498921" y="94068"/>
                  <a:pt x="498359" y="94203"/>
                  <a:pt x="497639" y="94293"/>
                </a:cubicBezTo>
                <a:cubicBezTo>
                  <a:pt x="496920" y="94382"/>
                  <a:pt x="495998" y="94427"/>
                  <a:pt x="494874" y="94427"/>
                </a:cubicBezTo>
                <a:cubicBezTo>
                  <a:pt x="493795" y="94427"/>
                  <a:pt x="492896" y="94382"/>
                  <a:pt x="492176" y="94293"/>
                </a:cubicBezTo>
                <a:cubicBezTo>
                  <a:pt x="491457" y="94203"/>
                  <a:pt x="490883" y="94068"/>
                  <a:pt x="490456" y="93888"/>
                </a:cubicBezTo>
                <a:cubicBezTo>
                  <a:pt x="490029" y="93708"/>
                  <a:pt x="489737" y="93494"/>
                  <a:pt x="489579" y="93247"/>
                </a:cubicBezTo>
                <a:cubicBezTo>
                  <a:pt x="489422" y="92998"/>
                  <a:pt x="489343" y="92694"/>
                  <a:pt x="489343" y="92334"/>
                </a:cubicBezTo>
                <a:lnTo>
                  <a:pt x="489343" y="2160"/>
                </a:lnTo>
                <a:cubicBezTo>
                  <a:pt x="489343" y="1801"/>
                  <a:pt x="489422" y="1486"/>
                  <a:pt x="489579" y="1216"/>
                </a:cubicBezTo>
                <a:cubicBezTo>
                  <a:pt x="489737" y="945"/>
                  <a:pt x="490029" y="719"/>
                  <a:pt x="490456" y="540"/>
                </a:cubicBezTo>
                <a:cubicBezTo>
                  <a:pt x="490883" y="360"/>
                  <a:pt x="491457" y="225"/>
                  <a:pt x="492176" y="135"/>
                </a:cubicBezTo>
                <a:cubicBezTo>
                  <a:pt x="492896" y="45"/>
                  <a:pt x="493795" y="0"/>
                  <a:pt x="494874" y="0"/>
                </a:cubicBezTo>
                <a:cubicBezTo>
                  <a:pt x="495998" y="0"/>
                  <a:pt x="496920" y="45"/>
                  <a:pt x="497639" y="135"/>
                </a:cubicBezTo>
                <a:cubicBezTo>
                  <a:pt x="498359" y="225"/>
                  <a:pt x="498921" y="360"/>
                  <a:pt x="499326" y="540"/>
                </a:cubicBezTo>
                <a:cubicBezTo>
                  <a:pt x="499730" y="719"/>
                  <a:pt x="500023" y="945"/>
                  <a:pt x="500202" y="1216"/>
                </a:cubicBezTo>
                <a:cubicBezTo>
                  <a:pt x="500382" y="1486"/>
                  <a:pt x="500472" y="1801"/>
                  <a:pt x="500472" y="2160"/>
                </a:cubicBezTo>
                <a:lnTo>
                  <a:pt x="500472" y="92334"/>
                </a:lnTo>
                <a:close/>
                <a:moveTo>
                  <a:pt x="532243" y="92334"/>
                </a:moveTo>
                <a:cubicBezTo>
                  <a:pt x="532243" y="92694"/>
                  <a:pt x="532153" y="92998"/>
                  <a:pt x="531974" y="93247"/>
                </a:cubicBezTo>
                <a:cubicBezTo>
                  <a:pt x="531794" y="93494"/>
                  <a:pt x="531501" y="93708"/>
                  <a:pt x="531097" y="93888"/>
                </a:cubicBezTo>
                <a:cubicBezTo>
                  <a:pt x="530692" y="94068"/>
                  <a:pt x="530130" y="94203"/>
                  <a:pt x="529410" y="94293"/>
                </a:cubicBezTo>
                <a:cubicBezTo>
                  <a:pt x="528691" y="94382"/>
                  <a:pt x="527769" y="94427"/>
                  <a:pt x="526645" y="94427"/>
                </a:cubicBezTo>
                <a:cubicBezTo>
                  <a:pt x="525566" y="94427"/>
                  <a:pt x="524667" y="94382"/>
                  <a:pt x="523947" y="94293"/>
                </a:cubicBezTo>
                <a:cubicBezTo>
                  <a:pt x="523228" y="94203"/>
                  <a:pt x="522654" y="94068"/>
                  <a:pt x="522227" y="93888"/>
                </a:cubicBezTo>
                <a:cubicBezTo>
                  <a:pt x="521800" y="93708"/>
                  <a:pt x="521508" y="93494"/>
                  <a:pt x="521350" y="93247"/>
                </a:cubicBezTo>
                <a:cubicBezTo>
                  <a:pt x="521193" y="92998"/>
                  <a:pt x="521114" y="92694"/>
                  <a:pt x="521114" y="92334"/>
                </a:cubicBezTo>
                <a:lnTo>
                  <a:pt x="521114" y="2160"/>
                </a:lnTo>
                <a:cubicBezTo>
                  <a:pt x="521114" y="1801"/>
                  <a:pt x="521193" y="1486"/>
                  <a:pt x="521350" y="1216"/>
                </a:cubicBezTo>
                <a:cubicBezTo>
                  <a:pt x="521508" y="945"/>
                  <a:pt x="521800" y="719"/>
                  <a:pt x="522227" y="540"/>
                </a:cubicBezTo>
                <a:cubicBezTo>
                  <a:pt x="522654" y="360"/>
                  <a:pt x="523228" y="225"/>
                  <a:pt x="523947" y="135"/>
                </a:cubicBezTo>
                <a:cubicBezTo>
                  <a:pt x="524667" y="45"/>
                  <a:pt x="525566" y="0"/>
                  <a:pt x="526645" y="0"/>
                </a:cubicBezTo>
                <a:cubicBezTo>
                  <a:pt x="527769" y="0"/>
                  <a:pt x="528691" y="45"/>
                  <a:pt x="529410" y="135"/>
                </a:cubicBezTo>
                <a:cubicBezTo>
                  <a:pt x="530130" y="225"/>
                  <a:pt x="530692" y="360"/>
                  <a:pt x="531097" y="540"/>
                </a:cubicBezTo>
                <a:cubicBezTo>
                  <a:pt x="531501" y="719"/>
                  <a:pt x="531794" y="945"/>
                  <a:pt x="531974" y="1216"/>
                </a:cubicBezTo>
                <a:cubicBezTo>
                  <a:pt x="532153" y="1486"/>
                  <a:pt x="532243" y="1801"/>
                  <a:pt x="532243" y="2160"/>
                </a:cubicBezTo>
                <a:lnTo>
                  <a:pt x="532243" y="923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cookies">
            <a:extLst xmlns:a="http://schemas.openxmlformats.org/drawingml/2006/main">
              <a:ext uri="{FF2B5EF4-FFF2-40B4-BE49-F238E27FC236}">
                <a16:creationId xmlns:a16="http://schemas.microsoft.com/office/drawing/2014/main" id="{524CF274-F158-4008-877F-39A44136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936" y="2874065"/>
            <a:ext cx="408410" cy="95372"/>
          </a:xfrm>
          <a:custGeom xmlns:a="http://schemas.openxmlformats.org/drawingml/2006/main">
            <a:pathLst>
              <a:path w="408410" h="95372">
                <a:moveTo>
                  <a:pt x="47888" y="83164"/>
                </a:moveTo>
                <a:cubicBezTo>
                  <a:pt x="47888" y="83928"/>
                  <a:pt x="47866" y="84591"/>
                  <a:pt x="47821" y="85153"/>
                </a:cubicBezTo>
                <a:cubicBezTo>
                  <a:pt x="47776" y="85715"/>
                  <a:pt x="47697" y="86188"/>
                  <a:pt x="47585" y="86570"/>
                </a:cubicBezTo>
                <a:cubicBezTo>
                  <a:pt x="47472" y="86952"/>
                  <a:pt x="47337" y="87289"/>
                  <a:pt x="47180" y="87581"/>
                </a:cubicBezTo>
                <a:cubicBezTo>
                  <a:pt x="47023" y="87874"/>
                  <a:pt x="46663" y="88301"/>
                  <a:pt x="46101" y="88863"/>
                </a:cubicBezTo>
                <a:cubicBezTo>
                  <a:pt x="45539" y="89425"/>
                  <a:pt x="44583" y="90122"/>
                  <a:pt x="43234" y="90954"/>
                </a:cubicBezTo>
                <a:cubicBezTo>
                  <a:pt x="41885" y="91786"/>
                  <a:pt x="40368" y="92528"/>
                  <a:pt x="38682" y="93180"/>
                </a:cubicBezTo>
                <a:cubicBezTo>
                  <a:pt x="36995" y="93832"/>
                  <a:pt x="35163" y="94360"/>
                  <a:pt x="33184" y="94765"/>
                </a:cubicBezTo>
                <a:cubicBezTo>
                  <a:pt x="31206" y="95169"/>
                  <a:pt x="29160" y="95372"/>
                  <a:pt x="27047" y="95372"/>
                </a:cubicBezTo>
                <a:cubicBezTo>
                  <a:pt x="22685" y="95372"/>
                  <a:pt x="18818" y="94651"/>
                  <a:pt x="15446" y="93209"/>
                </a:cubicBezTo>
                <a:cubicBezTo>
                  <a:pt x="12073" y="91767"/>
                  <a:pt x="9252" y="89661"/>
                  <a:pt x="6981" y="86890"/>
                </a:cubicBezTo>
                <a:cubicBezTo>
                  <a:pt x="4710" y="84119"/>
                  <a:pt x="2979" y="80717"/>
                  <a:pt x="1787" y="76684"/>
                </a:cubicBezTo>
                <a:cubicBezTo>
                  <a:pt x="596" y="72652"/>
                  <a:pt x="0" y="68000"/>
                  <a:pt x="0" y="62729"/>
                </a:cubicBezTo>
                <a:cubicBezTo>
                  <a:pt x="0" y="56736"/>
                  <a:pt x="731" y="51588"/>
                  <a:pt x="2192" y="47285"/>
                </a:cubicBezTo>
                <a:cubicBezTo>
                  <a:pt x="3653" y="42983"/>
                  <a:pt x="5654" y="39457"/>
                  <a:pt x="8195" y="36709"/>
                </a:cubicBezTo>
                <a:cubicBezTo>
                  <a:pt x="10735" y="33960"/>
                  <a:pt x="13726" y="31921"/>
                  <a:pt x="17166" y="30592"/>
                </a:cubicBezTo>
                <a:cubicBezTo>
                  <a:pt x="20605" y="29263"/>
                  <a:pt x="24326" y="28598"/>
                  <a:pt x="28328" y="28598"/>
                </a:cubicBezTo>
                <a:cubicBezTo>
                  <a:pt x="30262" y="28598"/>
                  <a:pt x="32139" y="28778"/>
                  <a:pt x="33960" y="29138"/>
                </a:cubicBezTo>
                <a:cubicBezTo>
                  <a:pt x="35781" y="29497"/>
                  <a:pt x="37456" y="29969"/>
                  <a:pt x="38985" y="30554"/>
                </a:cubicBezTo>
                <a:cubicBezTo>
                  <a:pt x="40514" y="31139"/>
                  <a:pt x="41874" y="31813"/>
                  <a:pt x="43066" y="32577"/>
                </a:cubicBezTo>
                <a:cubicBezTo>
                  <a:pt x="44257" y="33342"/>
                  <a:pt x="45123" y="33994"/>
                  <a:pt x="45662" y="34533"/>
                </a:cubicBezTo>
                <a:cubicBezTo>
                  <a:pt x="46202" y="35073"/>
                  <a:pt x="46573" y="35500"/>
                  <a:pt x="46775" y="35815"/>
                </a:cubicBezTo>
                <a:cubicBezTo>
                  <a:pt x="46978" y="36130"/>
                  <a:pt x="47146" y="36501"/>
                  <a:pt x="47281" y="36928"/>
                </a:cubicBezTo>
                <a:cubicBezTo>
                  <a:pt x="47416" y="37355"/>
                  <a:pt x="47506" y="37838"/>
                  <a:pt x="47551" y="38378"/>
                </a:cubicBezTo>
                <a:cubicBezTo>
                  <a:pt x="47596" y="38918"/>
                  <a:pt x="47618" y="39592"/>
                  <a:pt x="47618" y="40401"/>
                </a:cubicBezTo>
                <a:cubicBezTo>
                  <a:pt x="47618" y="42155"/>
                  <a:pt x="47416" y="43380"/>
                  <a:pt x="47011" y="44077"/>
                </a:cubicBezTo>
                <a:cubicBezTo>
                  <a:pt x="46607" y="44774"/>
                  <a:pt x="46112" y="45123"/>
                  <a:pt x="45528" y="45123"/>
                </a:cubicBezTo>
                <a:cubicBezTo>
                  <a:pt x="44853" y="45123"/>
                  <a:pt x="44077" y="44752"/>
                  <a:pt x="43201" y="44010"/>
                </a:cubicBezTo>
                <a:cubicBezTo>
                  <a:pt x="42324" y="43268"/>
                  <a:pt x="41211" y="42447"/>
                  <a:pt x="39862" y="41548"/>
                </a:cubicBezTo>
                <a:cubicBezTo>
                  <a:pt x="38513" y="40649"/>
                  <a:pt x="36883" y="39828"/>
                  <a:pt x="34972" y="39086"/>
                </a:cubicBezTo>
                <a:cubicBezTo>
                  <a:pt x="33061" y="38344"/>
                  <a:pt x="30801" y="37973"/>
                  <a:pt x="28193" y="37973"/>
                </a:cubicBezTo>
                <a:cubicBezTo>
                  <a:pt x="22842" y="37973"/>
                  <a:pt x="18739" y="40037"/>
                  <a:pt x="15884" y="44164"/>
                </a:cubicBezTo>
                <a:cubicBezTo>
                  <a:pt x="13029" y="48289"/>
                  <a:pt x="11601" y="54275"/>
                  <a:pt x="11601" y="62120"/>
                </a:cubicBezTo>
                <a:cubicBezTo>
                  <a:pt x="11601" y="66043"/>
                  <a:pt x="11972" y="69481"/>
                  <a:pt x="12714" y="72435"/>
                </a:cubicBezTo>
                <a:cubicBezTo>
                  <a:pt x="13456" y="75389"/>
                  <a:pt x="14546" y="77858"/>
                  <a:pt x="15985" y="79842"/>
                </a:cubicBezTo>
                <a:cubicBezTo>
                  <a:pt x="17424" y="81826"/>
                  <a:pt x="19189" y="83303"/>
                  <a:pt x="21280" y="84272"/>
                </a:cubicBezTo>
                <a:cubicBezTo>
                  <a:pt x="23371" y="85242"/>
                  <a:pt x="25765" y="85727"/>
                  <a:pt x="28463" y="85727"/>
                </a:cubicBezTo>
                <a:cubicBezTo>
                  <a:pt x="31026" y="85727"/>
                  <a:pt x="33274" y="85322"/>
                  <a:pt x="35208" y="84513"/>
                </a:cubicBezTo>
                <a:cubicBezTo>
                  <a:pt x="37141" y="83703"/>
                  <a:pt x="38816" y="82815"/>
                  <a:pt x="40233" y="81848"/>
                </a:cubicBezTo>
                <a:cubicBezTo>
                  <a:pt x="41649" y="80882"/>
                  <a:pt x="42841" y="80005"/>
                  <a:pt x="43808" y="79218"/>
                </a:cubicBezTo>
                <a:cubicBezTo>
                  <a:pt x="44774" y="78431"/>
                  <a:pt x="45528" y="78038"/>
                  <a:pt x="46067" y="78038"/>
                </a:cubicBezTo>
                <a:cubicBezTo>
                  <a:pt x="46382" y="78038"/>
                  <a:pt x="46652" y="78127"/>
                  <a:pt x="46876" y="78307"/>
                </a:cubicBezTo>
                <a:cubicBezTo>
                  <a:pt x="47101" y="78487"/>
                  <a:pt x="47292" y="78791"/>
                  <a:pt x="47450" y="79218"/>
                </a:cubicBezTo>
                <a:cubicBezTo>
                  <a:pt x="47607" y="79645"/>
                  <a:pt x="47720" y="80185"/>
                  <a:pt x="47787" y="80837"/>
                </a:cubicBezTo>
                <a:cubicBezTo>
                  <a:pt x="47854" y="81489"/>
                  <a:pt x="47888" y="82264"/>
                  <a:pt x="47888" y="83164"/>
                </a:cubicBezTo>
                <a:close/>
                <a:moveTo>
                  <a:pt x="118305" y="61344"/>
                </a:moveTo>
                <a:cubicBezTo>
                  <a:pt x="118305" y="66295"/>
                  <a:pt x="117653" y="70851"/>
                  <a:pt x="116349" y="75015"/>
                </a:cubicBezTo>
                <a:cubicBezTo>
                  <a:pt x="115045" y="79179"/>
                  <a:pt x="113100" y="82769"/>
                  <a:pt x="110515" y="85786"/>
                </a:cubicBezTo>
                <a:cubicBezTo>
                  <a:pt x="107929" y="88801"/>
                  <a:pt x="104692" y="91153"/>
                  <a:pt x="100802" y="92840"/>
                </a:cubicBezTo>
                <a:cubicBezTo>
                  <a:pt x="96913" y="94528"/>
                  <a:pt x="92405" y="95372"/>
                  <a:pt x="87279" y="95372"/>
                </a:cubicBezTo>
                <a:cubicBezTo>
                  <a:pt x="82288" y="95372"/>
                  <a:pt x="77937" y="94629"/>
                  <a:pt x="74227" y="93144"/>
                </a:cubicBezTo>
                <a:cubicBezTo>
                  <a:pt x="70518" y="91659"/>
                  <a:pt x="67426" y="89498"/>
                  <a:pt x="64953" y="86662"/>
                </a:cubicBezTo>
                <a:cubicBezTo>
                  <a:pt x="62480" y="83827"/>
                  <a:pt x="60637" y="80383"/>
                  <a:pt x="59423" y="76332"/>
                </a:cubicBezTo>
                <a:cubicBezTo>
                  <a:pt x="58209" y="72281"/>
                  <a:pt x="57601" y="67690"/>
                  <a:pt x="57601" y="62558"/>
                </a:cubicBezTo>
                <a:cubicBezTo>
                  <a:pt x="57601" y="57608"/>
                  <a:pt x="58242" y="53051"/>
                  <a:pt x="59524" y="48887"/>
                </a:cubicBezTo>
                <a:cubicBezTo>
                  <a:pt x="60805" y="44724"/>
                  <a:pt x="62739" y="41134"/>
                  <a:pt x="65324" y="38119"/>
                </a:cubicBezTo>
                <a:cubicBezTo>
                  <a:pt x="67910" y="35102"/>
                  <a:pt x="71136" y="32761"/>
                  <a:pt x="75003" y="31096"/>
                </a:cubicBezTo>
                <a:cubicBezTo>
                  <a:pt x="78870" y="29431"/>
                  <a:pt x="83389" y="28598"/>
                  <a:pt x="88560" y="28598"/>
                </a:cubicBezTo>
                <a:cubicBezTo>
                  <a:pt x="93551" y="28598"/>
                  <a:pt x="97902" y="29341"/>
                  <a:pt x="101611" y="30826"/>
                </a:cubicBezTo>
                <a:cubicBezTo>
                  <a:pt x="105321" y="32311"/>
                  <a:pt x="108412" y="34472"/>
                  <a:pt x="110886" y="37307"/>
                </a:cubicBezTo>
                <a:cubicBezTo>
                  <a:pt x="113359" y="40143"/>
                  <a:pt x="115213" y="43586"/>
                  <a:pt x="116450" y="47637"/>
                </a:cubicBezTo>
                <a:cubicBezTo>
                  <a:pt x="117687" y="51688"/>
                  <a:pt x="118305" y="56257"/>
                  <a:pt x="118305" y="61344"/>
                </a:cubicBezTo>
                <a:moveTo>
                  <a:pt x="106569" y="62086"/>
                </a:moveTo>
                <a:cubicBezTo>
                  <a:pt x="106569" y="58799"/>
                  <a:pt x="106265" y="55693"/>
                  <a:pt x="105658" y="52766"/>
                </a:cubicBezTo>
                <a:cubicBezTo>
                  <a:pt x="105051" y="49839"/>
                  <a:pt x="104051" y="47272"/>
                  <a:pt x="102657" y="45066"/>
                </a:cubicBezTo>
                <a:cubicBezTo>
                  <a:pt x="101263" y="42860"/>
                  <a:pt x="99374" y="41115"/>
                  <a:pt x="96991" y="39832"/>
                </a:cubicBezTo>
                <a:cubicBezTo>
                  <a:pt x="94608" y="38548"/>
                  <a:pt x="91640" y="37906"/>
                  <a:pt x="88088" y="37906"/>
                </a:cubicBezTo>
                <a:cubicBezTo>
                  <a:pt x="84806" y="37906"/>
                  <a:pt x="81984" y="38491"/>
                  <a:pt x="79623" y="39662"/>
                </a:cubicBezTo>
                <a:cubicBezTo>
                  <a:pt x="77263" y="40832"/>
                  <a:pt x="75318" y="42487"/>
                  <a:pt x="73789" y="44627"/>
                </a:cubicBezTo>
                <a:cubicBezTo>
                  <a:pt x="72260" y="46766"/>
                  <a:pt x="71125" y="49299"/>
                  <a:pt x="70383" y="52226"/>
                </a:cubicBezTo>
                <a:cubicBezTo>
                  <a:pt x="69641" y="55152"/>
                  <a:pt x="69270" y="58348"/>
                  <a:pt x="69270" y="61816"/>
                </a:cubicBezTo>
                <a:cubicBezTo>
                  <a:pt x="69270" y="65148"/>
                  <a:pt x="69574" y="68277"/>
                  <a:pt x="70181" y="71204"/>
                </a:cubicBezTo>
                <a:cubicBezTo>
                  <a:pt x="70788" y="74131"/>
                  <a:pt x="71799" y="76686"/>
                  <a:pt x="73216" y="78870"/>
                </a:cubicBezTo>
                <a:cubicBezTo>
                  <a:pt x="74632" y="81054"/>
                  <a:pt x="76532" y="82788"/>
                  <a:pt x="78915" y="84072"/>
                </a:cubicBezTo>
                <a:cubicBezTo>
                  <a:pt x="81298" y="85355"/>
                  <a:pt x="84266" y="85996"/>
                  <a:pt x="87818" y="85996"/>
                </a:cubicBezTo>
                <a:cubicBezTo>
                  <a:pt x="91056" y="85996"/>
                  <a:pt x="93866" y="85411"/>
                  <a:pt x="96249" y="84241"/>
                </a:cubicBezTo>
                <a:cubicBezTo>
                  <a:pt x="98632" y="83070"/>
                  <a:pt x="100588" y="81427"/>
                  <a:pt x="102117" y="79311"/>
                </a:cubicBezTo>
                <a:cubicBezTo>
                  <a:pt x="103646" y="77193"/>
                  <a:pt x="104770" y="74671"/>
                  <a:pt x="105490" y="71746"/>
                </a:cubicBezTo>
                <a:cubicBezTo>
                  <a:pt x="106209" y="68819"/>
                  <a:pt x="106569" y="65599"/>
                  <a:pt x="106569" y="62086"/>
                </a:cubicBezTo>
                <a:close/>
                <a:moveTo>
                  <a:pt x="191101" y="61344"/>
                </a:moveTo>
                <a:cubicBezTo>
                  <a:pt x="191101" y="66295"/>
                  <a:pt x="190449" y="70851"/>
                  <a:pt x="189145" y="75015"/>
                </a:cubicBezTo>
                <a:cubicBezTo>
                  <a:pt x="187841" y="79179"/>
                  <a:pt x="185897" y="82769"/>
                  <a:pt x="183311" y="85786"/>
                </a:cubicBezTo>
                <a:cubicBezTo>
                  <a:pt x="180726" y="88801"/>
                  <a:pt x="177488" y="91153"/>
                  <a:pt x="173599" y="92840"/>
                </a:cubicBezTo>
                <a:cubicBezTo>
                  <a:pt x="169709" y="94528"/>
                  <a:pt x="165201" y="95372"/>
                  <a:pt x="160075" y="95372"/>
                </a:cubicBezTo>
                <a:cubicBezTo>
                  <a:pt x="155084" y="95372"/>
                  <a:pt x="150734" y="94629"/>
                  <a:pt x="147024" y="93144"/>
                </a:cubicBezTo>
                <a:cubicBezTo>
                  <a:pt x="143314" y="91659"/>
                  <a:pt x="140223" y="89498"/>
                  <a:pt x="137750" y="86662"/>
                </a:cubicBezTo>
                <a:cubicBezTo>
                  <a:pt x="135277" y="83827"/>
                  <a:pt x="133433" y="80383"/>
                  <a:pt x="132219" y="76332"/>
                </a:cubicBezTo>
                <a:cubicBezTo>
                  <a:pt x="131005" y="72281"/>
                  <a:pt x="130398" y="67690"/>
                  <a:pt x="130398" y="62558"/>
                </a:cubicBezTo>
                <a:cubicBezTo>
                  <a:pt x="130398" y="57608"/>
                  <a:pt x="131039" y="53051"/>
                  <a:pt x="132320" y="48887"/>
                </a:cubicBezTo>
                <a:cubicBezTo>
                  <a:pt x="133602" y="44724"/>
                  <a:pt x="135535" y="41134"/>
                  <a:pt x="138121" y="38119"/>
                </a:cubicBezTo>
                <a:cubicBezTo>
                  <a:pt x="140706" y="35102"/>
                  <a:pt x="143933" y="32761"/>
                  <a:pt x="147800" y="31096"/>
                </a:cubicBezTo>
                <a:cubicBezTo>
                  <a:pt x="151667" y="29431"/>
                  <a:pt x="156186" y="28598"/>
                  <a:pt x="161357" y="28598"/>
                </a:cubicBezTo>
                <a:cubicBezTo>
                  <a:pt x="166348" y="28598"/>
                  <a:pt x="170698" y="29341"/>
                  <a:pt x="174408" y="30826"/>
                </a:cubicBezTo>
                <a:cubicBezTo>
                  <a:pt x="178118" y="32311"/>
                  <a:pt x="181209" y="34472"/>
                  <a:pt x="183682" y="37307"/>
                </a:cubicBezTo>
                <a:cubicBezTo>
                  <a:pt x="186155" y="40143"/>
                  <a:pt x="188010" y="43586"/>
                  <a:pt x="189247" y="47637"/>
                </a:cubicBezTo>
                <a:cubicBezTo>
                  <a:pt x="190483" y="51688"/>
                  <a:pt x="191101" y="56257"/>
                  <a:pt x="191101" y="61344"/>
                </a:cubicBezTo>
                <a:moveTo>
                  <a:pt x="179365" y="62086"/>
                </a:moveTo>
                <a:cubicBezTo>
                  <a:pt x="179365" y="58799"/>
                  <a:pt x="179062" y="55693"/>
                  <a:pt x="178455" y="52766"/>
                </a:cubicBezTo>
                <a:cubicBezTo>
                  <a:pt x="177848" y="49839"/>
                  <a:pt x="176847" y="47272"/>
                  <a:pt x="175453" y="45066"/>
                </a:cubicBezTo>
                <a:cubicBezTo>
                  <a:pt x="174059" y="42860"/>
                  <a:pt x="172171" y="41115"/>
                  <a:pt x="169788" y="39832"/>
                </a:cubicBezTo>
                <a:cubicBezTo>
                  <a:pt x="167405" y="38548"/>
                  <a:pt x="164437" y="37906"/>
                  <a:pt x="160885" y="37906"/>
                </a:cubicBezTo>
                <a:cubicBezTo>
                  <a:pt x="157602" y="37906"/>
                  <a:pt x="154781" y="38491"/>
                  <a:pt x="152420" y="39662"/>
                </a:cubicBezTo>
                <a:cubicBezTo>
                  <a:pt x="150059" y="40832"/>
                  <a:pt x="148114" y="42487"/>
                  <a:pt x="146586" y="44627"/>
                </a:cubicBezTo>
                <a:cubicBezTo>
                  <a:pt x="145057" y="46766"/>
                  <a:pt x="143921" y="49299"/>
                  <a:pt x="143179" y="52226"/>
                </a:cubicBezTo>
                <a:cubicBezTo>
                  <a:pt x="142438" y="55152"/>
                  <a:pt x="142067" y="58348"/>
                  <a:pt x="142067" y="61816"/>
                </a:cubicBezTo>
                <a:cubicBezTo>
                  <a:pt x="142067" y="65148"/>
                  <a:pt x="142370" y="68277"/>
                  <a:pt x="142977" y="71204"/>
                </a:cubicBezTo>
                <a:cubicBezTo>
                  <a:pt x="143584" y="74131"/>
                  <a:pt x="144596" y="76686"/>
                  <a:pt x="146012" y="78870"/>
                </a:cubicBezTo>
                <a:cubicBezTo>
                  <a:pt x="147429" y="81054"/>
                  <a:pt x="149328" y="82788"/>
                  <a:pt x="151712" y="84072"/>
                </a:cubicBezTo>
                <a:cubicBezTo>
                  <a:pt x="154095" y="85355"/>
                  <a:pt x="157063" y="85996"/>
                  <a:pt x="160615" y="85996"/>
                </a:cubicBezTo>
                <a:cubicBezTo>
                  <a:pt x="163852" y="85996"/>
                  <a:pt x="166663" y="85411"/>
                  <a:pt x="169046" y="84241"/>
                </a:cubicBezTo>
                <a:cubicBezTo>
                  <a:pt x="171429" y="83070"/>
                  <a:pt x="173385" y="81427"/>
                  <a:pt x="174914" y="79311"/>
                </a:cubicBezTo>
                <a:cubicBezTo>
                  <a:pt x="176443" y="77193"/>
                  <a:pt x="177567" y="74671"/>
                  <a:pt x="178286" y="71746"/>
                </a:cubicBezTo>
                <a:cubicBezTo>
                  <a:pt x="179006" y="68819"/>
                  <a:pt x="179365" y="65599"/>
                  <a:pt x="179365" y="62086"/>
                </a:cubicBezTo>
                <a:close/>
                <a:moveTo>
                  <a:pt x="257287" y="92269"/>
                </a:moveTo>
                <a:cubicBezTo>
                  <a:pt x="257287" y="92629"/>
                  <a:pt x="257197" y="92944"/>
                  <a:pt x="257018" y="93213"/>
                </a:cubicBezTo>
                <a:cubicBezTo>
                  <a:pt x="256838" y="93483"/>
                  <a:pt x="256534" y="93708"/>
                  <a:pt x="256107" y="93888"/>
                </a:cubicBezTo>
                <a:cubicBezTo>
                  <a:pt x="255680" y="94068"/>
                  <a:pt x="255084" y="94203"/>
                  <a:pt x="254320" y="94293"/>
                </a:cubicBezTo>
                <a:cubicBezTo>
                  <a:pt x="253555" y="94382"/>
                  <a:pt x="252589" y="94427"/>
                  <a:pt x="251419" y="94427"/>
                </a:cubicBezTo>
                <a:cubicBezTo>
                  <a:pt x="250205" y="94427"/>
                  <a:pt x="249205" y="94394"/>
                  <a:pt x="248418" y="94326"/>
                </a:cubicBezTo>
                <a:cubicBezTo>
                  <a:pt x="247631" y="94259"/>
                  <a:pt x="246968" y="94146"/>
                  <a:pt x="246428" y="93989"/>
                </a:cubicBezTo>
                <a:cubicBezTo>
                  <a:pt x="245889" y="93832"/>
                  <a:pt x="245450" y="93607"/>
                  <a:pt x="245113" y="93315"/>
                </a:cubicBezTo>
                <a:cubicBezTo>
                  <a:pt x="244776" y="93022"/>
                  <a:pt x="244472" y="92674"/>
                  <a:pt x="244202" y="92269"/>
                </a:cubicBezTo>
                <a:lnTo>
                  <a:pt x="218572" y="58680"/>
                </a:lnTo>
                <a:lnTo>
                  <a:pt x="218572" y="92337"/>
                </a:lnTo>
                <a:cubicBezTo>
                  <a:pt x="218572" y="92696"/>
                  <a:pt x="218482" y="93000"/>
                  <a:pt x="218302" y="93247"/>
                </a:cubicBezTo>
                <a:cubicBezTo>
                  <a:pt x="218122" y="93494"/>
                  <a:pt x="217830" y="93708"/>
                  <a:pt x="217426" y="93888"/>
                </a:cubicBezTo>
                <a:cubicBezTo>
                  <a:pt x="217021" y="94068"/>
                  <a:pt x="216459" y="94203"/>
                  <a:pt x="215739" y="94293"/>
                </a:cubicBezTo>
                <a:cubicBezTo>
                  <a:pt x="215020" y="94382"/>
                  <a:pt x="214098" y="94427"/>
                  <a:pt x="212974" y="94427"/>
                </a:cubicBezTo>
                <a:cubicBezTo>
                  <a:pt x="211895" y="94427"/>
                  <a:pt x="210995" y="94382"/>
                  <a:pt x="210276" y="94293"/>
                </a:cubicBezTo>
                <a:cubicBezTo>
                  <a:pt x="209557" y="94203"/>
                  <a:pt x="208983" y="94068"/>
                  <a:pt x="208556" y="93888"/>
                </a:cubicBezTo>
                <a:cubicBezTo>
                  <a:pt x="208129" y="93708"/>
                  <a:pt x="207837" y="93494"/>
                  <a:pt x="207679" y="93247"/>
                </a:cubicBezTo>
                <a:cubicBezTo>
                  <a:pt x="207522" y="92998"/>
                  <a:pt x="207443" y="92694"/>
                  <a:pt x="207443" y="92334"/>
                </a:cubicBezTo>
                <a:lnTo>
                  <a:pt x="207443" y="2160"/>
                </a:lnTo>
                <a:cubicBezTo>
                  <a:pt x="207443" y="1801"/>
                  <a:pt x="207522" y="1486"/>
                  <a:pt x="207679" y="1216"/>
                </a:cubicBezTo>
                <a:cubicBezTo>
                  <a:pt x="207837" y="945"/>
                  <a:pt x="208129" y="719"/>
                  <a:pt x="208556" y="540"/>
                </a:cubicBezTo>
                <a:cubicBezTo>
                  <a:pt x="208983" y="360"/>
                  <a:pt x="209557" y="225"/>
                  <a:pt x="210276" y="135"/>
                </a:cubicBezTo>
                <a:cubicBezTo>
                  <a:pt x="210995" y="45"/>
                  <a:pt x="211895" y="0"/>
                  <a:pt x="212974" y="0"/>
                </a:cubicBezTo>
                <a:cubicBezTo>
                  <a:pt x="214098" y="0"/>
                  <a:pt x="215020" y="45"/>
                  <a:pt x="215739" y="135"/>
                </a:cubicBezTo>
                <a:cubicBezTo>
                  <a:pt x="216459" y="225"/>
                  <a:pt x="217021" y="360"/>
                  <a:pt x="217426" y="540"/>
                </a:cubicBezTo>
                <a:cubicBezTo>
                  <a:pt x="217830" y="719"/>
                  <a:pt x="218122" y="945"/>
                  <a:pt x="218302" y="1216"/>
                </a:cubicBezTo>
                <a:cubicBezTo>
                  <a:pt x="218482" y="1486"/>
                  <a:pt x="218572" y="1801"/>
                  <a:pt x="218572" y="2160"/>
                </a:cubicBezTo>
                <a:lnTo>
                  <a:pt x="218572" y="57129"/>
                </a:lnTo>
                <a:lnTo>
                  <a:pt x="241505" y="31903"/>
                </a:lnTo>
                <a:cubicBezTo>
                  <a:pt x="241864" y="31453"/>
                  <a:pt x="242246" y="31082"/>
                  <a:pt x="242651" y="30790"/>
                </a:cubicBezTo>
                <a:cubicBezTo>
                  <a:pt x="243056" y="30498"/>
                  <a:pt x="243539" y="30251"/>
                  <a:pt x="244101" y="30048"/>
                </a:cubicBezTo>
                <a:cubicBezTo>
                  <a:pt x="244663" y="29846"/>
                  <a:pt x="245327" y="29711"/>
                  <a:pt x="246091" y="29643"/>
                </a:cubicBezTo>
                <a:cubicBezTo>
                  <a:pt x="246855" y="29576"/>
                  <a:pt x="247777" y="29542"/>
                  <a:pt x="248856" y="29542"/>
                </a:cubicBezTo>
                <a:cubicBezTo>
                  <a:pt x="249981" y="29542"/>
                  <a:pt x="250925" y="29576"/>
                  <a:pt x="251689" y="29643"/>
                </a:cubicBezTo>
                <a:cubicBezTo>
                  <a:pt x="252454" y="29711"/>
                  <a:pt x="253072" y="29823"/>
                  <a:pt x="253544" y="29981"/>
                </a:cubicBezTo>
                <a:cubicBezTo>
                  <a:pt x="254016" y="30138"/>
                  <a:pt x="254353" y="30340"/>
                  <a:pt x="254556" y="30588"/>
                </a:cubicBezTo>
                <a:cubicBezTo>
                  <a:pt x="254758" y="30835"/>
                  <a:pt x="254859" y="31161"/>
                  <a:pt x="254859" y="31566"/>
                </a:cubicBezTo>
                <a:cubicBezTo>
                  <a:pt x="254859" y="32105"/>
                  <a:pt x="254713" y="32645"/>
                  <a:pt x="254421" y="33184"/>
                </a:cubicBezTo>
                <a:cubicBezTo>
                  <a:pt x="254129" y="33724"/>
                  <a:pt x="253645" y="34354"/>
                  <a:pt x="252971" y="35073"/>
                </a:cubicBezTo>
                <a:lnTo>
                  <a:pt x="230983" y="57061"/>
                </a:lnTo>
                <a:lnTo>
                  <a:pt x="255669" y="89099"/>
                </a:lnTo>
                <a:cubicBezTo>
                  <a:pt x="256253" y="89863"/>
                  <a:pt x="256669" y="90482"/>
                  <a:pt x="256916" y="90954"/>
                </a:cubicBezTo>
                <a:cubicBezTo>
                  <a:pt x="257164" y="91426"/>
                  <a:pt x="257287" y="91864"/>
                  <a:pt x="257287" y="92269"/>
                </a:cubicBezTo>
                <a:close/>
                <a:moveTo>
                  <a:pt x="281423" y="92337"/>
                </a:moveTo>
                <a:cubicBezTo>
                  <a:pt x="281423" y="92696"/>
                  <a:pt x="281333" y="93000"/>
                  <a:pt x="281153" y="93247"/>
                </a:cubicBezTo>
                <a:cubicBezTo>
                  <a:pt x="280973" y="93494"/>
                  <a:pt x="280681" y="93708"/>
                  <a:pt x="280276" y="93888"/>
                </a:cubicBezTo>
                <a:cubicBezTo>
                  <a:pt x="279872" y="94068"/>
                  <a:pt x="279309" y="94203"/>
                  <a:pt x="278590" y="94293"/>
                </a:cubicBezTo>
                <a:cubicBezTo>
                  <a:pt x="277871" y="94382"/>
                  <a:pt x="276949" y="94427"/>
                  <a:pt x="275825" y="94427"/>
                </a:cubicBezTo>
                <a:cubicBezTo>
                  <a:pt x="274745" y="94427"/>
                  <a:pt x="273846" y="94382"/>
                  <a:pt x="273127" y="94293"/>
                </a:cubicBezTo>
                <a:cubicBezTo>
                  <a:pt x="272407" y="94203"/>
                  <a:pt x="271834" y="94068"/>
                  <a:pt x="271407" y="93888"/>
                </a:cubicBezTo>
                <a:cubicBezTo>
                  <a:pt x="270980" y="93708"/>
                  <a:pt x="270687" y="93494"/>
                  <a:pt x="270530" y="93247"/>
                </a:cubicBezTo>
                <a:cubicBezTo>
                  <a:pt x="270373" y="93000"/>
                  <a:pt x="270294" y="92696"/>
                  <a:pt x="270294" y="92337"/>
                </a:cubicBezTo>
                <a:lnTo>
                  <a:pt x="270294" y="31633"/>
                </a:lnTo>
                <a:cubicBezTo>
                  <a:pt x="270294" y="31318"/>
                  <a:pt x="270373" y="31026"/>
                  <a:pt x="270530" y="30756"/>
                </a:cubicBezTo>
                <a:cubicBezTo>
                  <a:pt x="270687" y="30487"/>
                  <a:pt x="270980" y="30262"/>
                  <a:pt x="271407" y="30082"/>
                </a:cubicBezTo>
                <a:cubicBezTo>
                  <a:pt x="271834" y="29902"/>
                  <a:pt x="272407" y="29767"/>
                  <a:pt x="273127" y="29677"/>
                </a:cubicBezTo>
                <a:cubicBezTo>
                  <a:pt x="273846" y="29587"/>
                  <a:pt x="274745" y="29542"/>
                  <a:pt x="275825" y="29542"/>
                </a:cubicBezTo>
                <a:cubicBezTo>
                  <a:pt x="276949" y="29542"/>
                  <a:pt x="277871" y="29587"/>
                  <a:pt x="278590" y="29677"/>
                </a:cubicBezTo>
                <a:cubicBezTo>
                  <a:pt x="279309" y="29767"/>
                  <a:pt x="279872" y="29902"/>
                  <a:pt x="280276" y="30082"/>
                </a:cubicBezTo>
                <a:cubicBezTo>
                  <a:pt x="280681" y="30262"/>
                  <a:pt x="280973" y="30487"/>
                  <a:pt x="281153" y="30756"/>
                </a:cubicBezTo>
                <a:cubicBezTo>
                  <a:pt x="281333" y="31026"/>
                  <a:pt x="281423" y="31318"/>
                  <a:pt x="281423" y="31633"/>
                </a:cubicBezTo>
                <a:lnTo>
                  <a:pt x="281423" y="92337"/>
                </a:lnTo>
                <a:moveTo>
                  <a:pt x="282704" y="11061"/>
                </a:moveTo>
                <a:cubicBezTo>
                  <a:pt x="282704" y="13669"/>
                  <a:pt x="282210" y="15446"/>
                  <a:pt x="281221" y="16390"/>
                </a:cubicBezTo>
                <a:cubicBezTo>
                  <a:pt x="280231" y="17334"/>
                  <a:pt x="278410" y="17806"/>
                  <a:pt x="275757" y="17806"/>
                </a:cubicBezTo>
                <a:cubicBezTo>
                  <a:pt x="273149" y="17806"/>
                  <a:pt x="271362" y="17345"/>
                  <a:pt x="270395" y="16424"/>
                </a:cubicBezTo>
                <a:cubicBezTo>
                  <a:pt x="269428" y="15502"/>
                  <a:pt x="268945" y="13759"/>
                  <a:pt x="268945" y="11196"/>
                </a:cubicBezTo>
                <a:cubicBezTo>
                  <a:pt x="268945" y="8588"/>
                  <a:pt x="269440" y="6812"/>
                  <a:pt x="270429" y="5868"/>
                </a:cubicBezTo>
                <a:cubicBezTo>
                  <a:pt x="271418" y="4924"/>
                  <a:pt x="273239" y="4452"/>
                  <a:pt x="275892" y="4452"/>
                </a:cubicBezTo>
                <a:cubicBezTo>
                  <a:pt x="278500" y="4452"/>
                  <a:pt x="280287" y="4912"/>
                  <a:pt x="281254" y="5834"/>
                </a:cubicBezTo>
                <a:cubicBezTo>
                  <a:pt x="282221" y="6756"/>
                  <a:pt x="282704" y="8498"/>
                  <a:pt x="282704" y="11061"/>
                </a:cubicBezTo>
                <a:close/>
                <a:moveTo>
                  <a:pt x="353865" y="59354"/>
                </a:moveTo>
                <a:cubicBezTo>
                  <a:pt x="353865" y="61108"/>
                  <a:pt x="353427" y="62356"/>
                  <a:pt x="352550" y="63098"/>
                </a:cubicBezTo>
                <a:cubicBezTo>
                  <a:pt x="351673" y="63840"/>
                  <a:pt x="350672" y="64211"/>
                  <a:pt x="349548" y="64211"/>
                </a:cubicBezTo>
                <a:lnTo>
                  <a:pt x="309754" y="64211"/>
                </a:lnTo>
                <a:cubicBezTo>
                  <a:pt x="309754" y="67593"/>
                  <a:pt x="310091" y="70637"/>
                  <a:pt x="310766" y="73344"/>
                </a:cubicBezTo>
                <a:cubicBezTo>
                  <a:pt x="311440" y="76050"/>
                  <a:pt x="312564" y="78373"/>
                  <a:pt x="314138" y="80312"/>
                </a:cubicBezTo>
                <a:cubicBezTo>
                  <a:pt x="315712" y="82251"/>
                  <a:pt x="317758" y="83740"/>
                  <a:pt x="320276" y="84778"/>
                </a:cubicBezTo>
                <a:cubicBezTo>
                  <a:pt x="322794" y="85815"/>
                  <a:pt x="325874" y="86334"/>
                  <a:pt x="329516" y="86334"/>
                </a:cubicBezTo>
                <a:cubicBezTo>
                  <a:pt x="332394" y="86334"/>
                  <a:pt x="334957" y="86098"/>
                  <a:pt x="337205" y="85625"/>
                </a:cubicBezTo>
                <a:cubicBezTo>
                  <a:pt x="339454" y="85153"/>
                  <a:pt x="341398" y="84625"/>
                  <a:pt x="343040" y="84040"/>
                </a:cubicBezTo>
                <a:cubicBezTo>
                  <a:pt x="344681" y="83456"/>
                  <a:pt x="346030" y="82928"/>
                  <a:pt x="347086" y="82455"/>
                </a:cubicBezTo>
                <a:cubicBezTo>
                  <a:pt x="348143" y="81983"/>
                  <a:pt x="348941" y="81747"/>
                  <a:pt x="349481" y="81747"/>
                </a:cubicBezTo>
                <a:cubicBezTo>
                  <a:pt x="349796" y="81747"/>
                  <a:pt x="350077" y="81826"/>
                  <a:pt x="350324" y="81983"/>
                </a:cubicBezTo>
                <a:cubicBezTo>
                  <a:pt x="350571" y="82141"/>
                  <a:pt x="350762" y="82377"/>
                  <a:pt x="350897" y="82691"/>
                </a:cubicBezTo>
                <a:cubicBezTo>
                  <a:pt x="351032" y="83006"/>
                  <a:pt x="351133" y="83445"/>
                  <a:pt x="351201" y="84007"/>
                </a:cubicBezTo>
                <a:cubicBezTo>
                  <a:pt x="351268" y="84569"/>
                  <a:pt x="351302" y="85254"/>
                  <a:pt x="351302" y="86064"/>
                </a:cubicBezTo>
                <a:cubicBezTo>
                  <a:pt x="351302" y="86648"/>
                  <a:pt x="351279" y="87154"/>
                  <a:pt x="351234" y="87581"/>
                </a:cubicBezTo>
                <a:cubicBezTo>
                  <a:pt x="351189" y="88009"/>
                  <a:pt x="351133" y="88391"/>
                  <a:pt x="351066" y="88728"/>
                </a:cubicBezTo>
                <a:cubicBezTo>
                  <a:pt x="350998" y="89065"/>
                  <a:pt x="350886" y="89369"/>
                  <a:pt x="350729" y="89639"/>
                </a:cubicBezTo>
                <a:cubicBezTo>
                  <a:pt x="350571" y="89908"/>
                  <a:pt x="350369" y="90167"/>
                  <a:pt x="350122" y="90414"/>
                </a:cubicBezTo>
                <a:cubicBezTo>
                  <a:pt x="349874" y="90662"/>
                  <a:pt x="349144" y="91066"/>
                  <a:pt x="347929" y="91628"/>
                </a:cubicBezTo>
                <a:cubicBezTo>
                  <a:pt x="346715" y="92190"/>
                  <a:pt x="345142" y="92741"/>
                  <a:pt x="343208" y="93281"/>
                </a:cubicBezTo>
                <a:cubicBezTo>
                  <a:pt x="341275" y="93820"/>
                  <a:pt x="339038" y="94304"/>
                  <a:pt x="336497" y="94731"/>
                </a:cubicBezTo>
                <a:cubicBezTo>
                  <a:pt x="333956" y="95158"/>
                  <a:pt x="331247" y="95372"/>
                  <a:pt x="328370" y="95372"/>
                </a:cubicBezTo>
                <a:cubicBezTo>
                  <a:pt x="323378" y="95372"/>
                  <a:pt x="319005" y="94674"/>
                  <a:pt x="315251" y="93279"/>
                </a:cubicBezTo>
                <a:cubicBezTo>
                  <a:pt x="311496" y="91883"/>
                  <a:pt x="308337" y="89813"/>
                  <a:pt x="305774" y="87067"/>
                </a:cubicBezTo>
                <a:cubicBezTo>
                  <a:pt x="303211" y="84321"/>
                  <a:pt x="301278" y="80878"/>
                  <a:pt x="299974" y="76737"/>
                </a:cubicBezTo>
                <a:cubicBezTo>
                  <a:pt x="298670" y="72596"/>
                  <a:pt x="298018" y="67780"/>
                  <a:pt x="298018" y="62288"/>
                </a:cubicBezTo>
                <a:cubicBezTo>
                  <a:pt x="298018" y="57067"/>
                  <a:pt x="298692" y="52374"/>
                  <a:pt x="300041" y="48211"/>
                </a:cubicBezTo>
                <a:cubicBezTo>
                  <a:pt x="301390" y="44047"/>
                  <a:pt x="303335" y="40514"/>
                  <a:pt x="305876" y="37611"/>
                </a:cubicBezTo>
                <a:cubicBezTo>
                  <a:pt x="308416" y="34708"/>
                  <a:pt x="311485" y="32480"/>
                  <a:pt x="315082" y="30927"/>
                </a:cubicBezTo>
                <a:cubicBezTo>
                  <a:pt x="318679" y="29374"/>
                  <a:pt x="322704" y="28598"/>
                  <a:pt x="327155" y="28598"/>
                </a:cubicBezTo>
                <a:cubicBezTo>
                  <a:pt x="331922" y="28598"/>
                  <a:pt x="335980" y="29362"/>
                  <a:pt x="339330" y="30891"/>
                </a:cubicBezTo>
                <a:cubicBezTo>
                  <a:pt x="342680" y="32420"/>
                  <a:pt x="345434" y="34477"/>
                  <a:pt x="347592" y="37063"/>
                </a:cubicBezTo>
                <a:cubicBezTo>
                  <a:pt x="349751" y="39648"/>
                  <a:pt x="351336" y="42683"/>
                  <a:pt x="352347" y="46168"/>
                </a:cubicBezTo>
                <a:cubicBezTo>
                  <a:pt x="353359" y="49653"/>
                  <a:pt x="353865" y="53374"/>
                  <a:pt x="353865" y="57331"/>
                </a:cubicBezTo>
                <a:lnTo>
                  <a:pt x="353865" y="59354"/>
                </a:lnTo>
                <a:moveTo>
                  <a:pt x="342669" y="56049"/>
                </a:moveTo>
                <a:cubicBezTo>
                  <a:pt x="342803" y="50204"/>
                  <a:pt x="341511" y="45617"/>
                  <a:pt x="338790" y="42290"/>
                </a:cubicBezTo>
                <a:cubicBezTo>
                  <a:pt x="336070" y="38963"/>
                  <a:pt x="332034" y="37299"/>
                  <a:pt x="326683" y="37299"/>
                </a:cubicBezTo>
                <a:cubicBezTo>
                  <a:pt x="323940" y="37299"/>
                  <a:pt x="321535" y="37816"/>
                  <a:pt x="319466" y="38850"/>
                </a:cubicBezTo>
                <a:cubicBezTo>
                  <a:pt x="317398" y="39884"/>
                  <a:pt x="315667" y="41256"/>
                  <a:pt x="314273" y="42964"/>
                </a:cubicBezTo>
                <a:cubicBezTo>
                  <a:pt x="312879" y="44673"/>
                  <a:pt x="311800" y="46663"/>
                  <a:pt x="311035" y="48934"/>
                </a:cubicBezTo>
                <a:cubicBezTo>
                  <a:pt x="310271" y="51204"/>
                  <a:pt x="309844" y="53576"/>
                  <a:pt x="309754" y="56049"/>
                </a:cubicBezTo>
                <a:lnTo>
                  <a:pt x="342669" y="56049"/>
                </a:lnTo>
                <a:close/>
                <a:moveTo>
                  <a:pt x="408410" y="75860"/>
                </a:moveTo>
                <a:cubicBezTo>
                  <a:pt x="408410" y="78966"/>
                  <a:pt x="407837" y="81734"/>
                  <a:pt x="406690" y="84165"/>
                </a:cubicBezTo>
                <a:cubicBezTo>
                  <a:pt x="405544" y="86594"/>
                  <a:pt x="403914" y="88642"/>
                  <a:pt x="401800" y="90309"/>
                </a:cubicBezTo>
                <a:cubicBezTo>
                  <a:pt x="399687" y="91974"/>
                  <a:pt x="397169" y="93234"/>
                  <a:pt x="394246" y="94088"/>
                </a:cubicBezTo>
                <a:cubicBezTo>
                  <a:pt x="391323" y="94944"/>
                  <a:pt x="388108" y="95372"/>
                  <a:pt x="384601" y="95372"/>
                </a:cubicBezTo>
                <a:cubicBezTo>
                  <a:pt x="382443" y="95372"/>
                  <a:pt x="380385" y="95203"/>
                  <a:pt x="378429" y="94866"/>
                </a:cubicBezTo>
                <a:cubicBezTo>
                  <a:pt x="376473" y="94529"/>
                  <a:pt x="374720" y="94101"/>
                  <a:pt x="373168" y="93584"/>
                </a:cubicBezTo>
                <a:cubicBezTo>
                  <a:pt x="371617" y="93067"/>
                  <a:pt x="370302" y="92528"/>
                  <a:pt x="369223" y="91966"/>
                </a:cubicBezTo>
                <a:cubicBezTo>
                  <a:pt x="368144" y="91404"/>
                  <a:pt x="367357" y="90898"/>
                  <a:pt x="366862" y="90448"/>
                </a:cubicBezTo>
                <a:cubicBezTo>
                  <a:pt x="366367" y="89998"/>
                  <a:pt x="366008" y="89369"/>
                  <a:pt x="365783" y="88559"/>
                </a:cubicBezTo>
                <a:cubicBezTo>
                  <a:pt x="365558" y="87750"/>
                  <a:pt x="365446" y="86648"/>
                  <a:pt x="365446" y="85254"/>
                </a:cubicBezTo>
                <a:cubicBezTo>
                  <a:pt x="365446" y="84400"/>
                  <a:pt x="365491" y="83681"/>
                  <a:pt x="365580" y="83096"/>
                </a:cubicBezTo>
                <a:cubicBezTo>
                  <a:pt x="365670" y="82512"/>
                  <a:pt x="365783" y="82039"/>
                  <a:pt x="365918" y="81680"/>
                </a:cubicBezTo>
                <a:cubicBezTo>
                  <a:pt x="366053" y="81320"/>
                  <a:pt x="366244" y="81061"/>
                  <a:pt x="366491" y="80904"/>
                </a:cubicBezTo>
                <a:cubicBezTo>
                  <a:pt x="366738" y="80747"/>
                  <a:pt x="367019" y="80668"/>
                  <a:pt x="367334" y="80668"/>
                </a:cubicBezTo>
                <a:cubicBezTo>
                  <a:pt x="367829" y="80668"/>
                  <a:pt x="368559" y="80972"/>
                  <a:pt x="369526" y="81579"/>
                </a:cubicBezTo>
                <a:cubicBezTo>
                  <a:pt x="370493" y="82186"/>
                  <a:pt x="371685" y="82849"/>
                  <a:pt x="373101" y="83568"/>
                </a:cubicBezTo>
                <a:cubicBezTo>
                  <a:pt x="374517" y="84288"/>
                  <a:pt x="376192" y="84951"/>
                  <a:pt x="378126" y="85558"/>
                </a:cubicBezTo>
                <a:cubicBezTo>
                  <a:pt x="380059" y="86165"/>
                  <a:pt x="382285" y="86469"/>
                  <a:pt x="384803" y="86469"/>
                </a:cubicBezTo>
                <a:cubicBezTo>
                  <a:pt x="386692" y="86469"/>
                  <a:pt x="388400" y="86266"/>
                  <a:pt x="389929" y="85862"/>
                </a:cubicBezTo>
                <a:cubicBezTo>
                  <a:pt x="391458" y="85455"/>
                  <a:pt x="392785" y="84858"/>
                  <a:pt x="393909" y="84070"/>
                </a:cubicBezTo>
                <a:cubicBezTo>
                  <a:pt x="395033" y="83282"/>
                  <a:pt x="395898" y="82279"/>
                  <a:pt x="396505" y="81062"/>
                </a:cubicBezTo>
                <a:cubicBezTo>
                  <a:pt x="397112" y="79845"/>
                  <a:pt x="397416" y="78404"/>
                  <a:pt x="397416" y="76737"/>
                </a:cubicBezTo>
                <a:cubicBezTo>
                  <a:pt x="397416" y="75027"/>
                  <a:pt x="396978" y="73587"/>
                  <a:pt x="396101" y="72416"/>
                </a:cubicBezTo>
                <a:cubicBezTo>
                  <a:pt x="395224" y="71246"/>
                  <a:pt x="394066" y="70211"/>
                  <a:pt x="392627" y="69311"/>
                </a:cubicBezTo>
                <a:cubicBezTo>
                  <a:pt x="391188" y="68411"/>
                  <a:pt x="389570" y="67612"/>
                  <a:pt x="387771" y="66915"/>
                </a:cubicBezTo>
                <a:cubicBezTo>
                  <a:pt x="385972" y="66217"/>
                  <a:pt x="384117" y="65485"/>
                  <a:pt x="382206" y="64721"/>
                </a:cubicBezTo>
                <a:cubicBezTo>
                  <a:pt x="380295" y="63955"/>
                  <a:pt x="378429" y="63088"/>
                  <a:pt x="376608" y="62120"/>
                </a:cubicBezTo>
                <a:cubicBezTo>
                  <a:pt x="374787" y="61152"/>
                  <a:pt x="373157" y="59970"/>
                  <a:pt x="371718" y="58575"/>
                </a:cubicBezTo>
                <a:cubicBezTo>
                  <a:pt x="370279" y="57179"/>
                  <a:pt x="369121" y="55514"/>
                  <a:pt x="368245" y="53579"/>
                </a:cubicBezTo>
                <a:cubicBezTo>
                  <a:pt x="367368" y="51644"/>
                  <a:pt x="366929" y="49326"/>
                  <a:pt x="366929" y="46626"/>
                </a:cubicBezTo>
                <a:cubicBezTo>
                  <a:pt x="366929" y="44240"/>
                  <a:pt x="367390" y="41956"/>
                  <a:pt x="368312" y="39773"/>
                </a:cubicBezTo>
                <a:cubicBezTo>
                  <a:pt x="369234" y="37590"/>
                  <a:pt x="370617" y="35677"/>
                  <a:pt x="372460" y="34034"/>
                </a:cubicBezTo>
                <a:cubicBezTo>
                  <a:pt x="374304" y="32390"/>
                  <a:pt x="376608" y="31073"/>
                  <a:pt x="379374" y="30084"/>
                </a:cubicBezTo>
                <a:cubicBezTo>
                  <a:pt x="382139" y="29093"/>
                  <a:pt x="385365" y="28598"/>
                  <a:pt x="389052" y="28598"/>
                </a:cubicBezTo>
                <a:cubicBezTo>
                  <a:pt x="390671" y="28598"/>
                  <a:pt x="392290" y="28735"/>
                  <a:pt x="393909" y="29009"/>
                </a:cubicBezTo>
                <a:cubicBezTo>
                  <a:pt x="395527" y="29283"/>
                  <a:pt x="396989" y="29625"/>
                  <a:pt x="398293" y="30036"/>
                </a:cubicBezTo>
                <a:cubicBezTo>
                  <a:pt x="399597" y="30446"/>
                  <a:pt x="400710" y="30891"/>
                  <a:pt x="401632" y="31370"/>
                </a:cubicBezTo>
                <a:cubicBezTo>
                  <a:pt x="402553" y="31849"/>
                  <a:pt x="403250" y="32271"/>
                  <a:pt x="403722" y="32636"/>
                </a:cubicBezTo>
                <a:cubicBezTo>
                  <a:pt x="404195" y="33002"/>
                  <a:pt x="404509" y="33319"/>
                  <a:pt x="404667" y="33589"/>
                </a:cubicBezTo>
                <a:cubicBezTo>
                  <a:pt x="404824" y="33859"/>
                  <a:pt x="404936" y="34162"/>
                  <a:pt x="405004" y="34500"/>
                </a:cubicBezTo>
                <a:cubicBezTo>
                  <a:pt x="405071" y="34837"/>
                  <a:pt x="405139" y="35253"/>
                  <a:pt x="405206" y="35748"/>
                </a:cubicBezTo>
                <a:cubicBezTo>
                  <a:pt x="405274" y="36242"/>
                  <a:pt x="405307" y="36849"/>
                  <a:pt x="405307" y="37569"/>
                </a:cubicBezTo>
                <a:cubicBezTo>
                  <a:pt x="405307" y="38333"/>
                  <a:pt x="405274" y="38996"/>
                  <a:pt x="405206" y="39558"/>
                </a:cubicBezTo>
                <a:cubicBezTo>
                  <a:pt x="405139" y="40120"/>
                  <a:pt x="405026" y="40581"/>
                  <a:pt x="404869" y="40941"/>
                </a:cubicBezTo>
                <a:cubicBezTo>
                  <a:pt x="404712" y="41301"/>
                  <a:pt x="404521" y="41559"/>
                  <a:pt x="404296" y="41717"/>
                </a:cubicBezTo>
                <a:cubicBezTo>
                  <a:pt x="404071" y="41874"/>
                  <a:pt x="403824" y="41953"/>
                  <a:pt x="403554" y="41953"/>
                </a:cubicBezTo>
                <a:cubicBezTo>
                  <a:pt x="403149" y="41953"/>
                  <a:pt x="402565" y="41702"/>
                  <a:pt x="401800" y="41200"/>
                </a:cubicBezTo>
                <a:cubicBezTo>
                  <a:pt x="401036" y="40699"/>
                  <a:pt x="400046" y="40163"/>
                  <a:pt x="398832" y="39592"/>
                </a:cubicBezTo>
                <a:cubicBezTo>
                  <a:pt x="397618" y="39022"/>
                  <a:pt x="396191" y="38486"/>
                  <a:pt x="394549" y="37984"/>
                </a:cubicBezTo>
                <a:cubicBezTo>
                  <a:pt x="392908" y="37482"/>
                  <a:pt x="391031" y="37231"/>
                  <a:pt x="388918" y="37231"/>
                </a:cubicBezTo>
                <a:cubicBezTo>
                  <a:pt x="387029" y="37231"/>
                  <a:pt x="385365" y="37446"/>
                  <a:pt x="383926" y="37874"/>
                </a:cubicBezTo>
                <a:cubicBezTo>
                  <a:pt x="382487" y="38301"/>
                  <a:pt x="381307" y="38909"/>
                  <a:pt x="380385" y="39697"/>
                </a:cubicBezTo>
                <a:cubicBezTo>
                  <a:pt x="379464" y="40486"/>
                  <a:pt x="378767" y="41421"/>
                  <a:pt x="378294" y="42503"/>
                </a:cubicBezTo>
                <a:cubicBezTo>
                  <a:pt x="377822" y="43583"/>
                  <a:pt x="377586" y="44755"/>
                  <a:pt x="377586" y="46017"/>
                </a:cubicBezTo>
                <a:cubicBezTo>
                  <a:pt x="377586" y="47772"/>
                  <a:pt x="378036" y="49246"/>
                  <a:pt x="378935" y="50439"/>
                </a:cubicBezTo>
                <a:cubicBezTo>
                  <a:pt x="379835" y="51632"/>
                  <a:pt x="381004" y="52678"/>
                  <a:pt x="382443" y="53579"/>
                </a:cubicBezTo>
                <a:cubicBezTo>
                  <a:pt x="383881" y="54478"/>
                  <a:pt x="385523" y="55289"/>
                  <a:pt x="387366" y="56009"/>
                </a:cubicBezTo>
                <a:cubicBezTo>
                  <a:pt x="389210" y="56729"/>
                  <a:pt x="391087" y="57471"/>
                  <a:pt x="392998" y="58237"/>
                </a:cubicBezTo>
                <a:cubicBezTo>
                  <a:pt x="394909" y="59002"/>
                  <a:pt x="396798" y="59857"/>
                  <a:pt x="398664" y="60802"/>
                </a:cubicBezTo>
                <a:cubicBezTo>
                  <a:pt x="400530" y="61748"/>
                  <a:pt x="402182" y="62896"/>
                  <a:pt x="403621" y="64246"/>
                </a:cubicBezTo>
                <a:cubicBezTo>
                  <a:pt x="405060" y="65597"/>
                  <a:pt x="406218" y="67218"/>
                  <a:pt x="407095" y="69109"/>
                </a:cubicBezTo>
                <a:cubicBezTo>
                  <a:pt x="407972" y="70999"/>
                  <a:pt x="408410" y="73249"/>
                  <a:pt x="408410" y="758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button">
            <a:extLst xmlns:a="http://schemas.openxmlformats.org/drawingml/2006/main">
              <a:ext uri="{FF2B5EF4-FFF2-40B4-BE49-F238E27FC236}">
                <a16:creationId xmlns:a16="http://schemas.microsoft.com/office/drawing/2014/main" id="{917E48BB-BD66-4CB5-A2B2-AF2A8185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200" y="2791184"/>
            <a:ext cx="359206" cy="95372"/>
          </a:xfrm>
          <a:custGeom xmlns:a="http://schemas.openxmlformats.org/drawingml/2006/main">
            <a:pathLst>
              <a:path w="359206" h="95372">
                <a:moveTo>
                  <a:pt x="55847" y="61209"/>
                </a:moveTo>
                <a:cubicBezTo>
                  <a:pt x="55847" y="66474"/>
                  <a:pt x="55274" y="71211"/>
                  <a:pt x="54127" y="75420"/>
                </a:cubicBezTo>
                <a:cubicBezTo>
                  <a:pt x="52981" y="79628"/>
                  <a:pt x="51294" y="83218"/>
                  <a:pt x="49069" y="86190"/>
                </a:cubicBezTo>
                <a:cubicBezTo>
                  <a:pt x="46843" y="89161"/>
                  <a:pt x="44111" y="91434"/>
                  <a:pt x="40874" y="93009"/>
                </a:cubicBezTo>
                <a:cubicBezTo>
                  <a:pt x="37636" y="94584"/>
                  <a:pt x="33926" y="95372"/>
                  <a:pt x="29745" y="95372"/>
                </a:cubicBezTo>
                <a:cubicBezTo>
                  <a:pt x="27811" y="95372"/>
                  <a:pt x="26024" y="95180"/>
                  <a:pt x="24383" y="94796"/>
                </a:cubicBezTo>
                <a:cubicBezTo>
                  <a:pt x="22741" y="94414"/>
                  <a:pt x="21134" y="93796"/>
                  <a:pt x="19560" y="92941"/>
                </a:cubicBezTo>
                <a:cubicBezTo>
                  <a:pt x="17986" y="92086"/>
                  <a:pt x="16412" y="91005"/>
                  <a:pt x="14839" y="89700"/>
                </a:cubicBezTo>
                <a:cubicBezTo>
                  <a:pt x="13265" y="88394"/>
                  <a:pt x="11601" y="86819"/>
                  <a:pt x="9847" y="84974"/>
                </a:cubicBezTo>
                <a:lnTo>
                  <a:pt x="9847" y="92349"/>
                </a:lnTo>
                <a:cubicBezTo>
                  <a:pt x="9847" y="92706"/>
                  <a:pt x="9758" y="93019"/>
                  <a:pt x="9578" y="93287"/>
                </a:cubicBezTo>
                <a:cubicBezTo>
                  <a:pt x="9398" y="93556"/>
                  <a:pt x="9106" y="93768"/>
                  <a:pt x="8701" y="93926"/>
                </a:cubicBezTo>
                <a:cubicBezTo>
                  <a:pt x="8296" y="94082"/>
                  <a:pt x="7790" y="94204"/>
                  <a:pt x="7183" y="94293"/>
                </a:cubicBezTo>
                <a:cubicBezTo>
                  <a:pt x="6576" y="94382"/>
                  <a:pt x="5801" y="94427"/>
                  <a:pt x="4856" y="94427"/>
                </a:cubicBezTo>
                <a:cubicBezTo>
                  <a:pt x="3957" y="94427"/>
                  <a:pt x="3193" y="94382"/>
                  <a:pt x="2563" y="94293"/>
                </a:cubicBezTo>
                <a:cubicBezTo>
                  <a:pt x="1934" y="94203"/>
                  <a:pt x="1416" y="94079"/>
                  <a:pt x="1012" y="93922"/>
                </a:cubicBezTo>
                <a:cubicBezTo>
                  <a:pt x="607" y="93764"/>
                  <a:pt x="337" y="93551"/>
                  <a:pt x="202" y="93281"/>
                </a:cubicBezTo>
                <a:cubicBezTo>
                  <a:pt x="67" y="93010"/>
                  <a:pt x="0" y="92694"/>
                  <a:pt x="0" y="92334"/>
                </a:cubicBezTo>
                <a:lnTo>
                  <a:pt x="0" y="2160"/>
                </a:lnTo>
                <a:cubicBezTo>
                  <a:pt x="0" y="1801"/>
                  <a:pt x="79" y="1486"/>
                  <a:pt x="236" y="1216"/>
                </a:cubicBezTo>
                <a:cubicBezTo>
                  <a:pt x="393" y="945"/>
                  <a:pt x="686" y="719"/>
                  <a:pt x="1113" y="540"/>
                </a:cubicBezTo>
                <a:cubicBezTo>
                  <a:pt x="1540" y="360"/>
                  <a:pt x="2113" y="225"/>
                  <a:pt x="2833" y="135"/>
                </a:cubicBezTo>
                <a:cubicBezTo>
                  <a:pt x="3552" y="45"/>
                  <a:pt x="4452" y="0"/>
                  <a:pt x="5531" y="0"/>
                </a:cubicBezTo>
                <a:cubicBezTo>
                  <a:pt x="6655" y="0"/>
                  <a:pt x="7577" y="45"/>
                  <a:pt x="8296" y="135"/>
                </a:cubicBezTo>
                <a:cubicBezTo>
                  <a:pt x="9016" y="225"/>
                  <a:pt x="9578" y="360"/>
                  <a:pt x="9982" y="542"/>
                </a:cubicBezTo>
                <a:cubicBezTo>
                  <a:pt x="10387" y="722"/>
                  <a:pt x="10679" y="947"/>
                  <a:pt x="10859" y="1218"/>
                </a:cubicBezTo>
                <a:cubicBezTo>
                  <a:pt x="11039" y="1488"/>
                  <a:pt x="11129" y="1803"/>
                  <a:pt x="11129" y="2163"/>
                </a:cubicBezTo>
                <a:lnTo>
                  <a:pt x="11129" y="38591"/>
                </a:lnTo>
                <a:cubicBezTo>
                  <a:pt x="12928" y="36746"/>
                  <a:pt x="14670" y="35193"/>
                  <a:pt x="16356" y="33933"/>
                </a:cubicBezTo>
                <a:cubicBezTo>
                  <a:pt x="18042" y="32672"/>
                  <a:pt x="19695" y="31649"/>
                  <a:pt x="21314" y="30862"/>
                </a:cubicBezTo>
                <a:cubicBezTo>
                  <a:pt x="22932" y="30073"/>
                  <a:pt x="24551" y="29499"/>
                  <a:pt x="26170" y="29140"/>
                </a:cubicBezTo>
                <a:cubicBezTo>
                  <a:pt x="27789" y="28779"/>
                  <a:pt x="29497" y="28598"/>
                  <a:pt x="31296" y="28598"/>
                </a:cubicBezTo>
                <a:cubicBezTo>
                  <a:pt x="35703" y="28598"/>
                  <a:pt x="39468" y="29476"/>
                  <a:pt x="42594" y="31233"/>
                </a:cubicBezTo>
                <a:cubicBezTo>
                  <a:pt x="45719" y="32988"/>
                  <a:pt x="48259" y="35339"/>
                  <a:pt x="50215" y="38287"/>
                </a:cubicBezTo>
                <a:cubicBezTo>
                  <a:pt x="52171" y="41235"/>
                  <a:pt x="53599" y="44690"/>
                  <a:pt x="54498" y="48651"/>
                </a:cubicBezTo>
                <a:cubicBezTo>
                  <a:pt x="55397" y="52611"/>
                  <a:pt x="55847" y="56797"/>
                  <a:pt x="55847" y="61209"/>
                </a:cubicBezTo>
                <a:moveTo>
                  <a:pt x="44111" y="62491"/>
                </a:moveTo>
                <a:cubicBezTo>
                  <a:pt x="44111" y="59384"/>
                  <a:pt x="43875" y="56367"/>
                  <a:pt x="43403" y="53440"/>
                </a:cubicBezTo>
                <a:cubicBezTo>
                  <a:pt x="42931" y="50513"/>
                  <a:pt x="42110" y="47924"/>
                  <a:pt x="40941" y="45673"/>
                </a:cubicBezTo>
                <a:cubicBezTo>
                  <a:pt x="39772" y="43422"/>
                  <a:pt x="38221" y="41610"/>
                  <a:pt x="36287" y="40237"/>
                </a:cubicBezTo>
                <a:cubicBezTo>
                  <a:pt x="34354" y="38863"/>
                  <a:pt x="31948" y="38176"/>
                  <a:pt x="29070" y="38176"/>
                </a:cubicBezTo>
                <a:cubicBezTo>
                  <a:pt x="27631" y="38176"/>
                  <a:pt x="26215" y="38379"/>
                  <a:pt x="24821" y="38785"/>
                </a:cubicBezTo>
                <a:cubicBezTo>
                  <a:pt x="23427" y="39189"/>
                  <a:pt x="22011" y="39865"/>
                  <a:pt x="20572" y="40810"/>
                </a:cubicBezTo>
                <a:cubicBezTo>
                  <a:pt x="19133" y="41756"/>
                  <a:pt x="17638" y="42972"/>
                  <a:pt x="16086" y="44459"/>
                </a:cubicBezTo>
                <a:cubicBezTo>
                  <a:pt x="14535" y="45946"/>
                  <a:pt x="12883" y="47815"/>
                  <a:pt x="11129" y="50068"/>
                </a:cubicBezTo>
                <a:lnTo>
                  <a:pt x="11129" y="74307"/>
                </a:lnTo>
                <a:cubicBezTo>
                  <a:pt x="14187" y="78046"/>
                  <a:pt x="17109" y="80896"/>
                  <a:pt x="19897" y="82856"/>
                </a:cubicBezTo>
                <a:cubicBezTo>
                  <a:pt x="22685" y="84815"/>
                  <a:pt x="25585" y="85794"/>
                  <a:pt x="28598" y="85794"/>
                </a:cubicBezTo>
                <a:cubicBezTo>
                  <a:pt x="31386" y="85794"/>
                  <a:pt x="33769" y="85119"/>
                  <a:pt x="35748" y="83769"/>
                </a:cubicBezTo>
                <a:cubicBezTo>
                  <a:pt x="37726" y="82417"/>
                  <a:pt x="39334" y="80627"/>
                  <a:pt x="40570" y="78398"/>
                </a:cubicBezTo>
                <a:cubicBezTo>
                  <a:pt x="41807" y="76169"/>
                  <a:pt x="42706" y="73670"/>
                  <a:pt x="43268" y="70901"/>
                </a:cubicBezTo>
                <a:cubicBezTo>
                  <a:pt x="43830" y="68131"/>
                  <a:pt x="44111" y="65328"/>
                  <a:pt x="44111" y="62491"/>
                </a:cubicBezTo>
                <a:close/>
                <a:moveTo>
                  <a:pt x="124522" y="92337"/>
                </a:moveTo>
                <a:cubicBezTo>
                  <a:pt x="124522" y="92696"/>
                  <a:pt x="124443" y="93000"/>
                  <a:pt x="124286" y="93247"/>
                </a:cubicBezTo>
                <a:cubicBezTo>
                  <a:pt x="124128" y="93494"/>
                  <a:pt x="123847" y="93708"/>
                  <a:pt x="123443" y="93888"/>
                </a:cubicBezTo>
                <a:cubicBezTo>
                  <a:pt x="123038" y="94068"/>
                  <a:pt x="122510" y="94203"/>
                  <a:pt x="121858" y="94293"/>
                </a:cubicBezTo>
                <a:cubicBezTo>
                  <a:pt x="121206" y="94382"/>
                  <a:pt x="120408" y="94427"/>
                  <a:pt x="119463" y="94427"/>
                </a:cubicBezTo>
                <a:cubicBezTo>
                  <a:pt x="118429" y="94427"/>
                  <a:pt x="117586" y="94382"/>
                  <a:pt x="116934" y="94293"/>
                </a:cubicBezTo>
                <a:cubicBezTo>
                  <a:pt x="116282" y="94203"/>
                  <a:pt x="115765" y="94068"/>
                  <a:pt x="115383" y="93888"/>
                </a:cubicBezTo>
                <a:cubicBezTo>
                  <a:pt x="115000" y="93708"/>
                  <a:pt x="114742" y="93494"/>
                  <a:pt x="114607" y="93247"/>
                </a:cubicBezTo>
                <a:cubicBezTo>
                  <a:pt x="114472" y="93000"/>
                  <a:pt x="114405" y="92696"/>
                  <a:pt x="114405" y="92337"/>
                </a:cubicBezTo>
                <a:lnTo>
                  <a:pt x="114405" y="84310"/>
                </a:lnTo>
                <a:cubicBezTo>
                  <a:pt x="110942" y="88156"/>
                  <a:pt x="107525" y="90962"/>
                  <a:pt x="104153" y="92726"/>
                </a:cubicBezTo>
                <a:cubicBezTo>
                  <a:pt x="100780" y="94490"/>
                  <a:pt x="97363" y="95372"/>
                  <a:pt x="93900" y="95372"/>
                </a:cubicBezTo>
                <a:cubicBezTo>
                  <a:pt x="89854" y="95372"/>
                  <a:pt x="86447" y="94697"/>
                  <a:pt x="83682" y="93346"/>
                </a:cubicBezTo>
                <a:cubicBezTo>
                  <a:pt x="80917" y="91996"/>
                  <a:pt x="78680" y="90162"/>
                  <a:pt x="76971" y="87845"/>
                </a:cubicBezTo>
                <a:cubicBezTo>
                  <a:pt x="75262" y="85526"/>
                  <a:pt x="74037" y="82826"/>
                  <a:pt x="73295" y="79743"/>
                </a:cubicBezTo>
                <a:cubicBezTo>
                  <a:pt x="72553" y="76658"/>
                  <a:pt x="72182" y="72911"/>
                  <a:pt x="72182" y="68500"/>
                </a:cubicBezTo>
                <a:lnTo>
                  <a:pt x="72182" y="31635"/>
                </a:lnTo>
                <a:cubicBezTo>
                  <a:pt x="72182" y="31276"/>
                  <a:pt x="72261" y="30972"/>
                  <a:pt x="72418" y="30725"/>
                </a:cubicBezTo>
                <a:cubicBezTo>
                  <a:pt x="72576" y="30476"/>
                  <a:pt x="72879" y="30251"/>
                  <a:pt x="73329" y="30048"/>
                </a:cubicBezTo>
                <a:cubicBezTo>
                  <a:pt x="73778" y="29846"/>
                  <a:pt x="74363" y="29711"/>
                  <a:pt x="75082" y="29643"/>
                </a:cubicBezTo>
                <a:cubicBezTo>
                  <a:pt x="75802" y="29576"/>
                  <a:pt x="76701" y="29542"/>
                  <a:pt x="77780" y="29542"/>
                </a:cubicBezTo>
                <a:cubicBezTo>
                  <a:pt x="78859" y="29542"/>
                  <a:pt x="79759" y="29576"/>
                  <a:pt x="80478" y="29643"/>
                </a:cubicBezTo>
                <a:cubicBezTo>
                  <a:pt x="81198" y="29711"/>
                  <a:pt x="81771" y="29846"/>
                  <a:pt x="82198" y="30048"/>
                </a:cubicBezTo>
                <a:cubicBezTo>
                  <a:pt x="82625" y="30251"/>
                  <a:pt x="82929" y="30476"/>
                  <a:pt x="83109" y="30725"/>
                </a:cubicBezTo>
                <a:cubicBezTo>
                  <a:pt x="83289" y="30972"/>
                  <a:pt x="83379" y="31276"/>
                  <a:pt x="83379" y="31635"/>
                </a:cubicBezTo>
                <a:lnTo>
                  <a:pt x="83379" y="67020"/>
                </a:lnTo>
                <a:cubicBezTo>
                  <a:pt x="83379" y="70577"/>
                  <a:pt x="83637" y="73424"/>
                  <a:pt x="84154" y="75563"/>
                </a:cubicBezTo>
                <a:cubicBezTo>
                  <a:pt x="84671" y="77702"/>
                  <a:pt x="85458" y="79526"/>
                  <a:pt x="86515" y="81035"/>
                </a:cubicBezTo>
                <a:cubicBezTo>
                  <a:pt x="87572" y="82543"/>
                  <a:pt x="88909" y="83713"/>
                  <a:pt x="90528" y="84546"/>
                </a:cubicBezTo>
                <a:cubicBezTo>
                  <a:pt x="92147" y="85378"/>
                  <a:pt x="94035" y="85794"/>
                  <a:pt x="96194" y="85794"/>
                </a:cubicBezTo>
                <a:cubicBezTo>
                  <a:pt x="98982" y="85794"/>
                  <a:pt x="101758" y="84799"/>
                  <a:pt x="104524" y="82809"/>
                </a:cubicBezTo>
                <a:cubicBezTo>
                  <a:pt x="107289" y="80820"/>
                  <a:pt x="110223" y="77903"/>
                  <a:pt x="113325" y="74058"/>
                </a:cubicBezTo>
                <a:lnTo>
                  <a:pt x="113325" y="31633"/>
                </a:lnTo>
                <a:cubicBezTo>
                  <a:pt x="113325" y="31273"/>
                  <a:pt x="113404" y="30970"/>
                  <a:pt x="113562" y="30723"/>
                </a:cubicBezTo>
                <a:cubicBezTo>
                  <a:pt x="113719" y="30475"/>
                  <a:pt x="114022" y="30251"/>
                  <a:pt x="114472" y="30048"/>
                </a:cubicBezTo>
                <a:cubicBezTo>
                  <a:pt x="114922" y="29846"/>
                  <a:pt x="115495" y="29711"/>
                  <a:pt x="116192" y="29643"/>
                </a:cubicBezTo>
                <a:cubicBezTo>
                  <a:pt x="116889" y="29576"/>
                  <a:pt x="117800" y="29542"/>
                  <a:pt x="118924" y="29542"/>
                </a:cubicBezTo>
                <a:cubicBezTo>
                  <a:pt x="120003" y="29542"/>
                  <a:pt x="120902" y="29576"/>
                  <a:pt x="121622" y="29643"/>
                </a:cubicBezTo>
                <a:cubicBezTo>
                  <a:pt x="122341" y="29711"/>
                  <a:pt x="122903" y="29846"/>
                  <a:pt x="123308" y="30048"/>
                </a:cubicBezTo>
                <a:cubicBezTo>
                  <a:pt x="123713" y="30251"/>
                  <a:pt x="124016" y="30475"/>
                  <a:pt x="124218" y="30723"/>
                </a:cubicBezTo>
                <a:cubicBezTo>
                  <a:pt x="124421" y="30970"/>
                  <a:pt x="124522" y="31273"/>
                  <a:pt x="124522" y="31633"/>
                </a:cubicBezTo>
                <a:lnTo>
                  <a:pt x="124522" y="92337"/>
                </a:lnTo>
                <a:close/>
                <a:moveTo>
                  <a:pt x="176882" y="87952"/>
                </a:moveTo>
                <a:cubicBezTo>
                  <a:pt x="176882" y="89256"/>
                  <a:pt x="176793" y="90291"/>
                  <a:pt x="176613" y="91055"/>
                </a:cubicBezTo>
                <a:cubicBezTo>
                  <a:pt x="176433" y="91819"/>
                  <a:pt x="176163" y="92382"/>
                  <a:pt x="175803" y="92741"/>
                </a:cubicBezTo>
                <a:cubicBezTo>
                  <a:pt x="175444" y="93101"/>
                  <a:pt x="174904" y="93438"/>
                  <a:pt x="174185" y="93753"/>
                </a:cubicBezTo>
                <a:cubicBezTo>
                  <a:pt x="173465" y="94068"/>
                  <a:pt x="172644" y="94326"/>
                  <a:pt x="171723" y="94529"/>
                </a:cubicBezTo>
                <a:cubicBezTo>
                  <a:pt x="170801" y="94731"/>
                  <a:pt x="169823" y="94900"/>
                  <a:pt x="168789" y="95034"/>
                </a:cubicBezTo>
                <a:cubicBezTo>
                  <a:pt x="167754" y="95169"/>
                  <a:pt x="166720" y="95237"/>
                  <a:pt x="165686" y="95237"/>
                </a:cubicBezTo>
                <a:cubicBezTo>
                  <a:pt x="162538" y="95237"/>
                  <a:pt x="159841" y="94820"/>
                  <a:pt x="157592" y="93987"/>
                </a:cubicBezTo>
                <a:cubicBezTo>
                  <a:pt x="155344" y="93152"/>
                  <a:pt x="153500" y="91890"/>
                  <a:pt x="152062" y="90199"/>
                </a:cubicBezTo>
                <a:cubicBezTo>
                  <a:pt x="150623" y="88509"/>
                  <a:pt x="149577" y="86368"/>
                  <a:pt x="148925" y="83777"/>
                </a:cubicBezTo>
                <a:cubicBezTo>
                  <a:pt x="148273" y="81186"/>
                  <a:pt x="147947" y="78132"/>
                  <a:pt x="147947" y="74617"/>
                </a:cubicBezTo>
                <a:lnTo>
                  <a:pt x="147947" y="39052"/>
                </a:lnTo>
                <a:lnTo>
                  <a:pt x="139449" y="39052"/>
                </a:lnTo>
                <a:cubicBezTo>
                  <a:pt x="138774" y="39052"/>
                  <a:pt x="138235" y="38693"/>
                  <a:pt x="137830" y="37973"/>
                </a:cubicBezTo>
                <a:cubicBezTo>
                  <a:pt x="137425" y="37254"/>
                  <a:pt x="137223" y="36085"/>
                  <a:pt x="137223" y="34466"/>
                </a:cubicBezTo>
                <a:cubicBezTo>
                  <a:pt x="137223" y="33612"/>
                  <a:pt x="137279" y="32892"/>
                  <a:pt x="137392" y="32308"/>
                </a:cubicBezTo>
                <a:cubicBezTo>
                  <a:pt x="137504" y="31723"/>
                  <a:pt x="137650" y="31240"/>
                  <a:pt x="137830" y="30858"/>
                </a:cubicBezTo>
                <a:cubicBezTo>
                  <a:pt x="138010" y="30475"/>
                  <a:pt x="138246" y="30206"/>
                  <a:pt x="138538" y="30048"/>
                </a:cubicBezTo>
                <a:cubicBezTo>
                  <a:pt x="138830" y="29891"/>
                  <a:pt x="139156" y="29812"/>
                  <a:pt x="139516" y="29812"/>
                </a:cubicBezTo>
                <a:lnTo>
                  <a:pt x="147947" y="29812"/>
                </a:lnTo>
                <a:lnTo>
                  <a:pt x="147947" y="15378"/>
                </a:lnTo>
                <a:cubicBezTo>
                  <a:pt x="147947" y="15063"/>
                  <a:pt x="148026" y="14771"/>
                  <a:pt x="148183" y="14501"/>
                </a:cubicBezTo>
                <a:cubicBezTo>
                  <a:pt x="148341" y="14232"/>
                  <a:pt x="148633" y="13995"/>
                  <a:pt x="149060" y="13793"/>
                </a:cubicBezTo>
                <a:cubicBezTo>
                  <a:pt x="149487" y="13591"/>
                  <a:pt x="150061" y="13445"/>
                  <a:pt x="150780" y="13355"/>
                </a:cubicBezTo>
                <a:cubicBezTo>
                  <a:pt x="151499" y="13265"/>
                  <a:pt x="152399" y="13220"/>
                  <a:pt x="153478" y="13220"/>
                </a:cubicBezTo>
                <a:cubicBezTo>
                  <a:pt x="154602" y="13220"/>
                  <a:pt x="155524" y="13265"/>
                  <a:pt x="156243" y="13355"/>
                </a:cubicBezTo>
                <a:cubicBezTo>
                  <a:pt x="156963" y="13445"/>
                  <a:pt x="157525" y="13591"/>
                  <a:pt x="157930" y="13793"/>
                </a:cubicBezTo>
                <a:cubicBezTo>
                  <a:pt x="158334" y="13995"/>
                  <a:pt x="158627" y="14232"/>
                  <a:pt x="158806" y="14501"/>
                </a:cubicBezTo>
                <a:cubicBezTo>
                  <a:pt x="158986" y="14771"/>
                  <a:pt x="159076" y="15063"/>
                  <a:pt x="159076" y="15378"/>
                </a:cubicBezTo>
                <a:lnTo>
                  <a:pt x="159076" y="29812"/>
                </a:lnTo>
                <a:lnTo>
                  <a:pt x="174657" y="29812"/>
                </a:lnTo>
                <a:cubicBezTo>
                  <a:pt x="175016" y="29812"/>
                  <a:pt x="175331" y="29891"/>
                  <a:pt x="175601" y="30048"/>
                </a:cubicBezTo>
                <a:cubicBezTo>
                  <a:pt x="175871" y="30206"/>
                  <a:pt x="176107" y="30475"/>
                  <a:pt x="176309" y="30858"/>
                </a:cubicBezTo>
                <a:cubicBezTo>
                  <a:pt x="176512" y="31240"/>
                  <a:pt x="176658" y="31723"/>
                  <a:pt x="176748" y="32308"/>
                </a:cubicBezTo>
                <a:cubicBezTo>
                  <a:pt x="176838" y="32892"/>
                  <a:pt x="176882" y="33612"/>
                  <a:pt x="176882" y="34466"/>
                </a:cubicBezTo>
                <a:cubicBezTo>
                  <a:pt x="176882" y="36085"/>
                  <a:pt x="176680" y="37254"/>
                  <a:pt x="176275" y="37973"/>
                </a:cubicBezTo>
                <a:cubicBezTo>
                  <a:pt x="175871" y="38693"/>
                  <a:pt x="175331" y="39052"/>
                  <a:pt x="174657" y="39052"/>
                </a:cubicBezTo>
                <a:lnTo>
                  <a:pt x="159076" y="39052"/>
                </a:lnTo>
                <a:lnTo>
                  <a:pt x="159076" y="73011"/>
                </a:lnTo>
                <a:cubicBezTo>
                  <a:pt x="159076" y="77204"/>
                  <a:pt x="159694" y="80372"/>
                  <a:pt x="160931" y="82514"/>
                </a:cubicBezTo>
                <a:cubicBezTo>
                  <a:pt x="162168" y="84656"/>
                  <a:pt x="164382" y="85727"/>
                  <a:pt x="167575" y="85727"/>
                </a:cubicBezTo>
                <a:cubicBezTo>
                  <a:pt x="168609" y="85727"/>
                  <a:pt x="169531" y="85625"/>
                  <a:pt x="170340" y="85423"/>
                </a:cubicBezTo>
                <a:cubicBezTo>
                  <a:pt x="171149" y="85221"/>
                  <a:pt x="171869" y="85007"/>
                  <a:pt x="172498" y="84782"/>
                </a:cubicBezTo>
                <a:cubicBezTo>
                  <a:pt x="173128" y="84558"/>
                  <a:pt x="173667" y="84344"/>
                  <a:pt x="174117" y="84142"/>
                </a:cubicBezTo>
                <a:cubicBezTo>
                  <a:pt x="174567" y="83939"/>
                  <a:pt x="174971" y="83838"/>
                  <a:pt x="175331" y="83838"/>
                </a:cubicBezTo>
                <a:cubicBezTo>
                  <a:pt x="175556" y="83838"/>
                  <a:pt x="175770" y="83894"/>
                  <a:pt x="175972" y="84007"/>
                </a:cubicBezTo>
                <a:cubicBezTo>
                  <a:pt x="176174" y="84119"/>
                  <a:pt x="176332" y="84333"/>
                  <a:pt x="176444" y="84647"/>
                </a:cubicBezTo>
                <a:cubicBezTo>
                  <a:pt x="176556" y="84962"/>
                  <a:pt x="176658" y="85389"/>
                  <a:pt x="176748" y="85929"/>
                </a:cubicBezTo>
                <a:cubicBezTo>
                  <a:pt x="176838" y="86469"/>
                  <a:pt x="176882" y="87143"/>
                  <a:pt x="176882" y="87952"/>
                </a:cubicBezTo>
                <a:close/>
                <a:moveTo>
                  <a:pt x="221085" y="87952"/>
                </a:moveTo>
                <a:cubicBezTo>
                  <a:pt x="221085" y="89256"/>
                  <a:pt x="220995" y="90291"/>
                  <a:pt x="220816" y="91055"/>
                </a:cubicBezTo>
                <a:cubicBezTo>
                  <a:pt x="220636" y="91819"/>
                  <a:pt x="220366" y="92382"/>
                  <a:pt x="220006" y="92741"/>
                </a:cubicBezTo>
                <a:cubicBezTo>
                  <a:pt x="219647" y="93101"/>
                  <a:pt x="219107" y="93438"/>
                  <a:pt x="218387" y="93753"/>
                </a:cubicBezTo>
                <a:cubicBezTo>
                  <a:pt x="217668" y="94068"/>
                  <a:pt x="216847" y="94326"/>
                  <a:pt x="215926" y="94529"/>
                </a:cubicBezTo>
                <a:cubicBezTo>
                  <a:pt x="215004" y="94731"/>
                  <a:pt x="214026" y="94900"/>
                  <a:pt x="212992" y="95034"/>
                </a:cubicBezTo>
                <a:cubicBezTo>
                  <a:pt x="211957" y="95169"/>
                  <a:pt x="210923" y="95237"/>
                  <a:pt x="209889" y="95237"/>
                </a:cubicBezTo>
                <a:cubicBezTo>
                  <a:pt x="206741" y="95237"/>
                  <a:pt x="204044" y="94820"/>
                  <a:pt x="201795" y="93987"/>
                </a:cubicBezTo>
                <a:cubicBezTo>
                  <a:pt x="199547" y="93152"/>
                  <a:pt x="197703" y="91890"/>
                  <a:pt x="196265" y="90199"/>
                </a:cubicBezTo>
                <a:cubicBezTo>
                  <a:pt x="194826" y="88509"/>
                  <a:pt x="193780" y="86368"/>
                  <a:pt x="193128" y="83777"/>
                </a:cubicBezTo>
                <a:cubicBezTo>
                  <a:pt x="192476" y="81186"/>
                  <a:pt x="192150" y="78132"/>
                  <a:pt x="192150" y="74617"/>
                </a:cubicBezTo>
                <a:lnTo>
                  <a:pt x="192150" y="39052"/>
                </a:lnTo>
                <a:lnTo>
                  <a:pt x="183652" y="39052"/>
                </a:lnTo>
                <a:cubicBezTo>
                  <a:pt x="182977" y="39052"/>
                  <a:pt x="182438" y="38693"/>
                  <a:pt x="182033" y="37973"/>
                </a:cubicBezTo>
                <a:cubicBezTo>
                  <a:pt x="181628" y="37254"/>
                  <a:pt x="181426" y="36085"/>
                  <a:pt x="181426" y="34466"/>
                </a:cubicBezTo>
                <a:cubicBezTo>
                  <a:pt x="181426" y="33612"/>
                  <a:pt x="181482" y="32892"/>
                  <a:pt x="181595" y="32308"/>
                </a:cubicBezTo>
                <a:cubicBezTo>
                  <a:pt x="181707" y="31723"/>
                  <a:pt x="181853" y="31240"/>
                  <a:pt x="182033" y="30858"/>
                </a:cubicBezTo>
                <a:cubicBezTo>
                  <a:pt x="182213" y="30475"/>
                  <a:pt x="182449" y="30206"/>
                  <a:pt x="182741" y="30048"/>
                </a:cubicBezTo>
                <a:cubicBezTo>
                  <a:pt x="183033" y="29891"/>
                  <a:pt x="183359" y="29812"/>
                  <a:pt x="183719" y="29812"/>
                </a:cubicBezTo>
                <a:lnTo>
                  <a:pt x="192150" y="29812"/>
                </a:lnTo>
                <a:lnTo>
                  <a:pt x="192150" y="15378"/>
                </a:lnTo>
                <a:cubicBezTo>
                  <a:pt x="192150" y="15063"/>
                  <a:pt x="192229" y="14771"/>
                  <a:pt x="192386" y="14501"/>
                </a:cubicBezTo>
                <a:cubicBezTo>
                  <a:pt x="192544" y="14232"/>
                  <a:pt x="192836" y="13995"/>
                  <a:pt x="193263" y="13793"/>
                </a:cubicBezTo>
                <a:cubicBezTo>
                  <a:pt x="193690" y="13591"/>
                  <a:pt x="194264" y="13445"/>
                  <a:pt x="194983" y="13355"/>
                </a:cubicBezTo>
                <a:cubicBezTo>
                  <a:pt x="195702" y="13265"/>
                  <a:pt x="196602" y="13220"/>
                  <a:pt x="197681" y="13220"/>
                </a:cubicBezTo>
                <a:cubicBezTo>
                  <a:pt x="198805" y="13220"/>
                  <a:pt x="199727" y="13265"/>
                  <a:pt x="200446" y="13355"/>
                </a:cubicBezTo>
                <a:cubicBezTo>
                  <a:pt x="201166" y="13445"/>
                  <a:pt x="201728" y="13591"/>
                  <a:pt x="202132" y="13793"/>
                </a:cubicBezTo>
                <a:cubicBezTo>
                  <a:pt x="202537" y="13995"/>
                  <a:pt x="202829" y="14232"/>
                  <a:pt x="203009" y="14501"/>
                </a:cubicBezTo>
                <a:cubicBezTo>
                  <a:pt x="203189" y="14771"/>
                  <a:pt x="203279" y="15063"/>
                  <a:pt x="203279" y="15378"/>
                </a:cubicBezTo>
                <a:lnTo>
                  <a:pt x="203279" y="29812"/>
                </a:lnTo>
                <a:lnTo>
                  <a:pt x="218860" y="29812"/>
                </a:lnTo>
                <a:cubicBezTo>
                  <a:pt x="219219" y="29812"/>
                  <a:pt x="219534" y="29891"/>
                  <a:pt x="219804" y="30048"/>
                </a:cubicBezTo>
                <a:cubicBezTo>
                  <a:pt x="220074" y="30206"/>
                  <a:pt x="220310" y="30475"/>
                  <a:pt x="220512" y="30858"/>
                </a:cubicBezTo>
                <a:cubicBezTo>
                  <a:pt x="220714" y="31240"/>
                  <a:pt x="220861" y="31723"/>
                  <a:pt x="220951" y="32308"/>
                </a:cubicBezTo>
                <a:cubicBezTo>
                  <a:pt x="221040" y="32892"/>
                  <a:pt x="221085" y="33612"/>
                  <a:pt x="221085" y="34466"/>
                </a:cubicBezTo>
                <a:cubicBezTo>
                  <a:pt x="221085" y="36085"/>
                  <a:pt x="220883" y="37254"/>
                  <a:pt x="220478" y="37973"/>
                </a:cubicBezTo>
                <a:cubicBezTo>
                  <a:pt x="220074" y="38693"/>
                  <a:pt x="219534" y="39052"/>
                  <a:pt x="218860" y="39052"/>
                </a:cubicBezTo>
                <a:lnTo>
                  <a:pt x="203279" y="39052"/>
                </a:lnTo>
                <a:lnTo>
                  <a:pt x="203279" y="73011"/>
                </a:lnTo>
                <a:cubicBezTo>
                  <a:pt x="203279" y="77204"/>
                  <a:pt x="203897" y="80372"/>
                  <a:pt x="205134" y="82514"/>
                </a:cubicBezTo>
                <a:cubicBezTo>
                  <a:pt x="206370" y="84656"/>
                  <a:pt x="208585" y="85727"/>
                  <a:pt x="211778" y="85727"/>
                </a:cubicBezTo>
                <a:cubicBezTo>
                  <a:pt x="212812" y="85727"/>
                  <a:pt x="213734" y="85625"/>
                  <a:pt x="214543" y="85423"/>
                </a:cubicBezTo>
                <a:cubicBezTo>
                  <a:pt x="215352" y="85221"/>
                  <a:pt x="216072" y="85007"/>
                  <a:pt x="216701" y="84782"/>
                </a:cubicBezTo>
                <a:cubicBezTo>
                  <a:pt x="217331" y="84558"/>
                  <a:pt x="217870" y="84344"/>
                  <a:pt x="218320" y="84142"/>
                </a:cubicBezTo>
                <a:cubicBezTo>
                  <a:pt x="218770" y="83939"/>
                  <a:pt x="219174" y="83838"/>
                  <a:pt x="219534" y="83838"/>
                </a:cubicBezTo>
                <a:cubicBezTo>
                  <a:pt x="219759" y="83838"/>
                  <a:pt x="219973" y="83894"/>
                  <a:pt x="220175" y="84007"/>
                </a:cubicBezTo>
                <a:cubicBezTo>
                  <a:pt x="220377" y="84119"/>
                  <a:pt x="220535" y="84333"/>
                  <a:pt x="220647" y="84647"/>
                </a:cubicBezTo>
                <a:cubicBezTo>
                  <a:pt x="220759" y="84962"/>
                  <a:pt x="220861" y="85389"/>
                  <a:pt x="220951" y="85929"/>
                </a:cubicBezTo>
                <a:cubicBezTo>
                  <a:pt x="221040" y="86469"/>
                  <a:pt x="221085" y="87143"/>
                  <a:pt x="221085" y="87952"/>
                </a:cubicBezTo>
                <a:close/>
                <a:moveTo>
                  <a:pt x="290592" y="61344"/>
                </a:moveTo>
                <a:cubicBezTo>
                  <a:pt x="290592" y="66295"/>
                  <a:pt x="289940" y="70851"/>
                  <a:pt x="288636" y="75015"/>
                </a:cubicBezTo>
                <a:cubicBezTo>
                  <a:pt x="287332" y="79179"/>
                  <a:pt x="285387" y="82769"/>
                  <a:pt x="282801" y="85786"/>
                </a:cubicBezTo>
                <a:cubicBezTo>
                  <a:pt x="280216" y="88801"/>
                  <a:pt x="276978" y="91153"/>
                  <a:pt x="273089" y="92840"/>
                </a:cubicBezTo>
                <a:cubicBezTo>
                  <a:pt x="269199" y="94528"/>
                  <a:pt x="264692" y="95372"/>
                  <a:pt x="259566" y="95372"/>
                </a:cubicBezTo>
                <a:cubicBezTo>
                  <a:pt x="254574" y="95372"/>
                  <a:pt x="250224" y="94629"/>
                  <a:pt x="246514" y="93144"/>
                </a:cubicBezTo>
                <a:cubicBezTo>
                  <a:pt x="242805" y="91659"/>
                  <a:pt x="239713" y="89498"/>
                  <a:pt x="237240" y="86662"/>
                </a:cubicBezTo>
                <a:cubicBezTo>
                  <a:pt x="234767" y="83827"/>
                  <a:pt x="232923" y="80383"/>
                  <a:pt x="231709" y="76332"/>
                </a:cubicBezTo>
                <a:cubicBezTo>
                  <a:pt x="230495" y="72281"/>
                  <a:pt x="229888" y="67690"/>
                  <a:pt x="229888" y="62558"/>
                </a:cubicBezTo>
                <a:cubicBezTo>
                  <a:pt x="229888" y="57608"/>
                  <a:pt x="230529" y="53051"/>
                  <a:pt x="231811" y="48887"/>
                </a:cubicBezTo>
                <a:cubicBezTo>
                  <a:pt x="233092" y="44724"/>
                  <a:pt x="235026" y="41134"/>
                  <a:pt x="237611" y="38119"/>
                </a:cubicBezTo>
                <a:cubicBezTo>
                  <a:pt x="240197" y="35102"/>
                  <a:pt x="243423" y="32761"/>
                  <a:pt x="247290" y="31096"/>
                </a:cubicBezTo>
                <a:cubicBezTo>
                  <a:pt x="251157" y="29431"/>
                  <a:pt x="255676" y="28598"/>
                  <a:pt x="260847" y="28598"/>
                </a:cubicBezTo>
                <a:cubicBezTo>
                  <a:pt x="265838" y="28598"/>
                  <a:pt x="270189" y="29341"/>
                  <a:pt x="273898" y="30826"/>
                </a:cubicBezTo>
                <a:cubicBezTo>
                  <a:pt x="277608" y="32311"/>
                  <a:pt x="280699" y="34472"/>
                  <a:pt x="283172" y="37307"/>
                </a:cubicBezTo>
                <a:cubicBezTo>
                  <a:pt x="285645" y="40143"/>
                  <a:pt x="287500" y="43586"/>
                  <a:pt x="288737" y="47637"/>
                </a:cubicBezTo>
                <a:cubicBezTo>
                  <a:pt x="289973" y="51688"/>
                  <a:pt x="290592" y="56257"/>
                  <a:pt x="290592" y="61344"/>
                </a:cubicBezTo>
                <a:moveTo>
                  <a:pt x="278856" y="62086"/>
                </a:moveTo>
                <a:cubicBezTo>
                  <a:pt x="278856" y="58799"/>
                  <a:pt x="278552" y="55693"/>
                  <a:pt x="277945" y="52766"/>
                </a:cubicBezTo>
                <a:cubicBezTo>
                  <a:pt x="277338" y="49839"/>
                  <a:pt x="276338" y="47272"/>
                  <a:pt x="274944" y="45066"/>
                </a:cubicBezTo>
                <a:cubicBezTo>
                  <a:pt x="273550" y="42860"/>
                  <a:pt x="271661" y="41115"/>
                  <a:pt x="269278" y="39832"/>
                </a:cubicBezTo>
                <a:cubicBezTo>
                  <a:pt x="266895" y="38548"/>
                  <a:pt x="263927" y="37906"/>
                  <a:pt x="260375" y="37906"/>
                </a:cubicBezTo>
                <a:cubicBezTo>
                  <a:pt x="257092" y="37906"/>
                  <a:pt x="254271" y="38491"/>
                  <a:pt x="251910" y="39662"/>
                </a:cubicBezTo>
                <a:cubicBezTo>
                  <a:pt x="249549" y="40832"/>
                  <a:pt x="247605" y="42487"/>
                  <a:pt x="246076" y="44627"/>
                </a:cubicBezTo>
                <a:cubicBezTo>
                  <a:pt x="244547" y="46766"/>
                  <a:pt x="243412" y="49299"/>
                  <a:pt x="242670" y="52226"/>
                </a:cubicBezTo>
                <a:cubicBezTo>
                  <a:pt x="241928" y="55152"/>
                  <a:pt x="241557" y="58348"/>
                  <a:pt x="241557" y="61816"/>
                </a:cubicBezTo>
                <a:cubicBezTo>
                  <a:pt x="241557" y="65148"/>
                  <a:pt x="241860" y="68277"/>
                  <a:pt x="242467" y="71204"/>
                </a:cubicBezTo>
                <a:cubicBezTo>
                  <a:pt x="243074" y="74131"/>
                  <a:pt x="244086" y="76686"/>
                  <a:pt x="245503" y="78870"/>
                </a:cubicBezTo>
                <a:cubicBezTo>
                  <a:pt x="246919" y="81054"/>
                  <a:pt x="248819" y="82788"/>
                  <a:pt x="251202" y="84072"/>
                </a:cubicBezTo>
                <a:cubicBezTo>
                  <a:pt x="253585" y="85355"/>
                  <a:pt x="256553" y="85996"/>
                  <a:pt x="260105" y="85996"/>
                </a:cubicBezTo>
                <a:cubicBezTo>
                  <a:pt x="263343" y="85996"/>
                  <a:pt x="266153" y="85411"/>
                  <a:pt x="268536" y="84241"/>
                </a:cubicBezTo>
                <a:cubicBezTo>
                  <a:pt x="270919" y="83070"/>
                  <a:pt x="272875" y="81427"/>
                  <a:pt x="274404" y="79311"/>
                </a:cubicBezTo>
                <a:cubicBezTo>
                  <a:pt x="275933" y="77193"/>
                  <a:pt x="277057" y="74671"/>
                  <a:pt x="277777" y="71746"/>
                </a:cubicBezTo>
                <a:cubicBezTo>
                  <a:pt x="278496" y="68819"/>
                  <a:pt x="278856" y="65599"/>
                  <a:pt x="278856" y="62086"/>
                </a:cubicBezTo>
                <a:close/>
                <a:moveTo>
                  <a:pt x="359206" y="92337"/>
                </a:moveTo>
                <a:cubicBezTo>
                  <a:pt x="359206" y="92696"/>
                  <a:pt x="359116" y="93000"/>
                  <a:pt x="358936" y="93247"/>
                </a:cubicBezTo>
                <a:cubicBezTo>
                  <a:pt x="358756" y="93494"/>
                  <a:pt x="358464" y="93708"/>
                  <a:pt x="358059" y="93888"/>
                </a:cubicBezTo>
                <a:cubicBezTo>
                  <a:pt x="357655" y="94068"/>
                  <a:pt x="357092" y="94203"/>
                  <a:pt x="356373" y="94293"/>
                </a:cubicBezTo>
                <a:cubicBezTo>
                  <a:pt x="355654" y="94382"/>
                  <a:pt x="354754" y="94427"/>
                  <a:pt x="353675" y="94427"/>
                </a:cubicBezTo>
                <a:cubicBezTo>
                  <a:pt x="352551" y="94427"/>
                  <a:pt x="351629" y="94382"/>
                  <a:pt x="350910" y="94293"/>
                </a:cubicBezTo>
                <a:cubicBezTo>
                  <a:pt x="350190" y="94203"/>
                  <a:pt x="349628" y="94068"/>
                  <a:pt x="349224" y="93888"/>
                </a:cubicBezTo>
                <a:cubicBezTo>
                  <a:pt x="348819" y="93708"/>
                  <a:pt x="348527" y="93494"/>
                  <a:pt x="348347" y="93247"/>
                </a:cubicBezTo>
                <a:cubicBezTo>
                  <a:pt x="348167" y="93000"/>
                  <a:pt x="348077" y="92696"/>
                  <a:pt x="348077" y="92337"/>
                </a:cubicBezTo>
                <a:lnTo>
                  <a:pt x="348077" y="56791"/>
                </a:lnTo>
                <a:cubicBezTo>
                  <a:pt x="348077" y="53329"/>
                  <a:pt x="347807" y="50541"/>
                  <a:pt x="347268" y="48428"/>
                </a:cubicBezTo>
                <a:cubicBezTo>
                  <a:pt x="346728" y="46314"/>
                  <a:pt x="345941" y="44493"/>
                  <a:pt x="344907" y="42964"/>
                </a:cubicBezTo>
                <a:cubicBezTo>
                  <a:pt x="343873" y="41436"/>
                  <a:pt x="342535" y="40267"/>
                  <a:pt x="340894" y="39457"/>
                </a:cubicBezTo>
                <a:cubicBezTo>
                  <a:pt x="339252" y="38648"/>
                  <a:pt x="337353" y="38243"/>
                  <a:pt x="335194" y="38243"/>
                </a:cubicBezTo>
                <a:cubicBezTo>
                  <a:pt x="332406" y="38243"/>
                  <a:pt x="329619" y="39232"/>
                  <a:pt x="326831" y="41211"/>
                </a:cubicBezTo>
                <a:cubicBezTo>
                  <a:pt x="324043" y="43189"/>
                  <a:pt x="321120" y="46090"/>
                  <a:pt x="318062" y="49912"/>
                </a:cubicBezTo>
                <a:lnTo>
                  <a:pt x="318062" y="92337"/>
                </a:lnTo>
                <a:cubicBezTo>
                  <a:pt x="318062" y="92696"/>
                  <a:pt x="317973" y="93000"/>
                  <a:pt x="317793" y="93247"/>
                </a:cubicBezTo>
                <a:cubicBezTo>
                  <a:pt x="317613" y="93494"/>
                  <a:pt x="317321" y="93708"/>
                  <a:pt x="316916" y="93888"/>
                </a:cubicBezTo>
                <a:cubicBezTo>
                  <a:pt x="316511" y="94068"/>
                  <a:pt x="315949" y="94203"/>
                  <a:pt x="315230" y="94293"/>
                </a:cubicBezTo>
                <a:cubicBezTo>
                  <a:pt x="314510" y="94382"/>
                  <a:pt x="313588" y="94427"/>
                  <a:pt x="312464" y="94427"/>
                </a:cubicBezTo>
                <a:cubicBezTo>
                  <a:pt x="311385" y="94427"/>
                  <a:pt x="310486" y="94382"/>
                  <a:pt x="309766" y="94293"/>
                </a:cubicBezTo>
                <a:cubicBezTo>
                  <a:pt x="309047" y="94203"/>
                  <a:pt x="308474" y="94068"/>
                  <a:pt x="308046" y="93888"/>
                </a:cubicBezTo>
                <a:cubicBezTo>
                  <a:pt x="307619" y="93708"/>
                  <a:pt x="307327" y="93494"/>
                  <a:pt x="307170" y="93247"/>
                </a:cubicBezTo>
                <a:cubicBezTo>
                  <a:pt x="307012" y="93000"/>
                  <a:pt x="306934" y="92696"/>
                  <a:pt x="306934" y="92337"/>
                </a:cubicBezTo>
                <a:lnTo>
                  <a:pt x="306934" y="31633"/>
                </a:lnTo>
                <a:cubicBezTo>
                  <a:pt x="306934" y="31273"/>
                  <a:pt x="307001" y="30970"/>
                  <a:pt x="307136" y="30723"/>
                </a:cubicBezTo>
                <a:cubicBezTo>
                  <a:pt x="307271" y="30475"/>
                  <a:pt x="307541" y="30251"/>
                  <a:pt x="307945" y="30048"/>
                </a:cubicBezTo>
                <a:cubicBezTo>
                  <a:pt x="308350" y="29846"/>
                  <a:pt x="308867" y="29711"/>
                  <a:pt x="309497" y="29643"/>
                </a:cubicBezTo>
                <a:cubicBezTo>
                  <a:pt x="310126" y="29576"/>
                  <a:pt x="310958" y="29542"/>
                  <a:pt x="311992" y="29542"/>
                </a:cubicBezTo>
                <a:cubicBezTo>
                  <a:pt x="312981" y="29542"/>
                  <a:pt x="313802" y="29576"/>
                  <a:pt x="314454" y="29643"/>
                </a:cubicBezTo>
                <a:cubicBezTo>
                  <a:pt x="315106" y="29711"/>
                  <a:pt x="315612" y="29846"/>
                  <a:pt x="315972" y="30048"/>
                </a:cubicBezTo>
                <a:cubicBezTo>
                  <a:pt x="316331" y="30251"/>
                  <a:pt x="316590" y="30475"/>
                  <a:pt x="316747" y="30723"/>
                </a:cubicBezTo>
                <a:cubicBezTo>
                  <a:pt x="316905" y="30970"/>
                  <a:pt x="316983" y="31273"/>
                  <a:pt x="316983" y="31633"/>
                </a:cubicBezTo>
                <a:lnTo>
                  <a:pt x="316983" y="39660"/>
                </a:lnTo>
                <a:cubicBezTo>
                  <a:pt x="320401" y="35837"/>
                  <a:pt x="323807" y="33038"/>
                  <a:pt x="327202" y="31262"/>
                </a:cubicBezTo>
                <a:cubicBezTo>
                  <a:pt x="330597" y="29486"/>
                  <a:pt x="334025" y="28598"/>
                  <a:pt x="337488" y="28598"/>
                </a:cubicBezTo>
                <a:cubicBezTo>
                  <a:pt x="341534" y="28598"/>
                  <a:pt x="344941" y="29284"/>
                  <a:pt x="347706" y="30655"/>
                </a:cubicBezTo>
                <a:cubicBezTo>
                  <a:pt x="350471" y="32027"/>
                  <a:pt x="352708" y="33859"/>
                  <a:pt x="354417" y="36152"/>
                </a:cubicBezTo>
                <a:cubicBezTo>
                  <a:pt x="356126" y="38445"/>
                  <a:pt x="357351" y="41132"/>
                  <a:pt x="358093" y="44212"/>
                </a:cubicBezTo>
                <a:cubicBezTo>
                  <a:pt x="358835" y="47292"/>
                  <a:pt x="359206" y="50991"/>
                  <a:pt x="359206" y="55307"/>
                </a:cubicBezTo>
                <a:lnTo>
                  <a:pt x="359206" y="923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[…]forced-actionforced-action">
            <a:extLst xmlns:a="http://schemas.openxmlformats.org/drawingml/2006/main">
              <a:ext uri="{FF2B5EF4-FFF2-40B4-BE49-F238E27FC236}">
                <a16:creationId xmlns:a16="http://schemas.microsoft.com/office/drawing/2014/main" id="{C53E8D79-D139-455F-93E0-9F774F58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4814" y="2790779"/>
            <a:ext cx="1898953" cy="116011"/>
          </a:xfrm>
          <a:custGeom xmlns:a="http://schemas.openxmlformats.org/drawingml/2006/main">
            <a:pathLst>
              <a:path w="1898953" h="116011">
                <a:moveTo>
                  <a:pt x="23472" y="111964"/>
                </a:moveTo>
                <a:cubicBezTo>
                  <a:pt x="23472" y="113448"/>
                  <a:pt x="23303" y="114493"/>
                  <a:pt x="22966" y="115100"/>
                </a:cubicBezTo>
                <a:cubicBezTo>
                  <a:pt x="22629" y="115707"/>
                  <a:pt x="22145" y="116011"/>
                  <a:pt x="21516" y="116011"/>
                </a:cubicBezTo>
                <a:lnTo>
                  <a:pt x="4249" y="116011"/>
                </a:lnTo>
                <a:cubicBezTo>
                  <a:pt x="3710" y="116011"/>
                  <a:pt x="3193" y="115932"/>
                  <a:pt x="2698" y="115775"/>
                </a:cubicBezTo>
                <a:cubicBezTo>
                  <a:pt x="2203" y="115617"/>
                  <a:pt x="1754" y="115359"/>
                  <a:pt x="1349" y="114999"/>
                </a:cubicBezTo>
                <a:cubicBezTo>
                  <a:pt x="944" y="114639"/>
                  <a:pt x="618" y="114155"/>
                  <a:pt x="371" y="113547"/>
                </a:cubicBezTo>
                <a:cubicBezTo>
                  <a:pt x="124" y="112940"/>
                  <a:pt x="0" y="112187"/>
                  <a:pt x="0" y="111287"/>
                </a:cubicBezTo>
                <a:lnTo>
                  <a:pt x="0" y="4723"/>
                </a:lnTo>
                <a:cubicBezTo>
                  <a:pt x="0" y="3869"/>
                  <a:pt x="124" y="3138"/>
                  <a:pt x="371" y="2531"/>
                </a:cubicBezTo>
                <a:cubicBezTo>
                  <a:pt x="618" y="1923"/>
                  <a:pt x="944" y="1428"/>
                  <a:pt x="1349" y="1045"/>
                </a:cubicBezTo>
                <a:cubicBezTo>
                  <a:pt x="1754" y="663"/>
                  <a:pt x="2203" y="393"/>
                  <a:pt x="2698" y="236"/>
                </a:cubicBezTo>
                <a:cubicBezTo>
                  <a:pt x="3193" y="79"/>
                  <a:pt x="3710" y="0"/>
                  <a:pt x="4249" y="0"/>
                </a:cubicBezTo>
                <a:lnTo>
                  <a:pt x="21516" y="0"/>
                </a:lnTo>
                <a:cubicBezTo>
                  <a:pt x="21786" y="0"/>
                  <a:pt x="22044" y="67"/>
                  <a:pt x="22292" y="202"/>
                </a:cubicBezTo>
                <a:cubicBezTo>
                  <a:pt x="22539" y="337"/>
                  <a:pt x="22753" y="585"/>
                  <a:pt x="22932" y="944"/>
                </a:cubicBezTo>
                <a:cubicBezTo>
                  <a:pt x="23112" y="1304"/>
                  <a:pt x="23247" y="1742"/>
                  <a:pt x="23337" y="2260"/>
                </a:cubicBezTo>
                <a:cubicBezTo>
                  <a:pt x="23427" y="2777"/>
                  <a:pt x="23472" y="3417"/>
                  <a:pt x="23472" y="4182"/>
                </a:cubicBezTo>
                <a:cubicBezTo>
                  <a:pt x="23472" y="5621"/>
                  <a:pt x="23303" y="6655"/>
                  <a:pt x="22966" y="7284"/>
                </a:cubicBezTo>
                <a:cubicBezTo>
                  <a:pt x="22629" y="7914"/>
                  <a:pt x="22145" y="8229"/>
                  <a:pt x="21516" y="8229"/>
                </a:cubicBezTo>
                <a:lnTo>
                  <a:pt x="10522" y="8229"/>
                </a:lnTo>
                <a:lnTo>
                  <a:pt x="10522" y="107850"/>
                </a:lnTo>
                <a:lnTo>
                  <a:pt x="21516" y="107850"/>
                </a:lnTo>
                <a:cubicBezTo>
                  <a:pt x="21786" y="107850"/>
                  <a:pt x="22044" y="107917"/>
                  <a:pt x="22292" y="108052"/>
                </a:cubicBezTo>
                <a:cubicBezTo>
                  <a:pt x="22539" y="108187"/>
                  <a:pt x="22753" y="108423"/>
                  <a:pt x="22932" y="108760"/>
                </a:cubicBezTo>
                <a:cubicBezTo>
                  <a:pt x="23112" y="109097"/>
                  <a:pt x="23247" y="109525"/>
                  <a:pt x="23337" y="110042"/>
                </a:cubicBezTo>
                <a:cubicBezTo>
                  <a:pt x="23427" y="110559"/>
                  <a:pt x="23472" y="111200"/>
                  <a:pt x="23472" y="111964"/>
                </a:cubicBezTo>
                <a:close/>
                <a:moveTo>
                  <a:pt x="53874" y="87177"/>
                </a:moveTo>
                <a:cubicBezTo>
                  <a:pt x="53874" y="90337"/>
                  <a:pt x="53346" y="92448"/>
                  <a:pt x="52289" y="93511"/>
                </a:cubicBezTo>
                <a:cubicBezTo>
                  <a:pt x="51232" y="94571"/>
                  <a:pt x="49355" y="95102"/>
                  <a:pt x="46657" y="95102"/>
                </a:cubicBezTo>
                <a:cubicBezTo>
                  <a:pt x="44049" y="95102"/>
                  <a:pt x="42228" y="94583"/>
                  <a:pt x="41194" y="93544"/>
                </a:cubicBezTo>
                <a:cubicBezTo>
                  <a:pt x="40160" y="92506"/>
                  <a:pt x="39642" y="90451"/>
                  <a:pt x="39642" y="87379"/>
                </a:cubicBezTo>
                <a:cubicBezTo>
                  <a:pt x="39642" y="84219"/>
                  <a:pt x="40171" y="82108"/>
                  <a:pt x="41228" y="81047"/>
                </a:cubicBezTo>
                <a:cubicBezTo>
                  <a:pt x="42284" y="79985"/>
                  <a:pt x="44162" y="79454"/>
                  <a:pt x="46859" y="79454"/>
                </a:cubicBezTo>
                <a:cubicBezTo>
                  <a:pt x="49467" y="79454"/>
                  <a:pt x="51289" y="79973"/>
                  <a:pt x="52323" y="81012"/>
                </a:cubicBezTo>
                <a:cubicBezTo>
                  <a:pt x="53357" y="82050"/>
                  <a:pt x="53874" y="84105"/>
                  <a:pt x="53874" y="87177"/>
                </a:cubicBezTo>
                <a:moveTo>
                  <a:pt x="84293" y="87177"/>
                </a:moveTo>
                <a:cubicBezTo>
                  <a:pt x="84293" y="90337"/>
                  <a:pt x="83776" y="92448"/>
                  <a:pt x="82742" y="93511"/>
                </a:cubicBezTo>
                <a:cubicBezTo>
                  <a:pt x="81708" y="94571"/>
                  <a:pt x="79842" y="95102"/>
                  <a:pt x="77144" y="95102"/>
                </a:cubicBezTo>
                <a:cubicBezTo>
                  <a:pt x="74536" y="95102"/>
                  <a:pt x="72715" y="94583"/>
                  <a:pt x="71680" y="93544"/>
                </a:cubicBezTo>
                <a:cubicBezTo>
                  <a:pt x="70646" y="92506"/>
                  <a:pt x="70129" y="90451"/>
                  <a:pt x="70129" y="87379"/>
                </a:cubicBezTo>
                <a:cubicBezTo>
                  <a:pt x="70129" y="84219"/>
                  <a:pt x="70657" y="82108"/>
                  <a:pt x="71714" y="81047"/>
                </a:cubicBezTo>
                <a:cubicBezTo>
                  <a:pt x="72771" y="79985"/>
                  <a:pt x="74626" y="79454"/>
                  <a:pt x="77279" y="79454"/>
                </a:cubicBezTo>
                <a:cubicBezTo>
                  <a:pt x="79932" y="79454"/>
                  <a:pt x="81764" y="79973"/>
                  <a:pt x="82776" y="81012"/>
                </a:cubicBezTo>
                <a:cubicBezTo>
                  <a:pt x="83787" y="82050"/>
                  <a:pt x="84293" y="84105"/>
                  <a:pt x="84293" y="87177"/>
                </a:cubicBezTo>
                <a:moveTo>
                  <a:pt x="114780" y="87177"/>
                </a:moveTo>
                <a:cubicBezTo>
                  <a:pt x="114780" y="90337"/>
                  <a:pt x="114251" y="92448"/>
                  <a:pt x="113195" y="93511"/>
                </a:cubicBezTo>
                <a:cubicBezTo>
                  <a:pt x="112138" y="94571"/>
                  <a:pt x="110261" y="95102"/>
                  <a:pt x="107563" y="95102"/>
                </a:cubicBezTo>
                <a:cubicBezTo>
                  <a:pt x="104955" y="95102"/>
                  <a:pt x="103134" y="94583"/>
                  <a:pt x="102099" y="93544"/>
                </a:cubicBezTo>
                <a:cubicBezTo>
                  <a:pt x="101065" y="92506"/>
                  <a:pt x="100548" y="90451"/>
                  <a:pt x="100548" y="87379"/>
                </a:cubicBezTo>
                <a:cubicBezTo>
                  <a:pt x="100548" y="84219"/>
                  <a:pt x="101077" y="82108"/>
                  <a:pt x="102133" y="81047"/>
                </a:cubicBezTo>
                <a:cubicBezTo>
                  <a:pt x="103190" y="79985"/>
                  <a:pt x="105067" y="79454"/>
                  <a:pt x="107765" y="79454"/>
                </a:cubicBezTo>
                <a:cubicBezTo>
                  <a:pt x="110373" y="79454"/>
                  <a:pt x="112194" y="79973"/>
                  <a:pt x="113228" y="81012"/>
                </a:cubicBezTo>
                <a:cubicBezTo>
                  <a:pt x="114263" y="82050"/>
                  <a:pt x="114780" y="84105"/>
                  <a:pt x="114780" y="87177"/>
                </a:cubicBezTo>
                <a:close/>
                <a:moveTo>
                  <a:pt x="154380" y="111287"/>
                </a:moveTo>
                <a:cubicBezTo>
                  <a:pt x="154380" y="112187"/>
                  <a:pt x="154256" y="112940"/>
                  <a:pt x="154009" y="113547"/>
                </a:cubicBezTo>
                <a:cubicBezTo>
                  <a:pt x="153761" y="114155"/>
                  <a:pt x="153435" y="114639"/>
                  <a:pt x="153031" y="114999"/>
                </a:cubicBezTo>
                <a:cubicBezTo>
                  <a:pt x="152626" y="115359"/>
                  <a:pt x="152165" y="115617"/>
                  <a:pt x="151648" y="115775"/>
                </a:cubicBezTo>
                <a:cubicBezTo>
                  <a:pt x="151131" y="115932"/>
                  <a:pt x="150603" y="116011"/>
                  <a:pt x="150063" y="116011"/>
                </a:cubicBezTo>
                <a:lnTo>
                  <a:pt x="132864" y="116011"/>
                </a:lnTo>
                <a:cubicBezTo>
                  <a:pt x="132234" y="116011"/>
                  <a:pt x="131751" y="115707"/>
                  <a:pt x="131414" y="115100"/>
                </a:cubicBezTo>
                <a:cubicBezTo>
                  <a:pt x="131076" y="114493"/>
                  <a:pt x="130908" y="113448"/>
                  <a:pt x="130908" y="111964"/>
                </a:cubicBezTo>
                <a:cubicBezTo>
                  <a:pt x="130908" y="111200"/>
                  <a:pt x="130942" y="110559"/>
                  <a:pt x="131009" y="110042"/>
                </a:cubicBezTo>
                <a:cubicBezTo>
                  <a:pt x="131076" y="109525"/>
                  <a:pt x="131200" y="109097"/>
                  <a:pt x="131380" y="108760"/>
                </a:cubicBezTo>
                <a:cubicBezTo>
                  <a:pt x="131560" y="108423"/>
                  <a:pt x="131773" y="108187"/>
                  <a:pt x="132021" y="108052"/>
                </a:cubicBezTo>
                <a:cubicBezTo>
                  <a:pt x="132268" y="107917"/>
                  <a:pt x="132549" y="107850"/>
                  <a:pt x="132864" y="107850"/>
                </a:cubicBezTo>
                <a:lnTo>
                  <a:pt x="143858" y="107850"/>
                </a:lnTo>
                <a:lnTo>
                  <a:pt x="143858" y="8229"/>
                </a:lnTo>
                <a:lnTo>
                  <a:pt x="132864" y="8229"/>
                </a:lnTo>
                <a:cubicBezTo>
                  <a:pt x="132234" y="8229"/>
                  <a:pt x="131751" y="7914"/>
                  <a:pt x="131414" y="7284"/>
                </a:cubicBezTo>
                <a:cubicBezTo>
                  <a:pt x="131076" y="6655"/>
                  <a:pt x="130908" y="5621"/>
                  <a:pt x="130908" y="4182"/>
                </a:cubicBezTo>
                <a:cubicBezTo>
                  <a:pt x="130908" y="3417"/>
                  <a:pt x="130942" y="2777"/>
                  <a:pt x="131009" y="2260"/>
                </a:cubicBezTo>
                <a:cubicBezTo>
                  <a:pt x="131076" y="1742"/>
                  <a:pt x="131200" y="1304"/>
                  <a:pt x="131380" y="944"/>
                </a:cubicBezTo>
                <a:cubicBezTo>
                  <a:pt x="131560" y="585"/>
                  <a:pt x="131773" y="337"/>
                  <a:pt x="132021" y="202"/>
                </a:cubicBezTo>
                <a:cubicBezTo>
                  <a:pt x="132268" y="67"/>
                  <a:pt x="132549" y="0"/>
                  <a:pt x="132864" y="0"/>
                </a:cubicBezTo>
                <a:lnTo>
                  <a:pt x="150063" y="0"/>
                </a:lnTo>
                <a:cubicBezTo>
                  <a:pt x="150603" y="0"/>
                  <a:pt x="151131" y="79"/>
                  <a:pt x="151648" y="236"/>
                </a:cubicBezTo>
                <a:cubicBezTo>
                  <a:pt x="152165" y="393"/>
                  <a:pt x="152626" y="663"/>
                  <a:pt x="153031" y="1045"/>
                </a:cubicBezTo>
                <a:cubicBezTo>
                  <a:pt x="153435" y="1428"/>
                  <a:pt x="153761" y="1923"/>
                  <a:pt x="154009" y="2531"/>
                </a:cubicBezTo>
                <a:cubicBezTo>
                  <a:pt x="154256" y="3138"/>
                  <a:pt x="154380" y="3869"/>
                  <a:pt x="154380" y="4723"/>
                </a:cubicBezTo>
                <a:lnTo>
                  <a:pt x="154380" y="111287"/>
                </a:lnTo>
                <a:close/>
                <a:moveTo>
                  <a:pt x="333394" y="7082"/>
                </a:moveTo>
                <a:cubicBezTo>
                  <a:pt x="333394" y="7936"/>
                  <a:pt x="333349" y="8622"/>
                  <a:pt x="333259" y="9139"/>
                </a:cubicBezTo>
                <a:cubicBezTo>
                  <a:pt x="333169" y="9656"/>
                  <a:pt x="333068" y="10072"/>
                  <a:pt x="332955" y="10387"/>
                </a:cubicBezTo>
                <a:cubicBezTo>
                  <a:pt x="332843" y="10702"/>
                  <a:pt x="332697" y="10915"/>
                  <a:pt x="332517" y="11028"/>
                </a:cubicBezTo>
                <a:cubicBezTo>
                  <a:pt x="332337" y="11140"/>
                  <a:pt x="332112" y="11196"/>
                  <a:pt x="331842" y="11196"/>
                </a:cubicBezTo>
                <a:cubicBezTo>
                  <a:pt x="331528" y="11196"/>
                  <a:pt x="331134" y="11095"/>
                  <a:pt x="330662" y="10893"/>
                </a:cubicBezTo>
                <a:cubicBezTo>
                  <a:pt x="330190" y="10691"/>
                  <a:pt x="329617" y="10466"/>
                  <a:pt x="328942" y="10218"/>
                </a:cubicBezTo>
                <a:cubicBezTo>
                  <a:pt x="328268" y="9971"/>
                  <a:pt x="327469" y="9746"/>
                  <a:pt x="326548" y="9544"/>
                </a:cubicBezTo>
                <a:cubicBezTo>
                  <a:pt x="325626" y="9342"/>
                  <a:pt x="324558" y="9240"/>
                  <a:pt x="323344" y="9240"/>
                </a:cubicBezTo>
                <a:cubicBezTo>
                  <a:pt x="321680" y="9240"/>
                  <a:pt x="320264" y="9509"/>
                  <a:pt x="319095" y="10048"/>
                </a:cubicBezTo>
                <a:cubicBezTo>
                  <a:pt x="317925" y="10586"/>
                  <a:pt x="316981" y="11426"/>
                  <a:pt x="316262" y="12569"/>
                </a:cubicBezTo>
                <a:cubicBezTo>
                  <a:pt x="315542" y="13711"/>
                  <a:pt x="315025" y="15190"/>
                  <a:pt x="314710" y="17005"/>
                </a:cubicBezTo>
                <a:cubicBezTo>
                  <a:pt x="314396" y="18821"/>
                  <a:pt x="314238" y="21028"/>
                  <a:pt x="314238" y="23628"/>
                </a:cubicBezTo>
                <a:lnTo>
                  <a:pt x="314238" y="30217"/>
                </a:lnTo>
                <a:lnTo>
                  <a:pt x="327795" y="30217"/>
                </a:lnTo>
                <a:cubicBezTo>
                  <a:pt x="328155" y="30217"/>
                  <a:pt x="328459" y="30295"/>
                  <a:pt x="328706" y="30453"/>
                </a:cubicBezTo>
                <a:cubicBezTo>
                  <a:pt x="328953" y="30610"/>
                  <a:pt x="329178" y="30880"/>
                  <a:pt x="329380" y="31262"/>
                </a:cubicBezTo>
                <a:cubicBezTo>
                  <a:pt x="329583" y="31644"/>
                  <a:pt x="329740" y="32128"/>
                  <a:pt x="329853" y="32712"/>
                </a:cubicBezTo>
                <a:cubicBezTo>
                  <a:pt x="329965" y="33297"/>
                  <a:pt x="330021" y="34016"/>
                  <a:pt x="330021" y="34871"/>
                </a:cubicBezTo>
                <a:cubicBezTo>
                  <a:pt x="330021" y="36489"/>
                  <a:pt x="329819" y="37659"/>
                  <a:pt x="329414" y="38378"/>
                </a:cubicBezTo>
                <a:cubicBezTo>
                  <a:pt x="329009" y="39097"/>
                  <a:pt x="328470" y="39457"/>
                  <a:pt x="327795" y="39457"/>
                </a:cubicBezTo>
                <a:lnTo>
                  <a:pt x="314238" y="39457"/>
                </a:lnTo>
                <a:lnTo>
                  <a:pt x="314238" y="92739"/>
                </a:lnTo>
                <a:cubicBezTo>
                  <a:pt x="314238" y="93099"/>
                  <a:pt x="314148" y="93403"/>
                  <a:pt x="313969" y="93652"/>
                </a:cubicBezTo>
                <a:cubicBezTo>
                  <a:pt x="313789" y="93899"/>
                  <a:pt x="313485" y="94113"/>
                  <a:pt x="313058" y="94293"/>
                </a:cubicBezTo>
                <a:cubicBezTo>
                  <a:pt x="312631" y="94472"/>
                  <a:pt x="312058" y="94607"/>
                  <a:pt x="311338" y="94697"/>
                </a:cubicBezTo>
                <a:cubicBezTo>
                  <a:pt x="310619" y="94787"/>
                  <a:pt x="309719" y="94832"/>
                  <a:pt x="308640" y="94832"/>
                </a:cubicBezTo>
                <a:cubicBezTo>
                  <a:pt x="307561" y="94832"/>
                  <a:pt x="306662" y="94787"/>
                  <a:pt x="305942" y="94697"/>
                </a:cubicBezTo>
                <a:cubicBezTo>
                  <a:pt x="305223" y="94607"/>
                  <a:pt x="304649" y="94472"/>
                  <a:pt x="304222" y="94293"/>
                </a:cubicBezTo>
                <a:cubicBezTo>
                  <a:pt x="303795" y="94113"/>
                  <a:pt x="303492" y="93899"/>
                  <a:pt x="303312" y="93652"/>
                </a:cubicBezTo>
                <a:cubicBezTo>
                  <a:pt x="303132" y="93403"/>
                  <a:pt x="303042" y="93099"/>
                  <a:pt x="303042" y="92739"/>
                </a:cubicBezTo>
                <a:lnTo>
                  <a:pt x="303042" y="39457"/>
                </a:lnTo>
                <a:lnTo>
                  <a:pt x="294476" y="39457"/>
                </a:lnTo>
                <a:cubicBezTo>
                  <a:pt x="293757" y="39457"/>
                  <a:pt x="293217" y="39097"/>
                  <a:pt x="292857" y="38378"/>
                </a:cubicBezTo>
                <a:cubicBezTo>
                  <a:pt x="292498" y="37659"/>
                  <a:pt x="292318" y="36489"/>
                  <a:pt x="292318" y="34871"/>
                </a:cubicBezTo>
                <a:cubicBezTo>
                  <a:pt x="292318" y="34016"/>
                  <a:pt x="292363" y="33297"/>
                  <a:pt x="292453" y="32712"/>
                </a:cubicBezTo>
                <a:cubicBezTo>
                  <a:pt x="292543" y="32128"/>
                  <a:pt x="292677" y="31644"/>
                  <a:pt x="292857" y="31262"/>
                </a:cubicBezTo>
                <a:cubicBezTo>
                  <a:pt x="293037" y="30880"/>
                  <a:pt x="293262" y="30610"/>
                  <a:pt x="293532" y="30453"/>
                </a:cubicBezTo>
                <a:cubicBezTo>
                  <a:pt x="293802" y="30295"/>
                  <a:pt x="294116" y="30217"/>
                  <a:pt x="294476" y="30217"/>
                </a:cubicBezTo>
                <a:lnTo>
                  <a:pt x="303042" y="30217"/>
                </a:lnTo>
                <a:lnTo>
                  <a:pt x="303042" y="23959"/>
                </a:lnTo>
                <a:cubicBezTo>
                  <a:pt x="303042" y="19741"/>
                  <a:pt x="303435" y="16117"/>
                  <a:pt x="304222" y="13089"/>
                </a:cubicBezTo>
                <a:cubicBezTo>
                  <a:pt x="305009" y="10061"/>
                  <a:pt x="306212" y="7582"/>
                  <a:pt x="307831" y="5653"/>
                </a:cubicBezTo>
                <a:cubicBezTo>
                  <a:pt x="309450" y="3724"/>
                  <a:pt x="311484" y="2300"/>
                  <a:pt x="313935" y="1381"/>
                </a:cubicBezTo>
                <a:cubicBezTo>
                  <a:pt x="316385" y="460"/>
                  <a:pt x="319274" y="0"/>
                  <a:pt x="322602" y="0"/>
                </a:cubicBezTo>
                <a:cubicBezTo>
                  <a:pt x="324176" y="0"/>
                  <a:pt x="325705" y="146"/>
                  <a:pt x="327188" y="438"/>
                </a:cubicBezTo>
                <a:cubicBezTo>
                  <a:pt x="328672" y="731"/>
                  <a:pt x="329819" y="1045"/>
                  <a:pt x="330628" y="1383"/>
                </a:cubicBezTo>
                <a:cubicBezTo>
                  <a:pt x="331438" y="1720"/>
                  <a:pt x="331977" y="2023"/>
                  <a:pt x="332247" y="2293"/>
                </a:cubicBezTo>
                <a:cubicBezTo>
                  <a:pt x="332517" y="2563"/>
                  <a:pt x="332742" y="2912"/>
                  <a:pt x="332921" y="3339"/>
                </a:cubicBezTo>
                <a:cubicBezTo>
                  <a:pt x="333101" y="3766"/>
                  <a:pt x="333225" y="4283"/>
                  <a:pt x="333292" y="4890"/>
                </a:cubicBezTo>
                <a:cubicBezTo>
                  <a:pt x="333360" y="5497"/>
                  <a:pt x="333394" y="6228"/>
                  <a:pt x="333394" y="7082"/>
                </a:cubicBezTo>
                <a:close/>
                <a:moveTo>
                  <a:pt x="396240" y="61749"/>
                </a:moveTo>
                <a:cubicBezTo>
                  <a:pt x="396240" y="66699"/>
                  <a:pt x="395588" y="71256"/>
                  <a:pt x="394284" y="75420"/>
                </a:cubicBezTo>
                <a:cubicBezTo>
                  <a:pt x="392980" y="79583"/>
                  <a:pt x="391036" y="83173"/>
                  <a:pt x="388450" y="86190"/>
                </a:cubicBezTo>
                <a:cubicBezTo>
                  <a:pt x="385865" y="89206"/>
                  <a:pt x="382627" y="91557"/>
                  <a:pt x="378738" y="93245"/>
                </a:cubicBezTo>
                <a:cubicBezTo>
                  <a:pt x="374848" y="94933"/>
                  <a:pt x="370340" y="95776"/>
                  <a:pt x="365214" y="95776"/>
                </a:cubicBezTo>
                <a:cubicBezTo>
                  <a:pt x="360223" y="95776"/>
                  <a:pt x="355873" y="95034"/>
                  <a:pt x="352163" y="93548"/>
                </a:cubicBezTo>
                <a:cubicBezTo>
                  <a:pt x="348453" y="92063"/>
                  <a:pt x="345362" y="89903"/>
                  <a:pt x="342889" y="87067"/>
                </a:cubicBezTo>
                <a:cubicBezTo>
                  <a:pt x="340416" y="84232"/>
                  <a:pt x="338572" y="80788"/>
                  <a:pt x="337358" y="76737"/>
                </a:cubicBezTo>
                <a:cubicBezTo>
                  <a:pt x="336144" y="72686"/>
                  <a:pt x="335537" y="68095"/>
                  <a:pt x="335537" y="62963"/>
                </a:cubicBezTo>
                <a:cubicBezTo>
                  <a:pt x="335537" y="58012"/>
                  <a:pt x="336178" y="53455"/>
                  <a:pt x="337459" y="49292"/>
                </a:cubicBezTo>
                <a:cubicBezTo>
                  <a:pt x="338741" y="45128"/>
                  <a:pt x="340674" y="41539"/>
                  <a:pt x="343260" y="38523"/>
                </a:cubicBezTo>
                <a:cubicBezTo>
                  <a:pt x="345845" y="35507"/>
                  <a:pt x="349072" y="33166"/>
                  <a:pt x="352939" y="31500"/>
                </a:cubicBezTo>
                <a:cubicBezTo>
                  <a:pt x="356806" y="29835"/>
                  <a:pt x="361325" y="29003"/>
                  <a:pt x="366496" y="29003"/>
                </a:cubicBezTo>
                <a:cubicBezTo>
                  <a:pt x="371487" y="29003"/>
                  <a:pt x="375837" y="29745"/>
                  <a:pt x="379547" y="31231"/>
                </a:cubicBezTo>
                <a:cubicBezTo>
                  <a:pt x="383257" y="32716"/>
                  <a:pt x="386348" y="34876"/>
                  <a:pt x="388821" y="37712"/>
                </a:cubicBezTo>
                <a:cubicBezTo>
                  <a:pt x="391294" y="40548"/>
                  <a:pt x="393149" y="43991"/>
                  <a:pt x="394386" y="48042"/>
                </a:cubicBezTo>
                <a:cubicBezTo>
                  <a:pt x="395622" y="52093"/>
                  <a:pt x="396240" y="56662"/>
                  <a:pt x="396240" y="61749"/>
                </a:cubicBezTo>
                <a:moveTo>
                  <a:pt x="384504" y="62491"/>
                </a:moveTo>
                <a:cubicBezTo>
                  <a:pt x="384504" y="59204"/>
                  <a:pt x="384201" y="56097"/>
                  <a:pt x="383594" y="53170"/>
                </a:cubicBezTo>
                <a:cubicBezTo>
                  <a:pt x="382987" y="50243"/>
                  <a:pt x="381986" y="47677"/>
                  <a:pt x="380592" y="45471"/>
                </a:cubicBezTo>
                <a:cubicBezTo>
                  <a:pt x="379199" y="43264"/>
                  <a:pt x="377310" y="41520"/>
                  <a:pt x="374927" y="40237"/>
                </a:cubicBezTo>
                <a:cubicBezTo>
                  <a:pt x="372544" y="38953"/>
                  <a:pt x="369576" y="38311"/>
                  <a:pt x="366024" y="38311"/>
                </a:cubicBezTo>
                <a:cubicBezTo>
                  <a:pt x="362741" y="38311"/>
                  <a:pt x="359920" y="38896"/>
                  <a:pt x="357559" y="40066"/>
                </a:cubicBezTo>
                <a:cubicBezTo>
                  <a:pt x="355198" y="41237"/>
                  <a:pt x="353253" y="42892"/>
                  <a:pt x="351725" y="45032"/>
                </a:cubicBezTo>
                <a:cubicBezTo>
                  <a:pt x="350196" y="47171"/>
                  <a:pt x="349060" y="49704"/>
                  <a:pt x="348319" y="52631"/>
                </a:cubicBezTo>
                <a:cubicBezTo>
                  <a:pt x="347577" y="55556"/>
                  <a:pt x="347206" y="58753"/>
                  <a:pt x="347206" y="62221"/>
                </a:cubicBezTo>
                <a:cubicBezTo>
                  <a:pt x="347206" y="65553"/>
                  <a:pt x="347509" y="68682"/>
                  <a:pt x="348116" y="71609"/>
                </a:cubicBezTo>
                <a:cubicBezTo>
                  <a:pt x="348723" y="74536"/>
                  <a:pt x="349735" y="77091"/>
                  <a:pt x="351151" y="79275"/>
                </a:cubicBezTo>
                <a:cubicBezTo>
                  <a:pt x="352568" y="81458"/>
                  <a:pt x="354468" y="83192"/>
                  <a:pt x="356851" y="84477"/>
                </a:cubicBezTo>
                <a:cubicBezTo>
                  <a:pt x="359234" y="85760"/>
                  <a:pt x="362202" y="86401"/>
                  <a:pt x="365754" y="86401"/>
                </a:cubicBezTo>
                <a:cubicBezTo>
                  <a:pt x="368991" y="86401"/>
                  <a:pt x="371802" y="85816"/>
                  <a:pt x="374185" y="84645"/>
                </a:cubicBezTo>
                <a:cubicBezTo>
                  <a:pt x="376568" y="83475"/>
                  <a:pt x="378524" y="81831"/>
                  <a:pt x="380053" y="79715"/>
                </a:cubicBezTo>
                <a:cubicBezTo>
                  <a:pt x="381582" y="77598"/>
                  <a:pt x="382706" y="75076"/>
                  <a:pt x="383425" y="72151"/>
                </a:cubicBezTo>
                <a:cubicBezTo>
                  <a:pt x="384145" y="69224"/>
                  <a:pt x="384504" y="66004"/>
                  <a:pt x="384504" y="62491"/>
                </a:cubicBezTo>
                <a:close/>
                <a:moveTo>
                  <a:pt x="448060" y="36017"/>
                </a:moveTo>
                <a:cubicBezTo>
                  <a:pt x="448060" y="37007"/>
                  <a:pt x="448038" y="37838"/>
                  <a:pt x="447993" y="38513"/>
                </a:cubicBezTo>
                <a:cubicBezTo>
                  <a:pt x="447948" y="39187"/>
                  <a:pt x="447858" y="39716"/>
                  <a:pt x="447723" y="40098"/>
                </a:cubicBezTo>
                <a:cubicBezTo>
                  <a:pt x="447588" y="40480"/>
                  <a:pt x="447420" y="40772"/>
                  <a:pt x="447217" y="40975"/>
                </a:cubicBezTo>
                <a:cubicBezTo>
                  <a:pt x="447015" y="41177"/>
                  <a:pt x="446734" y="41278"/>
                  <a:pt x="446374" y="41278"/>
                </a:cubicBezTo>
                <a:cubicBezTo>
                  <a:pt x="446014" y="41278"/>
                  <a:pt x="445576" y="41177"/>
                  <a:pt x="445059" y="40975"/>
                </a:cubicBezTo>
                <a:cubicBezTo>
                  <a:pt x="444542" y="40772"/>
                  <a:pt x="443957" y="40570"/>
                  <a:pt x="443305" y="40368"/>
                </a:cubicBezTo>
                <a:cubicBezTo>
                  <a:pt x="442653" y="40165"/>
                  <a:pt x="441923" y="39974"/>
                  <a:pt x="441113" y="39794"/>
                </a:cubicBezTo>
                <a:cubicBezTo>
                  <a:pt x="440304" y="39615"/>
                  <a:pt x="439427" y="39525"/>
                  <a:pt x="438483" y="39525"/>
                </a:cubicBezTo>
                <a:cubicBezTo>
                  <a:pt x="437359" y="39525"/>
                  <a:pt x="436257" y="39749"/>
                  <a:pt x="435178" y="40199"/>
                </a:cubicBezTo>
                <a:cubicBezTo>
                  <a:pt x="434099" y="40649"/>
                  <a:pt x="432963" y="41391"/>
                  <a:pt x="431772" y="42425"/>
                </a:cubicBezTo>
                <a:cubicBezTo>
                  <a:pt x="430580" y="43459"/>
                  <a:pt x="429332" y="44831"/>
                  <a:pt x="428028" y="46539"/>
                </a:cubicBezTo>
                <a:cubicBezTo>
                  <a:pt x="426724" y="48248"/>
                  <a:pt x="425285" y="50339"/>
                  <a:pt x="423712" y="52812"/>
                </a:cubicBezTo>
                <a:lnTo>
                  <a:pt x="423712" y="92741"/>
                </a:lnTo>
                <a:cubicBezTo>
                  <a:pt x="423712" y="93101"/>
                  <a:pt x="423622" y="93404"/>
                  <a:pt x="423442" y="93652"/>
                </a:cubicBezTo>
                <a:cubicBezTo>
                  <a:pt x="423262" y="93899"/>
                  <a:pt x="422970" y="94113"/>
                  <a:pt x="422565" y="94293"/>
                </a:cubicBezTo>
                <a:cubicBezTo>
                  <a:pt x="422160" y="94472"/>
                  <a:pt x="421598" y="94607"/>
                  <a:pt x="420879" y="94697"/>
                </a:cubicBezTo>
                <a:cubicBezTo>
                  <a:pt x="420159" y="94787"/>
                  <a:pt x="419237" y="94832"/>
                  <a:pt x="418113" y="94832"/>
                </a:cubicBezTo>
                <a:cubicBezTo>
                  <a:pt x="417034" y="94832"/>
                  <a:pt x="416135" y="94787"/>
                  <a:pt x="415415" y="94697"/>
                </a:cubicBezTo>
                <a:cubicBezTo>
                  <a:pt x="414696" y="94607"/>
                  <a:pt x="414123" y="94472"/>
                  <a:pt x="413695" y="94293"/>
                </a:cubicBezTo>
                <a:cubicBezTo>
                  <a:pt x="413268" y="94113"/>
                  <a:pt x="412976" y="93899"/>
                  <a:pt x="412819" y="93652"/>
                </a:cubicBezTo>
                <a:cubicBezTo>
                  <a:pt x="412661" y="93404"/>
                  <a:pt x="412583" y="93101"/>
                  <a:pt x="412583" y="92741"/>
                </a:cubicBezTo>
                <a:lnTo>
                  <a:pt x="412583" y="32038"/>
                </a:lnTo>
                <a:cubicBezTo>
                  <a:pt x="412583" y="31678"/>
                  <a:pt x="412650" y="31375"/>
                  <a:pt x="412785" y="31127"/>
                </a:cubicBezTo>
                <a:cubicBezTo>
                  <a:pt x="412920" y="30880"/>
                  <a:pt x="413190" y="30655"/>
                  <a:pt x="413594" y="30453"/>
                </a:cubicBezTo>
                <a:cubicBezTo>
                  <a:pt x="413999" y="30251"/>
                  <a:pt x="414516" y="30116"/>
                  <a:pt x="415146" y="30048"/>
                </a:cubicBezTo>
                <a:cubicBezTo>
                  <a:pt x="415775" y="29981"/>
                  <a:pt x="416607" y="29947"/>
                  <a:pt x="417641" y="29947"/>
                </a:cubicBezTo>
                <a:cubicBezTo>
                  <a:pt x="418630" y="29947"/>
                  <a:pt x="419451" y="29981"/>
                  <a:pt x="420103" y="30048"/>
                </a:cubicBezTo>
                <a:cubicBezTo>
                  <a:pt x="420755" y="30116"/>
                  <a:pt x="421261" y="30251"/>
                  <a:pt x="421621" y="30453"/>
                </a:cubicBezTo>
                <a:cubicBezTo>
                  <a:pt x="421980" y="30655"/>
                  <a:pt x="422239" y="30880"/>
                  <a:pt x="422396" y="31127"/>
                </a:cubicBezTo>
                <a:cubicBezTo>
                  <a:pt x="422554" y="31375"/>
                  <a:pt x="422632" y="31678"/>
                  <a:pt x="422632" y="32038"/>
                </a:cubicBezTo>
                <a:lnTo>
                  <a:pt x="422632" y="40874"/>
                </a:lnTo>
                <a:cubicBezTo>
                  <a:pt x="424296" y="38445"/>
                  <a:pt x="425859" y="36467"/>
                  <a:pt x="427320" y="34938"/>
                </a:cubicBezTo>
                <a:cubicBezTo>
                  <a:pt x="428781" y="33409"/>
                  <a:pt x="430164" y="32206"/>
                  <a:pt x="431468" y="31330"/>
                </a:cubicBezTo>
                <a:cubicBezTo>
                  <a:pt x="432772" y="30453"/>
                  <a:pt x="434065" y="29846"/>
                  <a:pt x="435346" y="29509"/>
                </a:cubicBezTo>
                <a:cubicBezTo>
                  <a:pt x="436628" y="29171"/>
                  <a:pt x="437921" y="29003"/>
                  <a:pt x="439225" y="29003"/>
                </a:cubicBezTo>
                <a:cubicBezTo>
                  <a:pt x="439809" y="29003"/>
                  <a:pt x="440472" y="29036"/>
                  <a:pt x="441214" y="29104"/>
                </a:cubicBezTo>
                <a:cubicBezTo>
                  <a:pt x="441956" y="29171"/>
                  <a:pt x="442732" y="29295"/>
                  <a:pt x="443541" y="29475"/>
                </a:cubicBezTo>
                <a:cubicBezTo>
                  <a:pt x="444351" y="29655"/>
                  <a:pt x="445081" y="29857"/>
                  <a:pt x="445733" y="30082"/>
                </a:cubicBezTo>
                <a:cubicBezTo>
                  <a:pt x="446385" y="30307"/>
                  <a:pt x="446846" y="30532"/>
                  <a:pt x="447116" y="30756"/>
                </a:cubicBezTo>
                <a:cubicBezTo>
                  <a:pt x="447386" y="30981"/>
                  <a:pt x="447566" y="31195"/>
                  <a:pt x="447656" y="31397"/>
                </a:cubicBezTo>
                <a:cubicBezTo>
                  <a:pt x="447746" y="31599"/>
                  <a:pt x="447824" y="31858"/>
                  <a:pt x="447892" y="32173"/>
                </a:cubicBezTo>
                <a:cubicBezTo>
                  <a:pt x="447959" y="32488"/>
                  <a:pt x="448004" y="32948"/>
                  <a:pt x="448027" y="33555"/>
                </a:cubicBezTo>
                <a:cubicBezTo>
                  <a:pt x="448049" y="34162"/>
                  <a:pt x="448060" y="34983"/>
                  <a:pt x="448060" y="36017"/>
                </a:cubicBezTo>
                <a:close/>
                <a:moveTo>
                  <a:pt x="502634" y="83568"/>
                </a:moveTo>
                <a:cubicBezTo>
                  <a:pt x="502634" y="84333"/>
                  <a:pt x="502611" y="84996"/>
                  <a:pt x="502566" y="85558"/>
                </a:cubicBezTo>
                <a:cubicBezTo>
                  <a:pt x="502521" y="86120"/>
                  <a:pt x="502443" y="86592"/>
                  <a:pt x="502330" y="86974"/>
                </a:cubicBezTo>
                <a:cubicBezTo>
                  <a:pt x="502218" y="87357"/>
                  <a:pt x="502083" y="87694"/>
                  <a:pt x="501925" y="87986"/>
                </a:cubicBezTo>
                <a:cubicBezTo>
                  <a:pt x="501768" y="88278"/>
                  <a:pt x="501408" y="88706"/>
                  <a:pt x="500846" y="89268"/>
                </a:cubicBezTo>
                <a:cubicBezTo>
                  <a:pt x="500284" y="89830"/>
                  <a:pt x="499329" y="90527"/>
                  <a:pt x="497980" y="91359"/>
                </a:cubicBezTo>
                <a:cubicBezTo>
                  <a:pt x="496631" y="92190"/>
                  <a:pt x="495113" y="92932"/>
                  <a:pt x="493427" y="93584"/>
                </a:cubicBezTo>
                <a:cubicBezTo>
                  <a:pt x="491741" y="94236"/>
                  <a:pt x="489908" y="94765"/>
                  <a:pt x="487930" y="95169"/>
                </a:cubicBezTo>
                <a:cubicBezTo>
                  <a:pt x="485951" y="95574"/>
                  <a:pt x="483906" y="95776"/>
                  <a:pt x="481792" y="95776"/>
                </a:cubicBezTo>
                <a:cubicBezTo>
                  <a:pt x="477430" y="95776"/>
                  <a:pt x="473563" y="95056"/>
                  <a:pt x="470191" y="93614"/>
                </a:cubicBezTo>
                <a:cubicBezTo>
                  <a:pt x="466819" y="92172"/>
                  <a:pt x="463997" y="90066"/>
                  <a:pt x="461726" y="87295"/>
                </a:cubicBezTo>
                <a:cubicBezTo>
                  <a:pt x="459456" y="84524"/>
                  <a:pt x="457724" y="81122"/>
                  <a:pt x="456533" y="77089"/>
                </a:cubicBezTo>
                <a:cubicBezTo>
                  <a:pt x="455341" y="73056"/>
                  <a:pt x="454745" y="68404"/>
                  <a:pt x="454745" y="63134"/>
                </a:cubicBezTo>
                <a:cubicBezTo>
                  <a:pt x="454745" y="57141"/>
                  <a:pt x="455476" y="51993"/>
                  <a:pt x="456937" y="47690"/>
                </a:cubicBezTo>
                <a:cubicBezTo>
                  <a:pt x="458399" y="43387"/>
                  <a:pt x="460400" y="39862"/>
                  <a:pt x="462940" y="37113"/>
                </a:cubicBezTo>
                <a:cubicBezTo>
                  <a:pt x="465481" y="34365"/>
                  <a:pt x="468471" y="32326"/>
                  <a:pt x="471911" y="30997"/>
                </a:cubicBezTo>
                <a:cubicBezTo>
                  <a:pt x="475351" y="29667"/>
                  <a:pt x="479072" y="29003"/>
                  <a:pt x="483074" y="29003"/>
                </a:cubicBezTo>
                <a:cubicBezTo>
                  <a:pt x="485007" y="29003"/>
                  <a:pt x="486884" y="29183"/>
                  <a:pt x="488706" y="29542"/>
                </a:cubicBezTo>
                <a:cubicBezTo>
                  <a:pt x="490527" y="29902"/>
                  <a:pt x="492202" y="30374"/>
                  <a:pt x="493730" y="30959"/>
                </a:cubicBezTo>
                <a:cubicBezTo>
                  <a:pt x="495259" y="31543"/>
                  <a:pt x="496619" y="32218"/>
                  <a:pt x="497811" y="32982"/>
                </a:cubicBezTo>
                <a:cubicBezTo>
                  <a:pt x="499003" y="33747"/>
                  <a:pt x="499868" y="34399"/>
                  <a:pt x="500408" y="34938"/>
                </a:cubicBezTo>
                <a:cubicBezTo>
                  <a:pt x="500947" y="35478"/>
                  <a:pt x="501318" y="35905"/>
                  <a:pt x="501521" y="36220"/>
                </a:cubicBezTo>
                <a:cubicBezTo>
                  <a:pt x="501723" y="36534"/>
                  <a:pt x="501892" y="36905"/>
                  <a:pt x="502027" y="37333"/>
                </a:cubicBezTo>
                <a:cubicBezTo>
                  <a:pt x="502161" y="37760"/>
                  <a:pt x="502251" y="38243"/>
                  <a:pt x="502296" y="38783"/>
                </a:cubicBezTo>
                <a:cubicBezTo>
                  <a:pt x="502341" y="39322"/>
                  <a:pt x="502364" y="39997"/>
                  <a:pt x="502364" y="40806"/>
                </a:cubicBezTo>
                <a:cubicBezTo>
                  <a:pt x="502364" y="42560"/>
                  <a:pt x="502161" y="43785"/>
                  <a:pt x="501757" y="44482"/>
                </a:cubicBezTo>
                <a:cubicBezTo>
                  <a:pt x="501352" y="45179"/>
                  <a:pt x="500857" y="45528"/>
                  <a:pt x="500273" y="45528"/>
                </a:cubicBezTo>
                <a:cubicBezTo>
                  <a:pt x="499598" y="45528"/>
                  <a:pt x="498823" y="45157"/>
                  <a:pt x="497946" y="44415"/>
                </a:cubicBezTo>
                <a:cubicBezTo>
                  <a:pt x="497069" y="43673"/>
                  <a:pt x="495956" y="42852"/>
                  <a:pt x="494607" y="41953"/>
                </a:cubicBezTo>
                <a:cubicBezTo>
                  <a:pt x="493258" y="41053"/>
                  <a:pt x="491628" y="40233"/>
                  <a:pt x="489717" y="39491"/>
                </a:cubicBezTo>
                <a:cubicBezTo>
                  <a:pt x="487806" y="38749"/>
                  <a:pt x="485547" y="38378"/>
                  <a:pt x="482939" y="38378"/>
                </a:cubicBezTo>
                <a:cubicBezTo>
                  <a:pt x="477588" y="38378"/>
                  <a:pt x="473485" y="40441"/>
                  <a:pt x="470629" y="44568"/>
                </a:cubicBezTo>
                <a:cubicBezTo>
                  <a:pt x="467774" y="48694"/>
                  <a:pt x="466347" y="54679"/>
                  <a:pt x="466347" y="62524"/>
                </a:cubicBezTo>
                <a:cubicBezTo>
                  <a:pt x="466347" y="66448"/>
                  <a:pt x="466717" y="69886"/>
                  <a:pt x="467459" y="72840"/>
                </a:cubicBezTo>
                <a:cubicBezTo>
                  <a:pt x="468201" y="75793"/>
                  <a:pt x="469292" y="78262"/>
                  <a:pt x="470731" y="80246"/>
                </a:cubicBezTo>
                <a:cubicBezTo>
                  <a:pt x="472170" y="82231"/>
                  <a:pt x="473934" y="83707"/>
                  <a:pt x="476025" y="84677"/>
                </a:cubicBezTo>
                <a:cubicBezTo>
                  <a:pt x="478116" y="85647"/>
                  <a:pt x="480511" y="86131"/>
                  <a:pt x="483209" y="86131"/>
                </a:cubicBezTo>
                <a:cubicBezTo>
                  <a:pt x="485772" y="86131"/>
                  <a:pt x="488020" y="85727"/>
                  <a:pt x="489953" y="84917"/>
                </a:cubicBezTo>
                <a:cubicBezTo>
                  <a:pt x="491887" y="84108"/>
                  <a:pt x="493562" y="83220"/>
                  <a:pt x="494978" y="82253"/>
                </a:cubicBezTo>
                <a:cubicBezTo>
                  <a:pt x="496395" y="81286"/>
                  <a:pt x="497586" y="80409"/>
                  <a:pt x="498553" y="79623"/>
                </a:cubicBezTo>
                <a:cubicBezTo>
                  <a:pt x="499520" y="78836"/>
                  <a:pt x="500273" y="78442"/>
                  <a:pt x="500813" y="78442"/>
                </a:cubicBezTo>
                <a:cubicBezTo>
                  <a:pt x="501127" y="78442"/>
                  <a:pt x="501397" y="78532"/>
                  <a:pt x="501622" y="78712"/>
                </a:cubicBezTo>
                <a:cubicBezTo>
                  <a:pt x="501847" y="78892"/>
                  <a:pt x="502038" y="79195"/>
                  <a:pt x="502195" y="79623"/>
                </a:cubicBezTo>
                <a:cubicBezTo>
                  <a:pt x="502353" y="80050"/>
                  <a:pt x="502465" y="80589"/>
                  <a:pt x="502532" y="81241"/>
                </a:cubicBezTo>
                <a:cubicBezTo>
                  <a:pt x="502600" y="81893"/>
                  <a:pt x="502634" y="82669"/>
                  <a:pt x="502634" y="83568"/>
                </a:cubicBezTo>
                <a:close/>
                <a:moveTo>
                  <a:pt x="569226" y="59759"/>
                </a:moveTo>
                <a:cubicBezTo>
                  <a:pt x="569226" y="61513"/>
                  <a:pt x="568788" y="62761"/>
                  <a:pt x="567911" y="63502"/>
                </a:cubicBezTo>
                <a:cubicBezTo>
                  <a:pt x="567034" y="64244"/>
                  <a:pt x="566034" y="64615"/>
                  <a:pt x="564910" y="64615"/>
                </a:cubicBezTo>
                <a:lnTo>
                  <a:pt x="525115" y="64615"/>
                </a:lnTo>
                <a:cubicBezTo>
                  <a:pt x="525115" y="67998"/>
                  <a:pt x="525453" y="71042"/>
                  <a:pt x="526127" y="73748"/>
                </a:cubicBezTo>
                <a:cubicBezTo>
                  <a:pt x="526802" y="76455"/>
                  <a:pt x="527926" y="78777"/>
                  <a:pt x="529499" y="80716"/>
                </a:cubicBezTo>
                <a:cubicBezTo>
                  <a:pt x="531073" y="82656"/>
                  <a:pt x="533119" y="84144"/>
                  <a:pt x="535637" y="85183"/>
                </a:cubicBezTo>
                <a:cubicBezTo>
                  <a:pt x="538155" y="86220"/>
                  <a:pt x="541235" y="86738"/>
                  <a:pt x="544878" y="86738"/>
                </a:cubicBezTo>
                <a:cubicBezTo>
                  <a:pt x="547755" y="86738"/>
                  <a:pt x="550318" y="86502"/>
                  <a:pt x="552567" y="86030"/>
                </a:cubicBezTo>
                <a:cubicBezTo>
                  <a:pt x="554815" y="85558"/>
                  <a:pt x="556760" y="85030"/>
                  <a:pt x="558401" y="84445"/>
                </a:cubicBezTo>
                <a:cubicBezTo>
                  <a:pt x="560042" y="83861"/>
                  <a:pt x="561391" y="83332"/>
                  <a:pt x="562448" y="82860"/>
                </a:cubicBezTo>
                <a:cubicBezTo>
                  <a:pt x="563505" y="82388"/>
                  <a:pt x="564303" y="82152"/>
                  <a:pt x="564842" y="82152"/>
                </a:cubicBezTo>
                <a:cubicBezTo>
                  <a:pt x="565157" y="82152"/>
                  <a:pt x="565438" y="82231"/>
                  <a:pt x="565685" y="82388"/>
                </a:cubicBezTo>
                <a:cubicBezTo>
                  <a:pt x="565933" y="82545"/>
                  <a:pt x="566124" y="82781"/>
                  <a:pt x="566259" y="83096"/>
                </a:cubicBezTo>
                <a:cubicBezTo>
                  <a:pt x="566394" y="83411"/>
                  <a:pt x="566495" y="83849"/>
                  <a:pt x="566562" y="84411"/>
                </a:cubicBezTo>
                <a:cubicBezTo>
                  <a:pt x="566630" y="84973"/>
                  <a:pt x="566663" y="85659"/>
                  <a:pt x="566663" y="86469"/>
                </a:cubicBezTo>
                <a:cubicBezTo>
                  <a:pt x="566663" y="87053"/>
                  <a:pt x="566641" y="87559"/>
                  <a:pt x="566596" y="87986"/>
                </a:cubicBezTo>
                <a:cubicBezTo>
                  <a:pt x="566551" y="88413"/>
                  <a:pt x="566495" y="88796"/>
                  <a:pt x="566427" y="89133"/>
                </a:cubicBezTo>
                <a:cubicBezTo>
                  <a:pt x="566360" y="89470"/>
                  <a:pt x="566247" y="89774"/>
                  <a:pt x="566090" y="90043"/>
                </a:cubicBezTo>
                <a:cubicBezTo>
                  <a:pt x="565933" y="90313"/>
                  <a:pt x="565730" y="90572"/>
                  <a:pt x="565483" y="90819"/>
                </a:cubicBezTo>
                <a:cubicBezTo>
                  <a:pt x="565236" y="91066"/>
                  <a:pt x="564505" y="91471"/>
                  <a:pt x="563291" y="92033"/>
                </a:cubicBezTo>
                <a:cubicBezTo>
                  <a:pt x="562077" y="92595"/>
                  <a:pt x="560503" y="93146"/>
                  <a:pt x="558570" y="93685"/>
                </a:cubicBezTo>
                <a:cubicBezTo>
                  <a:pt x="556636" y="94225"/>
                  <a:pt x="554399" y="94708"/>
                  <a:pt x="551859" y="95136"/>
                </a:cubicBezTo>
                <a:cubicBezTo>
                  <a:pt x="549318" y="95563"/>
                  <a:pt x="546609" y="95776"/>
                  <a:pt x="543731" y="95776"/>
                </a:cubicBezTo>
                <a:cubicBezTo>
                  <a:pt x="538740" y="95776"/>
                  <a:pt x="534367" y="95079"/>
                  <a:pt x="530612" y="93683"/>
                </a:cubicBezTo>
                <a:cubicBezTo>
                  <a:pt x="526858" y="92288"/>
                  <a:pt x="523699" y="90218"/>
                  <a:pt x="521136" y="87472"/>
                </a:cubicBezTo>
                <a:cubicBezTo>
                  <a:pt x="518573" y="84726"/>
                  <a:pt x="516639" y="81283"/>
                  <a:pt x="515335" y="77142"/>
                </a:cubicBezTo>
                <a:cubicBezTo>
                  <a:pt x="514031" y="73001"/>
                  <a:pt x="513379" y="68184"/>
                  <a:pt x="513379" y="62693"/>
                </a:cubicBezTo>
                <a:cubicBezTo>
                  <a:pt x="513379" y="57471"/>
                  <a:pt x="514054" y="52779"/>
                  <a:pt x="515403" y="48615"/>
                </a:cubicBezTo>
                <a:cubicBezTo>
                  <a:pt x="516752" y="44452"/>
                  <a:pt x="518697" y="40919"/>
                  <a:pt x="521237" y="38015"/>
                </a:cubicBezTo>
                <a:cubicBezTo>
                  <a:pt x="523778" y="35112"/>
                  <a:pt x="526847" y="32884"/>
                  <a:pt x="530444" y="31332"/>
                </a:cubicBezTo>
                <a:cubicBezTo>
                  <a:pt x="534041" y="29779"/>
                  <a:pt x="538065" y="29003"/>
                  <a:pt x="542517" y="29003"/>
                </a:cubicBezTo>
                <a:cubicBezTo>
                  <a:pt x="547283" y="29003"/>
                  <a:pt x="551341" y="29767"/>
                  <a:pt x="554691" y="31296"/>
                </a:cubicBezTo>
                <a:cubicBezTo>
                  <a:pt x="558041" y="32825"/>
                  <a:pt x="560795" y="34882"/>
                  <a:pt x="562954" y="37467"/>
                </a:cubicBezTo>
                <a:cubicBezTo>
                  <a:pt x="565112" y="40053"/>
                  <a:pt x="566697" y="43088"/>
                  <a:pt x="567709" y="46573"/>
                </a:cubicBezTo>
                <a:cubicBezTo>
                  <a:pt x="568721" y="50058"/>
                  <a:pt x="569226" y="53779"/>
                  <a:pt x="569226" y="57736"/>
                </a:cubicBezTo>
                <a:lnTo>
                  <a:pt x="569226" y="59759"/>
                </a:lnTo>
                <a:moveTo>
                  <a:pt x="558030" y="56454"/>
                </a:moveTo>
                <a:cubicBezTo>
                  <a:pt x="558165" y="50609"/>
                  <a:pt x="556872" y="46022"/>
                  <a:pt x="554152" y="42695"/>
                </a:cubicBezTo>
                <a:cubicBezTo>
                  <a:pt x="551431" y="39367"/>
                  <a:pt x="547396" y="37704"/>
                  <a:pt x="542045" y="37704"/>
                </a:cubicBezTo>
                <a:cubicBezTo>
                  <a:pt x="539302" y="37704"/>
                  <a:pt x="536896" y="38221"/>
                  <a:pt x="534828" y="39255"/>
                </a:cubicBezTo>
                <a:cubicBezTo>
                  <a:pt x="532759" y="40289"/>
                  <a:pt x="531028" y="41660"/>
                  <a:pt x="529634" y="43369"/>
                </a:cubicBezTo>
                <a:cubicBezTo>
                  <a:pt x="528240" y="45078"/>
                  <a:pt x="527161" y="47068"/>
                  <a:pt x="526397" y="49338"/>
                </a:cubicBezTo>
                <a:cubicBezTo>
                  <a:pt x="525632" y="51609"/>
                  <a:pt x="525205" y="53981"/>
                  <a:pt x="525115" y="56454"/>
                </a:cubicBezTo>
                <a:lnTo>
                  <a:pt x="558030" y="56454"/>
                </a:lnTo>
                <a:close/>
                <a:moveTo>
                  <a:pt x="638220" y="92739"/>
                </a:moveTo>
                <a:cubicBezTo>
                  <a:pt x="638220" y="93099"/>
                  <a:pt x="638141" y="93414"/>
                  <a:pt x="637984" y="93685"/>
                </a:cubicBezTo>
                <a:cubicBezTo>
                  <a:pt x="637826" y="93955"/>
                  <a:pt x="637556" y="94169"/>
                  <a:pt x="637174" y="94326"/>
                </a:cubicBezTo>
                <a:cubicBezTo>
                  <a:pt x="636792" y="94484"/>
                  <a:pt x="636286" y="94607"/>
                  <a:pt x="635657" y="94697"/>
                </a:cubicBezTo>
                <a:cubicBezTo>
                  <a:pt x="635027" y="94787"/>
                  <a:pt x="634263" y="94832"/>
                  <a:pt x="633363" y="94832"/>
                </a:cubicBezTo>
                <a:cubicBezTo>
                  <a:pt x="632419" y="94832"/>
                  <a:pt x="631632" y="94787"/>
                  <a:pt x="631003" y="94697"/>
                </a:cubicBezTo>
                <a:cubicBezTo>
                  <a:pt x="630373" y="94609"/>
                  <a:pt x="629856" y="94486"/>
                  <a:pt x="629451" y="94330"/>
                </a:cubicBezTo>
                <a:cubicBezTo>
                  <a:pt x="629047" y="94173"/>
                  <a:pt x="628754" y="93960"/>
                  <a:pt x="628575" y="93692"/>
                </a:cubicBezTo>
                <a:cubicBezTo>
                  <a:pt x="628395" y="93423"/>
                  <a:pt x="628305" y="93111"/>
                  <a:pt x="628305" y="92754"/>
                </a:cubicBezTo>
                <a:lnTo>
                  <a:pt x="628305" y="84772"/>
                </a:lnTo>
                <a:cubicBezTo>
                  <a:pt x="625112" y="88237"/>
                  <a:pt x="621796" y="90938"/>
                  <a:pt x="618356" y="92874"/>
                </a:cubicBezTo>
                <a:cubicBezTo>
                  <a:pt x="614916" y="94809"/>
                  <a:pt x="611150" y="95776"/>
                  <a:pt x="607059" y="95776"/>
                </a:cubicBezTo>
                <a:cubicBezTo>
                  <a:pt x="602607" y="95776"/>
                  <a:pt x="598807" y="94910"/>
                  <a:pt x="595660" y="93178"/>
                </a:cubicBezTo>
                <a:cubicBezTo>
                  <a:pt x="592512" y="91445"/>
                  <a:pt x="589961" y="89105"/>
                  <a:pt x="588005" y="86157"/>
                </a:cubicBezTo>
                <a:cubicBezTo>
                  <a:pt x="586049" y="83207"/>
                  <a:pt x="584621" y="79741"/>
                  <a:pt x="583722" y="75759"/>
                </a:cubicBezTo>
                <a:cubicBezTo>
                  <a:pt x="582822" y="71775"/>
                  <a:pt x="582373" y="67577"/>
                  <a:pt x="582373" y="63165"/>
                </a:cubicBezTo>
                <a:cubicBezTo>
                  <a:pt x="582373" y="57945"/>
                  <a:pt x="582935" y="53231"/>
                  <a:pt x="584059" y="49022"/>
                </a:cubicBezTo>
                <a:cubicBezTo>
                  <a:pt x="585183" y="44814"/>
                  <a:pt x="586847" y="41224"/>
                  <a:pt x="589050" y="38254"/>
                </a:cubicBezTo>
                <a:cubicBezTo>
                  <a:pt x="591253" y="35282"/>
                  <a:pt x="593985" y="32997"/>
                  <a:pt x="597245" y="31399"/>
                </a:cubicBezTo>
                <a:cubicBezTo>
                  <a:pt x="600505" y="29802"/>
                  <a:pt x="604271" y="29003"/>
                  <a:pt x="608542" y="29003"/>
                </a:cubicBezTo>
                <a:cubicBezTo>
                  <a:pt x="612095" y="29003"/>
                  <a:pt x="615343" y="29779"/>
                  <a:pt x="618289" y="31332"/>
                </a:cubicBezTo>
                <a:cubicBezTo>
                  <a:pt x="621234" y="32884"/>
                  <a:pt x="624145" y="35169"/>
                  <a:pt x="627023" y="38184"/>
                </a:cubicBezTo>
                <a:lnTo>
                  <a:pt x="627023" y="2837"/>
                </a:lnTo>
                <a:cubicBezTo>
                  <a:pt x="627023" y="2522"/>
                  <a:pt x="627102" y="2219"/>
                  <a:pt x="627259" y="1926"/>
                </a:cubicBezTo>
                <a:cubicBezTo>
                  <a:pt x="627417" y="1633"/>
                  <a:pt x="627720" y="1407"/>
                  <a:pt x="628170" y="1250"/>
                </a:cubicBezTo>
                <a:cubicBezTo>
                  <a:pt x="628620" y="1091"/>
                  <a:pt x="629193" y="956"/>
                  <a:pt x="629890" y="843"/>
                </a:cubicBezTo>
                <a:cubicBezTo>
                  <a:pt x="630587" y="731"/>
                  <a:pt x="631475" y="674"/>
                  <a:pt x="632554" y="674"/>
                </a:cubicBezTo>
                <a:cubicBezTo>
                  <a:pt x="633678" y="674"/>
                  <a:pt x="634600" y="731"/>
                  <a:pt x="635319" y="843"/>
                </a:cubicBezTo>
                <a:cubicBezTo>
                  <a:pt x="636039" y="956"/>
                  <a:pt x="636601" y="1090"/>
                  <a:pt x="637006" y="1248"/>
                </a:cubicBezTo>
                <a:cubicBezTo>
                  <a:pt x="637410" y="1405"/>
                  <a:pt x="637714" y="1631"/>
                  <a:pt x="637916" y="1924"/>
                </a:cubicBezTo>
                <a:cubicBezTo>
                  <a:pt x="638118" y="2217"/>
                  <a:pt x="638220" y="2520"/>
                  <a:pt x="638220" y="2835"/>
                </a:cubicBezTo>
                <a:lnTo>
                  <a:pt x="638220" y="92739"/>
                </a:lnTo>
                <a:moveTo>
                  <a:pt x="627023" y="50068"/>
                </a:moveTo>
                <a:cubicBezTo>
                  <a:pt x="624011" y="46328"/>
                  <a:pt x="621099" y="43479"/>
                  <a:pt x="618289" y="41521"/>
                </a:cubicBezTo>
                <a:cubicBezTo>
                  <a:pt x="615478" y="39560"/>
                  <a:pt x="612544" y="38580"/>
                  <a:pt x="609487" y="38580"/>
                </a:cubicBezTo>
                <a:cubicBezTo>
                  <a:pt x="606654" y="38580"/>
                  <a:pt x="604248" y="39256"/>
                  <a:pt x="602270" y="40608"/>
                </a:cubicBezTo>
                <a:cubicBezTo>
                  <a:pt x="600291" y="41958"/>
                  <a:pt x="598684" y="43737"/>
                  <a:pt x="597447" y="45943"/>
                </a:cubicBezTo>
                <a:cubicBezTo>
                  <a:pt x="596211" y="48149"/>
                  <a:pt x="595311" y="50648"/>
                  <a:pt x="594749" y="53440"/>
                </a:cubicBezTo>
                <a:cubicBezTo>
                  <a:pt x="594187" y="56232"/>
                  <a:pt x="593906" y="59069"/>
                  <a:pt x="593906" y="61951"/>
                </a:cubicBezTo>
                <a:cubicBezTo>
                  <a:pt x="593906" y="65013"/>
                  <a:pt x="594142" y="68007"/>
                  <a:pt x="594614" y="70934"/>
                </a:cubicBezTo>
                <a:cubicBezTo>
                  <a:pt x="595087" y="73861"/>
                  <a:pt x="595907" y="76462"/>
                  <a:pt x="597076" y="78735"/>
                </a:cubicBezTo>
                <a:cubicBezTo>
                  <a:pt x="598245" y="81009"/>
                  <a:pt x="599797" y="82833"/>
                  <a:pt x="601730" y="84207"/>
                </a:cubicBezTo>
                <a:cubicBezTo>
                  <a:pt x="603664" y="85580"/>
                  <a:pt x="606092" y="86266"/>
                  <a:pt x="609015" y="86266"/>
                </a:cubicBezTo>
                <a:cubicBezTo>
                  <a:pt x="610498" y="86266"/>
                  <a:pt x="611926" y="86064"/>
                  <a:pt x="613298" y="85659"/>
                </a:cubicBezTo>
                <a:cubicBezTo>
                  <a:pt x="614669" y="85253"/>
                  <a:pt x="616074" y="84577"/>
                  <a:pt x="617513" y="83632"/>
                </a:cubicBezTo>
                <a:cubicBezTo>
                  <a:pt x="618952" y="82686"/>
                  <a:pt x="620458" y="81458"/>
                  <a:pt x="622032" y="79949"/>
                </a:cubicBezTo>
                <a:cubicBezTo>
                  <a:pt x="623606" y="78440"/>
                  <a:pt x="625270" y="76582"/>
                  <a:pt x="627023" y="74374"/>
                </a:cubicBezTo>
                <a:lnTo>
                  <a:pt x="627023" y="50068"/>
                </a:lnTo>
                <a:close/>
                <a:moveTo>
                  <a:pt x="686222" y="60366"/>
                </a:moveTo>
                <a:cubicBezTo>
                  <a:pt x="686222" y="62120"/>
                  <a:pt x="686020" y="63334"/>
                  <a:pt x="685615" y="64008"/>
                </a:cubicBezTo>
                <a:cubicBezTo>
                  <a:pt x="685210" y="64683"/>
                  <a:pt x="684626" y="65020"/>
                  <a:pt x="683861" y="65020"/>
                </a:cubicBezTo>
                <a:lnTo>
                  <a:pt x="655668" y="65020"/>
                </a:lnTo>
                <a:cubicBezTo>
                  <a:pt x="654858" y="65020"/>
                  <a:pt x="654251" y="64672"/>
                  <a:pt x="653847" y="63975"/>
                </a:cubicBezTo>
                <a:cubicBezTo>
                  <a:pt x="653442" y="63278"/>
                  <a:pt x="653240" y="62075"/>
                  <a:pt x="653240" y="60366"/>
                </a:cubicBezTo>
                <a:cubicBezTo>
                  <a:pt x="653240" y="58657"/>
                  <a:pt x="653442" y="57466"/>
                  <a:pt x="653847" y="56791"/>
                </a:cubicBezTo>
                <a:cubicBezTo>
                  <a:pt x="654251" y="56117"/>
                  <a:pt x="654858" y="55780"/>
                  <a:pt x="655668" y="55780"/>
                </a:cubicBezTo>
                <a:lnTo>
                  <a:pt x="683861" y="55780"/>
                </a:lnTo>
                <a:cubicBezTo>
                  <a:pt x="684221" y="55780"/>
                  <a:pt x="684547" y="55847"/>
                  <a:pt x="684839" y="55982"/>
                </a:cubicBezTo>
                <a:cubicBezTo>
                  <a:pt x="685131" y="56117"/>
                  <a:pt x="685379" y="56375"/>
                  <a:pt x="685581" y="56758"/>
                </a:cubicBezTo>
                <a:cubicBezTo>
                  <a:pt x="685783" y="57140"/>
                  <a:pt x="685941" y="57623"/>
                  <a:pt x="686053" y="58208"/>
                </a:cubicBezTo>
                <a:cubicBezTo>
                  <a:pt x="686166" y="58792"/>
                  <a:pt x="686222" y="59512"/>
                  <a:pt x="686222" y="60366"/>
                </a:cubicBezTo>
                <a:close/>
                <a:moveTo>
                  <a:pt x="746998" y="92809"/>
                </a:moveTo>
                <a:cubicBezTo>
                  <a:pt x="746998" y="93348"/>
                  <a:pt x="746818" y="93753"/>
                  <a:pt x="746458" y="94023"/>
                </a:cubicBezTo>
                <a:cubicBezTo>
                  <a:pt x="746098" y="94293"/>
                  <a:pt x="745604" y="94495"/>
                  <a:pt x="744974" y="94630"/>
                </a:cubicBezTo>
                <a:cubicBezTo>
                  <a:pt x="744345" y="94765"/>
                  <a:pt x="743423" y="94832"/>
                  <a:pt x="742209" y="94832"/>
                </a:cubicBezTo>
                <a:cubicBezTo>
                  <a:pt x="741040" y="94832"/>
                  <a:pt x="740107" y="94765"/>
                  <a:pt x="739410" y="94630"/>
                </a:cubicBezTo>
                <a:cubicBezTo>
                  <a:pt x="738713" y="94495"/>
                  <a:pt x="738207" y="94293"/>
                  <a:pt x="737892" y="94023"/>
                </a:cubicBezTo>
                <a:cubicBezTo>
                  <a:pt x="737577" y="93753"/>
                  <a:pt x="737420" y="93348"/>
                  <a:pt x="737420" y="92809"/>
                </a:cubicBezTo>
                <a:lnTo>
                  <a:pt x="737420" y="86738"/>
                </a:lnTo>
                <a:cubicBezTo>
                  <a:pt x="734767" y="89571"/>
                  <a:pt x="731811" y="91786"/>
                  <a:pt x="728551" y="93382"/>
                </a:cubicBezTo>
                <a:cubicBezTo>
                  <a:pt x="725291" y="94978"/>
                  <a:pt x="721839" y="95776"/>
                  <a:pt x="718197" y="95776"/>
                </a:cubicBezTo>
                <a:cubicBezTo>
                  <a:pt x="715005" y="95776"/>
                  <a:pt x="712116" y="95359"/>
                  <a:pt x="709530" y="94524"/>
                </a:cubicBezTo>
                <a:cubicBezTo>
                  <a:pt x="706945" y="93690"/>
                  <a:pt x="704741" y="92483"/>
                  <a:pt x="702920" y="90903"/>
                </a:cubicBezTo>
                <a:cubicBezTo>
                  <a:pt x="701099" y="89324"/>
                  <a:pt x="699683" y="87384"/>
                  <a:pt x="698671" y="85084"/>
                </a:cubicBezTo>
                <a:cubicBezTo>
                  <a:pt x="697659" y="82782"/>
                  <a:pt x="697153" y="80164"/>
                  <a:pt x="697153" y="77230"/>
                </a:cubicBezTo>
                <a:cubicBezTo>
                  <a:pt x="697153" y="73802"/>
                  <a:pt x="697850" y="70824"/>
                  <a:pt x="699244" y="68298"/>
                </a:cubicBezTo>
                <a:cubicBezTo>
                  <a:pt x="700638" y="65770"/>
                  <a:pt x="702639" y="63671"/>
                  <a:pt x="705247" y="62002"/>
                </a:cubicBezTo>
                <a:cubicBezTo>
                  <a:pt x="707855" y="60332"/>
                  <a:pt x="711048" y="59080"/>
                  <a:pt x="714825" y="58246"/>
                </a:cubicBezTo>
                <a:cubicBezTo>
                  <a:pt x="718602" y="57411"/>
                  <a:pt x="722851" y="56994"/>
                  <a:pt x="727573" y="56994"/>
                </a:cubicBezTo>
                <a:lnTo>
                  <a:pt x="735936" y="56994"/>
                </a:lnTo>
                <a:lnTo>
                  <a:pt x="735936" y="52289"/>
                </a:lnTo>
                <a:cubicBezTo>
                  <a:pt x="735936" y="49959"/>
                  <a:pt x="735689" y="47899"/>
                  <a:pt x="735194" y="46107"/>
                </a:cubicBezTo>
                <a:cubicBezTo>
                  <a:pt x="734700" y="44314"/>
                  <a:pt x="733901" y="42824"/>
                  <a:pt x="732800" y="41637"/>
                </a:cubicBezTo>
                <a:cubicBezTo>
                  <a:pt x="731698" y="40449"/>
                  <a:pt x="730271" y="39553"/>
                  <a:pt x="728517" y="38949"/>
                </a:cubicBezTo>
                <a:cubicBezTo>
                  <a:pt x="726763" y="38344"/>
                  <a:pt x="724605" y="38041"/>
                  <a:pt x="722042" y="38041"/>
                </a:cubicBezTo>
                <a:cubicBezTo>
                  <a:pt x="719299" y="38041"/>
                  <a:pt x="716837" y="38363"/>
                  <a:pt x="714656" y="39008"/>
                </a:cubicBezTo>
                <a:cubicBezTo>
                  <a:pt x="712475" y="39653"/>
                  <a:pt x="710564" y="40365"/>
                  <a:pt x="708923" y="41143"/>
                </a:cubicBezTo>
                <a:cubicBezTo>
                  <a:pt x="707282" y="41922"/>
                  <a:pt x="705910" y="42634"/>
                  <a:pt x="704809" y="43279"/>
                </a:cubicBezTo>
                <a:cubicBezTo>
                  <a:pt x="703707" y="43924"/>
                  <a:pt x="702887" y="44246"/>
                  <a:pt x="702347" y="44246"/>
                </a:cubicBezTo>
                <a:cubicBezTo>
                  <a:pt x="701987" y="44246"/>
                  <a:pt x="701672" y="44156"/>
                  <a:pt x="701403" y="43976"/>
                </a:cubicBezTo>
                <a:cubicBezTo>
                  <a:pt x="701133" y="43796"/>
                  <a:pt x="700897" y="43527"/>
                  <a:pt x="700694" y="43167"/>
                </a:cubicBezTo>
                <a:cubicBezTo>
                  <a:pt x="700492" y="42807"/>
                  <a:pt x="700346" y="42346"/>
                  <a:pt x="700256" y="41784"/>
                </a:cubicBezTo>
                <a:cubicBezTo>
                  <a:pt x="700166" y="41222"/>
                  <a:pt x="700121" y="40604"/>
                  <a:pt x="700121" y="39929"/>
                </a:cubicBezTo>
                <a:cubicBezTo>
                  <a:pt x="700121" y="38805"/>
                  <a:pt x="700200" y="37917"/>
                  <a:pt x="700357" y="37265"/>
                </a:cubicBezTo>
                <a:cubicBezTo>
                  <a:pt x="700515" y="36613"/>
                  <a:pt x="700897" y="35995"/>
                  <a:pt x="701504" y="35410"/>
                </a:cubicBezTo>
                <a:cubicBezTo>
                  <a:pt x="702111" y="34826"/>
                  <a:pt x="703156" y="34145"/>
                  <a:pt x="704640" y="33368"/>
                </a:cubicBezTo>
                <a:cubicBezTo>
                  <a:pt x="706124" y="32589"/>
                  <a:pt x="707833" y="31878"/>
                  <a:pt x="709766" y="31235"/>
                </a:cubicBezTo>
                <a:cubicBezTo>
                  <a:pt x="711700" y="30591"/>
                  <a:pt x="713813" y="30059"/>
                  <a:pt x="716106" y="29637"/>
                </a:cubicBezTo>
                <a:cubicBezTo>
                  <a:pt x="718400" y="29214"/>
                  <a:pt x="720715" y="29003"/>
                  <a:pt x="723054" y="29003"/>
                </a:cubicBezTo>
                <a:cubicBezTo>
                  <a:pt x="727415" y="29003"/>
                  <a:pt x="731125" y="29497"/>
                  <a:pt x="734182" y="30487"/>
                </a:cubicBezTo>
                <a:cubicBezTo>
                  <a:pt x="737240" y="31476"/>
                  <a:pt x="739713" y="32926"/>
                  <a:pt x="741602" y="34837"/>
                </a:cubicBezTo>
                <a:cubicBezTo>
                  <a:pt x="743490" y="36748"/>
                  <a:pt x="744862" y="39120"/>
                  <a:pt x="745716" y="41953"/>
                </a:cubicBezTo>
                <a:cubicBezTo>
                  <a:pt x="746570" y="44786"/>
                  <a:pt x="746998" y="48091"/>
                  <a:pt x="746998" y="51868"/>
                </a:cubicBezTo>
                <a:lnTo>
                  <a:pt x="746998" y="92809"/>
                </a:lnTo>
                <a:moveTo>
                  <a:pt x="735936" y="65020"/>
                </a:moveTo>
                <a:lnTo>
                  <a:pt x="726426" y="65020"/>
                </a:lnTo>
                <a:cubicBezTo>
                  <a:pt x="723368" y="65020"/>
                  <a:pt x="720715" y="65281"/>
                  <a:pt x="718467" y="65802"/>
                </a:cubicBezTo>
                <a:cubicBezTo>
                  <a:pt x="716219" y="66322"/>
                  <a:pt x="714353" y="67091"/>
                  <a:pt x="712869" y="68108"/>
                </a:cubicBezTo>
                <a:cubicBezTo>
                  <a:pt x="711385" y="69125"/>
                  <a:pt x="710295" y="70347"/>
                  <a:pt x="709598" y="71773"/>
                </a:cubicBezTo>
                <a:cubicBezTo>
                  <a:pt x="708901" y="73198"/>
                  <a:pt x="708552" y="74838"/>
                  <a:pt x="708552" y="76693"/>
                </a:cubicBezTo>
                <a:cubicBezTo>
                  <a:pt x="708552" y="79860"/>
                  <a:pt x="709553" y="82382"/>
                  <a:pt x="711554" y="84260"/>
                </a:cubicBezTo>
                <a:cubicBezTo>
                  <a:pt x="713555" y="86137"/>
                  <a:pt x="716354" y="87076"/>
                  <a:pt x="719951" y="87076"/>
                </a:cubicBezTo>
                <a:cubicBezTo>
                  <a:pt x="722874" y="87076"/>
                  <a:pt x="725583" y="86329"/>
                  <a:pt x="728078" y="84837"/>
                </a:cubicBezTo>
                <a:cubicBezTo>
                  <a:pt x="730574" y="83343"/>
                  <a:pt x="733193" y="81059"/>
                  <a:pt x="735936" y="77983"/>
                </a:cubicBezTo>
                <a:lnTo>
                  <a:pt x="735936" y="65020"/>
                </a:lnTo>
                <a:close/>
                <a:moveTo>
                  <a:pt x="811072" y="83568"/>
                </a:moveTo>
                <a:cubicBezTo>
                  <a:pt x="811072" y="84333"/>
                  <a:pt x="811049" y="84996"/>
                  <a:pt x="811004" y="85558"/>
                </a:cubicBezTo>
                <a:cubicBezTo>
                  <a:pt x="810959" y="86120"/>
                  <a:pt x="810881" y="86592"/>
                  <a:pt x="810768" y="86974"/>
                </a:cubicBezTo>
                <a:cubicBezTo>
                  <a:pt x="810656" y="87357"/>
                  <a:pt x="810521" y="87694"/>
                  <a:pt x="810364" y="87986"/>
                </a:cubicBezTo>
                <a:cubicBezTo>
                  <a:pt x="810206" y="88278"/>
                  <a:pt x="809847" y="88706"/>
                  <a:pt x="809285" y="89268"/>
                </a:cubicBezTo>
                <a:cubicBezTo>
                  <a:pt x="808722" y="89830"/>
                  <a:pt x="807767" y="90527"/>
                  <a:pt x="806418" y="91359"/>
                </a:cubicBezTo>
                <a:cubicBezTo>
                  <a:pt x="805069" y="92190"/>
                  <a:pt x="803551" y="92932"/>
                  <a:pt x="801865" y="93584"/>
                </a:cubicBezTo>
                <a:cubicBezTo>
                  <a:pt x="800179" y="94236"/>
                  <a:pt x="798347" y="94765"/>
                  <a:pt x="796368" y="95169"/>
                </a:cubicBezTo>
                <a:cubicBezTo>
                  <a:pt x="794390" y="95574"/>
                  <a:pt x="792344" y="95776"/>
                  <a:pt x="790230" y="95776"/>
                </a:cubicBezTo>
                <a:cubicBezTo>
                  <a:pt x="785869" y="95776"/>
                  <a:pt x="782002" y="95056"/>
                  <a:pt x="778629" y="93614"/>
                </a:cubicBezTo>
                <a:cubicBezTo>
                  <a:pt x="775257" y="92172"/>
                  <a:pt x="772435" y="90066"/>
                  <a:pt x="770165" y="87295"/>
                </a:cubicBezTo>
                <a:cubicBezTo>
                  <a:pt x="767894" y="84524"/>
                  <a:pt x="766163" y="81122"/>
                  <a:pt x="764971" y="77089"/>
                </a:cubicBezTo>
                <a:cubicBezTo>
                  <a:pt x="763779" y="73056"/>
                  <a:pt x="763184" y="68404"/>
                  <a:pt x="763184" y="63134"/>
                </a:cubicBezTo>
                <a:cubicBezTo>
                  <a:pt x="763184" y="57141"/>
                  <a:pt x="763914" y="51993"/>
                  <a:pt x="765376" y="47690"/>
                </a:cubicBezTo>
                <a:cubicBezTo>
                  <a:pt x="766837" y="43387"/>
                  <a:pt x="768838" y="39862"/>
                  <a:pt x="771379" y="37113"/>
                </a:cubicBezTo>
                <a:cubicBezTo>
                  <a:pt x="773919" y="34365"/>
                  <a:pt x="776909" y="32326"/>
                  <a:pt x="780349" y="30997"/>
                </a:cubicBezTo>
                <a:cubicBezTo>
                  <a:pt x="783789" y="29667"/>
                  <a:pt x="787510" y="29003"/>
                  <a:pt x="791512" y="29003"/>
                </a:cubicBezTo>
                <a:cubicBezTo>
                  <a:pt x="793445" y="29003"/>
                  <a:pt x="795323" y="29183"/>
                  <a:pt x="797144" y="29542"/>
                </a:cubicBezTo>
                <a:cubicBezTo>
                  <a:pt x="798965" y="29902"/>
                  <a:pt x="800640" y="30374"/>
                  <a:pt x="802169" y="30959"/>
                </a:cubicBezTo>
                <a:cubicBezTo>
                  <a:pt x="803698" y="31543"/>
                  <a:pt x="805058" y="32218"/>
                  <a:pt x="806249" y="32982"/>
                </a:cubicBezTo>
                <a:cubicBezTo>
                  <a:pt x="807441" y="33747"/>
                  <a:pt x="808307" y="34399"/>
                  <a:pt x="808846" y="34938"/>
                </a:cubicBezTo>
                <a:cubicBezTo>
                  <a:pt x="809386" y="35478"/>
                  <a:pt x="809757" y="35905"/>
                  <a:pt x="809959" y="36220"/>
                </a:cubicBezTo>
                <a:cubicBezTo>
                  <a:pt x="810161" y="36534"/>
                  <a:pt x="810330" y="36905"/>
                  <a:pt x="810465" y="37333"/>
                </a:cubicBezTo>
                <a:cubicBezTo>
                  <a:pt x="810600" y="37760"/>
                  <a:pt x="810690" y="38243"/>
                  <a:pt x="810735" y="38783"/>
                </a:cubicBezTo>
                <a:cubicBezTo>
                  <a:pt x="810780" y="39322"/>
                  <a:pt x="810802" y="39997"/>
                  <a:pt x="810802" y="40806"/>
                </a:cubicBezTo>
                <a:cubicBezTo>
                  <a:pt x="810802" y="42560"/>
                  <a:pt x="810600" y="43785"/>
                  <a:pt x="810195" y="44482"/>
                </a:cubicBezTo>
                <a:cubicBezTo>
                  <a:pt x="809790" y="45179"/>
                  <a:pt x="809296" y="45528"/>
                  <a:pt x="808711" y="45528"/>
                </a:cubicBezTo>
                <a:cubicBezTo>
                  <a:pt x="808037" y="45528"/>
                  <a:pt x="807261" y="45157"/>
                  <a:pt x="806384" y="44415"/>
                </a:cubicBezTo>
                <a:cubicBezTo>
                  <a:pt x="805507" y="43673"/>
                  <a:pt x="804395" y="42852"/>
                  <a:pt x="803046" y="41953"/>
                </a:cubicBezTo>
                <a:cubicBezTo>
                  <a:pt x="801697" y="41053"/>
                  <a:pt x="800067" y="40233"/>
                  <a:pt x="798156" y="39491"/>
                </a:cubicBezTo>
                <a:cubicBezTo>
                  <a:pt x="796245" y="38749"/>
                  <a:pt x="793985" y="38378"/>
                  <a:pt x="791377" y="38378"/>
                </a:cubicBezTo>
                <a:cubicBezTo>
                  <a:pt x="786026" y="38378"/>
                  <a:pt x="781923" y="40441"/>
                  <a:pt x="779068" y="44568"/>
                </a:cubicBezTo>
                <a:cubicBezTo>
                  <a:pt x="776212" y="48694"/>
                  <a:pt x="774785" y="54679"/>
                  <a:pt x="774785" y="62524"/>
                </a:cubicBezTo>
                <a:cubicBezTo>
                  <a:pt x="774785" y="66448"/>
                  <a:pt x="775156" y="69886"/>
                  <a:pt x="775898" y="72840"/>
                </a:cubicBezTo>
                <a:cubicBezTo>
                  <a:pt x="776640" y="75793"/>
                  <a:pt x="777730" y="78262"/>
                  <a:pt x="779169" y="80246"/>
                </a:cubicBezTo>
                <a:cubicBezTo>
                  <a:pt x="780608" y="82231"/>
                  <a:pt x="782373" y="83707"/>
                  <a:pt x="784464" y="84677"/>
                </a:cubicBezTo>
                <a:cubicBezTo>
                  <a:pt x="786554" y="85647"/>
                  <a:pt x="788949" y="86131"/>
                  <a:pt x="791647" y="86131"/>
                </a:cubicBezTo>
                <a:cubicBezTo>
                  <a:pt x="794210" y="86131"/>
                  <a:pt x="796458" y="85727"/>
                  <a:pt x="798392" y="84917"/>
                </a:cubicBezTo>
                <a:cubicBezTo>
                  <a:pt x="800325" y="84108"/>
                  <a:pt x="802000" y="83220"/>
                  <a:pt x="803417" y="82253"/>
                </a:cubicBezTo>
                <a:cubicBezTo>
                  <a:pt x="804833" y="81286"/>
                  <a:pt x="806025" y="80409"/>
                  <a:pt x="806991" y="79623"/>
                </a:cubicBezTo>
                <a:cubicBezTo>
                  <a:pt x="807958" y="78836"/>
                  <a:pt x="808711" y="78442"/>
                  <a:pt x="809251" y="78442"/>
                </a:cubicBezTo>
                <a:cubicBezTo>
                  <a:pt x="809566" y="78442"/>
                  <a:pt x="809835" y="78532"/>
                  <a:pt x="810060" y="78712"/>
                </a:cubicBezTo>
                <a:cubicBezTo>
                  <a:pt x="810285" y="78892"/>
                  <a:pt x="810476" y="79195"/>
                  <a:pt x="810633" y="79623"/>
                </a:cubicBezTo>
                <a:cubicBezTo>
                  <a:pt x="810791" y="80050"/>
                  <a:pt x="810903" y="80589"/>
                  <a:pt x="810971" y="81241"/>
                </a:cubicBezTo>
                <a:cubicBezTo>
                  <a:pt x="811038" y="81893"/>
                  <a:pt x="811072" y="82669"/>
                  <a:pt x="811072" y="83568"/>
                </a:cubicBezTo>
                <a:close/>
                <a:moveTo>
                  <a:pt x="857429" y="88357"/>
                </a:moveTo>
                <a:cubicBezTo>
                  <a:pt x="857429" y="89661"/>
                  <a:pt x="857339" y="90695"/>
                  <a:pt x="857159" y="91460"/>
                </a:cubicBezTo>
                <a:cubicBezTo>
                  <a:pt x="856979" y="92224"/>
                  <a:pt x="856710" y="92786"/>
                  <a:pt x="856350" y="93146"/>
                </a:cubicBezTo>
                <a:cubicBezTo>
                  <a:pt x="855990" y="93506"/>
                  <a:pt x="855451" y="93843"/>
                  <a:pt x="854731" y="94158"/>
                </a:cubicBezTo>
                <a:cubicBezTo>
                  <a:pt x="854012" y="94472"/>
                  <a:pt x="853191" y="94731"/>
                  <a:pt x="852269" y="94933"/>
                </a:cubicBezTo>
                <a:cubicBezTo>
                  <a:pt x="851348" y="95136"/>
                  <a:pt x="850370" y="95304"/>
                  <a:pt x="849335" y="95439"/>
                </a:cubicBezTo>
                <a:cubicBezTo>
                  <a:pt x="848301" y="95574"/>
                  <a:pt x="847267" y="95641"/>
                  <a:pt x="846233" y="95641"/>
                </a:cubicBezTo>
                <a:cubicBezTo>
                  <a:pt x="843085" y="95641"/>
                  <a:pt x="840387" y="95225"/>
                  <a:pt x="838139" y="94392"/>
                </a:cubicBezTo>
                <a:cubicBezTo>
                  <a:pt x="835891" y="93557"/>
                  <a:pt x="834047" y="92294"/>
                  <a:pt x="832608" y="90604"/>
                </a:cubicBezTo>
                <a:cubicBezTo>
                  <a:pt x="831169" y="88914"/>
                  <a:pt x="830124" y="86773"/>
                  <a:pt x="829472" y="84182"/>
                </a:cubicBezTo>
                <a:cubicBezTo>
                  <a:pt x="828820" y="81590"/>
                  <a:pt x="828494" y="78537"/>
                  <a:pt x="828494" y="75021"/>
                </a:cubicBezTo>
                <a:lnTo>
                  <a:pt x="828494" y="39457"/>
                </a:lnTo>
                <a:lnTo>
                  <a:pt x="819995" y="39457"/>
                </a:lnTo>
                <a:cubicBezTo>
                  <a:pt x="819321" y="39457"/>
                  <a:pt x="818781" y="39097"/>
                  <a:pt x="818377" y="38378"/>
                </a:cubicBezTo>
                <a:cubicBezTo>
                  <a:pt x="817972" y="37659"/>
                  <a:pt x="817770" y="36489"/>
                  <a:pt x="817770" y="34871"/>
                </a:cubicBezTo>
                <a:cubicBezTo>
                  <a:pt x="817770" y="34016"/>
                  <a:pt x="817826" y="33297"/>
                  <a:pt x="817938" y="32712"/>
                </a:cubicBezTo>
                <a:cubicBezTo>
                  <a:pt x="818051" y="32128"/>
                  <a:pt x="818197" y="31644"/>
                  <a:pt x="818377" y="31262"/>
                </a:cubicBezTo>
                <a:cubicBezTo>
                  <a:pt x="818556" y="30880"/>
                  <a:pt x="818793" y="30610"/>
                  <a:pt x="819085" y="30453"/>
                </a:cubicBezTo>
                <a:cubicBezTo>
                  <a:pt x="819377" y="30295"/>
                  <a:pt x="819703" y="30217"/>
                  <a:pt x="820063" y="30217"/>
                </a:cubicBezTo>
                <a:lnTo>
                  <a:pt x="828494" y="30217"/>
                </a:lnTo>
                <a:lnTo>
                  <a:pt x="828494" y="15783"/>
                </a:lnTo>
                <a:cubicBezTo>
                  <a:pt x="828494" y="15468"/>
                  <a:pt x="828573" y="15176"/>
                  <a:pt x="828730" y="14906"/>
                </a:cubicBezTo>
                <a:cubicBezTo>
                  <a:pt x="828887" y="14636"/>
                  <a:pt x="829180" y="14400"/>
                  <a:pt x="829607" y="14198"/>
                </a:cubicBezTo>
                <a:cubicBezTo>
                  <a:pt x="830034" y="13995"/>
                  <a:pt x="830607" y="13849"/>
                  <a:pt x="831327" y="13759"/>
                </a:cubicBezTo>
                <a:cubicBezTo>
                  <a:pt x="832046" y="13669"/>
                  <a:pt x="832945" y="13625"/>
                  <a:pt x="834025" y="13625"/>
                </a:cubicBezTo>
                <a:cubicBezTo>
                  <a:pt x="835149" y="13625"/>
                  <a:pt x="836071" y="13669"/>
                  <a:pt x="836790" y="13759"/>
                </a:cubicBezTo>
                <a:cubicBezTo>
                  <a:pt x="837509" y="13849"/>
                  <a:pt x="838071" y="13995"/>
                  <a:pt x="838476" y="14198"/>
                </a:cubicBezTo>
                <a:cubicBezTo>
                  <a:pt x="838881" y="14400"/>
                  <a:pt x="839173" y="14636"/>
                  <a:pt x="839353" y="14906"/>
                </a:cubicBezTo>
                <a:cubicBezTo>
                  <a:pt x="839533" y="15176"/>
                  <a:pt x="839623" y="15468"/>
                  <a:pt x="839623" y="15783"/>
                </a:cubicBezTo>
                <a:lnTo>
                  <a:pt x="839623" y="30217"/>
                </a:lnTo>
                <a:lnTo>
                  <a:pt x="855203" y="30217"/>
                </a:lnTo>
                <a:cubicBezTo>
                  <a:pt x="855563" y="30217"/>
                  <a:pt x="855878" y="30295"/>
                  <a:pt x="856148" y="30453"/>
                </a:cubicBezTo>
                <a:cubicBezTo>
                  <a:pt x="856417" y="30610"/>
                  <a:pt x="856653" y="30880"/>
                  <a:pt x="856856" y="31262"/>
                </a:cubicBezTo>
                <a:cubicBezTo>
                  <a:pt x="857058" y="31644"/>
                  <a:pt x="857204" y="32128"/>
                  <a:pt x="857294" y="32712"/>
                </a:cubicBezTo>
                <a:cubicBezTo>
                  <a:pt x="857384" y="33297"/>
                  <a:pt x="857429" y="34016"/>
                  <a:pt x="857429" y="34871"/>
                </a:cubicBezTo>
                <a:cubicBezTo>
                  <a:pt x="857429" y="36489"/>
                  <a:pt x="857227" y="37659"/>
                  <a:pt x="856822" y="38378"/>
                </a:cubicBezTo>
                <a:cubicBezTo>
                  <a:pt x="856417" y="39097"/>
                  <a:pt x="855878" y="39457"/>
                  <a:pt x="855203" y="39457"/>
                </a:cubicBezTo>
                <a:lnTo>
                  <a:pt x="839623" y="39457"/>
                </a:lnTo>
                <a:lnTo>
                  <a:pt x="839623" y="73415"/>
                </a:lnTo>
                <a:cubicBezTo>
                  <a:pt x="839623" y="77608"/>
                  <a:pt x="840241" y="80776"/>
                  <a:pt x="841478" y="82919"/>
                </a:cubicBezTo>
                <a:cubicBezTo>
                  <a:pt x="842714" y="85061"/>
                  <a:pt x="844929" y="86131"/>
                  <a:pt x="848121" y="86131"/>
                </a:cubicBezTo>
                <a:cubicBezTo>
                  <a:pt x="849155" y="86131"/>
                  <a:pt x="850077" y="86030"/>
                  <a:pt x="850887" y="85828"/>
                </a:cubicBezTo>
                <a:cubicBezTo>
                  <a:pt x="851696" y="85625"/>
                  <a:pt x="852415" y="85412"/>
                  <a:pt x="853045" y="85187"/>
                </a:cubicBezTo>
                <a:cubicBezTo>
                  <a:pt x="853674" y="84962"/>
                  <a:pt x="854214" y="84749"/>
                  <a:pt x="854664" y="84546"/>
                </a:cubicBezTo>
                <a:cubicBezTo>
                  <a:pt x="855113" y="84344"/>
                  <a:pt x="855518" y="84243"/>
                  <a:pt x="855878" y="84243"/>
                </a:cubicBezTo>
                <a:cubicBezTo>
                  <a:pt x="856103" y="84243"/>
                  <a:pt x="856316" y="84299"/>
                  <a:pt x="856519" y="84411"/>
                </a:cubicBezTo>
                <a:cubicBezTo>
                  <a:pt x="856721" y="84524"/>
                  <a:pt x="856878" y="84737"/>
                  <a:pt x="856991" y="85052"/>
                </a:cubicBezTo>
                <a:cubicBezTo>
                  <a:pt x="857103" y="85367"/>
                  <a:pt x="857204" y="85794"/>
                  <a:pt x="857294" y="86334"/>
                </a:cubicBezTo>
                <a:cubicBezTo>
                  <a:pt x="857384" y="86873"/>
                  <a:pt x="857429" y="87548"/>
                  <a:pt x="857429" y="88357"/>
                </a:cubicBezTo>
                <a:close/>
                <a:moveTo>
                  <a:pt x="883268" y="92741"/>
                </a:moveTo>
                <a:cubicBezTo>
                  <a:pt x="883268" y="93101"/>
                  <a:pt x="883178" y="93404"/>
                  <a:pt x="882998" y="93652"/>
                </a:cubicBezTo>
                <a:cubicBezTo>
                  <a:pt x="882818" y="93899"/>
                  <a:pt x="882526" y="94113"/>
                  <a:pt x="882121" y="94293"/>
                </a:cubicBezTo>
                <a:cubicBezTo>
                  <a:pt x="881717" y="94472"/>
                  <a:pt x="881154" y="94607"/>
                  <a:pt x="880435" y="94697"/>
                </a:cubicBezTo>
                <a:cubicBezTo>
                  <a:pt x="879716" y="94787"/>
                  <a:pt x="878794" y="94832"/>
                  <a:pt x="877670" y="94832"/>
                </a:cubicBezTo>
                <a:cubicBezTo>
                  <a:pt x="876590" y="94832"/>
                  <a:pt x="875691" y="94787"/>
                  <a:pt x="874972" y="94697"/>
                </a:cubicBezTo>
                <a:cubicBezTo>
                  <a:pt x="874252" y="94607"/>
                  <a:pt x="873679" y="94472"/>
                  <a:pt x="873252" y="94293"/>
                </a:cubicBezTo>
                <a:cubicBezTo>
                  <a:pt x="872825" y="94113"/>
                  <a:pt x="872532" y="93899"/>
                  <a:pt x="872375" y="93652"/>
                </a:cubicBezTo>
                <a:cubicBezTo>
                  <a:pt x="872218" y="93404"/>
                  <a:pt x="872139" y="93101"/>
                  <a:pt x="872139" y="92741"/>
                </a:cubicBezTo>
                <a:lnTo>
                  <a:pt x="872139" y="32038"/>
                </a:lnTo>
                <a:cubicBezTo>
                  <a:pt x="872139" y="31723"/>
                  <a:pt x="872218" y="31431"/>
                  <a:pt x="872375" y="31161"/>
                </a:cubicBezTo>
                <a:cubicBezTo>
                  <a:pt x="872532" y="30891"/>
                  <a:pt x="872825" y="30666"/>
                  <a:pt x="873252" y="30487"/>
                </a:cubicBezTo>
                <a:cubicBezTo>
                  <a:pt x="873679" y="30307"/>
                  <a:pt x="874252" y="30172"/>
                  <a:pt x="874972" y="30082"/>
                </a:cubicBezTo>
                <a:cubicBezTo>
                  <a:pt x="875691" y="29992"/>
                  <a:pt x="876590" y="29947"/>
                  <a:pt x="877670" y="29947"/>
                </a:cubicBezTo>
                <a:cubicBezTo>
                  <a:pt x="878794" y="29947"/>
                  <a:pt x="879716" y="29992"/>
                  <a:pt x="880435" y="30082"/>
                </a:cubicBezTo>
                <a:cubicBezTo>
                  <a:pt x="881154" y="30172"/>
                  <a:pt x="881717" y="30307"/>
                  <a:pt x="882121" y="30487"/>
                </a:cubicBezTo>
                <a:cubicBezTo>
                  <a:pt x="882526" y="30666"/>
                  <a:pt x="882818" y="30891"/>
                  <a:pt x="882998" y="31161"/>
                </a:cubicBezTo>
                <a:cubicBezTo>
                  <a:pt x="883178" y="31431"/>
                  <a:pt x="883268" y="31723"/>
                  <a:pt x="883268" y="32038"/>
                </a:cubicBezTo>
                <a:lnTo>
                  <a:pt x="883268" y="92741"/>
                </a:lnTo>
                <a:moveTo>
                  <a:pt x="884549" y="11466"/>
                </a:moveTo>
                <a:cubicBezTo>
                  <a:pt x="884549" y="14074"/>
                  <a:pt x="884055" y="15850"/>
                  <a:pt x="883065" y="16795"/>
                </a:cubicBezTo>
                <a:cubicBezTo>
                  <a:pt x="882076" y="17739"/>
                  <a:pt x="880255" y="18211"/>
                  <a:pt x="877602" y="18211"/>
                </a:cubicBezTo>
                <a:cubicBezTo>
                  <a:pt x="874994" y="18211"/>
                  <a:pt x="873207" y="17750"/>
                  <a:pt x="872240" y="16828"/>
                </a:cubicBezTo>
                <a:cubicBezTo>
                  <a:pt x="871273" y="15907"/>
                  <a:pt x="870790" y="14164"/>
                  <a:pt x="870790" y="11601"/>
                </a:cubicBezTo>
                <a:cubicBezTo>
                  <a:pt x="870790" y="8993"/>
                  <a:pt x="871285" y="7217"/>
                  <a:pt x="872274" y="6273"/>
                </a:cubicBezTo>
                <a:cubicBezTo>
                  <a:pt x="873263" y="5328"/>
                  <a:pt x="875084" y="4856"/>
                  <a:pt x="877737" y="4856"/>
                </a:cubicBezTo>
                <a:cubicBezTo>
                  <a:pt x="880345" y="4856"/>
                  <a:pt x="882132" y="5317"/>
                  <a:pt x="883099" y="6239"/>
                </a:cubicBezTo>
                <a:cubicBezTo>
                  <a:pt x="884066" y="7161"/>
                  <a:pt x="884549" y="8903"/>
                  <a:pt x="884549" y="11466"/>
                </a:cubicBezTo>
                <a:close/>
                <a:moveTo>
                  <a:pt x="960364" y="61749"/>
                </a:moveTo>
                <a:cubicBezTo>
                  <a:pt x="960364" y="66699"/>
                  <a:pt x="959712" y="71256"/>
                  <a:pt x="958408" y="75420"/>
                </a:cubicBezTo>
                <a:cubicBezTo>
                  <a:pt x="957104" y="79583"/>
                  <a:pt x="955159" y="83173"/>
                  <a:pt x="952574" y="86190"/>
                </a:cubicBezTo>
                <a:cubicBezTo>
                  <a:pt x="949988" y="89206"/>
                  <a:pt x="946751" y="91557"/>
                  <a:pt x="942861" y="93245"/>
                </a:cubicBezTo>
                <a:cubicBezTo>
                  <a:pt x="938972" y="94933"/>
                  <a:pt x="934464" y="95776"/>
                  <a:pt x="929338" y="95776"/>
                </a:cubicBezTo>
                <a:cubicBezTo>
                  <a:pt x="924347" y="95776"/>
                  <a:pt x="919996" y="95034"/>
                  <a:pt x="916287" y="93548"/>
                </a:cubicBezTo>
                <a:cubicBezTo>
                  <a:pt x="912577" y="92063"/>
                  <a:pt x="909486" y="89903"/>
                  <a:pt x="907013" y="87067"/>
                </a:cubicBezTo>
                <a:cubicBezTo>
                  <a:pt x="904539" y="84232"/>
                  <a:pt x="902696" y="80788"/>
                  <a:pt x="901482" y="76737"/>
                </a:cubicBezTo>
                <a:cubicBezTo>
                  <a:pt x="900268" y="72686"/>
                  <a:pt x="899661" y="68095"/>
                  <a:pt x="899661" y="62963"/>
                </a:cubicBezTo>
                <a:cubicBezTo>
                  <a:pt x="899661" y="58012"/>
                  <a:pt x="900302" y="53455"/>
                  <a:pt x="901583" y="49292"/>
                </a:cubicBezTo>
                <a:cubicBezTo>
                  <a:pt x="902865" y="45128"/>
                  <a:pt x="904798" y="41539"/>
                  <a:pt x="907384" y="38523"/>
                </a:cubicBezTo>
                <a:cubicBezTo>
                  <a:pt x="909969" y="35507"/>
                  <a:pt x="913195" y="33166"/>
                  <a:pt x="917062" y="31500"/>
                </a:cubicBezTo>
                <a:cubicBezTo>
                  <a:pt x="920929" y="29835"/>
                  <a:pt x="925448" y="29003"/>
                  <a:pt x="930619" y="29003"/>
                </a:cubicBezTo>
                <a:cubicBezTo>
                  <a:pt x="935611" y="29003"/>
                  <a:pt x="939961" y="29745"/>
                  <a:pt x="943671" y="31231"/>
                </a:cubicBezTo>
                <a:cubicBezTo>
                  <a:pt x="947380" y="32716"/>
                  <a:pt x="950472" y="34876"/>
                  <a:pt x="952945" y="37712"/>
                </a:cubicBezTo>
                <a:cubicBezTo>
                  <a:pt x="955418" y="40548"/>
                  <a:pt x="957273" y="43991"/>
                  <a:pt x="958509" y="48042"/>
                </a:cubicBezTo>
                <a:cubicBezTo>
                  <a:pt x="959746" y="52093"/>
                  <a:pt x="960364" y="56662"/>
                  <a:pt x="960364" y="61749"/>
                </a:cubicBezTo>
                <a:moveTo>
                  <a:pt x="948628" y="62491"/>
                </a:moveTo>
                <a:cubicBezTo>
                  <a:pt x="948628" y="59204"/>
                  <a:pt x="948325" y="56097"/>
                  <a:pt x="947718" y="53170"/>
                </a:cubicBezTo>
                <a:cubicBezTo>
                  <a:pt x="947111" y="50243"/>
                  <a:pt x="946110" y="47677"/>
                  <a:pt x="944716" y="45471"/>
                </a:cubicBezTo>
                <a:cubicBezTo>
                  <a:pt x="943322" y="43264"/>
                  <a:pt x="941434" y="41520"/>
                  <a:pt x="939050" y="40237"/>
                </a:cubicBezTo>
                <a:cubicBezTo>
                  <a:pt x="936667" y="38953"/>
                  <a:pt x="933700" y="38311"/>
                  <a:pt x="930147" y="38311"/>
                </a:cubicBezTo>
                <a:cubicBezTo>
                  <a:pt x="926865" y="38311"/>
                  <a:pt x="924043" y="38896"/>
                  <a:pt x="921683" y="40066"/>
                </a:cubicBezTo>
                <a:cubicBezTo>
                  <a:pt x="919322" y="41237"/>
                  <a:pt x="917377" y="42892"/>
                  <a:pt x="915848" y="45032"/>
                </a:cubicBezTo>
                <a:cubicBezTo>
                  <a:pt x="914319" y="47171"/>
                  <a:pt x="913184" y="49704"/>
                  <a:pt x="912442" y="52631"/>
                </a:cubicBezTo>
                <a:cubicBezTo>
                  <a:pt x="911700" y="55556"/>
                  <a:pt x="911329" y="58753"/>
                  <a:pt x="911329" y="62221"/>
                </a:cubicBezTo>
                <a:cubicBezTo>
                  <a:pt x="911329" y="65553"/>
                  <a:pt x="911633" y="68682"/>
                  <a:pt x="912240" y="71609"/>
                </a:cubicBezTo>
                <a:cubicBezTo>
                  <a:pt x="912847" y="74536"/>
                  <a:pt x="913859" y="77091"/>
                  <a:pt x="915275" y="79275"/>
                </a:cubicBezTo>
                <a:cubicBezTo>
                  <a:pt x="916691" y="81458"/>
                  <a:pt x="918591" y="83192"/>
                  <a:pt x="920974" y="84477"/>
                </a:cubicBezTo>
                <a:cubicBezTo>
                  <a:pt x="923358" y="85760"/>
                  <a:pt x="926325" y="86401"/>
                  <a:pt x="929878" y="86401"/>
                </a:cubicBezTo>
                <a:cubicBezTo>
                  <a:pt x="933115" y="86401"/>
                  <a:pt x="935925" y="85816"/>
                  <a:pt x="938309" y="84645"/>
                </a:cubicBezTo>
                <a:cubicBezTo>
                  <a:pt x="940692" y="83475"/>
                  <a:pt x="942648" y="81831"/>
                  <a:pt x="944177" y="79715"/>
                </a:cubicBezTo>
                <a:cubicBezTo>
                  <a:pt x="945705" y="77598"/>
                  <a:pt x="946829" y="75076"/>
                  <a:pt x="947549" y="72151"/>
                </a:cubicBezTo>
                <a:cubicBezTo>
                  <a:pt x="948268" y="69224"/>
                  <a:pt x="948628" y="66004"/>
                  <a:pt x="948628" y="62491"/>
                </a:cubicBezTo>
                <a:close/>
                <a:moveTo>
                  <a:pt x="1028978" y="92741"/>
                </a:moveTo>
                <a:cubicBezTo>
                  <a:pt x="1028978" y="93101"/>
                  <a:pt x="1028888" y="93404"/>
                  <a:pt x="1028708" y="93652"/>
                </a:cubicBezTo>
                <a:cubicBezTo>
                  <a:pt x="1028529" y="93899"/>
                  <a:pt x="1028236" y="94113"/>
                  <a:pt x="1027832" y="94293"/>
                </a:cubicBezTo>
                <a:cubicBezTo>
                  <a:pt x="1027427" y="94472"/>
                  <a:pt x="1026865" y="94607"/>
                  <a:pt x="1026145" y="94697"/>
                </a:cubicBezTo>
                <a:cubicBezTo>
                  <a:pt x="1025426" y="94787"/>
                  <a:pt x="1024527" y="94832"/>
                  <a:pt x="1023448" y="94832"/>
                </a:cubicBezTo>
                <a:cubicBezTo>
                  <a:pt x="1022323" y="94832"/>
                  <a:pt x="1021402" y="94787"/>
                  <a:pt x="1020682" y="94697"/>
                </a:cubicBezTo>
                <a:cubicBezTo>
                  <a:pt x="1019963" y="94607"/>
                  <a:pt x="1019401" y="94472"/>
                  <a:pt x="1018996" y="94293"/>
                </a:cubicBezTo>
                <a:cubicBezTo>
                  <a:pt x="1018591" y="94113"/>
                  <a:pt x="1018299" y="93899"/>
                  <a:pt x="1018119" y="93652"/>
                </a:cubicBezTo>
                <a:cubicBezTo>
                  <a:pt x="1017939" y="93404"/>
                  <a:pt x="1017849" y="93101"/>
                  <a:pt x="1017849" y="92741"/>
                </a:cubicBezTo>
                <a:lnTo>
                  <a:pt x="1017849" y="57196"/>
                </a:lnTo>
                <a:cubicBezTo>
                  <a:pt x="1017849" y="53734"/>
                  <a:pt x="1017580" y="50946"/>
                  <a:pt x="1017040" y="48832"/>
                </a:cubicBezTo>
                <a:cubicBezTo>
                  <a:pt x="1016500" y="46719"/>
                  <a:pt x="1015713" y="44898"/>
                  <a:pt x="1014679" y="43369"/>
                </a:cubicBezTo>
                <a:cubicBezTo>
                  <a:pt x="1013645" y="41840"/>
                  <a:pt x="1012307" y="40671"/>
                  <a:pt x="1010666" y="39862"/>
                </a:cubicBezTo>
                <a:cubicBezTo>
                  <a:pt x="1009025" y="39052"/>
                  <a:pt x="1007125" y="38648"/>
                  <a:pt x="1004967" y="38648"/>
                </a:cubicBezTo>
                <a:cubicBezTo>
                  <a:pt x="1002179" y="38648"/>
                  <a:pt x="999391" y="39637"/>
                  <a:pt x="996603" y="41616"/>
                </a:cubicBezTo>
                <a:cubicBezTo>
                  <a:pt x="993815" y="43594"/>
                  <a:pt x="990893" y="46494"/>
                  <a:pt x="987835" y="50316"/>
                </a:cubicBezTo>
                <a:lnTo>
                  <a:pt x="987835" y="92741"/>
                </a:lnTo>
                <a:cubicBezTo>
                  <a:pt x="987835" y="93101"/>
                  <a:pt x="987745" y="93404"/>
                  <a:pt x="987565" y="93652"/>
                </a:cubicBezTo>
                <a:cubicBezTo>
                  <a:pt x="987385" y="93899"/>
                  <a:pt x="987093" y="94113"/>
                  <a:pt x="986688" y="94293"/>
                </a:cubicBezTo>
                <a:cubicBezTo>
                  <a:pt x="986284" y="94472"/>
                  <a:pt x="985722" y="94607"/>
                  <a:pt x="985002" y="94697"/>
                </a:cubicBezTo>
                <a:cubicBezTo>
                  <a:pt x="984283" y="94787"/>
                  <a:pt x="983361" y="94832"/>
                  <a:pt x="982237" y="94832"/>
                </a:cubicBezTo>
                <a:cubicBezTo>
                  <a:pt x="981158" y="94832"/>
                  <a:pt x="980258" y="94787"/>
                  <a:pt x="979539" y="94697"/>
                </a:cubicBezTo>
                <a:cubicBezTo>
                  <a:pt x="978819" y="94607"/>
                  <a:pt x="978246" y="94472"/>
                  <a:pt x="977819" y="94293"/>
                </a:cubicBezTo>
                <a:cubicBezTo>
                  <a:pt x="977392" y="94113"/>
                  <a:pt x="977099" y="93899"/>
                  <a:pt x="976942" y="93652"/>
                </a:cubicBezTo>
                <a:cubicBezTo>
                  <a:pt x="976785" y="93404"/>
                  <a:pt x="976706" y="93101"/>
                  <a:pt x="976706" y="92741"/>
                </a:cubicBezTo>
                <a:lnTo>
                  <a:pt x="976706" y="32038"/>
                </a:lnTo>
                <a:cubicBezTo>
                  <a:pt x="976706" y="31678"/>
                  <a:pt x="976773" y="31375"/>
                  <a:pt x="976908" y="31127"/>
                </a:cubicBezTo>
                <a:cubicBezTo>
                  <a:pt x="977043" y="30880"/>
                  <a:pt x="977313" y="30655"/>
                  <a:pt x="977718" y="30453"/>
                </a:cubicBezTo>
                <a:cubicBezTo>
                  <a:pt x="978122" y="30251"/>
                  <a:pt x="978639" y="30116"/>
                  <a:pt x="979269" y="30048"/>
                </a:cubicBezTo>
                <a:cubicBezTo>
                  <a:pt x="979898" y="29981"/>
                  <a:pt x="980730" y="29947"/>
                  <a:pt x="981765" y="29947"/>
                </a:cubicBezTo>
                <a:cubicBezTo>
                  <a:pt x="982754" y="29947"/>
                  <a:pt x="983574" y="29981"/>
                  <a:pt x="984226" y="30048"/>
                </a:cubicBezTo>
                <a:cubicBezTo>
                  <a:pt x="984878" y="30116"/>
                  <a:pt x="985384" y="30251"/>
                  <a:pt x="985744" y="30453"/>
                </a:cubicBezTo>
                <a:cubicBezTo>
                  <a:pt x="986104" y="30655"/>
                  <a:pt x="986362" y="30880"/>
                  <a:pt x="986520" y="31127"/>
                </a:cubicBezTo>
                <a:cubicBezTo>
                  <a:pt x="986677" y="31375"/>
                  <a:pt x="986756" y="31678"/>
                  <a:pt x="986756" y="32038"/>
                </a:cubicBezTo>
                <a:lnTo>
                  <a:pt x="986756" y="40064"/>
                </a:lnTo>
                <a:cubicBezTo>
                  <a:pt x="990173" y="36242"/>
                  <a:pt x="993579" y="33443"/>
                  <a:pt x="996974" y="31667"/>
                </a:cubicBezTo>
                <a:cubicBezTo>
                  <a:pt x="1000369" y="29891"/>
                  <a:pt x="1003798" y="29003"/>
                  <a:pt x="1007260" y="29003"/>
                </a:cubicBezTo>
                <a:cubicBezTo>
                  <a:pt x="1011307" y="29003"/>
                  <a:pt x="1014713" y="29688"/>
                  <a:pt x="1017478" y="31060"/>
                </a:cubicBezTo>
                <a:cubicBezTo>
                  <a:pt x="1020244" y="32431"/>
                  <a:pt x="1022481" y="34264"/>
                  <a:pt x="1024189" y="36557"/>
                </a:cubicBezTo>
                <a:cubicBezTo>
                  <a:pt x="1025898" y="38850"/>
                  <a:pt x="1027123" y="41537"/>
                  <a:pt x="1027865" y="44617"/>
                </a:cubicBezTo>
                <a:cubicBezTo>
                  <a:pt x="1028607" y="47697"/>
                  <a:pt x="1028978" y="51395"/>
                  <a:pt x="1028978" y="55712"/>
                </a:cubicBezTo>
                <a:lnTo>
                  <a:pt x="1028978" y="92741"/>
                </a:lnTo>
                <a:close/>
                <a:moveTo>
                  <a:pt x="1203445" y="7082"/>
                </a:moveTo>
                <a:cubicBezTo>
                  <a:pt x="1203445" y="7936"/>
                  <a:pt x="1203400" y="8622"/>
                  <a:pt x="1203310" y="9139"/>
                </a:cubicBezTo>
                <a:cubicBezTo>
                  <a:pt x="1203220" y="9656"/>
                  <a:pt x="1203119" y="10072"/>
                  <a:pt x="1203007" y="10387"/>
                </a:cubicBezTo>
                <a:cubicBezTo>
                  <a:pt x="1202894" y="10702"/>
                  <a:pt x="1202748" y="10915"/>
                  <a:pt x="1202568" y="11028"/>
                </a:cubicBezTo>
                <a:cubicBezTo>
                  <a:pt x="1202389" y="11140"/>
                  <a:pt x="1202164" y="11196"/>
                  <a:pt x="1201894" y="11196"/>
                </a:cubicBezTo>
                <a:cubicBezTo>
                  <a:pt x="1201579" y="11196"/>
                  <a:pt x="1201186" y="11095"/>
                  <a:pt x="1200714" y="10893"/>
                </a:cubicBezTo>
                <a:cubicBezTo>
                  <a:pt x="1200241" y="10691"/>
                  <a:pt x="1199668" y="10466"/>
                  <a:pt x="1198994" y="10218"/>
                </a:cubicBezTo>
                <a:cubicBezTo>
                  <a:pt x="1198319" y="9971"/>
                  <a:pt x="1197521" y="9746"/>
                  <a:pt x="1196599" y="9544"/>
                </a:cubicBezTo>
                <a:cubicBezTo>
                  <a:pt x="1195677" y="9342"/>
                  <a:pt x="1194609" y="9240"/>
                  <a:pt x="1193395" y="9240"/>
                </a:cubicBezTo>
                <a:cubicBezTo>
                  <a:pt x="1191732" y="9240"/>
                  <a:pt x="1190315" y="9509"/>
                  <a:pt x="1189146" y="10048"/>
                </a:cubicBezTo>
                <a:cubicBezTo>
                  <a:pt x="1187977" y="10586"/>
                  <a:pt x="1187033" y="11426"/>
                  <a:pt x="1186313" y="12569"/>
                </a:cubicBezTo>
                <a:cubicBezTo>
                  <a:pt x="1185594" y="13711"/>
                  <a:pt x="1185077" y="15190"/>
                  <a:pt x="1184762" y="17005"/>
                </a:cubicBezTo>
                <a:cubicBezTo>
                  <a:pt x="1184447" y="18821"/>
                  <a:pt x="1184290" y="21028"/>
                  <a:pt x="1184290" y="23628"/>
                </a:cubicBezTo>
                <a:lnTo>
                  <a:pt x="1184290" y="30217"/>
                </a:lnTo>
                <a:lnTo>
                  <a:pt x="1197847" y="30217"/>
                </a:lnTo>
                <a:cubicBezTo>
                  <a:pt x="1198207" y="30217"/>
                  <a:pt x="1198510" y="30295"/>
                  <a:pt x="1198758" y="30453"/>
                </a:cubicBezTo>
                <a:cubicBezTo>
                  <a:pt x="1199005" y="30610"/>
                  <a:pt x="1199230" y="30880"/>
                  <a:pt x="1199432" y="31262"/>
                </a:cubicBezTo>
                <a:cubicBezTo>
                  <a:pt x="1199634" y="31644"/>
                  <a:pt x="1199792" y="32128"/>
                  <a:pt x="1199904" y="32712"/>
                </a:cubicBezTo>
                <a:cubicBezTo>
                  <a:pt x="1200017" y="33297"/>
                  <a:pt x="1200073" y="34016"/>
                  <a:pt x="1200073" y="34871"/>
                </a:cubicBezTo>
                <a:cubicBezTo>
                  <a:pt x="1200073" y="36489"/>
                  <a:pt x="1199870" y="37659"/>
                  <a:pt x="1199466" y="38378"/>
                </a:cubicBezTo>
                <a:cubicBezTo>
                  <a:pt x="1199061" y="39097"/>
                  <a:pt x="1198521" y="39457"/>
                  <a:pt x="1197847" y="39457"/>
                </a:cubicBezTo>
                <a:lnTo>
                  <a:pt x="1184290" y="39457"/>
                </a:lnTo>
                <a:lnTo>
                  <a:pt x="1184290" y="92739"/>
                </a:lnTo>
                <a:cubicBezTo>
                  <a:pt x="1184290" y="93099"/>
                  <a:pt x="1184200" y="93403"/>
                  <a:pt x="1184020" y="93652"/>
                </a:cubicBezTo>
                <a:cubicBezTo>
                  <a:pt x="1183840" y="93899"/>
                  <a:pt x="1183537" y="94113"/>
                  <a:pt x="1183110" y="94293"/>
                </a:cubicBezTo>
                <a:cubicBezTo>
                  <a:pt x="1182682" y="94472"/>
                  <a:pt x="1182109" y="94607"/>
                  <a:pt x="1181390" y="94697"/>
                </a:cubicBezTo>
                <a:cubicBezTo>
                  <a:pt x="1180670" y="94787"/>
                  <a:pt x="1179771" y="94832"/>
                  <a:pt x="1178692" y="94832"/>
                </a:cubicBezTo>
                <a:cubicBezTo>
                  <a:pt x="1177613" y="94832"/>
                  <a:pt x="1176713" y="94787"/>
                  <a:pt x="1175994" y="94697"/>
                </a:cubicBezTo>
                <a:cubicBezTo>
                  <a:pt x="1175274" y="94607"/>
                  <a:pt x="1174701" y="94472"/>
                  <a:pt x="1174274" y="94293"/>
                </a:cubicBezTo>
                <a:cubicBezTo>
                  <a:pt x="1173847" y="94113"/>
                  <a:pt x="1173543" y="93899"/>
                  <a:pt x="1173363" y="93652"/>
                </a:cubicBezTo>
                <a:cubicBezTo>
                  <a:pt x="1173183" y="93403"/>
                  <a:pt x="1173094" y="93099"/>
                  <a:pt x="1173094" y="92739"/>
                </a:cubicBezTo>
                <a:lnTo>
                  <a:pt x="1173094" y="39457"/>
                </a:lnTo>
                <a:lnTo>
                  <a:pt x="1164528" y="39457"/>
                </a:lnTo>
                <a:cubicBezTo>
                  <a:pt x="1163808" y="39457"/>
                  <a:pt x="1163269" y="39097"/>
                  <a:pt x="1162909" y="38378"/>
                </a:cubicBezTo>
                <a:cubicBezTo>
                  <a:pt x="1162549" y="37659"/>
                  <a:pt x="1162369" y="36489"/>
                  <a:pt x="1162369" y="34871"/>
                </a:cubicBezTo>
                <a:cubicBezTo>
                  <a:pt x="1162369" y="34016"/>
                  <a:pt x="1162414" y="33297"/>
                  <a:pt x="1162504" y="32712"/>
                </a:cubicBezTo>
                <a:cubicBezTo>
                  <a:pt x="1162594" y="32128"/>
                  <a:pt x="1162729" y="31644"/>
                  <a:pt x="1162909" y="31262"/>
                </a:cubicBezTo>
                <a:cubicBezTo>
                  <a:pt x="1163089" y="30880"/>
                  <a:pt x="1163314" y="30610"/>
                  <a:pt x="1163583" y="30453"/>
                </a:cubicBezTo>
                <a:cubicBezTo>
                  <a:pt x="1163853" y="30295"/>
                  <a:pt x="1164168" y="30217"/>
                  <a:pt x="1164528" y="30217"/>
                </a:cubicBezTo>
                <a:lnTo>
                  <a:pt x="1173094" y="30217"/>
                </a:lnTo>
                <a:lnTo>
                  <a:pt x="1173094" y="23959"/>
                </a:lnTo>
                <a:cubicBezTo>
                  <a:pt x="1173094" y="19741"/>
                  <a:pt x="1173487" y="16117"/>
                  <a:pt x="1174274" y="13089"/>
                </a:cubicBezTo>
                <a:cubicBezTo>
                  <a:pt x="1175061" y="10061"/>
                  <a:pt x="1176264" y="7582"/>
                  <a:pt x="1177882" y="5653"/>
                </a:cubicBezTo>
                <a:cubicBezTo>
                  <a:pt x="1179501" y="3724"/>
                  <a:pt x="1181536" y="2300"/>
                  <a:pt x="1183986" y="1381"/>
                </a:cubicBezTo>
                <a:cubicBezTo>
                  <a:pt x="1186437" y="460"/>
                  <a:pt x="1189326" y="0"/>
                  <a:pt x="1192653" y="0"/>
                </a:cubicBezTo>
                <a:cubicBezTo>
                  <a:pt x="1194227" y="0"/>
                  <a:pt x="1195756" y="146"/>
                  <a:pt x="1197240" y="438"/>
                </a:cubicBezTo>
                <a:cubicBezTo>
                  <a:pt x="1198724" y="731"/>
                  <a:pt x="1199870" y="1045"/>
                  <a:pt x="1200680" y="1383"/>
                </a:cubicBezTo>
                <a:cubicBezTo>
                  <a:pt x="1201489" y="1720"/>
                  <a:pt x="1202029" y="2023"/>
                  <a:pt x="1202299" y="2293"/>
                </a:cubicBezTo>
                <a:cubicBezTo>
                  <a:pt x="1202568" y="2563"/>
                  <a:pt x="1202793" y="2912"/>
                  <a:pt x="1202973" y="3339"/>
                </a:cubicBezTo>
                <a:cubicBezTo>
                  <a:pt x="1203153" y="3766"/>
                  <a:pt x="1203277" y="4283"/>
                  <a:pt x="1203344" y="4890"/>
                </a:cubicBezTo>
                <a:cubicBezTo>
                  <a:pt x="1203411" y="5497"/>
                  <a:pt x="1203445" y="6228"/>
                  <a:pt x="1203445" y="7082"/>
                </a:cubicBezTo>
                <a:close/>
                <a:moveTo>
                  <a:pt x="1266292" y="61749"/>
                </a:moveTo>
                <a:cubicBezTo>
                  <a:pt x="1266292" y="66699"/>
                  <a:pt x="1265640" y="71256"/>
                  <a:pt x="1264336" y="75420"/>
                </a:cubicBezTo>
                <a:cubicBezTo>
                  <a:pt x="1263032" y="79583"/>
                  <a:pt x="1261087" y="83173"/>
                  <a:pt x="1258502" y="86190"/>
                </a:cubicBezTo>
                <a:cubicBezTo>
                  <a:pt x="1255916" y="89206"/>
                  <a:pt x="1252679" y="91557"/>
                  <a:pt x="1248789" y="93245"/>
                </a:cubicBezTo>
                <a:cubicBezTo>
                  <a:pt x="1244900" y="94933"/>
                  <a:pt x="1240392" y="95776"/>
                  <a:pt x="1235266" y="95776"/>
                </a:cubicBezTo>
                <a:cubicBezTo>
                  <a:pt x="1230275" y="95776"/>
                  <a:pt x="1225924" y="95034"/>
                  <a:pt x="1222215" y="93548"/>
                </a:cubicBezTo>
                <a:cubicBezTo>
                  <a:pt x="1218505" y="92063"/>
                  <a:pt x="1215414" y="89903"/>
                  <a:pt x="1212941" y="87067"/>
                </a:cubicBezTo>
                <a:cubicBezTo>
                  <a:pt x="1210467" y="84232"/>
                  <a:pt x="1208624" y="80788"/>
                  <a:pt x="1207410" y="76737"/>
                </a:cubicBezTo>
                <a:cubicBezTo>
                  <a:pt x="1206196" y="72686"/>
                  <a:pt x="1205589" y="68095"/>
                  <a:pt x="1205589" y="62963"/>
                </a:cubicBezTo>
                <a:cubicBezTo>
                  <a:pt x="1205589" y="58012"/>
                  <a:pt x="1206229" y="53455"/>
                  <a:pt x="1207511" y="49292"/>
                </a:cubicBezTo>
                <a:cubicBezTo>
                  <a:pt x="1208792" y="45128"/>
                  <a:pt x="1210726" y="41539"/>
                  <a:pt x="1213312" y="38523"/>
                </a:cubicBezTo>
                <a:cubicBezTo>
                  <a:pt x="1215897" y="35507"/>
                  <a:pt x="1219123" y="33166"/>
                  <a:pt x="1222990" y="31500"/>
                </a:cubicBezTo>
                <a:cubicBezTo>
                  <a:pt x="1226857" y="29835"/>
                  <a:pt x="1231376" y="29003"/>
                  <a:pt x="1236547" y="29003"/>
                </a:cubicBezTo>
                <a:cubicBezTo>
                  <a:pt x="1241539" y="29003"/>
                  <a:pt x="1245889" y="29745"/>
                  <a:pt x="1249599" y="31231"/>
                </a:cubicBezTo>
                <a:cubicBezTo>
                  <a:pt x="1253308" y="32716"/>
                  <a:pt x="1256400" y="34876"/>
                  <a:pt x="1258873" y="37712"/>
                </a:cubicBezTo>
                <a:cubicBezTo>
                  <a:pt x="1261346" y="40548"/>
                  <a:pt x="1263201" y="43991"/>
                  <a:pt x="1264437" y="48042"/>
                </a:cubicBezTo>
                <a:cubicBezTo>
                  <a:pt x="1265674" y="52093"/>
                  <a:pt x="1266292" y="56662"/>
                  <a:pt x="1266292" y="61749"/>
                </a:cubicBezTo>
                <a:moveTo>
                  <a:pt x="1254556" y="62491"/>
                </a:moveTo>
                <a:cubicBezTo>
                  <a:pt x="1254556" y="59204"/>
                  <a:pt x="1254253" y="56097"/>
                  <a:pt x="1253646" y="53170"/>
                </a:cubicBezTo>
                <a:cubicBezTo>
                  <a:pt x="1253038" y="50243"/>
                  <a:pt x="1252038" y="47677"/>
                  <a:pt x="1250644" y="45471"/>
                </a:cubicBezTo>
                <a:cubicBezTo>
                  <a:pt x="1249250" y="43264"/>
                  <a:pt x="1247362" y="41520"/>
                  <a:pt x="1244978" y="40237"/>
                </a:cubicBezTo>
                <a:cubicBezTo>
                  <a:pt x="1242595" y="38953"/>
                  <a:pt x="1239628" y="38311"/>
                  <a:pt x="1236075" y="38311"/>
                </a:cubicBezTo>
                <a:cubicBezTo>
                  <a:pt x="1232793" y="38311"/>
                  <a:pt x="1229971" y="38896"/>
                  <a:pt x="1227611" y="40066"/>
                </a:cubicBezTo>
                <a:cubicBezTo>
                  <a:pt x="1225250" y="41237"/>
                  <a:pt x="1223305" y="42892"/>
                  <a:pt x="1221776" y="45032"/>
                </a:cubicBezTo>
                <a:cubicBezTo>
                  <a:pt x="1220247" y="47171"/>
                  <a:pt x="1219112" y="49704"/>
                  <a:pt x="1218370" y="52631"/>
                </a:cubicBezTo>
                <a:cubicBezTo>
                  <a:pt x="1217628" y="55556"/>
                  <a:pt x="1217257" y="58753"/>
                  <a:pt x="1217257" y="62221"/>
                </a:cubicBezTo>
                <a:cubicBezTo>
                  <a:pt x="1217257" y="65553"/>
                  <a:pt x="1217561" y="68682"/>
                  <a:pt x="1218168" y="71609"/>
                </a:cubicBezTo>
                <a:cubicBezTo>
                  <a:pt x="1218775" y="74536"/>
                  <a:pt x="1219787" y="77091"/>
                  <a:pt x="1221203" y="79275"/>
                </a:cubicBezTo>
                <a:cubicBezTo>
                  <a:pt x="1222619" y="81458"/>
                  <a:pt x="1224519" y="83192"/>
                  <a:pt x="1226902" y="84477"/>
                </a:cubicBezTo>
                <a:cubicBezTo>
                  <a:pt x="1229285" y="85760"/>
                  <a:pt x="1232253" y="86401"/>
                  <a:pt x="1235805" y="86401"/>
                </a:cubicBezTo>
                <a:cubicBezTo>
                  <a:pt x="1239043" y="86401"/>
                  <a:pt x="1241853" y="85816"/>
                  <a:pt x="1244236" y="84645"/>
                </a:cubicBezTo>
                <a:cubicBezTo>
                  <a:pt x="1246620" y="83475"/>
                  <a:pt x="1248576" y="81831"/>
                  <a:pt x="1250104" y="79715"/>
                </a:cubicBezTo>
                <a:cubicBezTo>
                  <a:pt x="1251633" y="77598"/>
                  <a:pt x="1252757" y="75076"/>
                  <a:pt x="1253477" y="72151"/>
                </a:cubicBezTo>
                <a:cubicBezTo>
                  <a:pt x="1254196" y="69224"/>
                  <a:pt x="1254556" y="66004"/>
                  <a:pt x="1254556" y="62491"/>
                </a:cubicBezTo>
                <a:close/>
                <a:moveTo>
                  <a:pt x="1318112" y="36017"/>
                </a:moveTo>
                <a:cubicBezTo>
                  <a:pt x="1318112" y="37007"/>
                  <a:pt x="1318089" y="37838"/>
                  <a:pt x="1318044" y="38513"/>
                </a:cubicBezTo>
                <a:cubicBezTo>
                  <a:pt x="1317999" y="39187"/>
                  <a:pt x="1317910" y="39716"/>
                  <a:pt x="1317775" y="40098"/>
                </a:cubicBezTo>
                <a:cubicBezTo>
                  <a:pt x="1317640" y="40480"/>
                  <a:pt x="1317471" y="40772"/>
                  <a:pt x="1317269" y="40975"/>
                </a:cubicBezTo>
                <a:cubicBezTo>
                  <a:pt x="1317066" y="41177"/>
                  <a:pt x="1316785" y="41278"/>
                  <a:pt x="1316426" y="41278"/>
                </a:cubicBezTo>
                <a:cubicBezTo>
                  <a:pt x="1316066" y="41278"/>
                  <a:pt x="1315628" y="41177"/>
                  <a:pt x="1315110" y="40975"/>
                </a:cubicBezTo>
                <a:cubicBezTo>
                  <a:pt x="1314593" y="40772"/>
                  <a:pt x="1314009" y="40570"/>
                  <a:pt x="1313357" y="40368"/>
                </a:cubicBezTo>
                <a:cubicBezTo>
                  <a:pt x="1312705" y="40165"/>
                  <a:pt x="1311974" y="39974"/>
                  <a:pt x="1311165" y="39794"/>
                </a:cubicBezTo>
                <a:cubicBezTo>
                  <a:pt x="1310355" y="39615"/>
                  <a:pt x="1309479" y="39525"/>
                  <a:pt x="1308534" y="39525"/>
                </a:cubicBezTo>
                <a:cubicBezTo>
                  <a:pt x="1307410" y="39525"/>
                  <a:pt x="1306308" y="39749"/>
                  <a:pt x="1305229" y="40199"/>
                </a:cubicBezTo>
                <a:cubicBezTo>
                  <a:pt x="1304150" y="40649"/>
                  <a:pt x="1303015" y="41391"/>
                  <a:pt x="1301823" y="42425"/>
                </a:cubicBezTo>
                <a:cubicBezTo>
                  <a:pt x="1300632" y="43459"/>
                  <a:pt x="1299384" y="44831"/>
                  <a:pt x="1298080" y="46539"/>
                </a:cubicBezTo>
                <a:cubicBezTo>
                  <a:pt x="1296776" y="48248"/>
                  <a:pt x="1295337" y="50339"/>
                  <a:pt x="1293763" y="52812"/>
                </a:cubicBezTo>
                <a:lnTo>
                  <a:pt x="1293763" y="92741"/>
                </a:lnTo>
                <a:cubicBezTo>
                  <a:pt x="1293763" y="93101"/>
                  <a:pt x="1293673" y="93404"/>
                  <a:pt x="1293493" y="93652"/>
                </a:cubicBezTo>
                <a:cubicBezTo>
                  <a:pt x="1293313" y="93899"/>
                  <a:pt x="1293021" y="94113"/>
                  <a:pt x="1292616" y="94293"/>
                </a:cubicBezTo>
                <a:cubicBezTo>
                  <a:pt x="1292212" y="94472"/>
                  <a:pt x="1291650" y="94607"/>
                  <a:pt x="1290930" y="94697"/>
                </a:cubicBezTo>
                <a:cubicBezTo>
                  <a:pt x="1290211" y="94787"/>
                  <a:pt x="1289289" y="94832"/>
                  <a:pt x="1288165" y="94832"/>
                </a:cubicBezTo>
                <a:cubicBezTo>
                  <a:pt x="1287086" y="94832"/>
                  <a:pt x="1286186" y="94787"/>
                  <a:pt x="1285467" y="94697"/>
                </a:cubicBezTo>
                <a:cubicBezTo>
                  <a:pt x="1284748" y="94607"/>
                  <a:pt x="1284174" y="94472"/>
                  <a:pt x="1283747" y="94293"/>
                </a:cubicBezTo>
                <a:cubicBezTo>
                  <a:pt x="1283320" y="94113"/>
                  <a:pt x="1283028" y="93899"/>
                  <a:pt x="1282870" y="93652"/>
                </a:cubicBezTo>
                <a:cubicBezTo>
                  <a:pt x="1282713" y="93404"/>
                  <a:pt x="1282634" y="93101"/>
                  <a:pt x="1282634" y="92741"/>
                </a:cubicBezTo>
                <a:lnTo>
                  <a:pt x="1282634" y="32038"/>
                </a:lnTo>
                <a:cubicBezTo>
                  <a:pt x="1282634" y="31678"/>
                  <a:pt x="1282702" y="31375"/>
                  <a:pt x="1282837" y="31127"/>
                </a:cubicBezTo>
                <a:cubicBezTo>
                  <a:pt x="1282971" y="30880"/>
                  <a:pt x="1283241" y="30655"/>
                  <a:pt x="1283646" y="30453"/>
                </a:cubicBezTo>
                <a:cubicBezTo>
                  <a:pt x="1284051" y="30251"/>
                  <a:pt x="1284568" y="30116"/>
                  <a:pt x="1285197" y="30048"/>
                </a:cubicBezTo>
                <a:cubicBezTo>
                  <a:pt x="1285827" y="29981"/>
                  <a:pt x="1286659" y="29947"/>
                  <a:pt x="1287693" y="29947"/>
                </a:cubicBezTo>
                <a:cubicBezTo>
                  <a:pt x="1288682" y="29947"/>
                  <a:pt x="1289503" y="29981"/>
                  <a:pt x="1290155" y="30048"/>
                </a:cubicBezTo>
                <a:cubicBezTo>
                  <a:pt x="1290807" y="30116"/>
                  <a:pt x="1291313" y="30251"/>
                  <a:pt x="1291672" y="30453"/>
                </a:cubicBezTo>
                <a:cubicBezTo>
                  <a:pt x="1292032" y="30655"/>
                  <a:pt x="1292290" y="30880"/>
                  <a:pt x="1292448" y="31127"/>
                </a:cubicBezTo>
                <a:cubicBezTo>
                  <a:pt x="1292605" y="31375"/>
                  <a:pt x="1292684" y="31678"/>
                  <a:pt x="1292684" y="32038"/>
                </a:cubicBezTo>
                <a:lnTo>
                  <a:pt x="1292684" y="40874"/>
                </a:lnTo>
                <a:cubicBezTo>
                  <a:pt x="1294348" y="38445"/>
                  <a:pt x="1295910" y="36467"/>
                  <a:pt x="1297372" y="34938"/>
                </a:cubicBezTo>
                <a:cubicBezTo>
                  <a:pt x="1298833" y="33409"/>
                  <a:pt x="1300216" y="32206"/>
                  <a:pt x="1301520" y="31330"/>
                </a:cubicBezTo>
                <a:cubicBezTo>
                  <a:pt x="1302824" y="30453"/>
                  <a:pt x="1304116" y="29846"/>
                  <a:pt x="1305398" y="29509"/>
                </a:cubicBezTo>
                <a:cubicBezTo>
                  <a:pt x="1306679" y="29171"/>
                  <a:pt x="1307972" y="29003"/>
                  <a:pt x="1309276" y="29003"/>
                </a:cubicBezTo>
                <a:cubicBezTo>
                  <a:pt x="1309861" y="29003"/>
                  <a:pt x="1310524" y="29036"/>
                  <a:pt x="1311266" y="29104"/>
                </a:cubicBezTo>
                <a:cubicBezTo>
                  <a:pt x="1312008" y="29171"/>
                  <a:pt x="1312783" y="29295"/>
                  <a:pt x="1313593" y="29475"/>
                </a:cubicBezTo>
                <a:cubicBezTo>
                  <a:pt x="1314402" y="29655"/>
                  <a:pt x="1315133" y="29857"/>
                  <a:pt x="1315785" y="30082"/>
                </a:cubicBezTo>
                <a:cubicBezTo>
                  <a:pt x="1316437" y="30307"/>
                  <a:pt x="1316898" y="30532"/>
                  <a:pt x="1317168" y="30756"/>
                </a:cubicBezTo>
                <a:cubicBezTo>
                  <a:pt x="1317437" y="30981"/>
                  <a:pt x="1317617" y="31195"/>
                  <a:pt x="1317707" y="31397"/>
                </a:cubicBezTo>
                <a:cubicBezTo>
                  <a:pt x="1317797" y="31599"/>
                  <a:pt x="1317876" y="31858"/>
                  <a:pt x="1317943" y="32173"/>
                </a:cubicBezTo>
                <a:cubicBezTo>
                  <a:pt x="1318011" y="32488"/>
                  <a:pt x="1318056" y="32948"/>
                  <a:pt x="1318078" y="33555"/>
                </a:cubicBezTo>
                <a:cubicBezTo>
                  <a:pt x="1318101" y="34162"/>
                  <a:pt x="1318112" y="34983"/>
                  <a:pt x="1318112" y="36017"/>
                </a:cubicBezTo>
                <a:close/>
                <a:moveTo>
                  <a:pt x="1372685" y="83568"/>
                </a:moveTo>
                <a:cubicBezTo>
                  <a:pt x="1372685" y="84333"/>
                  <a:pt x="1372663" y="84996"/>
                  <a:pt x="1372618" y="85558"/>
                </a:cubicBezTo>
                <a:cubicBezTo>
                  <a:pt x="1372573" y="86120"/>
                  <a:pt x="1372494" y="86592"/>
                  <a:pt x="1372382" y="86974"/>
                </a:cubicBezTo>
                <a:cubicBezTo>
                  <a:pt x="1372269" y="87357"/>
                  <a:pt x="1372134" y="87694"/>
                  <a:pt x="1371977" y="87986"/>
                </a:cubicBezTo>
                <a:cubicBezTo>
                  <a:pt x="1371820" y="88278"/>
                  <a:pt x="1371460" y="88706"/>
                  <a:pt x="1370898" y="89268"/>
                </a:cubicBezTo>
                <a:cubicBezTo>
                  <a:pt x="1370336" y="89830"/>
                  <a:pt x="1369380" y="90527"/>
                  <a:pt x="1368031" y="91359"/>
                </a:cubicBezTo>
                <a:cubicBezTo>
                  <a:pt x="1366682" y="92190"/>
                  <a:pt x="1365165" y="92932"/>
                  <a:pt x="1363479" y="93584"/>
                </a:cubicBezTo>
                <a:cubicBezTo>
                  <a:pt x="1361792" y="94236"/>
                  <a:pt x="1359960" y="94765"/>
                  <a:pt x="1357982" y="95169"/>
                </a:cubicBezTo>
                <a:cubicBezTo>
                  <a:pt x="1356003" y="95574"/>
                  <a:pt x="1353957" y="95776"/>
                  <a:pt x="1351844" y="95776"/>
                </a:cubicBezTo>
                <a:cubicBezTo>
                  <a:pt x="1347482" y="95776"/>
                  <a:pt x="1343615" y="95056"/>
                  <a:pt x="1340243" y="93614"/>
                </a:cubicBezTo>
                <a:cubicBezTo>
                  <a:pt x="1336870" y="92172"/>
                  <a:pt x="1334049" y="90066"/>
                  <a:pt x="1331778" y="87295"/>
                </a:cubicBezTo>
                <a:cubicBezTo>
                  <a:pt x="1329507" y="84524"/>
                  <a:pt x="1327776" y="81122"/>
                  <a:pt x="1326584" y="77089"/>
                </a:cubicBezTo>
                <a:cubicBezTo>
                  <a:pt x="1325393" y="73056"/>
                  <a:pt x="1324797" y="68404"/>
                  <a:pt x="1324797" y="63134"/>
                </a:cubicBezTo>
                <a:cubicBezTo>
                  <a:pt x="1324797" y="57141"/>
                  <a:pt x="1325528" y="51993"/>
                  <a:pt x="1326989" y="47690"/>
                </a:cubicBezTo>
                <a:cubicBezTo>
                  <a:pt x="1328450" y="43387"/>
                  <a:pt x="1330451" y="39862"/>
                  <a:pt x="1332992" y="37113"/>
                </a:cubicBezTo>
                <a:cubicBezTo>
                  <a:pt x="1335533" y="34365"/>
                  <a:pt x="1338523" y="32326"/>
                  <a:pt x="1341963" y="30997"/>
                </a:cubicBezTo>
                <a:cubicBezTo>
                  <a:pt x="1345402" y="29667"/>
                  <a:pt x="1349123" y="29003"/>
                  <a:pt x="1353125" y="29003"/>
                </a:cubicBezTo>
                <a:cubicBezTo>
                  <a:pt x="1355059" y="29003"/>
                  <a:pt x="1356936" y="29183"/>
                  <a:pt x="1358757" y="29542"/>
                </a:cubicBezTo>
                <a:cubicBezTo>
                  <a:pt x="1360578" y="29902"/>
                  <a:pt x="1362253" y="30374"/>
                  <a:pt x="1363782" y="30959"/>
                </a:cubicBezTo>
                <a:cubicBezTo>
                  <a:pt x="1365311" y="31543"/>
                  <a:pt x="1366671" y="32218"/>
                  <a:pt x="1367863" y="32982"/>
                </a:cubicBezTo>
                <a:cubicBezTo>
                  <a:pt x="1369054" y="33747"/>
                  <a:pt x="1369920" y="34399"/>
                  <a:pt x="1370459" y="34938"/>
                </a:cubicBezTo>
                <a:cubicBezTo>
                  <a:pt x="1370999" y="35478"/>
                  <a:pt x="1371370" y="35905"/>
                  <a:pt x="1371572" y="36220"/>
                </a:cubicBezTo>
                <a:cubicBezTo>
                  <a:pt x="1371775" y="36534"/>
                  <a:pt x="1371943" y="36905"/>
                  <a:pt x="1372078" y="37333"/>
                </a:cubicBezTo>
                <a:cubicBezTo>
                  <a:pt x="1372213" y="37760"/>
                  <a:pt x="1372303" y="38243"/>
                  <a:pt x="1372348" y="38783"/>
                </a:cubicBezTo>
                <a:cubicBezTo>
                  <a:pt x="1372393" y="39322"/>
                  <a:pt x="1372415" y="39997"/>
                  <a:pt x="1372415" y="40806"/>
                </a:cubicBezTo>
                <a:cubicBezTo>
                  <a:pt x="1372415" y="42560"/>
                  <a:pt x="1372213" y="43785"/>
                  <a:pt x="1371808" y="44482"/>
                </a:cubicBezTo>
                <a:cubicBezTo>
                  <a:pt x="1371404" y="45179"/>
                  <a:pt x="1370909" y="45528"/>
                  <a:pt x="1370325" y="45528"/>
                </a:cubicBezTo>
                <a:cubicBezTo>
                  <a:pt x="1369650" y="45528"/>
                  <a:pt x="1368874" y="45157"/>
                  <a:pt x="1367998" y="44415"/>
                </a:cubicBezTo>
                <a:cubicBezTo>
                  <a:pt x="1367121" y="43673"/>
                  <a:pt x="1366008" y="42852"/>
                  <a:pt x="1364659" y="41953"/>
                </a:cubicBezTo>
                <a:cubicBezTo>
                  <a:pt x="1363310" y="41053"/>
                  <a:pt x="1361680" y="40233"/>
                  <a:pt x="1359769" y="39491"/>
                </a:cubicBezTo>
                <a:cubicBezTo>
                  <a:pt x="1357858" y="38749"/>
                  <a:pt x="1355598" y="38378"/>
                  <a:pt x="1352990" y="38378"/>
                </a:cubicBezTo>
                <a:cubicBezTo>
                  <a:pt x="1347639" y="38378"/>
                  <a:pt x="1343536" y="40441"/>
                  <a:pt x="1340681" y="44568"/>
                </a:cubicBezTo>
                <a:cubicBezTo>
                  <a:pt x="1337826" y="48694"/>
                  <a:pt x="1336398" y="54679"/>
                  <a:pt x="1336398" y="62524"/>
                </a:cubicBezTo>
                <a:cubicBezTo>
                  <a:pt x="1336398" y="66448"/>
                  <a:pt x="1336769" y="69886"/>
                  <a:pt x="1337511" y="72840"/>
                </a:cubicBezTo>
                <a:cubicBezTo>
                  <a:pt x="1338253" y="75793"/>
                  <a:pt x="1339343" y="78262"/>
                  <a:pt x="1340782" y="80246"/>
                </a:cubicBezTo>
                <a:cubicBezTo>
                  <a:pt x="1342221" y="82231"/>
                  <a:pt x="1343986" y="83707"/>
                  <a:pt x="1346077" y="84677"/>
                </a:cubicBezTo>
                <a:cubicBezTo>
                  <a:pt x="1348168" y="85647"/>
                  <a:pt x="1350562" y="86131"/>
                  <a:pt x="1353260" y="86131"/>
                </a:cubicBezTo>
                <a:cubicBezTo>
                  <a:pt x="1355823" y="86131"/>
                  <a:pt x="1358071" y="85727"/>
                  <a:pt x="1360005" y="84917"/>
                </a:cubicBezTo>
                <a:cubicBezTo>
                  <a:pt x="1361938" y="84108"/>
                  <a:pt x="1363613" y="83220"/>
                  <a:pt x="1365030" y="82253"/>
                </a:cubicBezTo>
                <a:cubicBezTo>
                  <a:pt x="1366446" y="81286"/>
                  <a:pt x="1367638" y="80409"/>
                  <a:pt x="1368605" y="79623"/>
                </a:cubicBezTo>
                <a:cubicBezTo>
                  <a:pt x="1369571" y="78836"/>
                  <a:pt x="1370325" y="78442"/>
                  <a:pt x="1370864" y="78442"/>
                </a:cubicBezTo>
                <a:cubicBezTo>
                  <a:pt x="1371179" y="78442"/>
                  <a:pt x="1371449" y="78532"/>
                  <a:pt x="1371673" y="78712"/>
                </a:cubicBezTo>
                <a:cubicBezTo>
                  <a:pt x="1371898" y="78892"/>
                  <a:pt x="1372089" y="79195"/>
                  <a:pt x="1372247" y="79623"/>
                </a:cubicBezTo>
                <a:cubicBezTo>
                  <a:pt x="1372404" y="80050"/>
                  <a:pt x="1372517" y="80589"/>
                  <a:pt x="1372584" y="81241"/>
                </a:cubicBezTo>
                <a:cubicBezTo>
                  <a:pt x="1372651" y="81893"/>
                  <a:pt x="1372685" y="82669"/>
                  <a:pt x="1372685" y="83568"/>
                </a:cubicBezTo>
                <a:close/>
                <a:moveTo>
                  <a:pt x="1439278" y="59759"/>
                </a:moveTo>
                <a:cubicBezTo>
                  <a:pt x="1439278" y="61513"/>
                  <a:pt x="1438840" y="62761"/>
                  <a:pt x="1437963" y="63502"/>
                </a:cubicBezTo>
                <a:cubicBezTo>
                  <a:pt x="1437086" y="64244"/>
                  <a:pt x="1436085" y="64615"/>
                  <a:pt x="1434961" y="64615"/>
                </a:cubicBezTo>
                <a:lnTo>
                  <a:pt x="1395167" y="64615"/>
                </a:lnTo>
                <a:cubicBezTo>
                  <a:pt x="1395167" y="67998"/>
                  <a:pt x="1395504" y="71042"/>
                  <a:pt x="1396179" y="73748"/>
                </a:cubicBezTo>
                <a:cubicBezTo>
                  <a:pt x="1396853" y="76455"/>
                  <a:pt x="1397977" y="78777"/>
                  <a:pt x="1399551" y="80716"/>
                </a:cubicBezTo>
                <a:cubicBezTo>
                  <a:pt x="1401125" y="82656"/>
                  <a:pt x="1403171" y="84144"/>
                  <a:pt x="1405689" y="85183"/>
                </a:cubicBezTo>
                <a:cubicBezTo>
                  <a:pt x="1408207" y="86220"/>
                  <a:pt x="1411287" y="86738"/>
                  <a:pt x="1414929" y="86738"/>
                </a:cubicBezTo>
                <a:cubicBezTo>
                  <a:pt x="1417807" y="86738"/>
                  <a:pt x="1420370" y="86502"/>
                  <a:pt x="1422618" y="86030"/>
                </a:cubicBezTo>
                <a:cubicBezTo>
                  <a:pt x="1424867" y="85558"/>
                  <a:pt x="1426811" y="85030"/>
                  <a:pt x="1428453" y="84445"/>
                </a:cubicBezTo>
                <a:cubicBezTo>
                  <a:pt x="1430094" y="83861"/>
                  <a:pt x="1431443" y="83332"/>
                  <a:pt x="1432499" y="82860"/>
                </a:cubicBezTo>
                <a:cubicBezTo>
                  <a:pt x="1433556" y="82388"/>
                  <a:pt x="1434354" y="82152"/>
                  <a:pt x="1434894" y="82152"/>
                </a:cubicBezTo>
                <a:cubicBezTo>
                  <a:pt x="1435209" y="82152"/>
                  <a:pt x="1435490" y="82231"/>
                  <a:pt x="1435737" y="82388"/>
                </a:cubicBezTo>
                <a:cubicBezTo>
                  <a:pt x="1435984" y="82545"/>
                  <a:pt x="1436175" y="82781"/>
                  <a:pt x="1436310" y="83096"/>
                </a:cubicBezTo>
                <a:cubicBezTo>
                  <a:pt x="1436445" y="83411"/>
                  <a:pt x="1436546" y="83849"/>
                  <a:pt x="1436614" y="84411"/>
                </a:cubicBezTo>
                <a:cubicBezTo>
                  <a:pt x="1436681" y="84973"/>
                  <a:pt x="1436715" y="85659"/>
                  <a:pt x="1436715" y="86469"/>
                </a:cubicBezTo>
                <a:cubicBezTo>
                  <a:pt x="1436715" y="87053"/>
                  <a:pt x="1436693" y="87559"/>
                  <a:pt x="1436648" y="87986"/>
                </a:cubicBezTo>
                <a:cubicBezTo>
                  <a:pt x="1436603" y="88413"/>
                  <a:pt x="1436546" y="88796"/>
                  <a:pt x="1436479" y="89133"/>
                </a:cubicBezTo>
                <a:cubicBezTo>
                  <a:pt x="1436411" y="89470"/>
                  <a:pt x="1436299" y="89774"/>
                  <a:pt x="1436142" y="90043"/>
                </a:cubicBezTo>
                <a:cubicBezTo>
                  <a:pt x="1435984" y="90313"/>
                  <a:pt x="1435782" y="90572"/>
                  <a:pt x="1435535" y="90819"/>
                </a:cubicBezTo>
                <a:cubicBezTo>
                  <a:pt x="1435287" y="91066"/>
                  <a:pt x="1434557" y="91471"/>
                  <a:pt x="1433343" y="92033"/>
                </a:cubicBezTo>
                <a:cubicBezTo>
                  <a:pt x="1432129" y="92595"/>
                  <a:pt x="1430555" y="93146"/>
                  <a:pt x="1428621" y="93685"/>
                </a:cubicBezTo>
                <a:cubicBezTo>
                  <a:pt x="1426688" y="94225"/>
                  <a:pt x="1424451" y="94708"/>
                  <a:pt x="1421910" y="95136"/>
                </a:cubicBezTo>
                <a:cubicBezTo>
                  <a:pt x="1419370" y="95563"/>
                  <a:pt x="1416660" y="95776"/>
                  <a:pt x="1413783" y="95776"/>
                </a:cubicBezTo>
                <a:cubicBezTo>
                  <a:pt x="1408791" y="95776"/>
                  <a:pt x="1404419" y="95079"/>
                  <a:pt x="1400664" y="93683"/>
                </a:cubicBezTo>
                <a:cubicBezTo>
                  <a:pt x="1396909" y="92288"/>
                  <a:pt x="1393751" y="90218"/>
                  <a:pt x="1391187" y="87472"/>
                </a:cubicBezTo>
                <a:cubicBezTo>
                  <a:pt x="1388624" y="84726"/>
                  <a:pt x="1386691" y="81283"/>
                  <a:pt x="1385387" y="77142"/>
                </a:cubicBezTo>
                <a:cubicBezTo>
                  <a:pt x="1384083" y="73001"/>
                  <a:pt x="1383431" y="68184"/>
                  <a:pt x="1383431" y="62693"/>
                </a:cubicBezTo>
                <a:cubicBezTo>
                  <a:pt x="1383431" y="57471"/>
                  <a:pt x="1384105" y="52779"/>
                  <a:pt x="1385454" y="48615"/>
                </a:cubicBezTo>
                <a:cubicBezTo>
                  <a:pt x="1386803" y="44452"/>
                  <a:pt x="1388748" y="40919"/>
                  <a:pt x="1391289" y="38015"/>
                </a:cubicBezTo>
                <a:cubicBezTo>
                  <a:pt x="1393829" y="35112"/>
                  <a:pt x="1396898" y="32884"/>
                  <a:pt x="1400495" y="31332"/>
                </a:cubicBezTo>
                <a:cubicBezTo>
                  <a:pt x="1404093" y="29779"/>
                  <a:pt x="1408117" y="29003"/>
                  <a:pt x="1412569" y="29003"/>
                </a:cubicBezTo>
                <a:cubicBezTo>
                  <a:pt x="1417335" y="29003"/>
                  <a:pt x="1421393" y="29767"/>
                  <a:pt x="1424743" y="31296"/>
                </a:cubicBezTo>
                <a:cubicBezTo>
                  <a:pt x="1428093" y="32825"/>
                  <a:pt x="1430847" y="34882"/>
                  <a:pt x="1433005" y="37467"/>
                </a:cubicBezTo>
                <a:cubicBezTo>
                  <a:pt x="1435164" y="40053"/>
                  <a:pt x="1436749" y="43088"/>
                  <a:pt x="1437760" y="46573"/>
                </a:cubicBezTo>
                <a:cubicBezTo>
                  <a:pt x="1438772" y="50058"/>
                  <a:pt x="1439278" y="53779"/>
                  <a:pt x="1439278" y="57736"/>
                </a:cubicBezTo>
                <a:lnTo>
                  <a:pt x="1439278" y="59759"/>
                </a:lnTo>
                <a:moveTo>
                  <a:pt x="1428082" y="56454"/>
                </a:moveTo>
                <a:cubicBezTo>
                  <a:pt x="1428217" y="50609"/>
                  <a:pt x="1426924" y="46022"/>
                  <a:pt x="1424203" y="42695"/>
                </a:cubicBezTo>
                <a:cubicBezTo>
                  <a:pt x="1421483" y="39367"/>
                  <a:pt x="1417447" y="37704"/>
                  <a:pt x="1412096" y="37704"/>
                </a:cubicBezTo>
                <a:cubicBezTo>
                  <a:pt x="1409354" y="37704"/>
                  <a:pt x="1406948" y="38221"/>
                  <a:pt x="1404879" y="39255"/>
                </a:cubicBezTo>
                <a:cubicBezTo>
                  <a:pt x="1402811" y="40289"/>
                  <a:pt x="1401080" y="41660"/>
                  <a:pt x="1399686" y="43369"/>
                </a:cubicBezTo>
                <a:cubicBezTo>
                  <a:pt x="1398292" y="45078"/>
                  <a:pt x="1397213" y="47068"/>
                  <a:pt x="1396448" y="49338"/>
                </a:cubicBezTo>
                <a:cubicBezTo>
                  <a:pt x="1395684" y="51609"/>
                  <a:pt x="1395257" y="53981"/>
                  <a:pt x="1395167" y="56454"/>
                </a:cubicBezTo>
                <a:lnTo>
                  <a:pt x="1428082" y="56454"/>
                </a:lnTo>
                <a:close/>
                <a:moveTo>
                  <a:pt x="1508270" y="92739"/>
                </a:moveTo>
                <a:cubicBezTo>
                  <a:pt x="1508270" y="93099"/>
                  <a:pt x="1508191" y="93414"/>
                  <a:pt x="1508034" y="93685"/>
                </a:cubicBezTo>
                <a:cubicBezTo>
                  <a:pt x="1507877" y="93955"/>
                  <a:pt x="1507607" y="94169"/>
                  <a:pt x="1507225" y="94326"/>
                </a:cubicBezTo>
                <a:cubicBezTo>
                  <a:pt x="1506842" y="94484"/>
                  <a:pt x="1506337" y="94607"/>
                  <a:pt x="1505707" y="94697"/>
                </a:cubicBezTo>
                <a:cubicBezTo>
                  <a:pt x="1505078" y="94787"/>
                  <a:pt x="1504313" y="94832"/>
                  <a:pt x="1503414" y="94832"/>
                </a:cubicBezTo>
                <a:cubicBezTo>
                  <a:pt x="1502470" y="94832"/>
                  <a:pt x="1501683" y="94787"/>
                  <a:pt x="1501053" y="94697"/>
                </a:cubicBezTo>
                <a:cubicBezTo>
                  <a:pt x="1500424" y="94609"/>
                  <a:pt x="1499907" y="94486"/>
                  <a:pt x="1499502" y="94330"/>
                </a:cubicBezTo>
                <a:cubicBezTo>
                  <a:pt x="1499097" y="94173"/>
                  <a:pt x="1498805" y="93960"/>
                  <a:pt x="1498625" y="93692"/>
                </a:cubicBezTo>
                <a:cubicBezTo>
                  <a:pt x="1498445" y="93423"/>
                  <a:pt x="1498355" y="93111"/>
                  <a:pt x="1498355" y="92754"/>
                </a:cubicBezTo>
                <a:lnTo>
                  <a:pt x="1498355" y="84772"/>
                </a:lnTo>
                <a:cubicBezTo>
                  <a:pt x="1495163" y="88237"/>
                  <a:pt x="1491846" y="90938"/>
                  <a:pt x="1488407" y="92874"/>
                </a:cubicBezTo>
                <a:cubicBezTo>
                  <a:pt x="1484967" y="94809"/>
                  <a:pt x="1481201" y="95776"/>
                  <a:pt x="1477109" y="95776"/>
                </a:cubicBezTo>
                <a:cubicBezTo>
                  <a:pt x="1472657" y="95776"/>
                  <a:pt x="1468858" y="94910"/>
                  <a:pt x="1465710" y="93178"/>
                </a:cubicBezTo>
                <a:cubicBezTo>
                  <a:pt x="1462563" y="91445"/>
                  <a:pt x="1460011" y="89105"/>
                  <a:pt x="1458055" y="86157"/>
                </a:cubicBezTo>
                <a:cubicBezTo>
                  <a:pt x="1456099" y="83207"/>
                  <a:pt x="1454671" y="79741"/>
                  <a:pt x="1453772" y="75759"/>
                </a:cubicBezTo>
                <a:cubicBezTo>
                  <a:pt x="1452873" y="71775"/>
                  <a:pt x="1452423" y="67577"/>
                  <a:pt x="1452423" y="63165"/>
                </a:cubicBezTo>
                <a:cubicBezTo>
                  <a:pt x="1452423" y="57945"/>
                  <a:pt x="1452985" y="53231"/>
                  <a:pt x="1454109" y="49022"/>
                </a:cubicBezTo>
                <a:cubicBezTo>
                  <a:pt x="1455233" y="44814"/>
                  <a:pt x="1456897" y="41224"/>
                  <a:pt x="1459100" y="38254"/>
                </a:cubicBezTo>
                <a:cubicBezTo>
                  <a:pt x="1461304" y="35282"/>
                  <a:pt x="1464035" y="32997"/>
                  <a:pt x="1467295" y="31399"/>
                </a:cubicBezTo>
                <a:cubicBezTo>
                  <a:pt x="1470555" y="29802"/>
                  <a:pt x="1474321" y="29003"/>
                  <a:pt x="1478593" y="29003"/>
                </a:cubicBezTo>
                <a:cubicBezTo>
                  <a:pt x="1482145" y="29003"/>
                  <a:pt x="1485394" y="29779"/>
                  <a:pt x="1488339" y="31332"/>
                </a:cubicBezTo>
                <a:cubicBezTo>
                  <a:pt x="1491284" y="32884"/>
                  <a:pt x="1494196" y="35169"/>
                  <a:pt x="1497074" y="38184"/>
                </a:cubicBezTo>
                <a:lnTo>
                  <a:pt x="1497074" y="2837"/>
                </a:lnTo>
                <a:cubicBezTo>
                  <a:pt x="1497074" y="2522"/>
                  <a:pt x="1497152" y="2219"/>
                  <a:pt x="1497310" y="1926"/>
                </a:cubicBezTo>
                <a:cubicBezTo>
                  <a:pt x="1497467" y="1633"/>
                  <a:pt x="1497771" y="1407"/>
                  <a:pt x="1498220" y="1250"/>
                </a:cubicBezTo>
                <a:cubicBezTo>
                  <a:pt x="1498670" y="1091"/>
                  <a:pt x="1499243" y="956"/>
                  <a:pt x="1499940" y="843"/>
                </a:cubicBezTo>
                <a:cubicBezTo>
                  <a:pt x="1500637" y="731"/>
                  <a:pt x="1501525" y="674"/>
                  <a:pt x="1502604" y="674"/>
                </a:cubicBezTo>
                <a:cubicBezTo>
                  <a:pt x="1503729" y="674"/>
                  <a:pt x="1504650" y="731"/>
                  <a:pt x="1505370" y="843"/>
                </a:cubicBezTo>
                <a:cubicBezTo>
                  <a:pt x="1506089" y="956"/>
                  <a:pt x="1506651" y="1090"/>
                  <a:pt x="1507056" y="1248"/>
                </a:cubicBezTo>
                <a:cubicBezTo>
                  <a:pt x="1507461" y="1405"/>
                  <a:pt x="1507764" y="1631"/>
                  <a:pt x="1507967" y="1924"/>
                </a:cubicBezTo>
                <a:cubicBezTo>
                  <a:pt x="1508169" y="2217"/>
                  <a:pt x="1508270" y="2520"/>
                  <a:pt x="1508270" y="2835"/>
                </a:cubicBezTo>
                <a:lnTo>
                  <a:pt x="1508270" y="92739"/>
                </a:lnTo>
                <a:moveTo>
                  <a:pt x="1497074" y="50068"/>
                </a:moveTo>
                <a:cubicBezTo>
                  <a:pt x="1494061" y="46328"/>
                  <a:pt x="1491150" y="43479"/>
                  <a:pt x="1488339" y="41521"/>
                </a:cubicBezTo>
                <a:cubicBezTo>
                  <a:pt x="1485529" y="39560"/>
                  <a:pt x="1482595" y="38580"/>
                  <a:pt x="1479537" y="38580"/>
                </a:cubicBezTo>
                <a:cubicBezTo>
                  <a:pt x="1476704" y="38580"/>
                  <a:pt x="1474299" y="39256"/>
                  <a:pt x="1472320" y="40608"/>
                </a:cubicBezTo>
                <a:cubicBezTo>
                  <a:pt x="1470342" y="41958"/>
                  <a:pt x="1468734" y="43737"/>
                  <a:pt x="1467498" y="45943"/>
                </a:cubicBezTo>
                <a:cubicBezTo>
                  <a:pt x="1466261" y="48149"/>
                  <a:pt x="1465362" y="50648"/>
                  <a:pt x="1464800" y="53440"/>
                </a:cubicBezTo>
                <a:cubicBezTo>
                  <a:pt x="1464238" y="56232"/>
                  <a:pt x="1463957" y="59069"/>
                  <a:pt x="1463957" y="61951"/>
                </a:cubicBezTo>
                <a:cubicBezTo>
                  <a:pt x="1463957" y="65013"/>
                  <a:pt x="1464193" y="68007"/>
                  <a:pt x="1464665" y="70934"/>
                </a:cubicBezTo>
                <a:cubicBezTo>
                  <a:pt x="1465137" y="73861"/>
                  <a:pt x="1465958" y="76462"/>
                  <a:pt x="1467127" y="78735"/>
                </a:cubicBezTo>
                <a:cubicBezTo>
                  <a:pt x="1468296" y="81009"/>
                  <a:pt x="1469847" y="82833"/>
                  <a:pt x="1471781" y="84207"/>
                </a:cubicBezTo>
                <a:cubicBezTo>
                  <a:pt x="1473714" y="85580"/>
                  <a:pt x="1476142" y="86266"/>
                  <a:pt x="1479065" y="86266"/>
                </a:cubicBezTo>
                <a:cubicBezTo>
                  <a:pt x="1480549" y="86266"/>
                  <a:pt x="1481977" y="86064"/>
                  <a:pt x="1483348" y="85659"/>
                </a:cubicBezTo>
                <a:cubicBezTo>
                  <a:pt x="1484719" y="85253"/>
                  <a:pt x="1486125" y="84577"/>
                  <a:pt x="1487564" y="83632"/>
                </a:cubicBezTo>
                <a:cubicBezTo>
                  <a:pt x="1489002" y="82686"/>
                  <a:pt x="1490509" y="81458"/>
                  <a:pt x="1492083" y="79949"/>
                </a:cubicBezTo>
                <a:cubicBezTo>
                  <a:pt x="1493656" y="78440"/>
                  <a:pt x="1495320" y="76582"/>
                  <a:pt x="1497074" y="74374"/>
                </a:cubicBezTo>
                <a:lnTo>
                  <a:pt x="1497074" y="50068"/>
                </a:lnTo>
                <a:close/>
                <a:moveTo>
                  <a:pt x="1556198" y="60366"/>
                </a:moveTo>
                <a:cubicBezTo>
                  <a:pt x="1556198" y="62120"/>
                  <a:pt x="1555996" y="63334"/>
                  <a:pt x="1555591" y="64008"/>
                </a:cubicBezTo>
                <a:cubicBezTo>
                  <a:pt x="1555186" y="64683"/>
                  <a:pt x="1554602" y="65020"/>
                  <a:pt x="1553837" y="65020"/>
                </a:cubicBezTo>
                <a:lnTo>
                  <a:pt x="1525644" y="65020"/>
                </a:lnTo>
                <a:cubicBezTo>
                  <a:pt x="1524835" y="65020"/>
                  <a:pt x="1524228" y="64672"/>
                  <a:pt x="1523823" y="63975"/>
                </a:cubicBezTo>
                <a:cubicBezTo>
                  <a:pt x="1523418" y="63278"/>
                  <a:pt x="1523216" y="62075"/>
                  <a:pt x="1523216" y="60366"/>
                </a:cubicBezTo>
                <a:cubicBezTo>
                  <a:pt x="1523216" y="58657"/>
                  <a:pt x="1523418" y="57466"/>
                  <a:pt x="1523823" y="56791"/>
                </a:cubicBezTo>
                <a:cubicBezTo>
                  <a:pt x="1524228" y="56117"/>
                  <a:pt x="1524835" y="55780"/>
                  <a:pt x="1525644" y="55780"/>
                </a:cubicBezTo>
                <a:lnTo>
                  <a:pt x="1553837" y="55780"/>
                </a:lnTo>
                <a:cubicBezTo>
                  <a:pt x="1554197" y="55780"/>
                  <a:pt x="1554523" y="55847"/>
                  <a:pt x="1554815" y="55982"/>
                </a:cubicBezTo>
                <a:cubicBezTo>
                  <a:pt x="1555108" y="56117"/>
                  <a:pt x="1555355" y="56375"/>
                  <a:pt x="1555557" y="56758"/>
                </a:cubicBezTo>
                <a:cubicBezTo>
                  <a:pt x="1555760" y="57140"/>
                  <a:pt x="1555917" y="57623"/>
                  <a:pt x="1556029" y="58208"/>
                </a:cubicBezTo>
                <a:cubicBezTo>
                  <a:pt x="1556142" y="58792"/>
                  <a:pt x="1556198" y="59512"/>
                  <a:pt x="1556198" y="60366"/>
                </a:cubicBezTo>
                <a:close/>
                <a:moveTo>
                  <a:pt x="1616972" y="92809"/>
                </a:moveTo>
                <a:cubicBezTo>
                  <a:pt x="1616972" y="93348"/>
                  <a:pt x="1616792" y="93753"/>
                  <a:pt x="1616432" y="94023"/>
                </a:cubicBezTo>
                <a:cubicBezTo>
                  <a:pt x="1616072" y="94293"/>
                  <a:pt x="1615578" y="94495"/>
                  <a:pt x="1614948" y="94630"/>
                </a:cubicBezTo>
                <a:cubicBezTo>
                  <a:pt x="1614319" y="94765"/>
                  <a:pt x="1613397" y="94832"/>
                  <a:pt x="1612183" y="94832"/>
                </a:cubicBezTo>
                <a:cubicBezTo>
                  <a:pt x="1611014" y="94832"/>
                  <a:pt x="1610081" y="94765"/>
                  <a:pt x="1609384" y="94630"/>
                </a:cubicBezTo>
                <a:cubicBezTo>
                  <a:pt x="1608687" y="94495"/>
                  <a:pt x="1608181" y="94293"/>
                  <a:pt x="1607866" y="94023"/>
                </a:cubicBezTo>
                <a:cubicBezTo>
                  <a:pt x="1607551" y="93753"/>
                  <a:pt x="1607394" y="93348"/>
                  <a:pt x="1607394" y="92809"/>
                </a:cubicBezTo>
                <a:lnTo>
                  <a:pt x="1607394" y="86738"/>
                </a:lnTo>
                <a:cubicBezTo>
                  <a:pt x="1604741" y="89571"/>
                  <a:pt x="1601784" y="91786"/>
                  <a:pt x="1598524" y="93382"/>
                </a:cubicBezTo>
                <a:cubicBezTo>
                  <a:pt x="1595264" y="94978"/>
                  <a:pt x="1591813" y="95776"/>
                  <a:pt x="1588171" y="95776"/>
                </a:cubicBezTo>
                <a:cubicBezTo>
                  <a:pt x="1584979" y="95776"/>
                  <a:pt x="1582090" y="95359"/>
                  <a:pt x="1579504" y="94524"/>
                </a:cubicBezTo>
                <a:cubicBezTo>
                  <a:pt x="1576919" y="93690"/>
                  <a:pt x="1574715" y="92483"/>
                  <a:pt x="1572894" y="90903"/>
                </a:cubicBezTo>
                <a:cubicBezTo>
                  <a:pt x="1571073" y="89324"/>
                  <a:pt x="1569657" y="87384"/>
                  <a:pt x="1568645" y="85084"/>
                </a:cubicBezTo>
                <a:cubicBezTo>
                  <a:pt x="1567633" y="82782"/>
                  <a:pt x="1567127" y="80164"/>
                  <a:pt x="1567127" y="77230"/>
                </a:cubicBezTo>
                <a:cubicBezTo>
                  <a:pt x="1567127" y="73802"/>
                  <a:pt x="1567824" y="70824"/>
                  <a:pt x="1569218" y="68298"/>
                </a:cubicBezTo>
                <a:cubicBezTo>
                  <a:pt x="1570612" y="65770"/>
                  <a:pt x="1572613" y="63671"/>
                  <a:pt x="1575221" y="62002"/>
                </a:cubicBezTo>
                <a:cubicBezTo>
                  <a:pt x="1577829" y="60332"/>
                  <a:pt x="1581022" y="59080"/>
                  <a:pt x="1584799" y="58246"/>
                </a:cubicBezTo>
                <a:cubicBezTo>
                  <a:pt x="1588576" y="57411"/>
                  <a:pt x="1592825" y="56994"/>
                  <a:pt x="1597546" y="56994"/>
                </a:cubicBezTo>
                <a:lnTo>
                  <a:pt x="1605910" y="56994"/>
                </a:lnTo>
                <a:lnTo>
                  <a:pt x="1605910" y="52289"/>
                </a:lnTo>
                <a:cubicBezTo>
                  <a:pt x="1605910" y="49959"/>
                  <a:pt x="1605663" y="47899"/>
                  <a:pt x="1605168" y="46107"/>
                </a:cubicBezTo>
                <a:cubicBezTo>
                  <a:pt x="1604673" y="44314"/>
                  <a:pt x="1603875" y="42824"/>
                  <a:pt x="1602774" y="41637"/>
                </a:cubicBezTo>
                <a:cubicBezTo>
                  <a:pt x="1601672" y="40449"/>
                  <a:pt x="1600244" y="39553"/>
                  <a:pt x="1598491" y="38949"/>
                </a:cubicBezTo>
                <a:cubicBezTo>
                  <a:pt x="1596737" y="38344"/>
                  <a:pt x="1594579" y="38041"/>
                  <a:pt x="1592016" y="38041"/>
                </a:cubicBezTo>
                <a:cubicBezTo>
                  <a:pt x="1589273" y="38041"/>
                  <a:pt x="1586811" y="38363"/>
                  <a:pt x="1584630" y="39008"/>
                </a:cubicBezTo>
                <a:cubicBezTo>
                  <a:pt x="1582449" y="39653"/>
                  <a:pt x="1580538" y="40365"/>
                  <a:pt x="1578897" y="41143"/>
                </a:cubicBezTo>
                <a:cubicBezTo>
                  <a:pt x="1577256" y="41922"/>
                  <a:pt x="1575884" y="42634"/>
                  <a:pt x="1574783" y="43279"/>
                </a:cubicBezTo>
                <a:cubicBezTo>
                  <a:pt x="1573681" y="43924"/>
                  <a:pt x="1572860" y="44246"/>
                  <a:pt x="1572321" y="44246"/>
                </a:cubicBezTo>
                <a:cubicBezTo>
                  <a:pt x="1571961" y="44246"/>
                  <a:pt x="1571646" y="44156"/>
                  <a:pt x="1571377" y="43976"/>
                </a:cubicBezTo>
                <a:cubicBezTo>
                  <a:pt x="1571107" y="43796"/>
                  <a:pt x="1570871" y="43527"/>
                  <a:pt x="1570668" y="43167"/>
                </a:cubicBezTo>
                <a:cubicBezTo>
                  <a:pt x="1570466" y="42807"/>
                  <a:pt x="1570320" y="42346"/>
                  <a:pt x="1570230" y="41784"/>
                </a:cubicBezTo>
                <a:cubicBezTo>
                  <a:pt x="1570140" y="41222"/>
                  <a:pt x="1570095" y="40604"/>
                  <a:pt x="1570095" y="39929"/>
                </a:cubicBezTo>
                <a:cubicBezTo>
                  <a:pt x="1570095" y="38805"/>
                  <a:pt x="1570174" y="37917"/>
                  <a:pt x="1570331" y="37265"/>
                </a:cubicBezTo>
                <a:cubicBezTo>
                  <a:pt x="1570488" y="36613"/>
                  <a:pt x="1570871" y="35995"/>
                  <a:pt x="1571478" y="35410"/>
                </a:cubicBezTo>
                <a:cubicBezTo>
                  <a:pt x="1572085" y="34826"/>
                  <a:pt x="1573130" y="34145"/>
                  <a:pt x="1574614" y="33368"/>
                </a:cubicBezTo>
                <a:cubicBezTo>
                  <a:pt x="1576098" y="32589"/>
                  <a:pt x="1577807" y="31878"/>
                  <a:pt x="1579740" y="31235"/>
                </a:cubicBezTo>
                <a:cubicBezTo>
                  <a:pt x="1581674" y="30591"/>
                  <a:pt x="1583787" y="30059"/>
                  <a:pt x="1586080" y="29637"/>
                </a:cubicBezTo>
                <a:cubicBezTo>
                  <a:pt x="1588374" y="29214"/>
                  <a:pt x="1590689" y="29003"/>
                  <a:pt x="1593027" y="29003"/>
                </a:cubicBezTo>
                <a:cubicBezTo>
                  <a:pt x="1597389" y="29003"/>
                  <a:pt x="1601099" y="29497"/>
                  <a:pt x="1604156" y="30487"/>
                </a:cubicBezTo>
                <a:cubicBezTo>
                  <a:pt x="1607214" y="31476"/>
                  <a:pt x="1609687" y="32926"/>
                  <a:pt x="1611576" y="34837"/>
                </a:cubicBezTo>
                <a:cubicBezTo>
                  <a:pt x="1613464" y="36748"/>
                  <a:pt x="1614836" y="39120"/>
                  <a:pt x="1615690" y="41953"/>
                </a:cubicBezTo>
                <a:cubicBezTo>
                  <a:pt x="1616544" y="44786"/>
                  <a:pt x="1616972" y="48091"/>
                  <a:pt x="1616972" y="51868"/>
                </a:cubicBezTo>
                <a:lnTo>
                  <a:pt x="1616972" y="92809"/>
                </a:lnTo>
                <a:moveTo>
                  <a:pt x="1605910" y="65020"/>
                </a:moveTo>
                <a:lnTo>
                  <a:pt x="1596400" y="65020"/>
                </a:lnTo>
                <a:cubicBezTo>
                  <a:pt x="1593342" y="65020"/>
                  <a:pt x="1590689" y="65281"/>
                  <a:pt x="1588441" y="65802"/>
                </a:cubicBezTo>
                <a:cubicBezTo>
                  <a:pt x="1586193" y="66322"/>
                  <a:pt x="1584327" y="67091"/>
                  <a:pt x="1582843" y="68108"/>
                </a:cubicBezTo>
                <a:cubicBezTo>
                  <a:pt x="1581359" y="69125"/>
                  <a:pt x="1580268" y="70347"/>
                  <a:pt x="1579572" y="71773"/>
                </a:cubicBezTo>
                <a:cubicBezTo>
                  <a:pt x="1578875" y="73198"/>
                  <a:pt x="1578526" y="74838"/>
                  <a:pt x="1578526" y="76693"/>
                </a:cubicBezTo>
                <a:cubicBezTo>
                  <a:pt x="1578526" y="79860"/>
                  <a:pt x="1579527" y="82382"/>
                  <a:pt x="1581528" y="84260"/>
                </a:cubicBezTo>
                <a:cubicBezTo>
                  <a:pt x="1583528" y="86137"/>
                  <a:pt x="1586328" y="87076"/>
                  <a:pt x="1589925" y="87076"/>
                </a:cubicBezTo>
                <a:cubicBezTo>
                  <a:pt x="1592848" y="87076"/>
                  <a:pt x="1595557" y="86329"/>
                  <a:pt x="1598052" y="84837"/>
                </a:cubicBezTo>
                <a:cubicBezTo>
                  <a:pt x="1600548" y="83343"/>
                  <a:pt x="1603167" y="81059"/>
                  <a:pt x="1605910" y="77983"/>
                </a:cubicBezTo>
                <a:lnTo>
                  <a:pt x="1605910" y="65020"/>
                </a:lnTo>
                <a:close/>
                <a:moveTo>
                  <a:pt x="1681047" y="83568"/>
                </a:moveTo>
                <a:cubicBezTo>
                  <a:pt x="1681047" y="84333"/>
                  <a:pt x="1681024" y="84996"/>
                  <a:pt x="1680979" y="85558"/>
                </a:cubicBezTo>
                <a:cubicBezTo>
                  <a:pt x="1680934" y="86120"/>
                  <a:pt x="1680856" y="86592"/>
                  <a:pt x="1680743" y="86974"/>
                </a:cubicBezTo>
                <a:cubicBezTo>
                  <a:pt x="1680631" y="87357"/>
                  <a:pt x="1680496" y="87694"/>
                  <a:pt x="1680338" y="87986"/>
                </a:cubicBezTo>
                <a:cubicBezTo>
                  <a:pt x="1680181" y="88278"/>
                  <a:pt x="1679821" y="88706"/>
                  <a:pt x="1679259" y="89268"/>
                </a:cubicBezTo>
                <a:cubicBezTo>
                  <a:pt x="1678697" y="89830"/>
                  <a:pt x="1677742" y="90527"/>
                  <a:pt x="1676393" y="91359"/>
                </a:cubicBezTo>
                <a:cubicBezTo>
                  <a:pt x="1675044" y="92190"/>
                  <a:pt x="1673526" y="92932"/>
                  <a:pt x="1671840" y="93584"/>
                </a:cubicBezTo>
                <a:cubicBezTo>
                  <a:pt x="1670154" y="94236"/>
                  <a:pt x="1668321" y="94765"/>
                  <a:pt x="1666343" y="95169"/>
                </a:cubicBezTo>
                <a:cubicBezTo>
                  <a:pt x="1664364" y="95574"/>
                  <a:pt x="1662319" y="95776"/>
                  <a:pt x="1660205" y="95776"/>
                </a:cubicBezTo>
                <a:cubicBezTo>
                  <a:pt x="1655843" y="95776"/>
                  <a:pt x="1651976" y="95056"/>
                  <a:pt x="1648604" y="93614"/>
                </a:cubicBezTo>
                <a:cubicBezTo>
                  <a:pt x="1645232" y="92172"/>
                  <a:pt x="1642410" y="90066"/>
                  <a:pt x="1640139" y="87295"/>
                </a:cubicBezTo>
                <a:cubicBezTo>
                  <a:pt x="1637869" y="84524"/>
                  <a:pt x="1636137" y="81122"/>
                  <a:pt x="1634946" y="77089"/>
                </a:cubicBezTo>
                <a:cubicBezTo>
                  <a:pt x="1633754" y="73056"/>
                  <a:pt x="1633158" y="68404"/>
                  <a:pt x="1633158" y="63134"/>
                </a:cubicBezTo>
                <a:cubicBezTo>
                  <a:pt x="1633158" y="57141"/>
                  <a:pt x="1633889" y="51993"/>
                  <a:pt x="1635350" y="47690"/>
                </a:cubicBezTo>
                <a:cubicBezTo>
                  <a:pt x="1636812" y="43387"/>
                  <a:pt x="1638813" y="39862"/>
                  <a:pt x="1641353" y="37113"/>
                </a:cubicBezTo>
                <a:cubicBezTo>
                  <a:pt x="1643894" y="34365"/>
                  <a:pt x="1646884" y="32326"/>
                  <a:pt x="1650324" y="30997"/>
                </a:cubicBezTo>
                <a:cubicBezTo>
                  <a:pt x="1653764" y="29667"/>
                  <a:pt x="1657485" y="29003"/>
                  <a:pt x="1661487" y="29003"/>
                </a:cubicBezTo>
                <a:cubicBezTo>
                  <a:pt x="1663420" y="29003"/>
                  <a:pt x="1665297" y="29183"/>
                  <a:pt x="1667119" y="29542"/>
                </a:cubicBezTo>
                <a:cubicBezTo>
                  <a:pt x="1668940" y="29902"/>
                  <a:pt x="1670615" y="30374"/>
                  <a:pt x="1672143" y="30959"/>
                </a:cubicBezTo>
                <a:cubicBezTo>
                  <a:pt x="1673672" y="31543"/>
                  <a:pt x="1675032" y="32218"/>
                  <a:pt x="1676224" y="32982"/>
                </a:cubicBezTo>
                <a:cubicBezTo>
                  <a:pt x="1677416" y="33747"/>
                  <a:pt x="1678281" y="34399"/>
                  <a:pt x="1678821" y="34938"/>
                </a:cubicBezTo>
                <a:cubicBezTo>
                  <a:pt x="1679360" y="35478"/>
                  <a:pt x="1679731" y="35905"/>
                  <a:pt x="1679934" y="36220"/>
                </a:cubicBezTo>
                <a:cubicBezTo>
                  <a:pt x="1680136" y="36534"/>
                  <a:pt x="1680305" y="36905"/>
                  <a:pt x="1680440" y="37333"/>
                </a:cubicBezTo>
                <a:cubicBezTo>
                  <a:pt x="1680574" y="37760"/>
                  <a:pt x="1680664" y="38243"/>
                  <a:pt x="1680709" y="38783"/>
                </a:cubicBezTo>
                <a:cubicBezTo>
                  <a:pt x="1680754" y="39322"/>
                  <a:pt x="1680777" y="39997"/>
                  <a:pt x="1680777" y="40806"/>
                </a:cubicBezTo>
                <a:cubicBezTo>
                  <a:pt x="1680777" y="42560"/>
                  <a:pt x="1680574" y="43785"/>
                  <a:pt x="1680170" y="44482"/>
                </a:cubicBezTo>
                <a:cubicBezTo>
                  <a:pt x="1679765" y="45179"/>
                  <a:pt x="1679270" y="45528"/>
                  <a:pt x="1678686" y="45528"/>
                </a:cubicBezTo>
                <a:cubicBezTo>
                  <a:pt x="1678011" y="45528"/>
                  <a:pt x="1677236" y="45157"/>
                  <a:pt x="1676359" y="44415"/>
                </a:cubicBezTo>
                <a:cubicBezTo>
                  <a:pt x="1675482" y="43673"/>
                  <a:pt x="1674369" y="42852"/>
                  <a:pt x="1673020" y="41953"/>
                </a:cubicBezTo>
                <a:cubicBezTo>
                  <a:pt x="1671671" y="41053"/>
                  <a:pt x="1670041" y="40233"/>
                  <a:pt x="1668130" y="39491"/>
                </a:cubicBezTo>
                <a:cubicBezTo>
                  <a:pt x="1666219" y="38749"/>
                  <a:pt x="1663960" y="38378"/>
                  <a:pt x="1661352" y="38378"/>
                </a:cubicBezTo>
                <a:cubicBezTo>
                  <a:pt x="1656001" y="38378"/>
                  <a:pt x="1651898" y="40441"/>
                  <a:pt x="1649042" y="44568"/>
                </a:cubicBezTo>
                <a:cubicBezTo>
                  <a:pt x="1646187" y="48694"/>
                  <a:pt x="1644760" y="54679"/>
                  <a:pt x="1644760" y="62524"/>
                </a:cubicBezTo>
                <a:cubicBezTo>
                  <a:pt x="1644760" y="66448"/>
                  <a:pt x="1645130" y="69886"/>
                  <a:pt x="1645872" y="72840"/>
                </a:cubicBezTo>
                <a:cubicBezTo>
                  <a:pt x="1646614" y="75793"/>
                  <a:pt x="1647705" y="78262"/>
                  <a:pt x="1649144" y="80246"/>
                </a:cubicBezTo>
                <a:cubicBezTo>
                  <a:pt x="1650583" y="82231"/>
                  <a:pt x="1652347" y="83707"/>
                  <a:pt x="1654438" y="84677"/>
                </a:cubicBezTo>
                <a:cubicBezTo>
                  <a:pt x="1656529" y="85647"/>
                  <a:pt x="1658924" y="86131"/>
                  <a:pt x="1661622" y="86131"/>
                </a:cubicBezTo>
                <a:cubicBezTo>
                  <a:pt x="1664185" y="86131"/>
                  <a:pt x="1666433" y="85727"/>
                  <a:pt x="1668366" y="84917"/>
                </a:cubicBezTo>
                <a:cubicBezTo>
                  <a:pt x="1670300" y="84108"/>
                  <a:pt x="1671975" y="83220"/>
                  <a:pt x="1673391" y="82253"/>
                </a:cubicBezTo>
                <a:cubicBezTo>
                  <a:pt x="1674808" y="81286"/>
                  <a:pt x="1675999" y="80409"/>
                  <a:pt x="1676966" y="79623"/>
                </a:cubicBezTo>
                <a:cubicBezTo>
                  <a:pt x="1677933" y="78836"/>
                  <a:pt x="1678686" y="78442"/>
                  <a:pt x="1679226" y="78442"/>
                </a:cubicBezTo>
                <a:cubicBezTo>
                  <a:pt x="1679540" y="78442"/>
                  <a:pt x="1679810" y="78532"/>
                  <a:pt x="1680035" y="78712"/>
                </a:cubicBezTo>
                <a:cubicBezTo>
                  <a:pt x="1680260" y="78892"/>
                  <a:pt x="1680451" y="79195"/>
                  <a:pt x="1680608" y="79623"/>
                </a:cubicBezTo>
                <a:cubicBezTo>
                  <a:pt x="1680766" y="80050"/>
                  <a:pt x="1680878" y="80589"/>
                  <a:pt x="1680945" y="81241"/>
                </a:cubicBezTo>
                <a:cubicBezTo>
                  <a:pt x="1681013" y="81893"/>
                  <a:pt x="1681047" y="82669"/>
                  <a:pt x="1681047" y="83568"/>
                </a:cubicBezTo>
                <a:close/>
                <a:moveTo>
                  <a:pt x="1727404" y="88357"/>
                </a:moveTo>
                <a:cubicBezTo>
                  <a:pt x="1727404" y="89661"/>
                  <a:pt x="1727314" y="90695"/>
                  <a:pt x="1727134" y="91460"/>
                </a:cubicBezTo>
                <a:cubicBezTo>
                  <a:pt x="1726954" y="92224"/>
                  <a:pt x="1726684" y="92786"/>
                  <a:pt x="1726324" y="93146"/>
                </a:cubicBezTo>
                <a:cubicBezTo>
                  <a:pt x="1725965" y="93506"/>
                  <a:pt x="1725425" y="93843"/>
                  <a:pt x="1724706" y="94158"/>
                </a:cubicBezTo>
                <a:cubicBezTo>
                  <a:pt x="1723986" y="94472"/>
                  <a:pt x="1723166" y="94731"/>
                  <a:pt x="1722244" y="94933"/>
                </a:cubicBezTo>
                <a:cubicBezTo>
                  <a:pt x="1721322" y="95136"/>
                  <a:pt x="1720344" y="95304"/>
                  <a:pt x="1719310" y="95439"/>
                </a:cubicBezTo>
                <a:cubicBezTo>
                  <a:pt x="1718276" y="95574"/>
                  <a:pt x="1717241" y="95641"/>
                  <a:pt x="1716207" y="95641"/>
                </a:cubicBezTo>
                <a:cubicBezTo>
                  <a:pt x="1713060" y="95641"/>
                  <a:pt x="1710362" y="95225"/>
                  <a:pt x="1708113" y="94392"/>
                </a:cubicBezTo>
                <a:cubicBezTo>
                  <a:pt x="1705865" y="93557"/>
                  <a:pt x="1704022" y="92294"/>
                  <a:pt x="1702583" y="90604"/>
                </a:cubicBezTo>
                <a:cubicBezTo>
                  <a:pt x="1701144" y="88914"/>
                  <a:pt x="1700098" y="86773"/>
                  <a:pt x="1699446" y="84182"/>
                </a:cubicBezTo>
                <a:cubicBezTo>
                  <a:pt x="1698794" y="81590"/>
                  <a:pt x="1698468" y="78537"/>
                  <a:pt x="1698468" y="75021"/>
                </a:cubicBezTo>
                <a:lnTo>
                  <a:pt x="1698468" y="39457"/>
                </a:lnTo>
                <a:lnTo>
                  <a:pt x="1689970" y="39457"/>
                </a:lnTo>
                <a:cubicBezTo>
                  <a:pt x="1689295" y="39457"/>
                  <a:pt x="1688756" y="39097"/>
                  <a:pt x="1688351" y="38378"/>
                </a:cubicBezTo>
                <a:cubicBezTo>
                  <a:pt x="1687946" y="37659"/>
                  <a:pt x="1687744" y="36489"/>
                  <a:pt x="1687744" y="34871"/>
                </a:cubicBezTo>
                <a:cubicBezTo>
                  <a:pt x="1687744" y="34016"/>
                  <a:pt x="1687800" y="33297"/>
                  <a:pt x="1687913" y="32712"/>
                </a:cubicBezTo>
                <a:cubicBezTo>
                  <a:pt x="1688025" y="32128"/>
                  <a:pt x="1688171" y="31644"/>
                  <a:pt x="1688351" y="31262"/>
                </a:cubicBezTo>
                <a:cubicBezTo>
                  <a:pt x="1688531" y="30880"/>
                  <a:pt x="1688767" y="30610"/>
                  <a:pt x="1689059" y="30453"/>
                </a:cubicBezTo>
                <a:cubicBezTo>
                  <a:pt x="1689352" y="30295"/>
                  <a:pt x="1689678" y="30217"/>
                  <a:pt x="1690037" y="30217"/>
                </a:cubicBezTo>
                <a:lnTo>
                  <a:pt x="1698468" y="30217"/>
                </a:lnTo>
                <a:lnTo>
                  <a:pt x="1698468" y="15783"/>
                </a:lnTo>
                <a:cubicBezTo>
                  <a:pt x="1698468" y="15468"/>
                  <a:pt x="1698547" y="15176"/>
                  <a:pt x="1698704" y="14906"/>
                </a:cubicBezTo>
                <a:cubicBezTo>
                  <a:pt x="1698862" y="14636"/>
                  <a:pt x="1699154" y="14400"/>
                  <a:pt x="1699581" y="14198"/>
                </a:cubicBezTo>
                <a:cubicBezTo>
                  <a:pt x="1700008" y="13995"/>
                  <a:pt x="1700582" y="13849"/>
                  <a:pt x="1701301" y="13759"/>
                </a:cubicBezTo>
                <a:cubicBezTo>
                  <a:pt x="1702021" y="13669"/>
                  <a:pt x="1702920" y="13625"/>
                  <a:pt x="1703999" y="13625"/>
                </a:cubicBezTo>
                <a:cubicBezTo>
                  <a:pt x="1705123" y="13625"/>
                  <a:pt x="1706045" y="13669"/>
                  <a:pt x="1706764" y="13759"/>
                </a:cubicBezTo>
                <a:cubicBezTo>
                  <a:pt x="1707484" y="13849"/>
                  <a:pt x="1708046" y="13995"/>
                  <a:pt x="1708451" y="14198"/>
                </a:cubicBezTo>
                <a:cubicBezTo>
                  <a:pt x="1708855" y="14400"/>
                  <a:pt x="1709148" y="14636"/>
                  <a:pt x="1709327" y="14906"/>
                </a:cubicBezTo>
                <a:cubicBezTo>
                  <a:pt x="1709507" y="15176"/>
                  <a:pt x="1709597" y="15468"/>
                  <a:pt x="1709597" y="15783"/>
                </a:cubicBezTo>
                <a:lnTo>
                  <a:pt x="1709597" y="30217"/>
                </a:lnTo>
                <a:lnTo>
                  <a:pt x="1725178" y="30217"/>
                </a:lnTo>
                <a:cubicBezTo>
                  <a:pt x="1725537" y="30217"/>
                  <a:pt x="1725852" y="30295"/>
                  <a:pt x="1726122" y="30453"/>
                </a:cubicBezTo>
                <a:cubicBezTo>
                  <a:pt x="1726392" y="30610"/>
                  <a:pt x="1726628" y="30880"/>
                  <a:pt x="1726830" y="31262"/>
                </a:cubicBezTo>
                <a:cubicBezTo>
                  <a:pt x="1727033" y="31644"/>
                  <a:pt x="1727179" y="32128"/>
                  <a:pt x="1727269" y="32712"/>
                </a:cubicBezTo>
                <a:cubicBezTo>
                  <a:pt x="1727359" y="33297"/>
                  <a:pt x="1727404" y="34016"/>
                  <a:pt x="1727404" y="34871"/>
                </a:cubicBezTo>
                <a:cubicBezTo>
                  <a:pt x="1727404" y="36489"/>
                  <a:pt x="1727201" y="37659"/>
                  <a:pt x="1726797" y="38378"/>
                </a:cubicBezTo>
                <a:cubicBezTo>
                  <a:pt x="1726392" y="39097"/>
                  <a:pt x="1725852" y="39457"/>
                  <a:pt x="1725178" y="39457"/>
                </a:cubicBezTo>
                <a:lnTo>
                  <a:pt x="1709597" y="39457"/>
                </a:lnTo>
                <a:lnTo>
                  <a:pt x="1709597" y="73415"/>
                </a:lnTo>
                <a:cubicBezTo>
                  <a:pt x="1709597" y="77608"/>
                  <a:pt x="1710216" y="80776"/>
                  <a:pt x="1711452" y="82919"/>
                </a:cubicBezTo>
                <a:cubicBezTo>
                  <a:pt x="1712689" y="85061"/>
                  <a:pt x="1714903" y="86131"/>
                  <a:pt x="1718096" y="86131"/>
                </a:cubicBezTo>
                <a:cubicBezTo>
                  <a:pt x="1719130" y="86131"/>
                  <a:pt x="1720052" y="86030"/>
                  <a:pt x="1720861" y="85828"/>
                </a:cubicBezTo>
                <a:cubicBezTo>
                  <a:pt x="1721670" y="85625"/>
                  <a:pt x="1722390" y="85412"/>
                  <a:pt x="1723019" y="85187"/>
                </a:cubicBezTo>
                <a:cubicBezTo>
                  <a:pt x="1723649" y="84962"/>
                  <a:pt x="1724189" y="84749"/>
                  <a:pt x="1724638" y="84546"/>
                </a:cubicBezTo>
                <a:cubicBezTo>
                  <a:pt x="1725088" y="84344"/>
                  <a:pt x="1725493" y="84243"/>
                  <a:pt x="1725852" y="84243"/>
                </a:cubicBezTo>
                <a:cubicBezTo>
                  <a:pt x="1726077" y="84243"/>
                  <a:pt x="1726291" y="84299"/>
                  <a:pt x="1726493" y="84411"/>
                </a:cubicBezTo>
                <a:cubicBezTo>
                  <a:pt x="1726695" y="84524"/>
                  <a:pt x="1726853" y="84737"/>
                  <a:pt x="1726965" y="85052"/>
                </a:cubicBezTo>
                <a:cubicBezTo>
                  <a:pt x="1727078" y="85367"/>
                  <a:pt x="1727179" y="85794"/>
                  <a:pt x="1727269" y="86334"/>
                </a:cubicBezTo>
                <a:cubicBezTo>
                  <a:pt x="1727359" y="86873"/>
                  <a:pt x="1727404" y="87548"/>
                  <a:pt x="1727404" y="88357"/>
                </a:cubicBezTo>
                <a:close/>
                <a:moveTo>
                  <a:pt x="1753243" y="92741"/>
                </a:moveTo>
                <a:cubicBezTo>
                  <a:pt x="1753243" y="93101"/>
                  <a:pt x="1753153" y="93404"/>
                  <a:pt x="1752973" y="93652"/>
                </a:cubicBezTo>
                <a:cubicBezTo>
                  <a:pt x="1752793" y="93899"/>
                  <a:pt x="1752501" y="94113"/>
                  <a:pt x="1752096" y="94293"/>
                </a:cubicBezTo>
                <a:cubicBezTo>
                  <a:pt x="1751691" y="94472"/>
                  <a:pt x="1751129" y="94607"/>
                  <a:pt x="1750410" y="94697"/>
                </a:cubicBezTo>
                <a:cubicBezTo>
                  <a:pt x="1749690" y="94787"/>
                  <a:pt x="1748768" y="94832"/>
                  <a:pt x="1747644" y="94832"/>
                </a:cubicBezTo>
                <a:cubicBezTo>
                  <a:pt x="1746565" y="94832"/>
                  <a:pt x="1745666" y="94787"/>
                  <a:pt x="1744946" y="94697"/>
                </a:cubicBezTo>
                <a:cubicBezTo>
                  <a:pt x="1744227" y="94607"/>
                  <a:pt x="1743654" y="94472"/>
                  <a:pt x="1743226" y="94293"/>
                </a:cubicBezTo>
                <a:cubicBezTo>
                  <a:pt x="1742799" y="94113"/>
                  <a:pt x="1742507" y="93899"/>
                  <a:pt x="1742350" y="93652"/>
                </a:cubicBezTo>
                <a:cubicBezTo>
                  <a:pt x="1742192" y="93404"/>
                  <a:pt x="1742114" y="93101"/>
                  <a:pt x="1742114" y="92741"/>
                </a:cubicBezTo>
                <a:lnTo>
                  <a:pt x="1742114" y="32038"/>
                </a:lnTo>
                <a:cubicBezTo>
                  <a:pt x="1742114" y="31723"/>
                  <a:pt x="1742192" y="31431"/>
                  <a:pt x="1742350" y="31161"/>
                </a:cubicBezTo>
                <a:cubicBezTo>
                  <a:pt x="1742507" y="30891"/>
                  <a:pt x="1742799" y="30666"/>
                  <a:pt x="1743226" y="30487"/>
                </a:cubicBezTo>
                <a:cubicBezTo>
                  <a:pt x="1743654" y="30307"/>
                  <a:pt x="1744227" y="30172"/>
                  <a:pt x="1744946" y="30082"/>
                </a:cubicBezTo>
                <a:cubicBezTo>
                  <a:pt x="1745666" y="29992"/>
                  <a:pt x="1746565" y="29947"/>
                  <a:pt x="1747644" y="29947"/>
                </a:cubicBezTo>
                <a:cubicBezTo>
                  <a:pt x="1748768" y="29947"/>
                  <a:pt x="1749690" y="29992"/>
                  <a:pt x="1750410" y="30082"/>
                </a:cubicBezTo>
                <a:cubicBezTo>
                  <a:pt x="1751129" y="30172"/>
                  <a:pt x="1751691" y="30307"/>
                  <a:pt x="1752096" y="30487"/>
                </a:cubicBezTo>
                <a:cubicBezTo>
                  <a:pt x="1752501" y="30666"/>
                  <a:pt x="1752793" y="30891"/>
                  <a:pt x="1752973" y="31161"/>
                </a:cubicBezTo>
                <a:cubicBezTo>
                  <a:pt x="1753153" y="31431"/>
                  <a:pt x="1753243" y="31723"/>
                  <a:pt x="1753243" y="32038"/>
                </a:cubicBezTo>
                <a:lnTo>
                  <a:pt x="1753243" y="92741"/>
                </a:lnTo>
                <a:moveTo>
                  <a:pt x="1754524" y="11466"/>
                </a:moveTo>
                <a:cubicBezTo>
                  <a:pt x="1754524" y="14074"/>
                  <a:pt x="1754029" y="15850"/>
                  <a:pt x="1753040" y="16795"/>
                </a:cubicBezTo>
                <a:cubicBezTo>
                  <a:pt x="1752051" y="17739"/>
                  <a:pt x="1750230" y="18211"/>
                  <a:pt x="1747577" y="18211"/>
                </a:cubicBezTo>
                <a:cubicBezTo>
                  <a:pt x="1744969" y="18211"/>
                  <a:pt x="1743182" y="17750"/>
                  <a:pt x="1742215" y="16828"/>
                </a:cubicBezTo>
                <a:cubicBezTo>
                  <a:pt x="1741248" y="15907"/>
                  <a:pt x="1740765" y="14164"/>
                  <a:pt x="1740765" y="11601"/>
                </a:cubicBezTo>
                <a:cubicBezTo>
                  <a:pt x="1740765" y="8993"/>
                  <a:pt x="1741259" y="7217"/>
                  <a:pt x="1742248" y="6273"/>
                </a:cubicBezTo>
                <a:cubicBezTo>
                  <a:pt x="1743238" y="5328"/>
                  <a:pt x="1745059" y="4856"/>
                  <a:pt x="1747712" y="4856"/>
                </a:cubicBezTo>
                <a:cubicBezTo>
                  <a:pt x="1750320" y="4856"/>
                  <a:pt x="1752107" y="5317"/>
                  <a:pt x="1753074" y="6239"/>
                </a:cubicBezTo>
                <a:cubicBezTo>
                  <a:pt x="1754041" y="7161"/>
                  <a:pt x="1754524" y="8903"/>
                  <a:pt x="1754524" y="11466"/>
                </a:cubicBezTo>
                <a:close/>
                <a:moveTo>
                  <a:pt x="1830339" y="61749"/>
                </a:moveTo>
                <a:cubicBezTo>
                  <a:pt x="1830339" y="66699"/>
                  <a:pt x="1829687" y="71256"/>
                  <a:pt x="1828383" y="75420"/>
                </a:cubicBezTo>
                <a:cubicBezTo>
                  <a:pt x="1827079" y="79583"/>
                  <a:pt x="1825134" y="83173"/>
                  <a:pt x="1822549" y="86190"/>
                </a:cubicBezTo>
                <a:cubicBezTo>
                  <a:pt x="1819963" y="89206"/>
                  <a:pt x="1816726" y="91557"/>
                  <a:pt x="1812836" y="93245"/>
                </a:cubicBezTo>
                <a:cubicBezTo>
                  <a:pt x="1808947" y="94933"/>
                  <a:pt x="1804439" y="95776"/>
                  <a:pt x="1799313" y="95776"/>
                </a:cubicBezTo>
                <a:cubicBezTo>
                  <a:pt x="1794322" y="95776"/>
                  <a:pt x="1789971" y="95034"/>
                  <a:pt x="1786261" y="93548"/>
                </a:cubicBezTo>
                <a:cubicBezTo>
                  <a:pt x="1782552" y="92063"/>
                  <a:pt x="1779460" y="89903"/>
                  <a:pt x="1776987" y="87067"/>
                </a:cubicBezTo>
                <a:cubicBezTo>
                  <a:pt x="1774514" y="84232"/>
                  <a:pt x="1772671" y="80788"/>
                  <a:pt x="1771457" y="76737"/>
                </a:cubicBezTo>
                <a:cubicBezTo>
                  <a:pt x="1770243" y="72686"/>
                  <a:pt x="1769635" y="68095"/>
                  <a:pt x="1769635" y="62963"/>
                </a:cubicBezTo>
                <a:cubicBezTo>
                  <a:pt x="1769635" y="58012"/>
                  <a:pt x="1770276" y="53455"/>
                  <a:pt x="1771558" y="49292"/>
                </a:cubicBezTo>
                <a:cubicBezTo>
                  <a:pt x="1772839" y="45128"/>
                  <a:pt x="1774773" y="41539"/>
                  <a:pt x="1777358" y="38523"/>
                </a:cubicBezTo>
                <a:cubicBezTo>
                  <a:pt x="1779944" y="35507"/>
                  <a:pt x="1783170" y="33166"/>
                  <a:pt x="1787037" y="31500"/>
                </a:cubicBezTo>
                <a:cubicBezTo>
                  <a:pt x="1790904" y="29835"/>
                  <a:pt x="1795423" y="29003"/>
                  <a:pt x="1800594" y="29003"/>
                </a:cubicBezTo>
                <a:cubicBezTo>
                  <a:pt x="1805585" y="29003"/>
                  <a:pt x="1809936" y="29745"/>
                  <a:pt x="1813645" y="31231"/>
                </a:cubicBezTo>
                <a:cubicBezTo>
                  <a:pt x="1817355" y="32716"/>
                  <a:pt x="1820446" y="34876"/>
                  <a:pt x="1822920" y="37712"/>
                </a:cubicBezTo>
                <a:cubicBezTo>
                  <a:pt x="1825393" y="40548"/>
                  <a:pt x="1827247" y="43991"/>
                  <a:pt x="1828484" y="48042"/>
                </a:cubicBezTo>
                <a:cubicBezTo>
                  <a:pt x="1829721" y="52093"/>
                  <a:pt x="1830339" y="56662"/>
                  <a:pt x="1830339" y="61749"/>
                </a:cubicBezTo>
                <a:moveTo>
                  <a:pt x="1818603" y="62491"/>
                </a:moveTo>
                <a:cubicBezTo>
                  <a:pt x="1818603" y="59204"/>
                  <a:pt x="1818299" y="56097"/>
                  <a:pt x="1817692" y="53170"/>
                </a:cubicBezTo>
                <a:cubicBezTo>
                  <a:pt x="1817085" y="50243"/>
                  <a:pt x="1816085" y="47677"/>
                  <a:pt x="1814691" y="45471"/>
                </a:cubicBezTo>
                <a:cubicBezTo>
                  <a:pt x="1813297" y="43264"/>
                  <a:pt x="1811408" y="41520"/>
                  <a:pt x="1809025" y="40237"/>
                </a:cubicBezTo>
                <a:cubicBezTo>
                  <a:pt x="1806642" y="38953"/>
                  <a:pt x="1803674" y="38311"/>
                  <a:pt x="1800122" y="38311"/>
                </a:cubicBezTo>
                <a:cubicBezTo>
                  <a:pt x="1796840" y="38311"/>
                  <a:pt x="1794018" y="38896"/>
                  <a:pt x="1791657" y="40066"/>
                </a:cubicBezTo>
                <a:cubicBezTo>
                  <a:pt x="1789297" y="41237"/>
                  <a:pt x="1787352" y="42892"/>
                  <a:pt x="1785823" y="45032"/>
                </a:cubicBezTo>
                <a:cubicBezTo>
                  <a:pt x="1784294" y="47171"/>
                  <a:pt x="1783159" y="49704"/>
                  <a:pt x="1782417" y="52631"/>
                </a:cubicBezTo>
                <a:cubicBezTo>
                  <a:pt x="1781675" y="55556"/>
                  <a:pt x="1781304" y="58753"/>
                  <a:pt x="1781304" y="62221"/>
                </a:cubicBezTo>
                <a:cubicBezTo>
                  <a:pt x="1781304" y="65553"/>
                  <a:pt x="1781608" y="68682"/>
                  <a:pt x="1782215" y="71609"/>
                </a:cubicBezTo>
                <a:cubicBezTo>
                  <a:pt x="1782822" y="74536"/>
                  <a:pt x="1783833" y="77091"/>
                  <a:pt x="1785250" y="79275"/>
                </a:cubicBezTo>
                <a:cubicBezTo>
                  <a:pt x="1786666" y="81458"/>
                  <a:pt x="1788566" y="83192"/>
                  <a:pt x="1790949" y="84477"/>
                </a:cubicBezTo>
                <a:cubicBezTo>
                  <a:pt x="1793332" y="85760"/>
                  <a:pt x="1796300" y="86401"/>
                  <a:pt x="1799852" y="86401"/>
                </a:cubicBezTo>
                <a:cubicBezTo>
                  <a:pt x="1803090" y="86401"/>
                  <a:pt x="1805900" y="85816"/>
                  <a:pt x="1808283" y="84645"/>
                </a:cubicBezTo>
                <a:cubicBezTo>
                  <a:pt x="1810666" y="83475"/>
                  <a:pt x="1812622" y="81831"/>
                  <a:pt x="1814151" y="79715"/>
                </a:cubicBezTo>
                <a:cubicBezTo>
                  <a:pt x="1815680" y="77598"/>
                  <a:pt x="1816804" y="75076"/>
                  <a:pt x="1817524" y="72151"/>
                </a:cubicBezTo>
                <a:cubicBezTo>
                  <a:pt x="1818243" y="69224"/>
                  <a:pt x="1818603" y="66004"/>
                  <a:pt x="1818603" y="62491"/>
                </a:cubicBezTo>
                <a:close/>
                <a:moveTo>
                  <a:pt x="1898953" y="92741"/>
                </a:moveTo>
                <a:cubicBezTo>
                  <a:pt x="1898953" y="93101"/>
                  <a:pt x="1898863" y="93404"/>
                  <a:pt x="1898683" y="93652"/>
                </a:cubicBezTo>
                <a:cubicBezTo>
                  <a:pt x="1898503" y="93899"/>
                  <a:pt x="1898211" y="94113"/>
                  <a:pt x="1897806" y="94293"/>
                </a:cubicBezTo>
                <a:cubicBezTo>
                  <a:pt x="1897402" y="94472"/>
                  <a:pt x="1896840" y="94607"/>
                  <a:pt x="1896120" y="94697"/>
                </a:cubicBezTo>
                <a:cubicBezTo>
                  <a:pt x="1895401" y="94787"/>
                  <a:pt x="1894501" y="94832"/>
                  <a:pt x="1893422" y="94832"/>
                </a:cubicBezTo>
                <a:cubicBezTo>
                  <a:pt x="1892298" y="94832"/>
                  <a:pt x="1891376" y="94787"/>
                  <a:pt x="1890657" y="94697"/>
                </a:cubicBezTo>
                <a:cubicBezTo>
                  <a:pt x="1889937" y="94607"/>
                  <a:pt x="1889375" y="94472"/>
                  <a:pt x="1888971" y="94293"/>
                </a:cubicBezTo>
                <a:cubicBezTo>
                  <a:pt x="1888566" y="94113"/>
                  <a:pt x="1888274" y="93899"/>
                  <a:pt x="1888094" y="93652"/>
                </a:cubicBezTo>
                <a:cubicBezTo>
                  <a:pt x="1887914" y="93404"/>
                  <a:pt x="1887824" y="93101"/>
                  <a:pt x="1887824" y="92741"/>
                </a:cubicBezTo>
                <a:lnTo>
                  <a:pt x="1887824" y="57196"/>
                </a:lnTo>
                <a:cubicBezTo>
                  <a:pt x="1887824" y="53734"/>
                  <a:pt x="1887554" y="50946"/>
                  <a:pt x="1887015" y="48832"/>
                </a:cubicBezTo>
                <a:cubicBezTo>
                  <a:pt x="1886475" y="46719"/>
                  <a:pt x="1885688" y="44898"/>
                  <a:pt x="1884654" y="43369"/>
                </a:cubicBezTo>
                <a:cubicBezTo>
                  <a:pt x="1883620" y="41840"/>
                  <a:pt x="1882282" y="40671"/>
                  <a:pt x="1880641" y="39862"/>
                </a:cubicBezTo>
                <a:cubicBezTo>
                  <a:pt x="1879000" y="39052"/>
                  <a:pt x="1877100" y="38648"/>
                  <a:pt x="1874941" y="38648"/>
                </a:cubicBezTo>
                <a:cubicBezTo>
                  <a:pt x="1872154" y="38648"/>
                  <a:pt x="1869366" y="39637"/>
                  <a:pt x="1866578" y="41616"/>
                </a:cubicBezTo>
                <a:cubicBezTo>
                  <a:pt x="1863790" y="43594"/>
                  <a:pt x="1860867" y="46494"/>
                  <a:pt x="1857810" y="50316"/>
                </a:cubicBezTo>
                <a:lnTo>
                  <a:pt x="1857810" y="92741"/>
                </a:lnTo>
                <a:cubicBezTo>
                  <a:pt x="1857810" y="93101"/>
                  <a:pt x="1857720" y="93404"/>
                  <a:pt x="1857540" y="93652"/>
                </a:cubicBezTo>
                <a:cubicBezTo>
                  <a:pt x="1857360" y="93899"/>
                  <a:pt x="1857068" y="94113"/>
                  <a:pt x="1856663" y="94293"/>
                </a:cubicBezTo>
                <a:cubicBezTo>
                  <a:pt x="1856258" y="94472"/>
                  <a:pt x="1855696" y="94607"/>
                  <a:pt x="1854977" y="94697"/>
                </a:cubicBezTo>
                <a:cubicBezTo>
                  <a:pt x="1854257" y="94787"/>
                  <a:pt x="1853336" y="94832"/>
                  <a:pt x="1852211" y="94832"/>
                </a:cubicBezTo>
                <a:cubicBezTo>
                  <a:pt x="1851132" y="94832"/>
                  <a:pt x="1850233" y="94787"/>
                  <a:pt x="1849513" y="94697"/>
                </a:cubicBezTo>
                <a:cubicBezTo>
                  <a:pt x="1848794" y="94607"/>
                  <a:pt x="1848221" y="94472"/>
                  <a:pt x="1847794" y="94293"/>
                </a:cubicBezTo>
                <a:cubicBezTo>
                  <a:pt x="1847366" y="94113"/>
                  <a:pt x="1847074" y="93899"/>
                  <a:pt x="1846917" y="93652"/>
                </a:cubicBezTo>
                <a:cubicBezTo>
                  <a:pt x="1846759" y="93404"/>
                  <a:pt x="1846681" y="93101"/>
                  <a:pt x="1846681" y="92741"/>
                </a:cubicBezTo>
                <a:lnTo>
                  <a:pt x="1846681" y="32038"/>
                </a:lnTo>
                <a:cubicBezTo>
                  <a:pt x="1846681" y="31678"/>
                  <a:pt x="1846748" y="31375"/>
                  <a:pt x="1846883" y="31127"/>
                </a:cubicBezTo>
                <a:cubicBezTo>
                  <a:pt x="1847018" y="30880"/>
                  <a:pt x="1847288" y="30655"/>
                  <a:pt x="1847692" y="30453"/>
                </a:cubicBezTo>
                <a:cubicBezTo>
                  <a:pt x="1848097" y="30251"/>
                  <a:pt x="1848614" y="30116"/>
                  <a:pt x="1849244" y="30048"/>
                </a:cubicBezTo>
                <a:cubicBezTo>
                  <a:pt x="1849873" y="29981"/>
                  <a:pt x="1850705" y="29947"/>
                  <a:pt x="1851739" y="29947"/>
                </a:cubicBezTo>
                <a:cubicBezTo>
                  <a:pt x="1852729" y="29947"/>
                  <a:pt x="1853549" y="29981"/>
                  <a:pt x="1854201" y="30048"/>
                </a:cubicBezTo>
                <a:cubicBezTo>
                  <a:pt x="1854853" y="30116"/>
                  <a:pt x="1855359" y="30251"/>
                  <a:pt x="1855719" y="30453"/>
                </a:cubicBezTo>
                <a:cubicBezTo>
                  <a:pt x="1856078" y="30655"/>
                  <a:pt x="1856337" y="30880"/>
                  <a:pt x="1856494" y="31127"/>
                </a:cubicBezTo>
                <a:cubicBezTo>
                  <a:pt x="1856652" y="31375"/>
                  <a:pt x="1856730" y="31678"/>
                  <a:pt x="1856730" y="32038"/>
                </a:cubicBezTo>
                <a:lnTo>
                  <a:pt x="1856730" y="40064"/>
                </a:lnTo>
                <a:cubicBezTo>
                  <a:pt x="1860148" y="36242"/>
                  <a:pt x="1863554" y="33443"/>
                  <a:pt x="1866949" y="31667"/>
                </a:cubicBezTo>
                <a:cubicBezTo>
                  <a:pt x="1870344" y="29891"/>
                  <a:pt x="1873772" y="29003"/>
                  <a:pt x="1877235" y="29003"/>
                </a:cubicBezTo>
                <a:cubicBezTo>
                  <a:pt x="1881282" y="29003"/>
                  <a:pt x="1884688" y="29688"/>
                  <a:pt x="1887453" y="31060"/>
                </a:cubicBezTo>
                <a:cubicBezTo>
                  <a:pt x="1890218" y="32431"/>
                  <a:pt x="1892455" y="34264"/>
                  <a:pt x="1894164" y="36557"/>
                </a:cubicBezTo>
                <a:cubicBezTo>
                  <a:pt x="1895873" y="38850"/>
                  <a:pt x="1897098" y="41537"/>
                  <a:pt x="1897840" y="44617"/>
                </a:cubicBezTo>
                <a:cubicBezTo>
                  <a:pt x="1898582" y="47697"/>
                  <a:pt x="1898953" y="51395"/>
                  <a:pt x="1898953" y="55712"/>
                </a:cubicBezTo>
                <a:lnTo>
                  <a:pt x="1898953" y="927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Noeasyreject">
            <a:extLst xmlns:a="http://schemas.openxmlformats.org/drawingml/2006/main">
              <a:ext uri="{FF2B5EF4-FFF2-40B4-BE49-F238E27FC236}">
                <a16:creationId xmlns:a16="http://schemas.microsoft.com/office/drawing/2014/main" id="{A153F2F7-9F9E-40DE-A33E-BBD8E4A0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6525" y="2546995"/>
            <a:ext cx="779107" cy="114257"/>
          </a:xfrm>
          <a:custGeom xmlns:a="http://schemas.openxmlformats.org/drawingml/2006/main">
            <a:pathLst>
              <a:path w="779107" h="114257">
                <a:moveTo>
                  <a:pt x="65964" y="84841"/>
                </a:moveTo>
                <a:cubicBezTo>
                  <a:pt x="65964" y="85742"/>
                  <a:pt x="65818" y="86508"/>
                  <a:pt x="65526" y="87139"/>
                </a:cubicBezTo>
                <a:cubicBezTo>
                  <a:pt x="65234" y="87770"/>
                  <a:pt x="64851" y="88288"/>
                  <a:pt x="64379" y="88694"/>
                </a:cubicBezTo>
                <a:cubicBezTo>
                  <a:pt x="63907" y="89099"/>
                  <a:pt x="63379" y="89391"/>
                  <a:pt x="62794" y="89571"/>
                </a:cubicBezTo>
                <a:cubicBezTo>
                  <a:pt x="62210" y="89751"/>
                  <a:pt x="61625" y="89841"/>
                  <a:pt x="61041" y="89841"/>
                </a:cubicBezTo>
                <a:lnTo>
                  <a:pt x="57331" y="89841"/>
                </a:lnTo>
                <a:cubicBezTo>
                  <a:pt x="56162" y="89841"/>
                  <a:pt x="55139" y="89716"/>
                  <a:pt x="54262" y="89466"/>
                </a:cubicBezTo>
                <a:cubicBezTo>
                  <a:pt x="53385" y="89216"/>
                  <a:pt x="52553" y="88761"/>
                  <a:pt x="51766" y="88102"/>
                </a:cubicBezTo>
                <a:cubicBezTo>
                  <a:pt x="50980" y="87443"/>
                  <a:pt x="50193" y="86545"/>
                  <a:pt x="49406" y="85408"/>
                </a:cubicBezTo>
                <a:cubicBezTo>
                  <a:pt x="48619" y="84272"/>
                  <a:pt x="47753" y="82826"/>
                  <a:pt x="46809" y="81073"/>
                </a:cubicBezTo>
                <a:lnTo>
                  <a:pt x="19290" y="31431"/>
                </a:lnTo>
                <a:cubicBezTo>
                  <a:pt x="17851" y="28868"/>
                  <a:pt x="16401" y="26181"/>
                  <a:pt x="14940" y="23371"/>
                </a:cubicBezTo>
                <a:cubicBezTo>
                  <a:pt x="13478" y="20560"/>
                  <a:pt x="12118" y="17829"/>
                  <a:pt x="10859" y="15176"/>
                </a:cubicBezTo>
                <a:lnTo>
                  <a:pt x="10724" y="15176"/>
                </a:lnTo>
                <a:cubicBezTo>
                  <a:pt x="10814" y="18413"/>
                  <a:pt x="10882" y="21718"/>
                  <a:pt x="10927" y="25091"/>
                </a:cubicBezTo>
                <a:cubicBezTo>
                  <a:pt x="10972" y="28463"/>
                  <a:pt x="10994" y="31813"/>
                  <a:pt x="10994" y="35140"/>
                </a:cubicBezTo>
                <a:lnTo>
                  <a:pt x="10994" y="87818"/>
                </a:lnTo>
                <a:cubicBezTo>
                  <a:pt x="10994" y="88132"/>
                  <a:pt x="10904" y="88436"/>
                  <a:pt x="10724" y="88728"/>
                </a:cubicBezTo>
                <a:cubicBezTo>
                  <a:pt x="10544" y="89020"/>
                  <a:pt x="10241" y="89245"/>
                  <a:pt x="9814" y="89403"/>
                </a:cubicBezTo>
                <a:cubicBezTo>
                  <a:pt x="9387" y="89560"/>
                  <a:pt x="8824" y="89695"/>
                  <a:pt x="8128" y="89807"/>
                </a:cubicBezTo>
                <a:cubicBezTo>
                  <a:pt x="7431" y="89920"/>
                  <a:pt x="6542" y="89976"/>
                  <a:pt x="5463" y="89976"/>
                </a:cubicBezTo>
                <a:cubicBezTo>
                  <a:pt x="4384" y="89976"/>
                  <a:pt x="3496" y="89920"/>
                  <a:pt x="2799" y="89807"/>
                </a:cubicBezTo>
                <a:cubicBezTo>
                  <a:pt x="2102" y="89695"/>
                  <a:pt x="1551" y="89560"/>
                  <a:pt x="1147" y="89403"/>
                </a:cubicBezTo>
                <a:cubicBezTo>
                  <a:pt x="742" y="89245"/>
                  <a:pt x="450" y="89020"/>
                  <a:pt x="270" y="88728"/>
                </a:cubicBezTo>
                <a:cubicBezTo>
                  <a:pt x="90" y="88436"/>
                  <a:pt x="0" y="88132"/>
                  <a:pt x="0" y="87818"/>
                </a:cubicBezTo>
                <a:lnTo>
                  <a:pt x="0" y="7284"/>
                </a:lnTo>
                <a:cubicBezTo>
                  <a:pt x="0" y="5486"/>
                  <a:pt x="495" y="4204"/>
                  <a:pt x="1484" y="3440"/>
                </a:cubicBezTo>
                <a:cubicBezTo>
                  <a:pt x="2473" y="2675"/>
                  <a:pt x="3552" y="2293"/>
                  <a:pt x="4721" y="2293"/>
                </a:cubicBezTo>
                <a:lnTo>
                  <a:pt x="10252" y="2293"/>
                </a:lnTo>
                <a:cubicBezTo>
                  <a:pt x="11556" y="2293"/>
                  <a:pt x="12647" y="2406"/>
                  <a:pt x="13523" y="2630"/>
                </a:cubicBezTo>
                <a:cubicBezTo>
                  <a:pt x="14400" y="2855"/>
                  <a:pt x="15187" y="3226"/>
                  <a:pt x="15884" y="3743"/>
                </a:cubicBezTo>
                <a:cubicBezTo>
                  <a:pt x="16581" y="4260"/>
                  <a:pt x="17255" y="4980"/>
                  <a:pt x="17907" y="5902"/>
                </a:cubicBezTo>
                <a:cubicBezTo>
                  <a:pt x="18559" y="6823"/>
                  <a:pt x="19268" y="7981"/>
                  <a:pt x="20032" y="9375"/>
                </a:cubicBezTo>
                <a:lnTo>
                  <a:pt x="41211" y="47686"/>
                </a:lnTo>
                <a:cubicBezTo>
                  <a:pt x="42515" y="50024"/>
                  <a:pt x="43774" y="52306"/>
                  <a:pt x="44988" y="54532"/>
                </a:cubicBezTo>
                <a:cubicBezTo>
                  <a:pt x="46202" y="56758"/>
                  <a:pt x="47371" y="58950"/>
                  <a:pt x="48495" y="61108"/>
                </a:cubicBezTo>
                <a:cubicBezTo>
                  <a:pt x="49619" y="63266"/>
                  <a:pt x="50732" y="65391"/>
                  <a:pt x="51834" y="67482"/>
                </a:cubicBezTo>
                <a:cubicBezTo>
                  <a:pt x="52936" y="69573"/>
                  <a:pt x="54026" y="71675"/>
                  <a:pt x="55105" y="73788"/>
                </a:cubicBezTo>
                <a:lnTo>
                  <a:pt x="55173" y="73788"/>
                </a:lnTo>
                <a:cubicBezTo>
                  <a:pt x="55083" y="70233"/>
                  <a:pt x="55026" y="66531"/>
                  <a:pt x="55004" y="62683"/>
                </a:cubicBezTo>
                <a:cubicBezTo>
                  <a:pt x="54981" y="58834"/>
                  <a:pt x="54970" y="55132"/>
                  <a:pt x="54970" y="51577"/>
                </a:cubicBezTo>
                <a:lnTo>
                  <a:pt x="54970" y="4184"/>
                </a:lnTo>
                <a:cubicBezTo>
                  <a:pt x="54970" y="3869"/>
                  <a:pt x="55060" y="3577"/>
                  <a:pt x="55240" y="3307"/>
                </a:cubicBezTo>
                <a:cubicBezTo>
                  <a:pt x="55420" y="3036"/>
                  <a:pt x="55723" y="2799"/>
                  <a:pt x="56151" y="2597"/>
                </a:cubicBezTo>
                <a:cubicBezTo>
                  <a:pt x="56578" y="2394"/>
                  <a:pt x="57140" y="2248"/>
                  <a:pt x="57837" y="2158"/>
                </a:cubicBezTo>
                <a:cubicBezTo>
                  <a:pt x="58534" y="2068"/>
                  <a:pt x="59444" y="2023"/>
                  <a:pt x="60568" y="2023"/>
                </a:cubicBezTo>
                <a:cubicBezTo>
                  <a:pt x="61558" y="2023"/>
                  <a:pt x="62412" y="2068"/>
                  <a:pt x="63131" y="2158"/>
                </a:cubicBezTo>
                <a:cubicBezTo>
                  <a:pt x="63851" y="2248"/>
                  <a:pt x="64413" y="2395"/>
                  <a:pt x="64818" y="2599"/>
                </a:cubicBezTo>
                <a:cubicBezTo>
                  <a:pt x="65222" y="2801"/>
                  <a:pt x="65515" y="3037"/>
                  <a:pt x="65695" y="3307"/>
                </a:cubicBezTo>
                <a:cubicBezTo>
                  <a:pt x="65874" y="3577"/>
                  <a:pt x="65964" y="3870"/>
                  <a:pt x="65964" y="4186"/>
                </a:cubicBezTo>
                <a:lnTo>
                  <a:pt x="65964" y="84841"/>
                </a:lnTo>
                <a:close/>
                <a:moveTo>
                  <a:pt x="144407" y="56893"/>
                </a:moveTo>
                <a:cubicBezTo>
                  <a:pt x="144407" y="61843"/>
                  <a:pt x="143755" y="66400"/>
                  <a:pt x="142451" y="70563"/>
                </a:cubicBezTo>
                <a:cubicBezTo>
                  <a:pt x="141147" y="74727"/>
                  <a:pt x="139202" y="78317"/>
                  <a:pt x="136617" y="81334"/>
                </a:cubicBezTo>
                <a:cubicBezTo>
                  <a:pt x="134031" y="84350"/>
                  <a:pt x="130794" y="86701"/>
                  <a:pt x="126904" y="88389"/>
                </a:cubicBezTo>
                <a:cubicBezTo>
                  <a:pt x="123015" y="90076"/>
                  <a:pt x="118507" y="90920"/>
                  <a:pt x="113381" y="90920"/>
                </a:cubicBezTo>
                <a:cubicBezTo>
                  <a:pt x="108390" y="90920"/>
                  <a:pt x="104039" y="90177"/>
                  <a:pt x="100330" y="88692"/>
                </a:cubicBezTo>
                <a:cubicBezTo>
                  <a:pt x="96620" y="87207"/>
                  <a:pt x="93529" y="85047"/>
                  <a:pt x="91056" y="82211"/>
                </a:cubicBezTo>
                <a:cubicBezTo>
                  <a:pt x="88583" y="79375"/>
                  <a:pt x="86739" y="75932"/>
                  <a:pt x="85525" y="71881"/>
                </a:cubicBezTo>
                <a:cubicBezTo>
                  <a:pt x="84311" y="67830"/>
                  <a:pt x="83704" y="63238"/>
                  <a:pt x="83704" y="58107"/>
                </a:cubicBezTo>
                <a:cubicBezTo>
                  <a:pt x="83704" y="53156"/>
                  <a:pt x="84345" y="48599"/>
                  <a:pt x="85626" y="44436"/>
                </a:cubicBezTo>
                <a:cubicBezTo>
                  <a:pt x="86908" y="40272"/>
                  <a:pt x="88841" y="36683"/>
                  <a:pt x="91427" y="33667"/>
                </a:cubicBezTo>
                <a:cubicBezTo>
                  <a:pt x="94012" y="30650"/>
                  <a:pt x="97238" y="28309"/>
                  <a:pt x="101105" y="26644"/>
                </a:cubicBezTo>
                <a:cubicBezTo>
                  <a:pt x="104972" y="24979"/>
                  <a:pt x="109492" y="24146"/>
                  <a:pt x="114663" y="24146"/>
                </a:cubicBezTo>
                <a:cubicBezTo>
                  <a:pt x="119654" y="24146"/>
                  <a:pt x="124004" y="24889"/>
                  <a:pt x="127714" y="26374"/>
                </a:cubicBezTo>
                <a:cubicBezTo>
                  <a:pt x="131423" y="27860"/>
                  <a:pt x="134515" y="30020"/>
                  <a:pt x="136988" y="32856"/>
                </a:cubicBezTo>
                <a:cubicBezTo>
                  <a:pt x="139461" y="35691"/>
                  <a:pt x="141316" y="39135"/>
                  <a:pt x="142552" y="43186"/>
                </a:cubicBezTo>
                <a:cubicBezTo>
                  <a:pt x="143789" y="47237"/>
                  <a:pt x="144407" y="51806"/>
                  <a:pt x="144407" y="56893"/>
                </a:cubicBezTo>
                <a:moveTo>
                  <a:pt x="132671" y="57634"/>
                </a:moveTo>
                <a:cubicBezTo>
                  <a:pt x="132671" y="54348"/>
                  <a:pt x="132368" y="51241"/>
                  <a:pt x="131761" y="48314"/>
                </a:cubicBezTo>
                <a:cubicBezTo>
                  <a:pt x="131154" y="45387"/>
                  <a:pt x="130153" y="42820"/>
                  <a:pt x="128759" y="40614"/>
                </a:cubicBezTo>
                <a:cubicBezTo>
                  <a:pt x="127365" y="38408"/>
                  <a:pt x="125477" y="36664"/>
                  <a:pt x="123094" y="35381"/>
                </a:cubicBezTo>
                <a:cubicBezTo>
                  <a:pt x="120710" y="34096"/>
                  <a:pt x="117743" y="33454"/>
                  <a:pt x="114190" y="33454"/>
                </a:cubicBezTo>
                <a:cubicBezTo>
                  <a:pt x="110908" y="33454"/>
                  <a:pt x="108086" y="34040"/>
                  <a:pt x="105726" y="35210"/>
                </a:cubicBezTo>
                <a:cubicBezTo>
                  <a:pt x="103365" y="36381"/>
                  <a:pt x="101420" y="38036"/>
                  <a:pt x="99891" y="40176"/>
                </a:cubicBezTo>
                <a:cubicBezTo>
                  <a:pt x="98363" y="42315"/>
                  <a:pt x="97227" y="44847"/>
                  <a:pt x="96485" y="47774"/>
                </a:cubicBezTo>
                <a:cubicBezTo>
                  <a:pt x="95743" y="50700"/>
                  <a:pt x="95372" y="53897"/>
                  <a:pt x="95372" y="57365"/>
                </a:cubicBezTo>
                <a:cubicBezTo>
                  <a:pt x="95372" y="60696"/>
                  <a:pt x="95676" y="63826"/>
                  <a:pt x="96283" y="66753"/>
                </a:cubicBezTo>
                <a:cubicBezTo>
                  <a:pt x="96890" y="69680"/>
                  <a:pt x="97902" y="72235"/>
                  <a:pt x="99318" y="74419"/>
                </a:cubicBezTo>
                <a:cubicBezTo>
                  <a:pt x="100734" y="76602"/>
                  <a:pt x="102634" y="78336"/>
                  <a:pt x="105017" y="79620"/>
                </a:cubicBezTo>
                <a:cubicBezTo>
                  <a:pt x="107401" y="80903"/>
                  <a:pt x="110368" y="81545"/>
                  <a:pt x="113921" y="81545"/>
                </a:cubicBezTo>
                <a:cubicBezTo>
                  <a:pt x="117158" y="81545"/>
                  <a:pt x="119968" y="80960"/>
                  <a:pt x="122352" y="79789"/>
                </a:cubicBezTo>
                <a:cubicBezTo>
                  <a:pt x="124735" y="78619"/>
                  <a:pt x="126691" y="76975"/>
                  <a:pt x="128220" y="74859"/>
                </a:cubicBezTo>
                <a:cubicBezTo>
                  <a:pt x="129748" y="72741"/>
                  <a:pt x="130873" y="70220"/>
                  <a:pt x="131592" y="67294"/>
                </a:cubicBezTo>
                <a:cubicBezTo>
                  <a:pt x="132311" y="64367"/>
                  <a:pt x="132671" y="61147"/>
                  <a:pt x="132671" y="57634"/>
                </a:cubicBezTo>
                <a:close/>
                <a:moveTo>
                  <a:pt x="243768" y="54903"/>
                </a:moveTo>
                <a:cubicBezTo>
                  <a:pt x="243768" y="56656"/>
                  <a:pt x="243330" y="57904"/>
                  <a:pt x="242453" y="58646"/>
                </a:cubicBezTo>
                <a:cubicBezTo>
                  <a:pt x="241576" y="59388"/>
                  <a:pt x="240575" y="59759"/>
                  <a:pt x="239451" y="59759"/>
                </a:cubicBezTo>
                <a:lnTo>
                  <a:pt x="199657" y="59759"/>
                </a:lnTo>
                <a:cubicBezTo>
                  <a:pt x="199657" y="63141"/>
                  <a:pt x="199994" y="66186"/>
                  <a:pt x="200669" y="68892"/>
                </a:cubicBezTo>
                <a:cubicBezTo>
                  <a:pt x="201343" y="71598"/>
                  <a:pt x="202467" y="73921"/>
                  <a:pt x="204041" y="75860"/>
                </a:cubicBezTo>
                <a:cubicBezTo>
                  <a:pt x="205615" y="77799"/>
                  <a:pt x="207661" y="79288"/>
                  <a:pt x="210179" y="80327"/>
                </a:cubicBezTo>
                <a:cubicBezTo>
                  <a:pt x="212697" y="81364"/>
                  <a:pt x="215777" y="81882"/>
                  <a:pt x="219419" y="81882"/>
                </a:cubicBezTo>
                <a:cubicBezTo>
                  <a:pt x="222297" y="81882"/>
                  <a:pt x="224860" y="81646"/>
                  <a:pt x="227108" y="81174"/>
                </a:cubicBezTo>
                <a:cubicBezTo>
                  <a:pt x="229357" y="80702"/>
                  <a:pt x="231301" y="80173"/>
                  <a:pt x="232943" y="79589"/>
                </a:cubicBezTo>
                <a:cubicBezTo>
                  <a:pt x="234584" y="79004"/>
                  <a:pt x="235933" y="78476"/>
                  <a:pt x="236989" y="78004"/>
                </a:cubicBezTo>
                <a:cubicBezTo>
                  <a:pt x="238046" y="77532"/>
                  <a:pt x="238844" y="77296"/>
                  <a:pt x="239384" y="77296"/>
                </a:cubicBezTo>
                <a:cubicBezTo>
                  <a:pt x="239699" y="77296"/>
                  <a:pt x="239980" y="77374"/>
                  <a:pt x="240227" y="77532"/>
                </a:cubicBezTo>
                <a:cubicBezTo>
                  <a:pt x="240474" y="77689"/>
                  <a:pt x="240665" y="77925"/>
                  <a:pt x="240800" y="78240"/>
                </a:cubicBezTo>
                <a:cubicBezTo>
                  <a:pt x="240935" y="78555"/>
                  <a:pt x="241036" y="78993"/>
                  <a:pt x="241104" y="79555"/>
                </a:cubicBezTo>
                <a:cubicBezTo>
                  <a:pt x="241171" y="80117"/>
                  <a:pt x="241205" y="80803"/>
                  <a:pt x="241205" y="81612"/>
                </a:cubicBezTo>
                <a:cubicBezTo>
                  <a:pt x="241205" y="82197"/>
                  <a:pt x="241182" y="82703"/>
                  <a:pt x="241137" y="83130"/>
                </a:cubicBezTo>
                <a:cubicBezTo>
                  <a:pt x="241093" y="83557"/>
                  <a:pt x="241036" y="83939"/>
                  <a:pt x="240969" y="84276"/>
                </a:cubicBezTo>
                <a:cubicBezTo>
                  <a:pt x="240901" y="84614"/>
                  <a:pt x="240789" y="84917"/>
                  <a:pt x="240632" y="85187"/>
                </a:cubicBezTo>
                <a:cubicBezTo>
                  <a:pt x="240474" y="85457"/>
                  <a:pt x="240272" y="85715"/>
                  <a:pt x="240025" y="85963"/>
                </a:cubicBezTo>
                <a:cubicBezTo>
                  <a:pt x="239777" y="86210"/>
                  <a:pt x="239047" y="86615"/>
                  <a:pt x="237833" y="87177"/>
                </a:cubicBezTo>
                <a:cubicBezTo>
                  <a:pt x="236618" y="87739"/>
                  <a:pt x="235045" y="88290"/>
                  <a:pt x="233111" y="88829"/>
                </a:cubicBezTo>
                <a:cubicBezTo>
                  <a:pt x="231178" y="89369"/>
                  <a:pt x="228941" y="89852"/>
                  <a:pt x="226400" y="90279"/>
                </a:cubicBezTo>
                <a:cubicBezTo>
                  <a:pt x="223860" y="90707"/>
                  <a:pt x="221150" y="90920"/>
                  <a:pt x="218273" y="90920"/>
                </a:cubicBezTo>
                <a:cubicBezTo>
                  <a:pt x="213281" y="90920"/>
                  <a:pt x="208909" y="90222"/>
                  <a:pt x="205154" y="88827"/>
                </a:cubicBezTo>
                <a:cubicBezTo>
                  <a:pt x="201399" y="87432"/>
                  <a:pt x="198240" y="85361"/>
                  <a:pt x="195677" y="82616"/>
                </a:cubicBezTo>
                <a:cubicBezTo>
                  <a:pt x="193114" y="79870"/>
                  <a:pt x="191181" y="76426"/>
                  <a:pt x="189877" y="72285"/>
                </a:cubicBezTo>
                <a:cubicBezTo>
                  <a:pt x="188573" y="68144"/>
                  <a:pt x="187921" y="63328"/>
                  <a:pt x="187921" y="57837"/>
                </a:cubicBezTo>
                <a:cubicBezTo>
                  <a:pt x="187921" y="52615"/>
                  <a:pt x="188595" y="47923"/>
                  <a:pt x="189944" y="43759"/>
                </a:cubicBezTo>
                <a:cubicBezTo>
                  <a:pt x="191293" y="39596"/>
                  <a:pt x="193238" y="36062"/>
                  <a:pt x="195779" y="33159"/>
                </a:cubicBezTo>
                <a:cubicBezTo>
                  <a:pt x="198319" y="30256"/>
                  <a:pt x="201388" y="28028"/>
                  <a:pt x="204985" y="26476"/>
                </a:cubicBezTo>
                <a:cubicBezTo>
                  <a:pt x="208583" y="24923"/>
                  <a:pt x="212607" y="24146"/>
                  <a:pt x="217058" y="24146"/>
                </a:cubicBezTo>
                <a:cubicBezTo>
                  <a:pt x="221825" y="24146"/>
                  <a:pt x="225883" y="24911"/>
                  <a:pt x="229233" y="26440"/>
                </a:cubicBezTo>
                <a:cubicBezTo>
                  <a:pt x="232583" y="27969"/>
                  <a:pt x="235337" y="30026"/>
                  <a:pt x="237495" y="32611"/>
                </a:cubicBezTo>
                <a:cubicBezTo>
                  <a:pt x="239654" y="35197"/>
                  <a:pt x="241239" y="38232"/>
                  <a:pt x="242250" y="41717"/>
                </a:cubicBezTo>
                <a:cubicBezTo>
                  <a:pt x="243262" y="45202"/>
                  <a:pt x="243768" y="48922"/>
                  <a:pt x="243768" y="52879"/>
                </a:cubicBezTo>
                <a:lnTo>
                  <a:pt x="243768" y="54903"/>
                </a:lnTo>
                <a:moveTo>
                  <a:pt x="232572" y="51598"/>
                </a:moveTo>
                <a:cubicBezTo>
                  <a:pt x="232706" y="45752"/>
                  <a:pt x="231414" y="41166"/>
                  <a:pt x="228693" y="37838"/>
                </a:cubicBezTo>
                <a:cubicBezTo>
                  <a:pt x="225973" y="34511"/>
                  <a:pt x="221937" y="32847"/>
                  <a:pt x="216586" y="32847"/>
                </a:cubicBezTo>
                <a:cubicBezTo>
                  <a:pt x="213843" y="32847"/>
                  <a:pt x="211438" y="33364"/>
                  <a:pt x="209369" y="34399"/>
                </a:cubicBezTo>
                <a:cubicBezTo>
                  <a:pt x="207301" y="35433"/>
                  <a:pt x="205570" y="36804"/>
                  <a:pt x="204176" y="38513"/>
                </a:cubicBezTo>
                <a:cubicBezTo>
                  <a:pt x="202782" y="40222"/>
                  <a:pt x="201703" y="42211"/>
                  <a:pt x="200938" y="44482"/>
                </a:cubicBezTo>
                <a:cubicBezTo>
                  <a:pt x="200174" y="46753"/>
                  <a:pt x="199747" y="49125"/>
                  <a:pt x="199657" y="51598"/>
                </a:cubicBezTo>
                <a:lnTo>
                  <a:pt x="232572" y="51598"/>
                </a:lnTo>
                <a:close/>
                <a:moveTo>
                  <a:pt x="306489" y="87952"/>
                </a:moveTo>
                <a:cubicBezTo>
                  <a:pt x="306489" y="88492"/>
                  <a:pt x="306309" y="88897"/>
                  <a:pt x="305949" y="89166"/>
                </a:cubicBezTo>
                <a:cubicBezTo>
                  <a:pt x="305589" y="89436"/>
                  <a:pt x="305095" y="89639"/>
                  <a:pt x="304465" y="89774"/>
                </a:cubicBezTo>
                <a:cubicBezTo>
                  <a:pt x="303836" y="89908"/>
                  <a:pt x="302914" y="89976"/>
                  <a:pt x="301700" y="89976"/>
                </a:cubicBezTo>
                <a:cubicBezTo>
                  <a:pt x="300531" y="89976"/>
                  <a:pt x="299598" y="89908"/>
                  <a:pt x="298901" y="89774"/>
                </a:cubicBezTo>
                <a:cubicBezTo>
                  <a:pt x="298204" y="89639"/>
                  <a:pt x="297698" y="89436"/>
                  <a:pt x="297383" y="89166"/>
                </a:cubicBezTo>
                <a:cubicBezTo>
                  <a:pt x="297068" y="88897"/>
                  <a:pt x="296911" y="88492"/>
                  <a:pt x="296911" y="87952"/>
                </a:cubicBezTo>
                <a:lnTo>
                  <a:pt x="296911" y="81882"/>
                </a:lnTo>
                <a:cubicBezTo>
                  <a:pt x="294258" y="84715"/>
                  <a:pt x="291301" y="86929"/>
                  <a:pt x="288041" y="88526"/>
                </a:cubicBezTo>
                <a:cubicBezTo>
                  <a:pt x="284781" y="90122"/>
                  <a:pt x="281330" y="90920"/>
                  <a:pt x="277688" y="90920"/>
                </a:cubicBezTo>
                <a:cubicBezTo>
                  <a:pt x="274496" y="90920"/>
                  <a:pt x="271607" y="90503"/>
                  <a:pt x="269021" y="89668"/>
                </a:cubicBezTo>
                <a:cubicBezTo>
                  <a:pt x="266436" y="88833"/>
                  <a:pt x="264232" y="87626"/>
                  <a:pt x="262411" y="86047"/>
                </a:cubicBezTo>
                <a:cubicBezTo>
                  <a:pt x="260590" y="84468"/>
                  <a:pt x="259174" y="82528"/>
                  <a:pt x="258162" y="80227"/>
                </a:cubicBezTo>
                <a:cubicBezTo>
                  <a:pt x="257150" y="77926"/>
                  <a:pt x="256644" y="75308"/>
                  <a:pt x="256644" y="72374"/>
                </a:cubicBezTo>
                <a:cubicBezTo>
                  <a:pt x="256644" y="68945"/>
                  <a:pt x="257341" y="65968"/>
                  <a:pt x="258735" y="63441"/>
                </a:cubicBezTo>
                <a:cubicBezTo>
                  <a:pt x="260129" y="60913"/>
                  <a:pt x="262130" y="58815"/>
                  <a:pt x="264738" y="57145"/>
                </a:cubicBezTo>
                <a:cubicBezTo>
                  <a:pt x="267346" y="55476"/>
                  <a:pt x="270539" y="54224"/>
                  <a:pt x="274316" y="53389"/>
                </a:cubicBezTo>
                <a:cubicBezTo>
                  <a:pt x="278093" y="52555"/>
                  <a:pt x="282342" y="52137"/>
                  <a:pt x="287063" y="52137"/>
                </a:cubicBezTo>
                <a:lnTo>
                  <a:pt x="295427" y="52137"/>
                </a:lnTo>
                <a:lnTo>
                  <a:pt x="295427" y="47433"/>
                </a:lnTo>
                <a:cubicBezTo>
                  <a:pt x="295427" y="45103"/>
                  <a:pt x="295180" y="43042"/>
                  <a:pt x="294685" y="41251"/>
                </a:cubicBezTo>
                <a:cubicBezTo>
                  <a:pt x="294190" y="39458"/>
                  <a:pt x="293392" y="37968"/>
                  <a:pt x="292291" y="36780"/>
                </a:cubicBezTo>
                <a:cubicBezTo>
                  <a:pt x="291189" y="35593"/>
                  <a:pt x="289761" y="34697"/>
                  <a:pt x="288008" y="34093"/>
                </a:cubicBezTo>
                <a:cubicBezTo>
                  <a:pt x="286254" y="33487"/>
                  <a:pt x="284096" y="33184"/>
                  <a:pt x="281533" y="33184"/>
                </a:cubicBezTo>
                <a:cubicBezTo>
                  <a:pt x="278790" y="33184"/>
                  <a:pt x="276328" y="33507"/>
                  <a:pt x="274147" y="34152"/>
                </a:cubicBezTo>
                <a:cubicBezTo>
                  <a:pt x="271966" y="34797"/>
                  <a:pt x="270055" y="35509"/>
                  <a:pt x="268414" y="36287"/>
                </a:cubicBezTo>
                <a:cubicBezTo>
                  <a:pt x="266773" y="37066"/>
                  <a:pt x="265401" y="37777"/>
                  <a:pt x="264300" y="38422"/>
                </a:cubicBezTo>
                <a:cubicBezTo>
                  <a:pt x="263198" y="39067"/>
                  <a:pt x="262377" y="39390"/>
                  <a:pt x="261838" y="39390"/>
                </a:cubicBezTo>
                <a:cubicBezTo>
                  <a:pt x="261478" y="39390"/>
                  <a:pt x="261163" y="39300"/>
                  <a:pt x="260894" y="39120"/>
                </a:cubicBezTo>
                <a:cubicBezTo>
                  <a:pt x="260624" y="38940"/>
                  <a:pt x="260388" y="38670"/>
                  <a:pt x="260185" y="38311"/>
                </a:cubicBezTo>
                <a:cubicBezTo>
                  <a:pt x="259983" y="37951"/>
                  <a:pt x="259837" y="37490"/>
                  <a:pt x="259747" y="36928"/>
                </a:cubicBezTo>
                <a:cubicBezTo>
                  <a:pt x="259657" y="36366"/>
                  <a:pt x="259612" y="35748"/>
                  <a:pt x="259612" y="35073"/>
                </a:cubicBezTo>
                <a:cubicBezTo>
                  <a:pt x="259612" y="33949"/>
                  <a:pt x="259691" y="33061"/>
                  <a:pt x="259848" y="32409"/>
                </a:cubicBezTo>
                <a:cubicBezTo>
                  <a:pt x="260005" y="31757"/>
                  <a:pt x="260388" y="31139"/>
                  <a:pt x="260995" y="30554"/>
                </a:cubicBezTo>
                <a:cubicBezTo>
                  <a:pt x="261602" y="29969"/>
                  <a:pt x="262647" y="29289"/>
                  <a:pt x="264131" y="28512"/>
                </a:cubicBezTo>
                <a:cubicBezTo>
                  <a:pt x="265615" y="27733"/>
                  <a:pt x="267324" y="27022"/>
                  <a:pt x="269257" y="26379"/>
                </a:cubicBezTo>
                <a:cubicBezTo>
                  <a:pt x="271191" y="25735"/>
                  <a:pt x="273304" y="25202"/>
                  <a:pt x="275597" y="24781"/>
                </a:cubicBezTo>
                <a:cubicBezTo>
                  <a:pt x="277890" y="24358"/>
                  <a:pt x="280206" y="24146"/>
                  <a:pt x="282544" y="24146"/>
                </a:cubicBezTo>
                <a:cubicBezTo>
                  <a:pt x="286906" y="24146"/>
                  <a:pt x="290616" y="24641"/>
                  <a:pt x="293673" y="25630"/>
                </a:cubicBezTo>
                <a:cubicBezTo>
                  <a:pt x="296731" y="26620"/>
                  <a:pt x="299204" y="28070"/>
                  <a:pt x="301093" y="29981"/>
                </a:cubicBezTo>
                <a:cubicBezTo>
                  <a:pt x="302981" y="31892"/>
                  <a:pt x="304353" y="34264"/>
                  <a:pt x="305207" y="37096"/>
                </a:cubicBezTo>
                <a:cubicBezTo>
                  <a:pt x="306061" y="39929"/>
                  <a:pt x="306489" y="43234"/>
                  <a:pt x="306489" y="47011"/>
                </a:cubicBezTo>
                <a:lnTo>
                  <a:pt x="306489" y="87952"/>
                </a:lnTo>
                <a:moveTo>
                  <a:pt x="295427" y="60164"/>
                </a:moveTo>
                <a:lnTo>
                  <a:pt x="285917" y="60164"/>
                </a:lnTo>
                <a:cubicBezTo>
                  <a:pt x="282859" y="60164"/>
                  <a:pt x="280206" y="60424"/>
                  <a:pt x="277958" y="60946"/>
                </a:cubicBezTo>
                <a:cubicBezTo>
                  <a:pt x="275710" y="61466"/>
                  <a:pt x="273844" y="62234"/>
                  <a:pt x="272360" y="63252"/>
                </a:cubicBezTo>
                <a:cubicBezTo>
                  <a:pt x="270876" y="64269"/>
                  <a:pt x="269785" y="65491"/>
                  <a:pt x="269089" y="66917"/>
                </a:cubicBezTo>
                <a:cubicBezTo>
                  <a:pt x="268392" y="68342"/>
                  <a:pt x="268043" y="69982"/>
                  <a:pt x="268043" y="71837"/>
                </a:cubicBezTo>
                <a:cubicBezTo>
                  <a:pt x="268043" y="75004"/>
                  <a:pt x="269044" y="77526"/>
                  <a:pt x="271045" y="79403"/>
                </a:cubicBezTo>
                <a:cubicBezTo>
                  <a:pt x="273045" y="81281"/>
                  <a:pt x="275845" y="82219"/>
                  <a:pt x="279442" y="82219"/>
                </a:cubicBezTo>
                <a:cubicBezTo>
                  <a:pt x="282365" y="82219"/>
                  <a:pt x="285074" y="81473"/>
                  <a:pt x="287569" y="79981"/>
                </a:cubicBezTo>
                <a:cubicBezTo>
                  <a:pt x="290065" y="78487"/>
                  <a:pt x="292684" y="76202"/>
                  <a:pt x="295427" y="73126"/>
                </a:cubicBezTo>
                <a:lnTo>
                  <a:pt x="295427" y="60164"/>
                </a:lnTo>
                <a:close/>
                <a:moveTo>
                  <a:pt x="365033" y="71409"/>
                </a:moveTo>
                <a:cubicBezTo>
                  <a:pt x="365033" y="74514"/>
                  <a:pt x="364460" y="77282"/>
                  <a:pt x="363313" y="79713"/>
                </a:cubicBezTo>
                <a:cubicBezTo>
                  <a:pt x="362166" y="82143"/>
                  <a:pt x="360536" y="84191"/>
                  <a:pt x="358423" y="85857"/>
                </a:cubicBezTo>
                <a:cubicBezTo>
                  <a:pt x="356310" y="87522"/>
                  <a:pt x="353791" y="88782"/>
                  <a:pt x="350869" y="89636"/>
                </a:cubicBezTo>
                <a:cubicBezTo>
                  <a:pt x="347946" y="90492"/>
                  <a:pt x="344731" y="90920"/>
                  <a:pt x="341224" y="90920"/>
                </a:cubicBezTo>
                <a:cubicBezTo>
                  <a:pt x="339065" y="90920"/>
                  <a:pt x="337008" y="90752"/>
                  <a:pt x="335052" y="90414"/>
                </a:cubicBezTo>
                <a:cubicBezTo>
                  <a:pt x="333096" y="90077"/>
                  <a:pt x="331343" y="89650"/>
                  <a:pt x="329791" y="89133"/>
                </a:cubicBezTo>
                <a:cubicBezTo>
                  <a:pt x="328240" y="88616"/>
                  <a:pt x="326925" y="88076"/>
                  <a:pt x="325845" y="87514"/>
                </a:cubicBezTo>
                <a:cubicBezTo>
                  <a:pt x="324766" y="86952"/>
                  <a:pt x="323979" y="86446"/>
                  <a:pt x="323485" y="85996"/>
                </a:cubicBezTo>
                <a:cubicBezTo>
                  <a:pt x="322990" y="85547"/>
                  <a:pt x="322630" y="84917"/>
                  <a:pt x="322406" y="84108"/>
                </a:cubicBezTo>
                <a:cubicBezTo>
                  <a:pt x="322181" y="83298"/>
                  <a:pt x="322068" y="82197"/>
                  <a:pt x="322068" y="80803"/>
                </a:cubicBezTo>
                <a:cubicBezTo>
                  <a:pt x="322068" y="79949"/>
                  <a:pt x="322113" y="79229"/>
                  <a:pt x="322203" y="78645"/>
                </a:cubicBezTo>
                <a:cubicBezTo>
                  <a:pt x="322293" y="78060"/>
                  <a:pt x="322406" y="77588"/>
                  <a:pt x="322541" y="77228"/>
                </a:cubicBezTo>
                <a:cubicBezTo>
                  <a:pt x="322675" y="76868"/>
                  <a:pt x="322867" y="76610"/>
                  <a:pt x="323114" y="76452"/>
                </a:cubicBezTo>
                <a:cubicBezTo>
                  <a:pt x="323361" y="76295"/>
                  <a:pt x="323642" y="76216"/>
                  <a:pt x="323957" y="76216"/>
                </a:cubicBezTo>
                <a:cubicBezTo>
                  <a:pt x="324452" y="76216"/>
                  <a:pt x="325182" y="76520"/>
                  <a:pt x="326149" y="77127"/>
                </a:cubicBezTo>
                <a:cubicBezTo>
                  <a:pt x="327116" y="77734"/>
                  <a:pt x="328307" y="78397"/>
                  <a:pt x="329724" y="79117"/>
                </a:cubicBezTo>
                <a:cubicBezTo>
                  <a:pt x="331140" y="79836"/>
                  <a:pt x="332815" y="80499"/>
                  <a:pt x="334749" y="81106"/>
                </a:cubicBezTo>
                <a:cubicBezTo>
                  <a:pt x="336682" y="81713"/>
                  <a:pt x="338908" y="82017"/>
                  <a:pt x="341426" y="82017"/>
                </a:cubicBezTo>
                <a:cubicBezTo>
                  <a:pt x="343315" y="82017"/>
                  <a:pt x="345023" y="81815"/>
                  <a:pt x="346552" y="81410"/>
                </a:cubicBezTo>
                <a:cubicBezTo>
                  <a:pt x="348081" y="81004"/>
                  <a:pt x="349407" y="80407"/>
                  <a:pt x="350532" y="79618"/>
                </a:cubicBezTo>
                <a:cubicBezTo>
                  <a:pt x="351656" y="78830"/>
                  <a:pt x="352521" y="77827"/>
                  <a:pt x="353128" y="76611"/>
                </a:cubicBezTo>
                <a:cubicBezTo>
                  <a:pt x="353735" y="75394"/>
                  <a:pt x="354039" y="73952"/>
                  <a:pt x="354039" y="72285"/>
                </a:cubicBezTo>
                <a:cubicBezTo>
                  <a:pt x="354039" y="70575"/>
                  <a:pt x="353600" y="69135"/>
                  <a:pt x="352724" y="67965"/>
                </a:cubicBezTo>
                <a:cubicBezTo>
                  <a:pt x="351847" y="66794"/>
                  <a:pt x="350689" y="65759"/>
                  <a:pt x="349250" y="64860"/>
                </a:cubicBezTo>
                <a:cubicBezTo>
                  <a:pt x="347811" y="63959"/>
                  <a:pt x="346192" y="63160"/>
                  <a:pt x="344394" y="62463"/>
                </a:cubicBezTo>
                <a:cubicBezTo>
                  <a:pt x="342595" y="61765"/>
                  <a:pt x="340740" y="61034"/>
                  <a:pt x="338829" y="60269"/>
                </a:cubicBezTo>
                <a:cubicBezTo>
                  <a:pt x="336918" y="59503"/>
                  <a:pt x="335052" y="58636"/>
                  <a:pt x="333231" y="57668"/>
                </a:cubicBezTo>
                <a:cubicBezTo>
                  <a:pt x="331410" y="56700"/>
                  <a:pt x="329780" y="55518"/>
                  <a:pt x="328341" y="54123"/>
                </a:cubicBezTo>
                <a:cubicBezTo>
                  <a:pt x="326902" y="52728"/>
                  <a:pt x="325744" y="51062"/>
                  <a:pt x="324867" y="49128"/>
                </a:cubicBezTo>
                <a:cubicBezTo>
                  <a:pt x="323991" y="47193"/>
                  <a:pt x="323552" y="44875"/>
                  <a:pt x="323552" y="42174"/>
                </a:cubicBezTo>
                <a:cubicBezTo>
                  <a:pt x="323552" y="39788"/>
                  <a:pt x="324013" y="37504"/>
                  <a:pt x="324935" y="35322"/>
                </a:cubicBezTo>
                <a:cubicBezTo>
                  <a:pt x="325857" y="33138"/>
                  <a:pt x="327239" y="31225"/>
                  <a:pt x="329083" y="29582"/>
                </a:cubicBezTo>
                <a:cubicBezTo>
                  <a:pt x="330927" y="27938"/>
                  <a:pt x="333231" y="26622"/>
                  <a:pt x="335996" y="25632"/>
                </a:cubicBezTo>
                <a:cubicBezTo>
                  <a:pt x="338762" y="24642"/>
                  <a:pt x="341988" y="24146"/>
                  <a:pt x="345675" y="24146"/>
                </a:cubicBezTo>
                <a:cubicBezTo>
                  <a:pt x="347294" y="24146"/>
                  <a:pt x="348913" y="24283"/>
                  <a:pt x="350532" y="24557"/>
                </a:cubicBezTo>
                <a:cubicBezTo>
                  <a:pt x="352150" y="24831"/>
                  <a:pt x="353612" y="25174"/>
                  <a:pt x="354916" y="25584"/>
                </a:cubicBezTo>
                <a:cubicBezTo>
                  <a:pt x="356220" y="25994"/>
                  <a:pt x="357333" y="26439"/>
                  <a:pt x="358254" y="26918"/>
                </a:cubicBezTo>
                <a:cubicBezTo>
                  <a:pt x="359176" y="27397"/>
                  <a:pt x="359873" y="27820"/>
                  <a:pt x="360345" y="28185"/>
                </a:cubicBezTo>
                <a:cubicBezTo>
                  <a:pt x="360817" y="28550"/>
                  <a:pt x="361132" y="28868"/>
                  <a:pt x="361289" y="29138"/>
                </a:cubicBezTo>
                <a:cubicBezTo>
                  <a:pt x="361447" y="29407"/>
                  <a:pt x="361559" y="29711"/>
                  <a:pt x="361627" y="30048"/>
                </a:cubicBezTo>
                <a:cubicBezTo>
                  <a:pt x="361694" y="30385"/>
                  <a:pt x="361762" y="30801"/>
                  <a:pt x="361829" y="31296"/>
                </a:cubicBezTo>
                <a:cubicBezTo>
                  <a:pt x="361897" y="31791"/>
                  <a:pt x="361930" y="32398"/>
                  <a:pt x="361930" y="33117"/>
                </a:cubicBezTo>
                <a:cubicBezTo>
                  <a:pt x="361930" y="33881"/>
                  <a:pt x="361897" y="34545"/>
                  <a:pt x="361829" y="35107"/>
                </a:cubicBezTo>
                <a:cubicBezTo>
                  <a:pt x="361762" y="35669"/>
                  <a:pt x="361649" y="36130"/>
                  <a:pt x="361492" y="36489"/>
                </a:cubicBezTo>
                <a:cubicBezTo>
                  <a:pt x="361334" y="36849"/>
                  <a:pt x="361143" y="37108"/>
                  <a:pt x="360919" y="37265"/>
                </a:cubicBezTo>
                <a:cubicBezTo>
                  <a:pt x="360694" y="37422"/>
                  <a:pt x="360446" y="37501"/>
                  <a:pt x="360177" y="37501"/>
                </a:cubicBezTo>
                <a:cubicBezTo>
                  <a:pt x="359772" y="37501"/>
                  <a:pt x="359187" y="37250"/>
                  <a:pt x="358423" y="36749"/>
                </a:cubicBezTo>
                <a:cubicBezTo>
                  <a:pt x="357659" y="36247"/>
                  <a:pt x="356669" y="35711"/>
                  <a:pt x="355455" y="35140"/>
                </a:cubicBezTo>
                <a:cubicBezTo>
                  <a:pt x="354241" y="34570"/>
                  <a:pt x="352814" y="34034"/>
                  <a:pt x="351172" y="33532"/>
                </a:cubicBezTo>
                <a:cubicBezTo>
                  <a:pt x="349531" y="33031"/>
                  <a:pt x="347654" y="32780"/>
                  <a:pt x="345540" y="32780"/>
                </a:cubicBezTo>
                <a:cubicBezTo>
                  <a:pt x="343652" y="32780"/>
                  <a:pt x="341988" y="32994"/>
                  <a:pt x="340549" y="33423"/>
                </a:cubicBezTo>
                <a:cubicBezTo>
                  <a:pt x="339110" y="33850"/>
                  <a:pt x="337930" y="34458"/>
                  <a:pt x="337008" y="35246"/>
                </a:cubicBezTo>
                <a:cubicBezTo>
                  <a:pt x="336086" y="36034"/>
                  <a:pt x="335389" y="36969"/>
                  <a:pt x="334917" y="38051"/>
                </a:cubicBezTo>
                <a:cubicBezTo>
                  <a:pt x="334445" y="39132"/>
                  <a:pt x="334209" y="40303"/>
                  <a:pt x="334209" y="41565"/>
                </a:cubicBezTo>
                <a:cubicBezTo>
                  <a:pt x="334209" y="43320"/>
                  <a:pt x="334659" y="44794"/>
                  <a:pt x="335558" y="45987"/>
                </a:cubicBezTo>
                <a:cubicBezTo>
                  <a:pt x="336457" y="47180"/>
                  <a:pt x="337626" y="48227"/>
                  <a:pt x="339065" y="49128"/>
                </a:cubicBezTo>
                <a:cubicBezTo>
                  <a:pt x="340504" y="50027"/>
                  <a:pt x="342145" y="50837"/>
                  <a:pt x="343989" y="51558"/>
                </a:cubicBezTo>
                <a:cubicBezTo>
                  <a:pt x="345833" y="52277"/>
                  <a:pt x="347710" y="53020"/>
                  <a:pt x="349621" y="53786"/>
                </a:cubicBezTo>
                <a:cubicBezTo>
                  <a:pt x="351532" y="54550"/>
                  <a:pt x="353421" y="55405"/>
                  <a:pt x="355287" y="56351"/>
                </a:cubicBezTo>
                <a:cubicBezTo>
                  <a:pt x="357153" y="57297"/>
                  <a:pt x="358805" y="58445"/>
                  <a:pt x="360244" y="59795"/>
                </a:cubicBezTo>
                <a:cubicBezTo>
                  <a:pt x="361683" y="61145"/>
                  <a:pt x="362841" y="62766"/>
                  <a:pt x="363718" y="64657"/>
                </a:cubicBezTo>
                <a:cubicBezTo>
                  <a:pt x="364594" y="66547"/>
                  <a:pt x="365033" y="68798"/>
                  <a:pt x="365033" y="71409"/>
                </a:cubicBezTo>
                <a:close/>
                <a:moveTo>
                  <a:pt x="406240" y="89571"/>
                </a:moveTo>
                <a:lnTo>
                  <a:pt x="398146" y="111896"/>
                </a:lnTo>
                <a:cubicBezTo>
                  <a:pt x="397876" y="112616"/>
                  <a:pt x="397190" y="113167"/>
                  <a:pt x="396089" y="113549"/>
                </a:cubicBezTo>
                <a:cubicBezTo>
                  <a:pt x="394987" y="113931"/>
                  <a:pt x="393312" y="114122"/>
                  <a:pt x="391064" y="114122"/>
                </a:cubicBezTo>
                <a:cubicBezTo>
                  <a:pt x="389895" y="114122"/>
                  <a:pt x="388950" y="114066"/>
                  <a:pt x="388231" y="113954"/>
                </a:cubicBezTo>
                <a:cubicBezTo>
                  <a:pt x="387512" y="113841"/>
                  <a:pt x="386961" y="113650"/>
                  <a:pt x="386579" y="113380"/>
                </a:cubicBezTo>
                <a:cubicBezTo>
                  <a:pt x="386196" y="113111"/>
                  <a:pt x="385983" y="112751"/>
                  <a:pt x="385938" y="112301"/>
                </a:cubicBezTo>
                <a:cubicBezTo>
                  <a:pt x="385893" y="111852"/>
                  <a:pt x="386005" y="111312"/>
                  <a:pt x="386275" y="110682"/>
                </a:cubicBezTo>
                <a:lnTo>
                  <a:pt x="394639" y="89571"/>
                </a:lnTo>
                <a:cubicBezTo>
                  <a:pt x="394234" y="89391"/>
                  <a:pt x="393852" y="89099"/>
                  <a:pt x="393492" y="88694"/>
                </a:cubicBezTo>
                <a:cubicBezTo>
                  <a:pt x="393132" y="88290"/>
                  <a:pt x="392885" y="87862"/>
                  <a:pt x="392750" y="87413"/>
                </a:cubicBezTo>
                <a:lnTo>
                  <a:pt x="371099" y="29407"/>
                </a:lnTo>
                <a:cubicBezTo>
                  <a:pt x="370739" y="28463"/>
                  <a:pt x="370560" y="27721"/>
                  <a:pt x="370560" y="27182"/>
                </a:cubicBezTo>
                <a:cubicBezTo>
                  <a:pt x="370560" y="26642"/>
                  <a:pt x="370739" y="26215"/>
                  <a:pt x="371099" y="25900"/>
                </a:cubicBezTo>
                <a:cubicBezTo>
                  <a:pt x="371459" y="25585"/>
                  <a:pt x="372043" y="25372"/>
                  <a:pt x="372853" y="25259"/>
                </a:cubicBezTo>
                <a:cubicBezTo>
                  <a:pt x="373662" y="25147"/>
                  <a:pt x="374741" y="25091"/>
                  <a:pt x="376090" y="25091"/>
                </a:cubicBezTo>
                <a:cubicBezTo>
                  <a:pt x="377439" y="25091"/>
                  <a:pt x="378496" y="25124"/>
                  <a:pt x="379260" y="25192"/>
                </a:cubicBezTo>
                <a:cubicBezTo>
                  <a:pt x="380025" y="25259"/>
                  <a:pt x="380632" y="25383"/>
                  <a:pt x="381082" y="25563"/>
                </a:cubicBezTo>
                <a:cubicBezTo>
                  <a:pt x="381531" y="25743"/>
                  <a:pt x="381857" y="26001"/>
                  <a:pt x="382060" y="26339"/>
                </a:cubicBezTo>
                <a:cubicBezTo>
                  <a:pt x="382262" y="26676"/>
                  <a:pt x="382475" y="27137"/>
                  <a:pt x="382700" y="27721"/>
                </a:cubicBezTo>
                <a:lnTo>
                  <a:pt x="400034" y="76419"/>
                </a:lnTo>
                <a:lnTo>
                  <a:pt x="400237" y="76419"/>
                </a:lnTo>
                <a:lnTo>
                  <a:pt x="416964" y="27451"/>
                </a:lnTo>
                <a:cubicBezTo>
                  <a:pt x="417234" y="26597"/>
                  <a:pt x="417560" y="26046"/>
                  <a:pt x="417942" y="25799"/>
                </a:cubicBezTo>
                <a:cubicBezTo>
                  <a:pt x="418324" y="25552"/>
                  <a:pt x="418897" y="25372"/>
                  <a:pt x="419662" y="25259"/>
                </a:cubicBezTo>
                <a:cubicBezTo>
                  <a:pt x="420426" y="25147"/>
                  <a:pt x="421528" y="25091"/>
                  <a:pt x="422967" y="25091"/>
                </a:cubicBezTo>
                <a:cubicBezTo>
                  <a:pt x="424226" y="25091"/>
                  <a:pt x="425260" y="25147"/>
                  <a:pt x="426069" y="25259"/>
                </a:cubicBezTo>
                <a:cubicBezTo>
                  <a:pt x="426879" y="25372"/>
                  <a:pt x="427475" y="25585"/>
                  <a:pt x="427857" y="25900"/>
                </a:cubicBezTo>
                <a:cubicBezTo>
                  <a:pt x="428239" y="26215"/>
                  <a:pt x="428430" y="26642"/>
                  <a:pt x="428430" y="27182"/>
                </a:cubicBezTo>
                <a:cubicBezTo>
                  <a:pt x="428430" y="27721"/>
                  <a:pt x="428295" y="28396"/>
                  <a:pt x="428025" y="29205"/>
                </a:cubicBezTo>
                <a:lnTo>
                  <a:pt x="406240" y="89571"/>
                </a:lnTo>
                <a:close/>
                <a:moveTo>
                  <a:pt x="507857" y="31161"/>
                </a:moveTo>
                <a:cubicBezTo>
                  <a:pt x="507857" y="32150"/>
                  <a:pt x="507834" y="32982"/>
                  <a:pt x="507789" y="33657"/>
                </a:cubicBezTo>
                <a:cubicBezTo>
                  <a:pt x="507744" y="34331"/>
                  <a:pt x="507655" y="34859"/>
                  <a:pt x="507520" y="35242"/>
                </a:cubicBezTo>
                <a:cubicBezTo>
                  <a:pt x="507385" y="35624"/>
                  <a:pt x="507216" y="35916"/>
                  <a:pt x="507014" y="36118"/>
                </a:cubicBezTo>
                <a:cubicBezTo>
                  <a:pt x="506811" y="36321"/>
                  <a:pt x="506530" y="36422"/>
                  <a:pt x="506171" y="36422"/>
                </a:cubicBezTo>
                <a:cubicBezTo>
                  <a:pt x="505811" y="36422"/>
                  <a:pt x="505373" y="36321"/>
                  <a:pt x="504855" y="36118"/>
                </a:cubicBezTo>
                <a:cubicBezTo>
                  <a:pt x="504338" y="35916"/>
                  <a:pt x="503754" y="35714"/>
                  <a:pt x="503102" y="35511"/>
                </a:cubicBezTo>
                <a:cubicBezTo>
                  <a:pt x="502450" y="35309"/>
                  <a:pt x="501719" y="35118"/>
                  <a:pt x="500910" y="34938"/>
                </a:cubicBezTo>
                <a:cubicBezTo>
                  <a:pt x="500100" y="34758"/>
                  <a:pt x="499223" y="34668"/>
                  <a:pt x="498279" y="34668"/>
                </a:cubicBezTo>
                <a:cubicBezTo>
                  <a:pt x="497155" y="34668"/>
                  <a:pt x="496053" y="34893"/>
                  <a:pt x="494974" y="35343"/>
                </a:cubicBezTo>
                <a:cubicBezTo>
                  <a:pt x="493895" y="35792"/>
                  <a:pt x="492760" y="36534"/>
                  <a:pt x="491568" y="37569"/>
                </a:cubicBezTo>
                <a:cubicBezTo>
                  <a:pt x="490377" y="38603"/>
                  <a:pt x="489129" y="39974"/>
                  <a:pt x="487825" y="41683"/>
                </a:cubicBezTo>
                <a:cubicBezTo>
                  <a:pt x="486521" y="43392"/>
                  <a:pt x="485082" y="45483"/>
                  <a:pt x="483508" y="47956"/>
                </a:cubicBezTo>
                <a:lnTo>
                  <a:pt x="483508" y="87885"/>
                </a:lnTo>
                <a:cubicBezTo>
                  <a:pt x="483508" y="88245"/>
                  <a:pt x="483418" y="88548"/>
                  <a:pt x="483238" y="88796"/>
                </a:cubicBezTo>
                <a:cubicBezTo>
                  <a:pt x="483058" y="89043"/>
                  <a:pt x="482766" y="89256"/>
                  <a:pt x="482361" y="89436"/>
                </a:cubicBezTo>
                <a:cubicBezTo>
                  <a:pt x="481957" y="89616"/>
                  <a:pt x="481395" y="89751"/>
                  <a:pt x="480675" y="89841"/>
                </a:cubicBezTo>
                <a:cubicBezTo>
                  <a:pt x="479956" y="89931"/>
                  <a:pt x="479034" y="89976"/>
                  <a:pt x="477910" y="89976"/>
                </a:cubicBezTo>
                <a:cubicBezTo>
                  <a:pt x="476831" y="89976"/>
                  <a:pt x="475931" y="89931"/>
                  <a:pt x="475212" y="89841"/>
                </a:cubicBezTo>
                <a:cubicBezTo>
                  <a:pt x="474492" y="89751"/>
                  <a:pt x="473919" y="89616"/>
                  <a:pt x="473492" y="89436"/>
                </a:cubicBezTo>
                <a:cubicBezTo>
                  <a:pt x="473065" y="89256"/>
                  <a:pt x="472773" y="89043"/>
                  <a:pt x="472615" y="88796"/>
                </a:cubicBezTo>
                <a:cubicBezTo>
                  <a:pt x="472458" y="88548"/>
                  <a:pt x="472379" y="88245"/>
                  <a:pt x="472379" y="87885"/>
                </a:cubicBezTo>
                <a:lnTo>
                  <a:pt x="472379" y="27182"/>
                </a:lnTo>
                <a:cubicBezTo>
                  <a:pt x="472379" y="26822"/>
                  <a:pt x="472447" y="26518"/>
                  <a:pt x="472581" y="26271"/>
                </a:cubicBezTo>
                <a:cubicBezTo>
                  <a:pt x="472716" y="26024"/>
                  <a:pt x="472986" y="25799"/>
                  <a:pt x="473391" y="25597"/>
                </a:cubicBezTo>
                <a:cubicBezTo>
                  <a:pt x="473796" y="25394"/>
                  <a:pt x="474313" y="25259"/>
                  <a:pt x="474942" y="25192"/>
                </a:cubicBezTo>
                <a:cubicBezTo>
                  <a:pt x="475572" y="25124"/>
                  <a:pt x="476404" y="25091"/>
                  <a:pt x="477438" y="25091"/>
                </a:cubicBezTo>
                <a:cubicBezTo>
                  <a:pt x="478427" y="25091"/>
                  <a:pt x="479248" y="25124"/>
                  <a:pt x="479900" y="25192"/>
                </a:cubicBezTo>
                <a:cubicBezTo>
                  <a:pt x="480552" y="25259"/>
                  <a:pt x="481057" y="25394"/>
                  <a:pt x="481417" y="25597"/>
                </a:cubicBezTo>
                <a:cubicBezTo>
                  <a:pt x="481777" y="25799"/>
                  <a:pt x="482035" y="26024"/>
                  <a:pt x="482193" y="26271"/>
                </a:cubicBezTo>
                <a:cubicBezTo>
                  <a:pt x="482350" y="26518"/>
                  <a:pt x="482429" y="26822"/>
                  <a:pt x="482429" y="27182"/>
                </a:cubicBezTo>
                <a:lnTo>
                  <a:pt x="482429" y="36017"/>
                </a:lnTo>
                <a:cubicBezTo>
                  <a:pt x="484093" y="33589"/>
                  <a:pt x="485655" y="31611"/>
                  <a:pt x="487117" y="30082"/>
                </a:cubicBezTo>
                <a:cubicBezTo>
                  <a:pt x="488578" y="28553"/>
                  <a:pt x="489961" y="27350"/>
                  <a:pt x="491265" y="26473"/>
                </a:cubicBezTo>
                <a:cubicBezTo>
                  <a:pt x="492569" y="25597"/>
                  <a:pt x="493861" y="24990"/>
                  <a:pt x="495143" y="24652"/>
                </a:cubicBezTo>
                <a:cubicBezTo>
                  <a:pt x="496424" y="24315"/>
                  <a:pt x="497717" y="24146"/>
                  <a:pt x="499021" y="24146"/>
                </a:cubicBezTo>
                <a:cubicBezTo>
                  <a:pt x="499606" y="24146"/>
                  <a:pt x="500269" y="24180"/>
                  <a:pt x="501011" y="24248"/>
                </a:cubicBezTo>
                <a:cubicBezTo>
                  <a:pt x="501753" y="24315"/>
                  <a:pt x="502528" y="24439"/>
                  <a:pt x="503338" y="24619"/>
                </a:cubicBezTo>
                <a:cubicBezTo>
                  <a:pt x="504147" y="24798"/>
                  <a:pt x="504878" y="25001"/>
                  <a:pt x="505530" y="25226"/>
                </a:cubicBezTo>
                <a:cubicBezTo>
                  <a:pt x="506182" y="25450"/>
                  <a:pt x="506643" y="25675"/>
                  <a:pt x="506913" y="25900"/>
                </a:cubicBezTo>
                <a:cubicBezTo>
                  <a:pt x="507182" y="26125"/>
                  <a:pt x="507362" y="26339"/>
                  <a:pt x="507452" y="26541"/>
                </a:cubicBezTo>
                <a:cubicBezTo>
                  <a:pt x="507542" y="26743"/>
                  <a:pt x="507621" y="27002"/>
                  <a:pt x="507688" y="27317"/>
                </a:cubicBezTo>
                <a:cubicBezTo>
                  <a:pt x="507756" y="27631"/>
                  <a:pt x="507801" y="28092"/>
                  <a:pt x="507823" y="28699"/>
                </a:cubicBezTo>
                <a:cubicBezTo>
                  <a:pt x="507846" y="29306"/>
                  <a:pt x="507857" y="30127"/>
                  <a:pt x="507857" y="31161"/>
                </a:cubicBezTo>
                <a:close/>
                <a:moveTo>
                  <a:pt x="570315" y="54903"/>
                </a:moveTo>
                <a:cubicBezTo>
                  <a:pt x="570315" y="56656"/>
                  <a:pt x="569877" y="57904"/>
                  <a:pt x="569000" y="58646"/>
                </a:cubicBezTo>
                <a:cubicBezTo>
                  <a:pt x="568123" y="59388"/>
                  <a:pt x="567123" y="59759"/>
                  <a:pt x="565999" y="59759"/>
                </a:cubicBezTo>
                <a:lnTo>
                  <a:pt x="526204" y="59759"/>
                </a:lnTo>
                <a:cubicBezTo>
                  <a:pt x="526204" y="63141"/>
                  <a:pt x="526541" y="66186"/>
                  <a:pt x="527216" y="68892"/>
                </a:cubicBezTo>
                <a:cubicBezTo>
                  <a:pt x="527890" y="71598"/>
                  <a:pt x="529015" y="73921"/>
                  <a:pt x="530588" y="75860"/>
                </a:cubicBezTo>
                <a:cubicBezTo>
                  <a:pt x="532162" y="77799"/>
                  <a:pt x="534208" y="79288"/>
                  <a:pt x="536726" y="80327"/>
                </a:cubicBezTo>
                <a:cubicBezTo>
                  <a:pt x="539244" y="81364"/>
                  <a:pt x="542324" y="81882"/>
                  <a:pt x="545967" y="81882"/>
                </a:cubicBezTo>
                <a:cubicBezTo>
                  <a:pt x="548844" y="81882"/>
                  <a:pt x="551407" y="81646"/>
                  <a:pt x="553656" y="81174"/>
                </a:cubicBezTo>
                <a:cubicBezTo>
                  <a:pt x="555904" y="80702"/>
                  <a:pt x="557849" y="80173"/>
                  <a:pt x="559490" y="79589"/>
                </a:cubicBezTo>
                <a:cubicBezTo>
                  <a:pt x="561131" y="79004"/>
                  <a:pt x="562480" y="78476"/>
                  <a:pt x="563537" y="78004"/>
                </a:cubicBezTo>
                <a:cubicBezTo>
                  <a:pt x="564594" y="77532"/>
                  <a:pt x="565392" y="77296"/>
                  <a:pt x="565931" y="77296"/>
                </a:cubicBezTo>
                <a:cubicBezTo>
                  <a:pt x="566246" y="77296"/>
                  <a:pt x="566527" y="77374"/>
                  <a:pt x="566774" y="77532"/>
                </a:cubicBezTo>
                <a:cubicBezTo>
                  <a:pt x="567022" y="77689"/>
                  <a:pt x="567213" y="77925"/>
                  <a:pt x="567348" y="78240"/>
                </a:cubicBezTo>
                <a:cubicBezTo>
                  <a:pt x="567483" y="78555"/>
                  <a:pt x="567584" y="78993"/>
                  <a:pt x="567651" y="79555"/>
                </a:cubicBezTo>
                <a:cubicBezTo>
                  <a:pt x="567719" y="80117"/>
                  <a:pt x="567752" y="80803"/>
                  <a:pt x="567752" y="81612"/>
                </a:cubicBezTo>
                <a:cubicBezTo>
                  <a:pt x="567752" y="82197"/>
                  <a:pt x="567730" y="82703"/>
                  <a:pt x="567685" y="83130"/>
                </a:cubicBezTo>
                <a:cubicBezTo>
                  <a:pt x="567640" y="83557"/>
                  <a:pt x="567584" y="83939"/>
                  <a:pt x="567516" y="84276"/>
                </a:cubicBezTo>
                <a:cubicBezTo>
                  <a:pt x="567449" y="84614"/>
                  <a:pt x="567336" y="84917"/>
                  <a:pt x="567179" y="85187"/>
                </a:cubicBezTo>
                <a:cubicBezTo>
                  <a:pt x="567022" y="85457"/>
                  <a:pt x="566819" y="85715"/>
                  <a:pt x="566572" y="85963"/>
                </a:cubicBezTo>
                <a:cubicBezTo>
                  <a:pt x="566325" y="86210"/>
                  <a:pt x="565594" y="86615"/>
                  <a:pt x="564380" y="87177"/>
                </a:cubicBezTo>
                <a:cubicBezTo>
                  <a:pt x="563166" y="87739"/>
                  <a:pt x="561592" y="88290"/>
                  <a:pt x="559659" y="88829"/>
                </a:cubicBezTo>
                <a:cubicBezTo>
                  <a:pt x="557725" y="89369"/>
                  <a:pt x="555488" y="89852"/>
                  <a:pt x="552947" y="90279"/>
                </a:cubicBezTo>
                <a:cubicBezTo>
                  <a:pt x="550407" y="90707"/>
                  <a:pt x="547698" y="90920"/>
                  <a:pt x="544820" y="90920"/>
                </a:cubicBezTo>
                <a:cubicBezTo>
                  <a:pt x="539829" y="90920"/>
                  <a:pt x="535456" y="90222"/>
                  <a:pt x="531701" y="88827"/>
                </a:cubicBezTo>
                <a:cubicBezTo>
                  <a:pt x="527947" y="87432"/>
                  <a:pt x="524788" y="85361"/>
                  <a:pt x="522225" y="82616"/>
                </a:cubicBezTo>
                <a:cubicBezTo>
                  <a:pt x="519662" y="79870"/>
                  <a:pt x="517728" y="76426"/>
                  <a:pt x="516424" y="72285"/>
                </a:cubicBezTo>
                <a:cubicBezTo>
                  <a:pt x="515120" y="68144"/>
                  <a:pt x="514468" y="63328"/>
                  <a:pt x="514468" y="57837"/>
                </a:cubicBezTo>
                <a:cubicBezTo>
                  <a:pt x="514468" y="52615"/>
                  <a:pt x="515143" y="47923"/>
                  <a:pt x="516492" y="43759"/>
                </a:cubicBezTo>
                <a:cubicBezTo>
                  <a:pt x="517841" y="39596"/>
                  <a:pt x="519785" y="36062"/>
                  <a:pt x="522326" y="33159"/>
                </a:cubicBezTo>
                <a:cubicBezTo>
                  <a:pt x="524867" y="30256"/>
                  <a:pt x="527935" y="28028"/>
                  <a:pt x="531533" y="26476"/>
                </a:cubicBezTo>
                <a:cubicBezTo>
                  <a:pt x="535130" y="24923"/>
                  <a:pt x="539154" y="24146"/>
                  <a:pt x="543606" y="24146"/>
                </a:cubicBezTo>
                <a:cubicBezTo>
                  <a:pt x="548372" y="24146"/>
                  <a:pt x="552430" y="24911"/>
                  <a:pt x="555780" y="26440"/>
                </a:cubicBezTo>
                <a:cubicBezTo>
                  <a:pt x="559130" y="27969"/>
                  <a:pt x="561884" y="30026"/>
                  <a:pt x="564043" y="32611"/>
                </a:cubicBezTo>
                <a:cubicBezTo>
                  <a:pt x="566201" y="35197"/>
                  <a:pt x="567786" y="38232"/>
                  <a:pt x="568798" y="41717"/>
                </a:cubicBezTo>
                <a:cubicBezTo>
                  <a:pt x="569809" y="45202"/>
                  <a:pt x="570315" y="48922"/>
                  <a:pt x="570315" y="52879"/>
                </a:cubicBezTo>
                <a:lnTo>
                  <a:pt x="570315" y="54903"/>
                </a:lnTo>
                <a:moveTo>
                  <a:pt x="559119" y="51598"/>
                </a:moveTo>
                <a:cubicBezTo>
                  <a:pt x="559254" y="45752"/>
                  <a:pt x="557961" y="41166"/>
                  <a:pt x="555241" y="37838"/>
                </a:cubicBezTo>
                <a:cubicBezTo>
                  <a:pt x="552520" y="34511"/>
                  <a:pt x="548485" y="32847"/>
                  <a:pt x="543134" y="32847"/>
                </a:cubicBezTo>
                <a:cubicBezTo>
                  <a:pt x="540391" y="32847"/>
                  <a:pt x="537985" y="33364"/>
                  <a:pt x="535917" y="34399"/>
                </a:cubicBezTo>
                <a:cubicBezTo>
                  <a:pt x="533848" y="35433"/>
                  <a:pt x="532117" y="36804"/>
                  <a:pt x="530723" y="38513"/>
                </a:cubicBezTo>
                <a:cubicBezTo>
                  <a:pt x="529329" y="40222"/>
                  <a:pt x="528250" y="42211"/>
                  <a:pt x="527486" y="44482"/>
                </a:cubicBezTo>
                <a:cubicBezTo>
                  <a:pt x="526721" y="46753"/>
                  <a:pt x="526294" y="49125"/>
                  <a:pt x="526204" y="51598"/>
                </a:cubicBezTo>
                <a:lnTo>
                  <a:pt x="559119" y="51598"/>
                </a:lnTo>
                <a:close/>
                <a:moveTo>
                  <a:pt x="599717" y="90583"/>
                </a:moveTo>
                <a:cubicBezTo>
                  <a:pt x="599717" y="95092"/>
                  <a:pt x="599379" y="98733"/>
                  <a:pt x="598705" y="101505"/>
                </a:cubicBezTo>
                <a:cubicBezTo>
                  <a:pt x="598030" y="104279"/>
                  <a:pt x="596974" y="106613"/>
                  <a:pt x="595535" y="108507"/>
                </a:cubicBezTo>
                <a:cubicBezTo>
                  <a:pt x="594096" y="110401"/>
                  <a:pt x="592252" y="111833"/>
                  <a:pt x="590004" y="112803"/>
                </a:cubicBezTo>
                <a:cubicBezTo>
                  <a:pt x="587756" y="113772"/>
                  <a:pt x="585035" y="114257"/>
                  <a:pt x="581843" y="114257"/>
                </a:cubicBezTo>
                <a:cubicBezTo>
                  <a:pt x="580404" y="114257"/>
                  <a:pt x="579179" y="114167"/>
                  <a:pt x="578167" y="113987"/>
                </a:cubicBezTo>
                <a:cubicBezTo>
                  <a:pt x="577155" y="113808"/>
                  <a:pt x="576379" y="113605"/>
                  <a:pt x="575840" y="113380"/>
                </a:cubicBezTo>
                <a:cubicBezTo>
                  <a:pt x="575300" y="113156"/>
                  <a:pt x="574929" y="112897"/>
                  <a:pt x="574727" y="112605"/>
                </a:cubicBezTo>
                <a:cubicBezTo>
                  <a:pt x="574525" y="112312"/>
                  <a:pt x="574378" y="111975"/>
                  <a:pt x="574289" y="111593"/>
                </a:cubicBezTo>
                <a:cubicBezTo>
                  <a:pt x="574199" y="111211"/>
                  <a:pt x="574142" y="110817"/>
                  <a:pt x="574120" y="110413"/>
                </a:cubicBezTo>
                <a:cubicBezTo>
                  <a:pt x="574097" y="110008"/>
                  <a:pt x="574086" y="109513"/>
                  <a:pt x="574086" y="108929"/>
                </a:cubicBezTo>
                <a:cubicBezTo>
                  <a:pt x="574086" y="108119"/>
                  <a:pt x="574120" y="107422"/>
                  <a:pt x="574187" y="106838"/>
                </a:cubicBezTo>
                <a:cubicBezTo>
                  <a:pt x="574255" y="106253"/>
                  <a:pt x="574367" y="105781"/>
                  <a:pt x="574525" y="105421"/>
                </a:cubicBezTo>
                <a:cubicBezTo>
                  <a:pt x="574682" y="105062"/>
                  <a:pt x="574862" y="104803"/>
                  <a:pt x="575064" y="104646"/>
                </a:cubicBezTo>
                <a:cubicBezTo>
                  <a:pt x="575267" y="104488"/>
                  <a:pt x="575525" y="104410"/>
                  <a:pt x="575840" y="104410"/>
                </a:cubicBezTo>
                <a:cubicBezTo>
                  <a:pt x="576110" y="104410"/>
                  <a:pt x="576638" y="104466"/>
                  <a:pt x="577425" y="104578"/>
                </a:cubicBezTo>
                <a:cubicBezTo>
                  <a:pt x="578212" y="104691"/>
                  <a:pt x="579122" y="104747"/>
                  <a:pt x="580157" y="104747"/>
                </a:cubicBezTo>
                <a:cubicBezTo>
                  <a:pt x="581640" y="104747"/>
                  <a:pt x="582911" y="104521"/>
                  <a:pt x="583967" y="104068"/>
                </a:cubicBezTo>
                <a:cubicBezTo>
                  <a:pt x="585024" y="103617"/>
                  <a:pt x="585890" y="102883"/>
                  <a:pt x="586564" y="101866"/>
                </a:cubicBezTo>
                <a:cubicBezTo>
                  <a:pt x="587239" y="100850"/>
                  <a:pt x="587733" y="99528"/>
                  <a:pt x="588048" y="97901"/>
                </a:cubicBezTo>
                <a:cubicBezTo>
                  <a:pt x="588363" y="96275"/>
                  <a:pt x="588520" y="93813"/>
                  <a:pt x="588520" y="90515"/>
                </a:cubicBezTo>
                <a:lnTo>
                  <a:pt x="588520" y="27182"/>
                </a:lnTo>
                <a:cubicBezTo>
                  <a:pt x="588520" y="26867"/>
                  <a:pt x="588610" y="26575"/>
                  <a:pt x="588790" y="26305"/>
                </a:cubicBezTo>
                <a:cubicBezTo>
                  <a:pt x="588970" y="26035"/>
                  <a:pt x="589273" y="25810"/>
                  <a:pt x="589700" y="25630"/>
                </a:cubicBezTo>
                <a:cubicBezTo>
                  <a:pt x="590128" y="25450"/>
                  <a:pt x="590701" y="25316"/>
                  <a:pt x="591420" y="25226"/>
                </a:cubicBezTo>
                <a:cubicBezTo>
                  <a:pt x="592140" y="25136"/>
                  <a:pt x="593039" y="25091"/>
                  <a:pt x="594118" y="25091"/>
                </a:cubicBezTo>
                <a:cubicBezTo>
                  <a:pt x="595197" y="25091"/>
                  <a:pt x="596097" y="25136"/>
                  <a:pt x="596816" y="25226"/>
                </a:cubicBezTo>
                <a:cubicBezTo>
                  <a:pt x="597536" y="25316"/>
                  <a:pt x="598109" y="25450"/>
                  <a:pt x="598536" y="25630"/>
                </a:cubicBezTo>
                <a:cubicBezTo>
                  <a:pt x="598963" y="25810"/>
                  <a:pt x="599267" y="26035"/>
                  <a:pt x="599447" y="26305"/>
                </a:cubicBezTo>
                <a:cubicBezTo>
                  <a:pt x="599627" y="26575"/>
                  <a:pt x="599717" y="26867"/>
                  <a:pt x="599717" y="27182"/>
                </a:cubicBezTo>
                <a:lnTo>
                  <a:pt x="599717" y="90583"/>
                </a:lnTo>
                <a:moveTo>
                  <a:pt x="600998" y="6610"/>
                </a:moveTo>
                <a:cubicBezTo>
                  <a:pt x="600998" y="9218"/>
                  <a:pt x="600503" y="10994"/>
                  <a:pt x="599514" y="11938"/>
                </a:cubicBezTo>
                <a:cubicBezTo>
                  <a:pt x="598525" y="12883"/>
                  <a:pt x="596704" y="13355"/>
                  <a:pt x="594051" y="13355"/>
                </a:cubicBezTo>
                <a:cubicBezTo>
                  <a:pt x="591443" y="13355"/>
                  <a:pt x="589667" y="12894"/>
                  <a:pt x="588722" y="11972"/>
                </a:cubicBezTo>
                <a:cubicBezTo>
                  <a:pt x="587778" y="11050"/>
                  <a:pt x="587306" y="9308"/>
                  <a:pt x="587306" y="6745"/>
                </a:cubicBezTo>
                <a:cubicBezTo>
                  <a:pt x="587306" y="4137"/>
                  <a:pt x="587789" y="2361"/>
                  <a:pt x="588756" y="1416"/>
                </a:cubicBezTo>
                <a:cubicBezTo>
                  <a:pt x="589723" y="472"/>
                  <a:pt x="591533" y="0"/>
                  <a:pt x="594186" y="0"/>
                </a:cubicBezTo>
                <a:cubicBezTo>
                  <a:pt x="596839" y="0"/>
                  <a:pt x="598637" y="461"/>
                  <a:pt x="599582" y="1383"/>
                </a:cubicBezTo>
                <a:cubicBezTo>
                  <a:pt x="600526" y="2304"/>
                  <a:pt x="600998" y="4047"/>
                  <a:pt x="600998" y="6610"/>
                </a:cubicBezTo>
                <a:close/>
                <a:moveTo>
                  <a:pt x="672120" y="54903"/>
                </a:moveTo>
                <a:cubicBezTo>
                  <a:pt x="672120" y="56656"/>
                  <a:pt x="671681" y="57904"/>
                  <a:pt x="670805" y="58646"/>
                </a:cubicBezTo>
                <a:cubicBezTo>
                  <a:pt x="669928" y="59388"/>
                  <a:pt x="668927" y="59759"/>
                  <a:pt x="667803" y="59759"/>
                </a:cubicBezTo>
                <a:lnTo>
                  <a:pt x="628009" y="59759"/>
                </a:lnTo>
                <a:cubicBezTo>
                  <a:pt x="628009" y="63141"/>
                  <a:pt x="628346" y="66186"/>
                  <a:pt x="629020" y="68892"/>
                </a:cubicBezTo>
                <a:cubicBezTo>
                  <a:pt x="629695" y="71598"/>
                  <a:pt x="630819" y="73921"/>
                  <a:pt x="632393" y="75860"/>
                </a:cubicBezTo>
                <a:cubicBezTo>
                  <a:pt x="633967" y="77799"/>
                  <a:pt x="636013" y="79288"/>
                  <a:pt x="638531" y="80327"/>
                </a:cubicBezTo>
                <a:cubicBezTo>
                  <a:pt x="641049" y="81364"/>
                  <a:pt x="644129" y="81882"/>
                  <a:pt x="647771" y="81882"/>
                </a:cubicBezTo>
                <a:cubicBezTo>
                  <a:pt x="650649" y="81882"/>
                  <a:pt x="653212" y="81646"/>
                  <a:pt x="655460" y="81174"/>
                </a:cubicBezTo>
                <a:cubicBezTo>
                  <a:pt x="657708" y="80702"/>
                  <a:pt x="659653" y="80173"/>
                  <a:pt x="661294" y="79589"/>
                </a:cubicBezTo>
                <a:cubicBezTo>
                  <a:pt x="662936" y="79004"/>
                  <a:pt x="664285" y="78476"/>
                  <a:pt x="665341" y="78004"/>
                </a:cubicBezTo>
                <a:cubicBezTo>
                  <a:pt x="666398" y="77532"/>
                  <a:pt x="667196" y="77296"/>
                  <a:pt x="667736" y="77296"/>
                </a:cubicBezTo>
                <a:cubicBezTo>
                  <a:pt x="668050" y="77296"/>
                  <a:pt x="668331" y="77374"/>
                  <a:pt x="668579" y="77532"/>
                </a:cubicBezTo>
                <a:cubicBezTo>
                  <a:pt x="668826" y="77689"/>
                  <a:pt x="669017" y="77925"/>
                  <a:pt x="669152" y="78240"/>
                </a:cubicBezTo>
                <a:cubicBezTo>
                  <a:pt x="669287" y="78555"/>
                  <a:pt x="669388" y="78993"/>
                  <a:pt x="669456" y="79555"/>
                </a:cubicBezTo>
                <a:cubicBezTo>
                  <a:pt x="669523" y="80117"/>
                  <a:pt x="669557" y="80803"/>
                  <a:pt x="669557" y="81612"/>
                </a:cubicBezTo>
                <a:cubicBezTo>
                  <a:pt x="669557" y="82197"/>
                  <a:pt x="669534" y="82703"/>
                  <a:pt x="669489" y="83130"/>
                </a:cubicBezTo>
                <a:cubicBezTo>
                  <a:pt x="669444" y="83557"/>
                  <a:pt x="669388" y="83939"/>
                  <a:pt x="669321" y="84276"/>
                </a:cubicBezTo>
                <a:cubicBezTo>
                  <a:pt x="669253" y="84614"/>
                  <a:pt x="669141" y="84917"/>
                  <a:pt x="668983" y="85187"/>
                </a:cubicBezTo>
                <a:cubicBezTo>
                  <a:pt x="668826" y="85457"/>
                  <a:pt x="668624" y="85715"/>
                  <a:pt x="668376" y="85963"/>
                </a:cubicBezTo>
                <a:cubicBezTo>
                  <a:pt x="668129" y="86210"/>
                  <a:pt x="667398" y="86615"/>
                  <a:pt x="666184" y="87177"/>
                </a:cubicBezTo>
                <a:cubicBezTo>
                  <a:pt x="664970" y="87739"/>
                  <a:pt x="663396" y="88290"/>
                  <a:pt x="661463" y="88829"/>
                </a:cubicBezTo>
                <a:cubicBezTo>
                  <a:pt x="659529" y="89369"/>
                  <a:pt x="657292" y="89852"/>
                  <a:pt x="654752" y="90279"/>
                </a:cubicBezTo>
                <a:cubicBezTo>
                  <a:pt x="652211" y="90707"/>
                  <a:pt x="649502" y="90920"/>
                  <a:pt x="646624" y="90920"/>
                </a:cubicBezTo>
                <a:cubicBezTo>
                  <a:pt x="641633" y="90920"/>
                  <a:pt x="637260" y="90222"/>
                  <a:pt x="633506" y="88827"/>
                </a:cubicBezTo>
                <a:cubicBezTo>
                  <a:pt x="629751" y="87432"/>
                  <a:pt x="626592" y="85361"/>
                  <a:pt x="624029" y="82616"/>
                </a:cubicBezTo>
                <a:cubicBezTo>
                  <a:pt x="621466" y="79870"/>
                  <a:pt x="619533" y="76426"/>
                  <a:pt x="618229" y="72285"/>
                </a:cubicBezTo>
                <a:cubicBezTo>
                  <a:pt x="616925" y="68144"/>
                  <a:pt x="616273" y="63328"/>
                  <a:pt x="616273" y="57837"/>
                </a:cubicBezTo>
                <a:cubicBezTo>
                  <a:pt x="616273" y="52615"/>
                  <a:pt x="616947" y="47923"/>
                  <a:pt x="618296" y="43759"/>
                </a:cubicBezTo>
                <a:cubicBezTo>
                  <a:pt x="619645" y="39596"/>
                  <a:pt x="621590" y="36062"/>
                  <a:pt x="624130" y="33159"/>
                </a:cubicBezTo>
                <a:cubicBezTo>
                  <a:pt x="626671" y="30256"/>
                  <a:pt x="629740" y="28028"/>
                  <a:pt x="633337" y="26476"/>
                </a:cubicBezTo>
                <a:cubicBezTo>
                  <a:pt x="636934" y="24923"/>
                  <a:pt x="640959" y="24146"/>
                  <a:pt x="645410" y="24146"/>
                </a:cubicBezTo>
                <a:cubicBezTo>
                  <a:pt x="650177" y="24146"/>
                  <a:pt x="654235" y="24911"/>
                  <a:pt x="657585" y="26440"/>
                </a:cubicBezTo>
                <a:cubicBezTo>
                  <a:pt x="660935" y="27969"/>
                  <a:pt x="663689" y="30026"/>
                  <a:pt x="665847" y="32611"/>
                </a:cubicBezTo>
                <a:cubicBezTo>
                  <a:pt x="668005" y="35197"/>
                  <a:pt x="669590" y="38232"/>
                  <a:pt x="670602" y="41717"/>
                </a:cubicBezTo>
                <a:cubicBezTo>
                  <a:pt x="671614" y="45202"/>
                  <a:pt x="672120" y="48922"/>
                  <a:pt x="672120" y="52879"/>
                </a:cubicBezTo>
                <a:lnTo>
                  <a:pt x="672120" y="54903"/>
                </a:lnTo>
                <a:moveTo>
                  <a:pt x="660923" y="51598"/>
                </a:moveTo>
                <a:cubicBezTo>
                  <a:pt x="661058" y="45752"/>
                  <a:pt x="659766" y="41166"/>
                  <a:pt x="657045" y="37838"/>
                </a:cubicBezTo>
                <a:cubicBezTo>
                  <a:pt x="654325" y="34511"/>
                  <a:pt x="650289" y="32847"/>
                  <a:pt x="644938" y="32847"/>
                </a:cubicBezTo>
                <a:cubicBezTo>
                  <a:pt x="642195" y="32847"/>
                  <a:pt x="639790" y="33364"/>
                  <a:pt x="637721" y="34399"/>
                </a:cubicBezTo>
                <a:cubicBezTo>
                  <a:pt x="635653" y="35433"/>
                  <a:pt x="633922" y="36804"/>
                  <a:pt x="632528" y="38513"/>
                </a:cubicBezTo>
                <a:cubicBezTo>
                  <a:pt x="631134" y="40222"/>
                  <a:pt x="630055" y="42211"/>
                  <a:pt x="629290" y="44482"/>
                </a:cubicBezTo>
                <a:cubicBezTo>
                  <a:pt x="628526" y="46753"/>
                  <a:pt x="628099" y="49125"/>
                  <a:pt x="628009" y="51598"/>
                </a:cubicBezTo>
                <a:lnTo>
                  <a:pt x="660923" y="51598"/>
                </a:lnTo>
                <a:close/>
                <a:moveTo>
                  <a:pt x="732750" y="78712"/>
                </a:moveTo>
                <a:cubicBezTo>
                  <a:pt x="732750" y="79476"/>
                  <a:pt x="732727" y="80140"/>
                  <a:pt x="732682" y="80702"/>
                </a:cubicBezTo>
                <a:cubicBezTo>
                  <a:pt x="732637" y="81264"/>
                  <a:pt x="732559" y="81736"/>
                  <a:pt x="732446" y="82118"/>
                </a:cubicBezTo>
                <a:cubicBezTo>
                  <a:pt x="732334" y="82500"/>
                  <a:pt x="732199" y="82838"/>
                  <a:pt x="732042" y="83130"/>
                </a:cubicBezTo>
                <a:cubicBezTo>
                  <a:pt x="731884" y="83422"/>
                  <a:pt x="731524" y="83849"/>
                  <a:pt x="730962" y="84411"/>
                </a:cubicBezTo>
                <a:cubicBezTo>
                  <a:pt x="730400" y="84973"/>
                  <a:pt x="729445" y="85670"/>
                  <a:pt x="728096" y="86502"/>
                </a:cubicBezTo>
                <a:cubicBezTo>
                  <a:pt x="726747" y="87334"/>
                  <a:pt x="725229" y="88076"/>
                  <a:pt x="723543" y="88728"/>
                </a:cubicBezTo>
                <a:cubicBezTo>
                  <a:pt x="721857" y="89380"/>
                  <a:pt x="720025" y="89908"/>
                  <a:pt x="718046" y="90313"/>
                </a:cubicBezTo>
                <a:cubicBezTo>
                  <a:pt x="716068" y="90718"/>
                  <a:pt x="714022" y="90920"/>
                  <a:pt x="711908" y="90920"/>
                </a:cubicBezTo>
                <a:cubicBezTo>
                  <a:pt x="707547" y="90920"/>
                  <a:pt x="703680" y="90199"/>
                  <a:pt x="700307" y="88758"/>
                </a:cubicBezTo>
                <a:cubicBezTo>
                  <a:pt x="696935" y="87316"/>
                  <a:pt x="694113" y="85210"/>
                  <a:pt x="691842" y="82439"/>
                </a:cubicBezTo>
                <a:cubicBezTo>
                  <a:pt x="689572" y="79668"/>
                  <a:pt x="687840" y="76266"/>
                  <a:pt x="686649" y="72233"/>
                </a:cubicBezTo>
                <a:cubicBezTo>
                  <a:pt x="685457" y="68200"/>
                  <a:pt x="684862" y="63548"/>
                  <a:pt x="684862" y="58277"/>
                </a:cubicBezTo>
                <a:cubicBezTo>
                  <a:pt x="684862" y="52284"/>
                  <a:pt x="685592" y="47136"/>
                  <a:pt x="687054" y="42834"/>
                </a:cubicBezTo>
                <a:cubicBezTo>
                  <a:pt x="688515" y="38531"/>
                  <a:pt x="690516" y="35006"/>
                  <a:pt x="693056" y="32257"/>
                </a:cubicBezTo>
                <a:cubicBezTo>
                  <a:pt x="695597" y="29509"/>
                  <a:pt x="698587" y="27470"/>
                  <a:pt x="702027" y="26140"/>
                </a:cubicBezTo>
                <a:cubicBezTo>
                  <a:pt x="705467" y="24811"/>
                  <a:pt x="709188" y="24146"/>
                  <a:pt x="713190" y="24146"/>
                </a:cubicBezTo>
                <a:cubicBezTo>
                  <a:pt x="715123" y="24146"/>
                  <a:pt x="717001" y="24326"/>
                  <a:pt x="718822" y="24686"/>
                </a:cubicBezTo>
                <a:cubicBezTo>
                  <a:pt x="720643" y="25046"/>
                  <a:pt x="722318" y="25518"/>
                  <a:pt x="723847" y="26102"/>
                </a:cubicBezTo>
                <a:cubicBezTo>
                  <a:pt x="725375" y="26687"/>
                  <a:pt x="726736" y="27361"/>
                  <a:pt x="727927" y="28126"/>
                </a:cubicBezTo>
                <a:cubicBezTo>
                  <a:pt x="729119" y="28890"/>
                  <a:pt x="729984" y="29542"/>
                  <a:pt x="730524" y="30082"/>
                </a:cubicBezTo>
                <a:cubicBezTo>
                  <a:pt x="731064" y="30621"/>
                  <a:pt x="731434" y="31049"/>
                  <a:pt x="731637" y="31363"/>
                </a:cubicBezTo>
                <a:cubicBezTo>
                  <a:pt x="731839" y="31678"/>
                  <a:pt x="732008" y="32049"/>
                  <a:pt x="732143" y="32476"/>
                </a:cubicBezTo>
                <a:cubicBezTo>
                  <a:pt x="732278" y="32903"/>
                  <a:pt x="732368" y="33387"/>
                  <a:pt x="732412" y="33926"/>
                </a:cubicBezTo>
                <a:cubicBezTo>
                  <a:pt x="732457" y="34466"/>
                  <a:pt x="732480" y="35140"/>
                  <a:pt x="732480" y="35950"/>
                </a:cubicBezTo>
                <a:cubicBezTo>
                  <a:pt x="732480" y="37704"/>
                  <a:pt x="732278" y="38929"/>
                  <a:pt x="731873" y="39626"/>
                </a:cubicBezTo>
                <a:cubicBezTo>
                  <a:pt x="731468" y="40323"/>
                  <a:pt x="730974" y="40671"/>
                  <a:pt x="730389" y="40671"/>
                </a:cubicBezTo>
                <a:cubicBezTo>
                  <a:pt x="729715" y="40671"/>
                  <a:pt x="728939" y="40300"/>
                  <a:pt x="728062" y="39558"/>
                </a:cubicBezTo>
                <a:cubicBezTo>
                  <a:pt x="727185" y="38816"/>
                  <a:pt x="726072" y="37996"/>
                  <a:pt x="724723" y="37096"/>
                </a:cubicBezTo>
                <a:cubicBezTo>
                  <a:pt x="723374" y="36197"/>
                  <a:pt x="721744" y="35377"/>
                  <a:pt x="719833" y="34635"/>
                </a:cubicBezTo>
                <a:cubicBezTo>
                  <a:pt x="717922" y="33893"/>
                  <a:pt x="715663" y="33522"/>
                  <a:pt x="713055" y="33522"/>
                </a:cubicBezTo>
                <a:cubicBezTo>
                  <a:pt x="707704" y="33522"/>
                  <a:pt x="703601" y="35585"/>
                  <a:pt x="700746" y="39712"/>
                </a:cubicBezTo>
                <a:cubicBezTo>
                  <a:pt x="697890" y="43838"/>
                  <a:pt x="696463" y="49823"/>
                  <a:pt x="696463" y="57668"/>
                </a:cubicBezTo>
                <a:cubicBezTo>
                  <a:pt x="696463" y="61591"/>
                  <a:pt x="696834" y="65030"/>
                  <a:pt x="697576" y="67984"/>
                </a:cubicBezTo>
                <a:cubicBezTo>
                  <a:pt x="698317" y="70937"/>
                  <a:pt x="699408" y="73406"/>
                  <a:pt x="700847" y="75390"/>
                </a:cubicBezTo>
                <a:cubicBezTo>
                  <a:pt x="702286" y="77374"/>
                  <a:pt x="704051" y="78851"/>
                  <a:pt x="706141" y="79821"/>
                </a:cubicBezTo>
                <a:cubicBezTo>
                  <a:pt x="708232" y="80790"/>
                  <a:pt x="710627" y="81275"/>
                  <a:pt x="713325" y="81275"/>
                </a:cubicBezTo>
                <a:cubicBezTo>
                  <a:pt x="715888" y="81275"/>
                  <a:pt x="718136" y="80870"/>
                  <a:pt x="720069" y="80061"/>
                </a:cubicBezTo>
                <a:cubicBezTo>
                  <a:pt x="722003" y="79252"/>
                  <a:pt x="723678" y="78364"/>
                  <a:pt x="725094" y="77397"/>
                </a:cubicBezTo>
                <a:cubicBezTo>
                  <a:pt x="726511" y="76430"/>
                  <a:pt x="727702" y="75553"/>
                  <a:pt x="728669" y="74766"/>
                </a:cubicBezTo>
                <a:cubicBezTo>
                  <a:pt x="729636" y="73979"/>
                  <a:pt x="730389" y="73586"/>
                  <a:pt x="730929" y="73586"/>
                </a:cubicBezTo>
                <a:cubicBezTo>
                  <a:pt x="731243" y="73586"/>
                  <a:pt x="731513" y="73676"/>
                  <a:pt x="731738" y="73856"/>
                </a:cubicBezTo>
                <a:cubicBezTo>
                  <a:pt x="731963" y="74036"/>
                  <a:pt x="732154" y="74339"/>
                  <a:pt x="732311" y="74766"/>
                </a:cubicBezTo>
                <a:cubicBezTo>
                  <a:pt x="732469" y="75193"/>
                  <a:pt x="732581" y="75733"/>
                  <a:pt x="732649" y="76385"/>
                </a:cubicBezTo>
                <a:cubicBezTo>
                  <a:pt x="732716" y="77037"/>
                  <a:pt x="732750" y="77813"/>
                  <a:pt x="732750" y="78712"/>
                </a:cubicBezTo>
                <a:close/>
                <a:moveTo>
                  <a:pt x="779107" y="83501"/>
                </a:moveTo>
                <a:cubicBezTo>
                  <a:pt x="779107" y="84805"/>
                  <a:pt x="779017" y="85839"/>
                  <a:pt x="778837" y="86603"/>
                </a:cubicBezTo>
                <a:cubicBezTo>
                  <a:pt x="778657" y="87368"/>
                  <a:pt x="778388" y="87930"/>
                  <a:pt x="778028" y="88290"/>
                </a:cubicBezTo>
                <a:cubicBezTo>
                  <a:pt x="777668" y="88649"/>
                  <a:pt x="777128" y="88987"/>
                  <a:pt x="776409" y="89301"/>
                </a:cubicBezTo>
                <a:cubicBezTo>
                  <a:pt x="775690" y="89616"/>
                  <a:pt x="774869" y="89875"/>
                  <a:pt x="773947" y="90077"/>
                </a:cubicBezTo>
                <a:cubicBezTo>
                  <a:pt x="773025" y="90279"/>
                  <a:pt x="772047" y="90448"/>
                  <a:pt x="771013" y="90583"/>
                </a:cubicBezTo>
                <a:cubicBezTo>
                  <a:pt x="769979" y="90718"/>
                  <a:pt x="768945" y="90785"/>
                  <a:pt x="767911" y="90785"/>
                </a:cubicBezTo>
                <a:cubicBezTo>
                  <a:pt x="764763" y="90785"/>
                  <a:pt x="762065" y="90369"/>
                  <a:pt x="759817" y="89535"/>
                </a:cubicBezTo>
                <a:cubicBezTo>
                  <a:pt x="757569" y="88701"/>
                  <a:pt x="755725" y="87438"/>
                  <a:pt x="754286" y="85748"/>
                </a:cubicBezTo>
                <a:cubicBezTo>
                  <a:pt x="752847" y="84057"/>
                  <a:pt x="751802" y="81916"/>
                  <a:pt x="751150" y="79325"/>
                </a:cubicBezTo>
                <a:cubicBezTo>
                  <a:pt x="750498" y="76734"/>
                  <a:pt x="750172" y="73681"/>
                  <a:pt x="750172" y="70165"/>
                </a:cubicBezTo>
                <a:lnTo>
                  <a:pt x="750172" y="34601"/>
                </a:lnTo>
                <a:lnTo>
                  <a:pt x="741673" y="34601"/>
                </a:lnTo>
                <a:cubicBezTo>
                  <a:pt x="740999" y="34601"/>
                  <a:pt x="740459" y="34241"/>
                  <a:pt x="740054" y="33522"/>
                </a:cubicBezTo>
                <a:cubicBezTo>
                  <a:pt x="739650" y="32802"/>
                  <a:pt x="739447" y="31633"/>
                  <a:pt x="739447" y="30014"/>
                </a:cubicBezTo>
                <a:cubicBezTo>
                  <a:pt x="739447" y="29160"/>
                  <a:pt x="739504" y="28441"/>
                  <a:pt x="739616" y="27856"/>
                </a:cubicBezTo>
                <a:cubicBezTo>
                  <a:pt x="739728" y="27272"/>
                  <a:pt x="739875" y="26788"/>
                  <a:pt x="740054" y="26406"/>
                </a:cubicBezTo>
                <a:cubicBezTo>
                  <a:pt x="740234" y="26024"/>
                  <a:pt x="740470" y="25754"/>
                  <a:pt x="740763" y="25597"/>
                </a:cubicBezTo>
                <a:cubicBezTo>
                  <a:pt x="741055" y="25439"/>
                  <a:pt x="741381" y="25361"/>
                  <a:pt x="741741" y="25361"/>
                </a:cubicBezTo>
                <a:lnTo>
                  <a:pt x="750172" y="25361"/>
                </a:lnTo>
                <a:lnTo>
                  <a:pt x="750172" y="10927"/>
                </a:lnTo>
                <a:cubicBezTo>
                  <a:pt x="750172" y="10612"/>
                  <a:pt x="750250" y="10320"/>
                  <a:pt x="750408" y="10050"/>
                </a:cubicBezTo>
                <a:cubicBezTo>
                  <a:pt x="750565" y="9780"/>
                  <a:pt x="750857" y="9544"/>
                  <a:pt x="751285" y="9342"/>
                </a:cubicBezTo>
                <a:cubicBezTo>
                  <a:pt x="751712" y="9139"/>
                  <a:pt x="752285" y="8993"/>
                  <a:pt x="753005" y="8903"/>
                </a:cubicBezTo>
                <a:cubicBezTo>
                  <a:pt x="753724" y="8813"/>
                  <a:pt x="754623" y="8768"/>
                  <a:pt x="755702" y="8768"/>
                </a:cubicBezTo>
                <a:cubicBezTo>
                  <a:pt x="756827" y="8768"/>
                  <a:pt x="757748" y="8813"/>
                  <a:pt x="758468" y="8903"/>
                </a:cubicBezTo>
                <a:cubicBezTo>
                  <a:pt x="759187" y="8993"/>
                  <a:pt x="759749" y="9139"/>
                  <a:pt x="760154" y="9342"/>
                </a:cubicBezTo>
                <a:cubicBezTo>
                  <a:pt x="760559" y="9544"/>
                  <a:pt x="760851" y="9780"/>
                  <a:pt x="761031" y="10050"/>
                </a:cubicBezTo>
                <a:cubicBezTo>
                  <a:pt x="761211" y="10320"/>
                  <a:pt x="761301" y="10612"/>
                  <a:pt x="761301" y="10927"/>
                </a:cubicBezTo>
                <a:lnTo>
                  <a:pt x="761301" y="25361"/>
                </a:lnTo>
                <a:lnTo>
                  <a:pt x="776881" y="25361"/>
                </a:lnTo>
                <a:cubicBezTo>
                  <a:pt x="777241" y="25361"/>
                  <a:pt x="777556" y="25439"/>
                  <a:pt x="777825" y="25597"/>
                </a:cubicBezTo>
                <a:cubicBezTo>
                  <a:pt x="778095" y="25754"/>
                  <a:pt x="778331" y="26024"/>
                  <a:pt x="778534" y="26406"/>
                </a:cubicBezTo>
                <a:cubicBezTo>
                  <a:pt x="778736" y="26788"/>
                  <a:pt x="778882" y="27272"/>
                  <a:pt x="778972" y="27856"/>
                </a:cubicBezTo>
                <a:cubicBezTo>
                  <a:pt x="779062" y="28441"/>
                  <a:pt x="779107" y="29160"/>
                  <a:pt x="779107" y="30014"/>
                </a:cubicBezTo>
                <a:cubicBezTo>
                  <a:pt x="779107" y="31633"/>
                  <a:pt x="778905" y="32802"/>
                  <a:pt x="778500" y="33522"/>
                </a:cubicBezTo>
                <a:cubicBezTo>
                  <a:pt x="778095" y="34241"/>
                  <a:pt x="777556" y="34601"/>
                  <a:pt x="776881" y="34601"/>
                </a:cubicBezTo>
                <a:lnTo>
                  <a:pt x="761301" y="34601"/>
                </a:lnTo>
                <a:lnTo>
                  <a:pt x="761301" y="68559"/>
                </a:lnTo>
                <a:cubicBezTo>
                  <a:pt x="761301" y="72752"/>
                  <a:pt x="761919" y="75920"/>
                  <a:pt x="763155" y="78063"/>
                </a:cubicBezTo>
                <a:cubicBezTo>
                  <a:pt x="764392" y="80204"/>
                  <a:pt x="766607" y="81275"/>
                  <a:pt x="769799" y="81275"/>
                </a:cubicBezTo>
                <a:cubicBezTo>
                  <a:pt x="770833" y="81275"/>
                  <a:pt x="771755" y="81174"/>
                  <a:pt x="772564" y="80972"/>
                </a:cubicBezTo>
                <a:cubicBezTo>
                  <a:pt x="773374" y="80769"/>
                  <a:pt x="774093" y="80556"/>
                  <a:pt x="774723" y="80331"/>
                </a:cubicBezTo>
                <a:cubicBezTo>
                  <a:pt x="775352" y="80106"/>
                  <a:pt x="775892" y="79892"/>
                  <a:pt x="776342" y="79690"/>
                </a:cubicBezTo>
                <a:cubicBezTo>
                  <a:pt x="776791" y="79488"/>
                  <a:pt x="777196" y="79386"/>
                  <a:pt x="777556" y="79386"/>
                </a:cubicBezTo>
                <a:cubicBezTo>
                  <a:pt x="777780" y="79386"/>
                  <a:pt x="777994" y="79443"/>
                  <a:pt x="778196" y="79555"/>
                </a:cubicBezTo>
                <a:cubicBezTo>
                  <a:pt x="778399" y="79668"/>
                  <a:pt x="778556" y="79881"/>
                  <a:pt x="778669" y="80196"/>
                </a:cubicBezTo>
                <a:cubicBezTo>
                  <a:pt x="778781" y="80511"/>
                  <a:pt x="778882" y="80938"/>
                  <a:pt x="778972" y="81477"/>
                </a:cubicBezTo>
                <a:cubicBezTo>
                  <a:pt x="779062" y="82017"/>
                  <a:pt x="779107" y="82691"/>
                  <a:pt x="779107" y="835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option;must">
            <a:extLst xmlns:a="http://schemas.openxmlformats.org/drawingml/2006/main">
              <a:ext uri="{FF2B5EF4-FFF2-40B4-BE49-F238E27FC236}">
                <a16:creationId xmlns:a16="http://schemas.microsoft.com/office/drawing/2014/main" id="{CF104480-A717-4B36-80A0-2EF6D0EE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9673" y="2712755"/>
            <a:ext cx="707557" cy="114122"/>
          </a:xfrm>
          <a:custGeom xmlns:a="http://schemas.openxmlformats.org/drawingml/2006/main">
            <a:pathLst>
              <a:path w="707557" h="114122">
                <a:moveTo>
                  <a:pt x="60703" y="56893"/>
                </a:moveTo>
                <a:cubicBezTo>
                  <a:pt x="60703" y="61843"/>
                  <a:pt x="60051" y="66400"/>
                  <a:pt x="58747" y="70563"/>
                </a:cubicBezTo>
                <a:cubicBezTo>
                  <a:pt x="57443" y="74727"/>
                  <a:pt x="55499" y="78317"/>
                  <a:pt x="52913" y="81334"/>
                </a:cubicBezTo>
                <a:cubicBezTo>
                  <a:pt x="50328" y="84350"/>
                  <a:pt x="47090" y="86701"/>
                  <a:pt x="43201" y="88389"/>
                </a:cubicBezTo>
                <a:cubicBezTo>
                  <a:pt x="39311" y="90076"/>
                  <a:pt x="34803" y="90920"/>
                  <a:pt x="29677" y="90920"/>
                </a:cubicBezTo>
                <a:cubicBezTo>
                  <a:pt x="24686" y="90920"/>
                  <a:pt x="20336" y="90177"/>
                  <a:pt x="16626" y="88692"/>
                </a:cubicBezTo>
                <a:cubicBezTo>
                  <a:pt x="12916" y="87207"/>
                  <a:pt x="9825" y="85047"/>
                  <a:pt x="7352" y="82211"/>
                </a:cubicBezTo>
                <a:cubicBezTo>
                  <a:pt x="4879" y="79375"/>
                  <a:pt x="3035" y="75932"/>
                  <a:pt x="1821" y="71881"/>
                </a:cubicBezTo>
                <a:cubicBezTo>
                  <a:pt x="607" y="67830"/>
                  <a:pt x="0" y="63238"/>
                  <a:pt x="0" y="58107"/>
                </a:cubicBezTo>
                <a:cubicBezTo>
                  <a:pt x="0" y="53156"/>
                  <a:pt x="641" y="48599"/>
                  <a:pt x="1922" y="44436"/>
                </a:cubicBezTo>
                <a:cubicBezTo>
                  <a:pt x="3204" y="40272"/>
                  <a:pt x="5137" y="36683"/>
                  <a:pt x="7723" y="33667"/>
                </a:cubicBezTo>
                <a:cubicBezTo>
                  <a:pt x="10308" y="30650"/>
                  <a:pt x="13535" y="28309"/>
                  <a:pt x="17402" y="26644"/>
                </a:cubicBezTo>
                <a:cubicBezTo>
                  <a:pt x="21269" y="24979"/>
                  <a:pt x="25788" y="24146"/>
                  <a:pt x="30959" y="24146"/>
                </a:cubicBezTo>
                <a:cubicBezTo>
                  <a:pt x="35950" y="24146"/>
                  <a:pt x="40300" y="24889"/>
                  <a:pt x="44010" y="26374"/>
                </a:cubicBezTo>
                <a:cubicBezTo>
                  <a:pt x="47720" y="27860"/>
                  <a:pt x="50811" y="30020"/>
                  <a:pt x="53284" y="32856"/>
                </a:cubicBezTo>
                <a:cubicBezTo>
                  <a:pt x="55757" y="35691"/>
                  <a:pt x="57612" y="39135"/>
                  <a:pt x="58849" y="43186"/>
                </a:cubicBezTo>
                <a:cubicBezTo>
                  <a:pt x="60085" y="47237"/>
                  <a:pt x="60703" y="51806"/>
                  <a:pt x="60703" y="56893"/>
                </a:cubicBezTo>
                <a:moveTo>
                  <a:pt x="48967" y="57634"/>
                </a:moveTo>
                <a:cubicBezTo>
                  <a:pt x="48967" y="54348"/>
                  <a:pt x="48664" y="51241"/>
                  <a:pt x="48057" y="48314"/>
                </a:cubicBezTo>
                <a:cubicBezTo>
                  <a:pt x="47450" y="45387"/>
                  <a:pt x="46449" y="42820"/>
                  <a:pt x="45055" y="40614"/>
                </a:cubicBezTo>
                <a:cubicBezTo>
                  <a:pt x="43661" y="38408"/>
                  <a:pt x="41773" y="36664"/>
                  <a:pt x="39390" y="35381"/>
                </a:cubicBezTo>
                <a:cubicBezTo>
                  <a:pt x="37007" y="34096"/>
                  <a:pt x="34039" y="33454"/>
                  <a:pt x="30487" y="33454"/>
                </a:cubicBezTo>
                <a:cubicBezTo>
                  <a:pt x="27204" y="33454"/>
                  <a:pt x="24383" y="34040"/>
                  <a:pt x="22022" y="35210"/>
                </a:cubicBezTo>
                <a:cubicBezTo>
                  <a:pt x="19661" y="36381"/>
                  <a:pt x="17716" y="38036"/>
                  <a:pt x="16188" y="40176"/>
                </a:cubicBezTo>
                <a:cubicBezTo>
                  <a:pt x="14659" y="42315"/>
                  <a:pt x="13523" y="44847"/>
                  <a:pt x="12781" y="47774"/>
                </a:cubicBezTo>
                <a:cubicBezTo>
                  <a:pt x="12039" y="50700"/>
                  <a:pt x="11669" y="53897"/>
                  <a:pt x="11669" y="57365"/>
                </a:cubicBezTo>
                <a:cubicBezTo>
                  <a:pt x="11669" y="60696"/>
                  <a:pt x="11972" y="63826"/>
                  <a:pt x="12579" y="66753"/>
                </a:cubicBezTo>
                <a:cubicBezTo>
                  <a:pt x="13186" y="69680"/>
                  <a:pt x="14198" y="72235"/>
                  <a:pt x="15614" y="74419"/>
                </a:cubicBezTo>
                <a:cubicBezTo>
                  <a:pt x="17031" y="76602"/>
                  <a:pt x="18930" y="78336"/>
                  <a:pt x="21314" y="79620"/>
                </a:cubicBezTo>
                <a:cubicBezTo>
                  <a:pt x="23697" y="80903"/>
                  <a:pt x="26665" y="81545"/>
                  <a:pt x="30217" y="81545"/>
                </a:cubicBezTo>
                <a:cubicBezTo>
                  <a:pt x="33454" y="81545"/>
                  <a:pt x="36265" y="80960"/>
                  <a:pt x="38648" y="79789"/>
                </a:cubicBezTo>
                <a:cubicBezTo>
                  <a:pt x="41031" y="78619"/>
                  <a:pt x="42987" y="76975"/>
                  <a:pt x="44516" y="74859"/>
                </a:cubicBezTo>
                <a:cubicBezTo>
                  <a:pt x="46045" y="72741"/>
                  <a:pt x="47169" y="70220"/>
                  <a:pt x="47888" y="67294"/>
                </a:cubicBezTo>
                <a:cubicBezTo>
                  <a:pt x="48608" y="64367"/>
                  <a:pt x="48967" y="61147"/>
                  <a:pt x="48967" y="57634"/>
                </a:cubicBezTo>
                <a:close/>
                <a:moveTo>
                  <a:pt x="132892" y="56623"/>
                </a:moveTo>
                <a:cubicBezTo>
                  <a:pt x="132892" y="61933"/>
                  <a:pt x="132319" y="66703"/>
                  <a:pt x="131172" y="70934"/>
                </a:cubicBezTo>
                <a:cubicBezTo>
                  <a:pt x="130026" y="75165"/>
                  <a:pt x="128340" y="78756"/>
                  <a:pt x="126114" y="81705"/>
                </a:cubicBezTo>
                <a:cubicBezTo>
                  <a:pt x="123888" y="84653"/>
                  <a:pt x="121134" y="86926"/>
                  <a:pt x="117851" y="88524"/>
                </a:cubicBezTo>
                <a:cubicBezTo>
                  <a:pt x="114569" y="90121"/>
                  <a:pt x="110814" y="90920"/>
                  <a:pt x="106587" y="90920"/>
                </a:cubicBezTo>
                <a:cubicBezTo>
                  <a:pt x="104789" y="90920"/>
                  <a:pt x="103125" y="90740"/>
                  <a:pt x="101596" y="90381"/>
                </a:cubicBezTo>
                <a:cubicBezTo>
                  <a:pt x="100067" y="90021"/>
                  <a:pt x="98572" y="89459"/>
                  <a:pt x="97111" y="88694"/>
                </a:cubicBezTo>
                <a:cubicBezTo>
                  <a:pt x="95650" y="87929"/>
                  <a:pt x="94200" y="86960"/>
                  <a:pt x="92761" y="85790"/>
                </a:cubicBezTo>
                <a:cubicBezTo>
                  <a:pt x="91322" y="84619"/>
                  <a:pt x="89793" y="83246"/>
                  <a:pt x="88174" y="81671"/>
                </a:cubicBezTo>
                <a:lnTo>
                  <a:pt x="88174" y="111968"/>
                </a:lnTo>
                <a:cubicBezTo>
                  <a:pt x="88174" y="112326"/>
                  <a:pt x="88084" y="112641"/>
                  <a:pt x="87904" y="112910"/>
                </a:cubicBezTo>
                <a:cubicBezTo>
                  <a:pt x="87724" y="113180"/>
                  <a:pt x="87432" y="113404"/>
                  <a:pt x="87028" y="113583"/>
                </a:cubicBezTo>
                <a:cubicBezTo>
                  <a:pt x="86623" y="113763"/>
                  <a:pt x="86061" y="113897"/>
                  <a:pt x="85341" y="113987"/>
                </a:cubicBezTo>
                <a:cubicBezTo>
                  <a:pt x="84622" y="114077"/>
                  <a:pt x="83700" y="114122"/>
                  <a:pt x="82576" y="114122"/>
                </a:cubicBezTo>
                <a:cubicBezTo>
                  <a:pt x="81497" y="114122"/>
                  <a:pt x="80597" y="114077"/>
                  <a:pt x="79878" y="113987"/>
                </a:cubicBezTo>
                <a:cubicBezTo>
                  <a:pt x="79159" y="113897"/>
                  <a:pt x="78585" y="113763"/>
                  <a:pt x="78158" y="113583"/>
                </a:cubicBezTo>
                <a:cubicBezTo>
                  <a:pt x="77731" y="113403"/>
                  <a:pt x="77439" y="113178"/>
                  <a:pt x="77281" y="112908"/>
                </a:cubicBezTo>
                <a:cubicBezTo>
                  <a:pt x="77124" y="112638"/>
                  <a:pt x="77045" y="112324"/>
                  <a:pt x="77045" y="111964"/>
                </a:cubicBezTo>
                <a:lnTo>
                  <a:pt x="77045" y="27182"/>
                </a:lnTo>
                <a:cubicBezTo>
                  <a:pt x="77045" y="26777"/>
                  <a:pt x="77113" y="26451"/>
                  <a:pt x="77248" y="26204"/>
                </a:cubicBezTo>
                <a:cubicBezTo>
                  <a:pt x="77382" y="25956"/>
                  <a:pt x="77652" y="25743"/>
                  <a:pt x="78057" y="25563"/>
                </a:cubicBezTo>
                <a:cubicBezTo>
                  <a:pt x="78462" y="25383"/>
                  <a:pt x="78979" y="25259"/>
                  <a:pt x="79608" y="25192"/>
                </a:cubicBezTo>
                <a:cubicBezTo>
                  <a:pt x="80238" y="25124"/>
                  <a:pt x="81002" y="25091"/>
                  <a:pt x="81901" y="25091"/>
                </a:cubicBezTo>
                <a:cubicBezTo>
                  <a:pt x="82846" y="25091"/>
                  <a:pt x="83621" y="25124"/>
                  <a:pt x="84228" y="25192"/>
                </a:cubicBezTo>
                <a:cubicBezTo>
                  <a:pt x="84835" y="25259"/>
                  <a:pt x="85341" y="25383"/>
                  <a:pt x="85746" y="25563"/>
                </a:cubicBezTo>
                <a:cubicBezTo>
                  <a:pt x="86151" y="25743"/>
                  <a:pt x="86432" y="25957"/>
                  <a:pt x="86589" y="26206"/>
                </a:cubicBezTo>
                <a:cubicBezTo>
                  <a:pt x="86746" y="26453"/>
                  <a:pt x="86825" y="26779"/>
                  <a:pt x="86825" y="27184"/>
                </a:cubicBezTo>
                <a:lnTo>
                  <a:pt x="86825" y="35353"/>
                </a:lnTo>
                <a:cubicBezTo>
                  <a:pt x="88669" y="33463"/>
                  <a:pt x="90445" y="31821"/>
                  <a:pt x="92154" y="30425"/>
                </a:cubicBezTo>
                <a:cubicBezTo>
                  <a:pt x="93862" y="29030"/>
                  <a:pt x="95582" y="27872"/>
                  <a:pt x="97313" y="26950"/>
                </a:cubicBezTo>
                <a:cubicBezTo>
                  <a:pt x="99045" y="26027"/>
                  <a:pt x="100821" y="25329"/>
                  <a:pt x="102642" y="24857"/>
                </a:cubicBezTo>
                <a:cubicBezTo>
                  <a:pt x="104463" y="24383"/>
                  <a:pt x="106385" y="24146"/>
                  <a:pt x="108409" y="24146"/>
                </a:cubicBezTo>
                <a:cubicBezTo>
                  <a:pt x="112815" y="24146"/>
                  <a:pt x="116570" y="25001"/>
                  <a:pt x="119672" y="26712"/>
                </a:cubicBezTo>
                <a:cubicBezTo>
                  <a:pt x="122775" y="28422"/>
                  <a:pt x="125304" y="30763"/>
                  <a:pt x="127260" y="33735"/>
                </a:cubicBezTo>
                <a:cubicBezTo>
                  <a:pt x="129216" y="36705"/>
                  <a:pt x="130644" y="40160"/>
                  <a:pt x="131543" y="44098"/>
                </a:cubicBezTo>
                <a:cubicBezTo>
                  <a:pt x="132443" y="48036"/>
                  <a:pt x="132892" y="52210"/>
                  <a:pt x="132892" y="56623"/>
                </a:cubicBezTo>
                <a:moveTo>
                  <a:pt x="121156" y="57904"/>
                </a:moveTo>
                <a:cubicBezTo>
                  <a:pt x="121156" y="54797"/>
                  <a:pt x="120920" y="51792"/>
                  <a:pt x="120448" y="48887"/>
                </a:cubicBezTo>
                <a:cubicBezTo>
                  <a:pt x="119976" y="45983"/>
                  <a:pt x="119167" y="43405"/>
                  <a:pt x="118020" y="41154"/>
                </a:cubicBezTo>
                <a:cubicBezTo>
                  <a:pt x="116873" y="38903"/>
                  <a:pt x="115333" y="37102"/>
                  <a:pt x="113400" y="35752"/>
                </a:cubicBezTo>
                <a:cubicBezTo>
                  <a:pt x="111466" y="34400"/>
                  <a:pt x="109061" y="33724"/>
                  <a:pt x="106183" y="33724"/>
                </a:cubicBezTo>
                <a:cubicBezTo>
                  <a:pt x="104744" y="33724"/>
                  <a:pt x="103327" y="33938"/>
                  <a:pt x="101934" y="34367"/>
                </a:cubicBezTo>
                <a:cubicBezTo>
                  <a:pt x="100540" y="34794"/>
                  <a:pt x="99123" y="35469"/>
                  <a:pt x="97684" y="36392"/>
                </a:cubicBezTo>
                <a:cubicBezTo>
                  <a:pt x="96245" y="37316"/>
                  <a:pt x="94739" y="38532"/>
                  <a:pt x="93165" y="40041"/>
                </a:cubicBezTo>
                <a:cubicBezTo>
                  <a:pt x="91592" y="41550"/>
                  <a:pt x="89928" y="43409"/>
                  <a:pt x="88174" y="45616"/>
                </a:cubicBezTo>
                <a:lnTo>
                  <a:pt x="88174" y="69788"/>
                </a:lnTo>
                <a:cubicBezTo>
                  <a:pt x="91232" y="73527"/>
                  <a:pt x="94132" y="76388"/>
                  <a:pt x="96875" y="78371"/>
                </a:cubicBezTo>
                <a:cubicBezTo>
                  <a:pt x="99618" y="80352"/>
                  <a:pt x="102496" y="81342"/>
                  <a:pt x="105508" y="81342"/>
                </a:cubicBezTo>
                <a:cubicBezTo>
                  <a:pt x="108296" y="81342"/>
                  <a:pt x="110691" y="80667"/>
                  <a:pt x="112692" y="79317"/>
                </a:cubicBezTo>
                <a:cubicBezTo>
                  <a:pt x="114693" y="77965"/>
                  <a:pt x="116311" y="76164"/>
                  <a:pt x="117548" y="73913"/>
                </a:cubicBezTo>
                <a:cubicBezTo>
                  <a:pt x="118784" y="71662"/>
                  <a:pt x="119695" y="69140"/>
                  <a:pt x="120279" y="66348"/>
                </a:cubicBezTo>
                <a:cubicBezTo>
                  <a:pt x="120864" y="63556"/>
                  <a:pt x="121156" y="60741"/>
                  <a:pt x="121156" y="57904"/>
                </a:cubicBezTo>
                <a:close/>
                <a:moveTo>
                  <a:pt x="181131" y="83501"/>
                </a:moveTo>
                <a:cubicBezTo>
                  <a:pt x="181131" y="84805"/>
                  <a:pt x="181041" y="85839"/>
                  <a:pt x="180861" y="86603"/>
                </a:cubicBezTo>
                <a:cubicBezTo>
                  <a:pt x="180681" y="87368"/>
                  <a:pt x="180411" y="87930"/>
                  <a:pt x="180052" y="88290"/>
                </a:cubicBezTo>
                <a:cubicBezTo>
                  <a:pt x="179692" y="88649"/>
                  <a:pt x="179152" y="88987"/>
                  <a:pt x="178433" y="89301"/>
                </a:cubicBezTo>
                <a:cubicBezTo>
                  <a:pt x="177713" y="89616"/>
                  <a:pt x="176893" y="89875"/>
                  <a:pt x="175971" y="90077"/>
                </a:cubicBezTo>
                <a:cubicBezTo>
                  <a:pt x="175049" y="90279"/>
                  <a:pt x="174071" y="90448"/>
                  <a:pt x="173037" y="90583"/>
                </a:cubicBezTo>
                <a:cubicBezTo>
                  <a:pt x="172003" y="90718"/>
                  <a:pt x="170969" y="90785"/>
                  <a:pt x="169934" y="90785"/>
                </a:cubicBezTo>
                <a:cubicBezTo>
                  <a:pt x="166787" y="90785"/>
                  <a:pt x="164089" y="90369"/>
                  <a:pt x="161841" y="89535"/>
                </a:cubicBezTo>
                <a:cubicBezTo>
                  <a:pt x="159592" y="88701"/>
                  <a:pt x="157749" y="87438"/>
                  <a:pt x="156310" y="85748"/>
                </a:cubicBezTo>
                <a:cubicBezTo>
                  <a:pt x="154871" y="84057"/>
                  <a:pt x="153826" y="81916"/>
                  <a:pt x="153174" y="79325"/>
                </a:cubicBezTo>
                <a:cubicBezTo>
                  <a:pt x="152522" y="76734"/>
                  <a:pt x="152196" y="73681"/>
                  <a:pt x="152196" y="70165"/>
                </a:cubicBezTo>
                <a:lnTo>
                  <a:pt x="152196" y="34601"/>
                </a:lnTo>
                <a:lnTo>
                  <a:pt x="143697" y="34601"/>
                </a:lnTo>
                <a:cubicBezTo>
                  <a:pt x="143023" y="34601"/>
                  <a:pt x="142483" y="34241"/>
                  <a:pt x="142078" y="33522"/>
                </a:cubicBezTo>
                <a:cubicBezTo>
                  <a:pt x="141674" y="32802"/>
                  <a:pt x="141471" y="31633"/>
                  <a:pt x="141471" y="30014"/>
                </a:cubicBezTo>
                <a:cubicBezTo>
                  <a:pt x="141471" y="29160"/>
                  <a:pt x="141528" y="28441"/>
                  <a:pt x="141640" y="27856"/>
                </a:cubicBezTo>
                <a:cubicBezTo>
                  <a:pt x="141752" y="27272"/>
                  <a:pt x="141899" y="26788"/>
                  <a:pt x="142078" y="26406"/>
                </a:cubicBezTo>
                <a:cubicBezTo>
                  <a:pt x="142258" y="26024"/>
                  <a:pt x="142494" y="25754"/>
                  <a:pt x="142787" y="25597"/>
                </a:cubicBezTo>
                <a:cubicBezTo>
                  <a:pt x="143079" y="25439"/>
                  <a:pt x="143405" y="25361"/>
                  <a:pt x="143765" y="25361"/>
                </a:cubicBezTo>
                <a:lnTo>
                  <a:pt x="152196" y="25361"/>
                </a:lnTo>
                <a:lnTo>
                  <a:pt x="152196" y="10927"/>
                </a:lnTo>
                <a:cubicBezTo>
                  <a:pt x="152196" y="10612"/>
                  <a:pt x="152274" y="10320"/>
                  <a:pt x="152432" y="10050"/>
                </a:cubicBezTo>
                <a:cubicBezTo>
                  <a:pt x="152589" y="9780"/>
                  <a:pt x="152881" y="9544"/>
                  <a:pt x="153308" y="9342"/>
                </a:cubicBezTo>
                <a:cubicBezTo>
                  <a:pt x="153736" y="9139"/>
                  <a:pt x="154309" y="8993"/>
                  <a:pt x="155028" y="8903"/>
                </a:cubicBezTo>
                <a:cubicBezTo>
                  <a:pt x="155748" y="8813"/>
                  <a:pt x="156647" y="8768"/>
                  <a:pt x="157726" y="8768"/>
                </a:cubicBezTo>
                <a:cubicBezTo>
                  <a:pt x="158850" y="8768"/>
                  <a:pt x="159772" y="8813"/>
                  <a:pt x="160492" y="8903"/>
                </a:cubicBezTo>
                <a:cubicBezTo>
                  <a:pt x="161211" y="8993"/>
                  <a:pt x="161773" y="9139"/>
                  <a:pt x="162178" y="9342"/>
                </a:cubicBezTo>
                <a:cubicBezTo>
                  <a:pt x="162583" y="9544"/>
                  <a:pt x="162875" y="9780"/>
                  <a:pt x="163055" y="10050"/>
                </a:cubicBezTo>
                <a:cubicBezTo>
                  <a:pt x="163235" y="10320"/>
                  <a:pt x="163325" y="10612"/>
                  <a:pt x="163325" y="10927"/>
                </a:cubicBezTo>
                <a:lnTo>
                  <a:pt x="163325" y="25361"/>
                </a:lnTo>
                <a:lnTo>
                  <a:pt x="178905" y="25361"/>
                </a:lnTo>
                <a:cubicBezTo>
                  <a:pt x="179265" y="25361"/>
                  <a:pt x="179580" y="25439"/>
                  <a:pt x="179849" y="25597"/>
                </a:cubicBezTo>
                <a:cubicBezTo>
                  <a:pt x="180119" y="25754"/>
                  <a:pt x="180355" y="26024"/>
                  <a:pt x="180558" y="26406"/>
                </a:cubicBezTo>
                <a:cubicBezTo>
                  <a:pt x="180760" y="26788"/>
                  <a:pt x="180906" y="27272"/>
                  <a:pt x="180996" y="27856"/>
                </a:cubicBezTo>
                <a:cubicBezTo>
                  <a:pt x="181086" y="28441"/>
                  <a:pt x="181131" y="29160"/>
                  <a:pt x="181131" y="30014"/>
                </a:cubicBezTo>
                <a:cubicBezTo>
                  <a:pt x="181131" y="31633"/>
                  <a:pt x="180929" y="32802"/>
                  <a:pt x="180524" y="33522"/>
                </a:cubicBezTo>
                <a:cubicBezTo>
                  <a:pt x="180119" y="34241"/>
                  <a:pt x="179580" y="34601"/>
                  <a:pt x="178905" y="34601"/>
                </a:cubicBezTo>
                <a:lnTo>
                  <a:pt x="163325" y="34601"/>
                </a:lnTo>
                <a:lnTo>
                  <a:pt x="163325" y="68559"/>
                </a:lnTo>
                <a:cubicBezTo>
                  <a:pt x="163325" y="72752"/>
                  <a:pt x="163943" y="75920"/>
                  <a:pt x="165179" y="78063"/>
                </a:cubicBezTo>
                <a:cubicBezTo>
                  <a:pt x="166416" y="80204"/>
                  <a:pt x="168630" y="81275"/>
                  <a:pt x="171823" y="81275"/>
                </a:cubicBezTo>
                <a:cubicBezTo>
                  <a:pt x="172857" y="81275"/>
                  <a:pt x="173779" y="81174"/>
                  <a:pt x="174588" y="80972"/>
                </a:cubicBezTo>
                <a:cubicBezTo>
                  <a:pt x="175398" y="80769"/>
                  <a:pt x="176117" y="80556"/>
                  <a:pt x="176747" y="80331"/>
                </a:cubicBezTo>
                <a:cubicBezTo>
                  <a:pt x="177376" y="80106"/>
                  <a:pt x="177916" y="79892"/>
                  <a:pt x="178365" y="79690"/>
                </a:cubicBezTo>
                <a:cubicBezTo>
                  <a:pt x="178815" y="79488"/>
                  <a:pt x="179220" y="79386"/>
                  <a:pt x="179580" y="79386"/>
                </a:cubicBezTo>
                <a:cubicBezTo>
                  <a:pt x="179804" y="79386"/>
                  <a:pt x="180018" y="79443"/>
                  <a:pt x="180220" y="79555"/>
                </a:cubicBezTo>
                <a:cubicBezTo>
                  <a:pt x="180423" y="79668"/>
                  <a:pt x="180580" y="79881"/>
                  <a:pt x="180692" y="80196"/>
                </a:cubicBezTo>
                <a:cubicBezTo>
                  <a:pt x="180805" y="80511"/>
                  <a:pt x="180906" y="80938"/>
                  <a:pt x="180996" y="81477"/>
                </a:cubicBezTo>
                <a:cubicBezTo>
                  <a:pt x="181086" y="82017"/>
                  <a:pt x="181131" y="82691"/>
                  <a:pt x="181131" y="83501"/>
                </a:cubicBezTo>
                <a:close/>
                <a:moveTo>
                  <a:pt x="206416" y="87885"/>
                </a:moveTo>
                <a:cubicBezTo>
                  <a:pt x="206416" y="88245"/>
                  <a:pt x="206326" y="88548"/>
                  <a:pt x="206146" y="88796"/>
                </a:cubicBezTo>
                <a:cubicBezTo>
                  <a:pt x="205966" y="89043"/>
                  <a:pt x="205674" y="89256"/>
                  <a:pt x="205269" y="89436"/>
                </a:cubicBezTo>
                <a:cubicBezTo>
                  <a:pt x="204864" y="89616"/>
                  <a:pt x="204302" y="89751"/>
                  <a:pt x="203583" y="89841"/>
                </a:cubicBezTo>
                <a:cubicBezTo>
                  <a:pt x="202864" y="89931"/>
                  <a:pt x="201942" y="89976"/>
                  <a:pt x="200818" y="89976"/>
                </a:cubicBezTo>
                <a:cubicBezTo>
                  <a:pt x="199738" y="89976"/>
                  <a:pt x="198839" y="89931"/>
                  <a:pt x="198120" y="89841"/>
                </a:cubicBezTo>
                <a:cubicBezTo>
                  <a:pt x="197400" y="89751"/>
                  <a:pt x="196827" y="89616"/>
                  <a:pt x="196400" y="89436"/>
                </a:cubicBezTo>
                <a:cubicBezTo>
                  <a:pt x="195973" y="89256"/>
                  <a:pt x="195680" y="89043"/>
                  <a:pt x="195523" y="88796"/>
                </a:cubicBezTo>
                <a:cubicBezTo>
                  <a:pt x="195366" y="88548"/>
                  <a:pt x="195287" y="88245"/>
                  <a:pt x="195287" y="87885"/>
                </a:cubicBezTo>
                <a:lnTo>
                  <a:pt x="195287" y="27182"/>
                </a:lnTo>
                <a:cubicBezTo>
                  <a:pt x="195287" y="26867"/>
                  <a:pt x="195366" y="26575"/>
                  <a:pt x="195523" y="26305"/>
                </a:cubicBezTo>
                <a:cubicBezTo>
                  <a:pt x="195680" y="26035"/>
                  <a:pt x="195973" y="25810"/>
                  <a:pt x="196400" y="25630"/>
                </a:cubicBezTo>
                <a:cubicBezTo>
                  <a:pt x="196827" y="25450"/>
                  <a:pt x="197400" y="25316"/>
                  <a:pt x="198120" y="25226"/>
                </a:cubicBezTo>
                <a:cubicBezTo>
                  <a:pt x="198839" y="25136"/>
                  <a:pt x="199738" y="25091"/>
                  <a:pt x="200818" y="25091"/>
                </a:cubicBezTo>
                <a:cubicBezTo>
                  <a:pt x="201942" y="25091"/>
                  <a:pt x="202864" y="25136"/>
                  <a:pt x="203583" y="25226"/>
                </a:cubicBezTo>
                <a:cubicBezTo>
                  <a:pt x="204302" y="25316"/>
                  <a:pt x="204864" y="25450"/>
                  <a:pt x="205269" y="25630"/>
                </a:cubicBezTo>
                <a:cubicBezTo>
                  <a:pt x="205674" y="25810"/>
                  <a:pt x="205966" y="26035"/>
                  <a:pt x="206146" y="26305"/>
                </a:cubicBezTo>
                <a:cubicBezTo>
                  <a:pt x="206326" y="26575"/>
                  <a:pt x="206416" y="26867"/>
                  <a:pt x="206416" y="27182"/>
                </a:cubicBezTo>
                <a:lnTo>
                  <a:pt x="206416" y="87885"/>
                </a:lnTo>
                <a:moveTo>
                  <a:pt x="207697" y="6610"/>
                </a:moveTo>
                <a:cubicBezTo>
                  <a:pt x="207697" y="9218"/>
                  <a:pt x="207203" y="10994"/>
                  <a:pt x="206213" y="11938"/>
                </a:cubicBezTo>
                <a:cubicBezTo>
                  <a:pt x="205224" y="12883"/>
                  <a:pt x="203403" y="13355"/>
                  <a:pt x="200750" y="13355"/>
                </a:cubicBezTo>
                <a:cubicBezTo>
                  <a:pt x="198142" y="13355"/>
                  <a:pt x="196355" y="12894"/>
                  <a:pt x="195388" y="11972"/>
                </a:cubicBezTo>
                <a:cubicBezTo>
                  <a:pt x="194421" y="11050"/>
                  <a:pt x="193938" y="9308"/>
                  <a:pt x="193938" y="6745"/>
                </a:cubicBezTo>
                <a:cubicBezTo>
                  <a:pt x="193938" y="4137"/>
                  <a:pt x="194432" y="2361"/>
                  <a:pt x="195422" y="1416"/>
                </a:cubicBezTo>
                <a:cubicBezTo>
                  <a:pt x="196411" y="472"/>
                  <a:pt x="198232" y="0"/>
                  <a:pt x="200885" y="0"/>
                </a:cubicBezTo>
                <a:cubicBezTo>
                  <a:pt x="203493" y="0"/>
                  <a:pt x="205280" y="461"/>
                  <a:pt x="206247" y="1383"/>
                </a:cubicBezTo>
                <a:cubicBezTo>
                  <a:pt x="207214" y="2304"/>
                  <a:pt x="207697" y="4047"/>
                  <a:pt x="207697" y="6610"/>
                </a:cubicBezTo>
                <a:close/>
                <a:moveTo>
                  <a:pt x="283512" y="56893"/>
                </a:moveTo>
                <a:cubicBezTo>
                  <a:pt x="283512" y="61843"/>
                  <a:pt x="282860" y="66400"/>
                  <a:pt x="281556" y="70563"/>
                </a:cubicBezTo>
                <a:cubicBezTo>
                  <a:pt x="280252" y="74727"/>
                  <a:pt x="278307" y="78317"/>
                  <a:pt x="275722" y="81334"/>
                </a:cubicBezTo>
                <a:cubicBezTo>
                  <a:pt x="273136" y="84350"/>
                  <a:pt x="269899" y="86701"/>
                  <a:pt x="266009" y="88389"/>
                </a:cubicBezTo>
                <a:cubicBezTo>
                  <a:pt x="262120" y="90076"/>
                  <a:pt x="257612" y="90920"/>
                  <a:pt x="252486" y="90920"/>
                </a:cubicBezTo>
                <a:cubicBezTo>
                  <a:pt x="247495" y="90920"/>
                  <a:pt x="243144" y="90177"/>
                  <a:pt x="239435" y="88692"/>
                </a:cubicBezTo>
                <a:cubicBezTo>
                  <a:pt x="235725" y="87207"/>
                  <a:pt x="232634" y="85047"/>
                  <a:pt x="230161" y="82211"/>
                </a:cubicBezTo>
                <a:cubicBezTo>
                  <a:pt x="227687" y="79375"/>
                  <a:pt x="225844" y="75932"/>
                  <a:pt x="224630" y="71881"/>
                </a:cubicBezTo>
                <a:cubicBezTo>
                  <a:pt x="223416" y="67830"/>
                  <a:pt x="222809" y="63238"/>
                  <a:pt x="222809" y="58107"/>
                </a:cubicBezTo>
                <a:cubicBezTo>
                  <a:pt x="222809" y="53156"/>
                  <a:pt x="223449" y="48599"/>
                  <a:pt x="224731" y="44436"/>
                </a:cubicBezTo>
                <a:cubicBezTo>
                  <a:pt x="226012" y="40272"/>
                  <a:pt x="227946" y="36683"/>
                  <a:pt x="230532" y="33667"/>
                </a:cubicBezTo>
                <a:cubicBezTo>
                  <a:pt x="233117" y="30650"/>
                  <a:pt x="236343" y="28309"/>
                  <a:pt x="240210" y="26644"/>
                </a:cubicBezTo>
                <a:cubicBezTo>
                  <a:pt x="244077" y="24979"/>
                  <a:pt x="248596" y="24146"/>
                  <a:pt x="253767" y="24146"/>
                </a:cubicBezTo>
                <a:cubicBezTo>
                  <a:pt x="258759" y="24146"/>
                  <a:pt x="263109" y="24889"/>
                  <a:pt x="266819" y="26374"/>
                </a:cubicBezTo>
                <a:cubicBezTo>
                  <a:pt x="270528" y="27860"/>
                  <a:pt x="273620" y="30020"/>
                  <a:pt x="276093" y="32856"/>
                </a:cubicBezTo>
                <a:cubicBezTo>
                  <a:pt x="278566" y="35691"/>
                  <a:pt x="280421" y="39135"/>
                  <a:pt x="281657" y="43186"/>
                </a:cubicBezTo>
                <a:cubicBezTo>
                  <a:pt x="282894" y="47237"/>
                  <a:pt x="283512" y="51806"/>
                  <a:pt x="283512" y="56893"/>
                </a:cubicBezTo>
                <a:moveTo>
                  <a:pt x="271776" y="57634"/>
                </a:moveTo>
                <a:cubicBezTo>
                  <a:pt x="271776" y="54348"/>
                  <a:pt x="271473" y="51241"/>
                  <a:pt x="270866" y="48314"/>
                </a:cubicBezTo>
                <a:cubicBezTo>
                  <a:pt x="270258" y="45387"/>
                  <a:pt x="269258" y="42820"/>
                  <a:pt x="267864" y="40614"/>
                </a:cubicBezTo>
                <a:cubicBezTo>
                  <a:pt x="266470" y="38408"/>
                  <a:pt x="264582" y="36664"/>
                  <a:pt x="262198" y="35381"/>
                </a:cubicBezTo>
                <a:cubicBezTo>
                  <a:pt x="259815" y="34096"/>
                  <a:pt x="256848" y="33454"/>
                  <a:pt x="253295" y="33454"/>
                </a:cubicBezTo>
                <a:cubicBezTo>
                  <a:pt x="250013" y="33454"/>
                  <a:pt x="247191" y="34040"/>
                  <a:pt x="244831" y="35210"/>
                </a:cubicBezTo>
                <a:cubicBezTo>
                  <a:pt x="242470" y="36381"/>
                  <a:pt x="240525" y="38036"/>
                  <a:pt x="238996" y="40176"/>
                </a:cubicBezTo>
                <a:cubicBezTo>
                  <a:pt x="237467" y="42315"/>
                  <a:pt x="236332" y="44847"/>
                  <a:pt x="235590" y="47774"/>
                </a:cubicBezTo>
                <a:cubicBezTo>
                  <a:pt x="234848" y="50700"/>
                  <a:pt x="234477" y="53897"/>
                  <a:pt x="234477" y="57365"/>
                </a:cubicBezTo>
                <a:cubicBezTo>
                  <a:pt x="234477" y="60696"/>
                  <a:pt x="234781" y="63826"/>
                  <a:pt x="235388" y="66753"/>
                </a:cubicBezTo>
                <a:cubicBezTo>
                  <a:pt x="235995" y="69680"/>
                  <a:pt x="237007" y="72235"/>
                  <a:pt x="238423" y="74419"/>
                </a:cubicBezTo>
                <a:cubicBezTo>
                  <a:pt x="239839" y="76602"/>
                  <a:pt x="241739" y="78336"/>
                  <a:pt x="244122" y="79620"/>
                </a:cubicBezTo>
                <a:cubicBezTo>
                  <a:pt x="246505" y="80903"/>
                  <a:pt x="249473" y="81545"/>
                  <a:pt x="253025" y="81545"/>
                </a:cubicBezTo>
                <a:cubicBezTo>
                  <a:pt x="256263" y="81545"/>
                  <a:pt x="259073" y="80960"/>
                  <a:pt x="261457" y="79789"/>
                </a:cubicBezTo>
                <a:cubicBezTo>
                  <a:pt x="263840" y="78619"/>
                  <a:pt x="265796" y="76975"/>
                  <a:pt x="267324" y="74859"/>
                </a:cubicBezTo>
                <a:cubicBezTo>
                  <a:pt x="268853" y="72741"/>
                  <a:pt x="269977" y="70220"/>
                  <a:pt x="270697" y="67294"/>
                </a:cubicBezTo>
                <a:cubicBezTo>
                  <a:pt x="271416" y="64367"/>
                  <a:pt x="271776" y="61147"/>
                  <a:pt x="271776" y="57634"/>
                </a:cubicBezTo>
                <a:close/>
                <a:moveTo>
                  <a:pt x="352127" y="87885"/>
                </a:moveTo>
                <a:cubicBezTo>
                  <a:pt x="352127" y="88245"/>
                  <a:pt x="352037" y="88548"/>
                  <a:pt x="351857" y="88796"/>
                </a:cubicBezTo>
                <a:cubicBezTo>
                  <a:pt x="351677" y="89043"/>
                  <a:pt x="351385" y="89256"/>
                  <a:pt x="350980" y="89436"/>
                </a:cubicBezTo>
                <a:cubicBezTo>
                  <a:pt x="350575" y="89616"/>
                  <a:pt x="350013" y="89751"/>
                  <a:pt x="349294" y="89841"/>
                </a:cubicBezTo>
                <a:cubicBezTo>
                  <a:pt x="348574" y="89931"/>
                  <a:pt x="347675" y="89976"/>
                  <a:pt x="346596" y="89976"/>
                </a:cubicBezTo>
                <a:cubicBezTo>
                  <a:pt x="345472" y="89976"/>
                  <a:pt x="344550" y="89931"/>
                  <a:pt x="343830" y="89841"/>
                </a:cubicBezTo>
                <a:cubicBezTo>
                  <a:pt x="343111" y="89751"/>
                  <a:pt x="342549" y="89616"/>
                  <a:pt x="342144" y="89436"/>
                </a:cubicBezTo>
                <a:cubicBezTo>
                  <a:pt x="341739" y="89256"/>
                  <a:pt x="341447" y="89043"/>
                  <a:pt x="341267" y="88796"/>
                </a:cubicBezTo>
                <a:cubicBezTo>
                  <a:pt x="341087" y="88548"/>
                  <a:pt x="340998" y="88245"/>
                  <a:pt x="340998" y="87885"/>
                </a:cubicBezTo>
                <a:lnTo>
                  <a:pt x="340998" y="52340"/>
                </a:lnTo>
                <a:cubicBezTo>
                  <a:pt x="340998" y="48877"/>
                  <a:pt x="340728" y="46090"/>
                  <a:pt x="340188" y="43976"/>
                </a:cubicBezTo>
                <a:cubicBezTo>
                  <a:pt x="339649" y="41863"/>
                  <a:pt x="338862" y="40042"/>
                  <a:pt x="337827" y="38513"/>
                </a:cubicBezTo>
                <a:cubicBezTo>
                  <a:pt x="336793" y="36984"/>
                  <a:pt x="335456" y="35815"/>
                  <a:pt x="333814" y="35006"/>
                </a:cubicBezTo>
                <a:cubicBezTo>
                  <a:pt x="332173" y="34196"/>
                  <a:pt x="330273" y="33792"/>
                  <a:pt x="328115" y="33792"/>
                </a:cubicBezTo>
                <a:cubicBezTo>
                  <a:pt x="325327" y="33792"/>
                  <a:pt x="322539" y="34781"/>
                  <a:pt x="319751" y="36759"/>
                </a:cubicBezTo>
                <a:cubicBezTo>
                  <a:pt x="316964" y="38738"/>
                  <a:pt x="314041" y="41638"/>
                  <a:pt x="310983" y="45460"/>
                </a:cubicBezTo>
                <a:lnTo>
                  <a:pt x="310983" y="87885"/>
                </a:lnTo>
                <a:cubicBezTo>
                  <a:pt x="310983" y="88245"/>
                  <a:pt x="310893" y="88548"/>
                  <a:pt x="310713" y="88796"/>
                </a:cubicBezTo>
                <a:cubicBezTo>
                  <a:pt x="310533" y="89043"/>
                  <a:pt x="310241" y="89256"/>
                  <a:pt x="309837" y="89436"/>
                </a:cubicBezTo>
                <a:cubicBezTo>
                  <a:pt x="309432" y="89616"/>
                  <a:pt x="308870" y="89751"/>
                  <a:pt x="308150" y="89841"/>
                </a:cubicBezTo>
                <a:cubicBezTo>
                  <a:pt x="307431" y="89931"/>
                  <a:pt x="306509" y="89976"/>
                  <a:pt x="305385" y="89976"/>
                </a:cubicBezTo>
                <a:cubicBezTo>
                  <a:pt x="304306" y="89976"/>
                  <a:pt x="303406" y="89931"/>
                  <a:pt x="302687" y="89841"/>
                </a:cubicBezTo>
                <a:cubicBezTo>
                  <a:pt x="301968" y="89751"/>
                  <a:pt x="301394" y="89616"/>
                  <a:pt x="300967" y="89436"/>
                </a:cubicBezTo>
                <a:cubicBezTo>
                  <a:pt x="300540" y="89256"/>
                  <a:pt x="300248" y="89043"/>
                  <a:pt x="300090" y="88796"/>
                </a:cubicBezTo>
                <a:cubicBezTo>
                  <a:pt x="299933" y="88548"/>
                  <a:pt x="299854" y="88245"/>
                  <a:pt x="299854" y="87885"/>
                </a:cubicBezTo>
                <a:lnTo>
                  <a:pt x="299854" y="27182"/>
                </a:lnTo>
                <a:cubicBezTo>
                  <a:pt x="299854" y="26822"/>
                  <a:pt x="299922" y="26518"/>
                  <a:pt x="300057" y="26271"/>
                </a:cubicBezTo>
                <a:cubicBezTo>
                  <a:pt x="300191" y="26024"/>
                  <a:pt x="300461" y="25799"/>
                  <a:pt x="300866" y="25597"/>
                </a:cubicBezTo>
                <a:cubicBezTo>
                  <a:pt x="301271" y="25394"/>
                  <a:pt x="301788" y="25259"/>
                  <a:pt x="302417" y="25192"/>
                </a:cubicBezTo>
                <a:cubicBezTo>
                  <a:pt x="303047" y="25124"/>
                  <a:pt x="303879" y="25091"/>
                  <a:pt x="304913" y="25091"/>
                </a:cubicBezTo>
                <a:cubicBezTo>
                  <a:pt x="305902" y="25091"/>
                  <a:pt x="306723" y="25124"/>
                  <a:pt x="307375" y="25192"/>
                </a:cubicBezTo>
                <a:cubicBezTo>
                  <a:pt x="308027" y="25259"/>
                  <a:pt x="308533" y="25394"/>
                  <a:pt x="308892" y="25597"/>
                </a:cubicBezTo>
                <a:cubicBezTo>
                  <a:pt x="309252" y="25799"/>
                  <a:pt x="309511" y="26024"/>
                  <a:pt x="309668" y="26271"/>
                </a:cubicBezTo>
                <a:cubicBezTo>
                  <a:pt x="309825" y="26518"/>
                  <a:pt x="309904" y="26822"/>
                  <a:pt x="309904" y="27182"/>
                </a:cubicBezTo>
                <a:lnTo>
                  <a:pt x="309904" y="35208"/>
                </a:lnTo>
                <a:cubicBezTo>
                  <a:pt x="313321" y="31386"/>
                  <a:pt x="316727" y="28587"/>
                  <a:pt x="320122" y="26811"/>
                </a:cubicBezTo>
                <a:cubicBezTo>
                  <a:pt x="323517" y="25035"/>
                  <a:pt x="326946" y="24146"/>
                  <a:pt x="330408" y="24146"/>
                </a:cubicBezTo>
                <a:cubicBezTo>
                  <a:pt x="334455" y="24146"/>
                  <a:pt x="337861" y="24832"/>
                  <a:pt x="340627" y="26204"/>
                </a:cubicBezTo>
                <a:cubicBezTo>
                  <a:pt x="343392" y="27575"/>
                  <a:pt x="345629" y="29407"/>
                  <a:pt x="347338" y="31701"/>
                </a:cubicBezTo>
                <a:cubicBezTo>
                  <a:pt x="349046" y="33994"/>
                  <a:pt x="350272" y="36681"/>
                  <a:pt x="351014" y="39761"/>
                </a:cubicBezTo>
                <a:cubicBezTo>
                  <a:pt x="351756" y="42841"/>
                  <a:pt x="352127" y="46539"/>
                  <a:pt x="352127" y="50856"/>
                </a:cubicBezTo>
                <a:lnTo>
                  <a:pt x="352127" y="87885"/>
                </a:lnTo>
                <a:close/>
                <a:moveTo>
                  <a:pt x="388832" y="35579"/>
                </a:moveTo>
                <a:cubicBezTo>
                  <a:pt x="388832" y="37025"/>
                  <a:pt x="388731" y="38245"/>
                  <a:pt x="388529" y="39238"/>
                </a:cubicBezTo>
                <a:cubicBezTo>
                  <a:pt x="388326" y="40231"/>
                  <a:pt x="387944" y="41033"/>
                  <a:pt x="387382" y="41643"/>
                </a:cubicBezTo>
                <a:cubicBezTo>
                  <a:pt x="386820" y="42251"/>
                  <a:pt x="386089" y="42680"/>
                  <a:pt x="385190" y="42929"/>
                </a:cubicBezTo>
                <a:cubicBezTo>
                  <a:pt x="384291" y="43177"/>
                  <a:pt x="383144" y="43302"/>
                  <a:pt x="381750" y="43302"/>
                </a:cubicBezTo>
                <a:cubicBezTo>
                  <a:pt x="380311" y="43302"/>
                  <a:pt x="379142" y="43177"/>
                  <a:pt x="378243" y="42929"/>
                </a:cubicBezTo>
                <a:cubicBezTo>
                  <a:pt x="377343" y="42680"/>
                  <a:pt x="376624" y="42251"/>
                  <a:pt x="376084" y="41643"/>
                </a:cubicBezTo>
                <a:cubicBezTo>
                  <a:pt x="375545" y="41033"/>
                  <a:pt x="375174" y="40231"/>
                  <a:pt x="374971" y="39238"/>
                </a:cubicBezTo>
                <a:cubicBezTo>
                  <a:pt x="374769" y="38245"/>
                  <a:pt x="374668" y="37025"/>
                  <a:pt x="374668" y="35579"/>
                </a:cubicBezTo>
                <a:cubicBezTo>
                  <a:pt x="374668" y="34043"/>
                  <a:pt x="374769" y="32767"/>
                  <a:pt x="374971" y="31751"/>
                </a:cubicBezTo>
                <a:cubicBezTo>
                  <a:pt x="375174" y="30735"/>
                  <a:pt x="375545" y="29923"/>
                  <a:pt x="376084" y="29315"/>
                </a:cubicBezTo>
                <a:cubicBezTo>
                  <a:pt x="376624" y="28705"/>
                  <a:pt x="377343" y="28276"/>
                  <a:pt x="378243" y="28027"/>
                </a:cubicBezTo>
                <a:cubicBezTo>
                  <a:pt x="379142" y="27778"/>
                  <a:pt x="380311" y="27654"/>
                  <a:pt x="381750" y="27654"/>
                </a:cubicBezTo>
                <a:cubicBezTo>
                  <a:pt x="383144" y="27654"/>
                  <a:pt x="384291" y="27778"/>
                  <a:pt x="385190" y="28027"/>
                </a:cubicBezTo>
                <a:cubicBezTo>
                  <a:pt x="386089" y="28276"/>
                  <a:pt x="386820" y="28705"/>
                  <a:pt x="387382" y="29315"/>
                </a:cubicBezTo>
                <a:cubicBezTo>
                  <a:pt x="387944" y="29923"/>
                  <a:pt x="388326" y="30735"/>
                  <a:pt x="388529" y="31751"/>
                </a:cubicBezTo>
                <a:cubicBezTo>
                  <a:pt x="388731" y="32767"/>
                  <a:pt x="388832" y="34043"/>
                  <a:pt x="388832" y="35579"/>
                </a:cubicBezTo>
                <a:moveTo>
                  <a:pt x="388832" y="79937"/>
                </a:moveTo>
                <a:cubicBezTo>
                  <a:pt x="388832" y="81333"/>
                  <a:pt x="388765" y="82618"/>
                  <a:pt x="388630" y="83790"/>
                </a:cubicBezTo>
                <a:cubicBezTo>
                  <a:pt x="388495" y="84960"/>
                  <a:pt x="388281" y="86064"/>
                  <a:pt x="387989" y="87101"/>
                </a:cubicBezTo>
                <a:cubicBezTo>
                  <a:pt x="387697" y="88136"/>
                  <a:pt x="387292" y="89161"/>
                  <a:pt x="386775" y="90174"/>
                </a:cubicBezTo>
                <a:cubicBezTo>
                  <a:pt x="386258" y="91189"/>
                  <a:pt x="385617" y="92259"/>
                  <a:pt x="384853" y="93384"/>
                </a:cubicBezTo>
                <a:lnTo>
                  <a:pt x="375680" y="107171"/>
                </a:lnTo>
                <a:cubicBezTo>
                  <a:pt x="375455" y="107532"/>
                  <a:pt x="375196" y="107825"/>
                  <a:pt x="374904" y="108050"/>
                </a:cubicBezTo>
                <a:cubicBezTo>
                  <a:pt x="374612" y="108275"/>
                  <a:pt x="374263" y="108466"/>
                  <a:pt x="373859" y="108623"/>
                </a:cubicBezTo>
                <a:cubicBezTo>
                  <a:pt x="373454" y="108782"/>
                  <a:pt x="372970" y="108906"/>
                  <a:pt x="372408" y="108996"/>
                </a:cubicBezTo>
                <a:cubicBezTo>
                  <a:pt x="371846" y="109086"/>
                  <a:pt x="371161" y="109131"/>
                  <a:pt x="370351" y="109131"/>
                </a:cubicBezTo>
                <a:cubicBezTo>
                  <a:pt x="369587" y="109131"/>
                  <a:pt x="368946" y="109097"/>
                  <a:pt x="368429" y="109030"/>
                </a:cubicBezTo>
                <a:cubicBezTo>
                  <a:pt x="367912" y="108963"/>
                  <a:pt x="367541" y="108838"/>
                  <a:pt x="367316" y="108657"/>
                </a:cubicBezTo>
                <a:cubicBezTo>
                  <a:pt x="367091" y="108477"/>
                  <a:pt x="366968" y="108263"/>
                  <a:pt x="366945" y="108016"/>
                </a:cubicBezTo>
                <a:cubicBezTo>
                  <a:pt x="366923" y="107769"/>
                  <a:pt x="367001" y="107442"/>
                  <a:pt x="367181" y="107036"/>
                </a:cubicBezTo>
                <a:lnTo>
                  <a:pt x="376017" y="88587"/>
                </a:lnTo>
                <a:lnTo>
                  <a:pt x="376017" y="79937"/>
                </a:lnTo>
                <a:cubicBezTo>
                  <a:pt x="376017" y="78720"/>
                  <a:pt x="376152" y="77751"/>
                  <a:pt x="376422" y="77030"/>
                </a:cubicBezTo>
                <a:cubicBezTo>
                  <a:pt x="376691" y="76309"/>
                  <a:pt x="377085" y="75769"/>
                  <a:pt x="377602" y="75409"/>
                </a:cubicBezTo>
                <a:cubicBezTo>
                  <a:pt x="378119" y="75048"/>
                  <a:pt x="378782" y="74800"/>
                  <a:pt x="379592" y="74665"/>
                </a:cubicBezTo>
                <a:cubicBezTo>
                  <a:pt x="380401" y="74530"/>
                  <a:pt x="381368" y="74463"/>
                  <a:pt x="382492" y="74463"/>
                </a:cubicBezTo>
                <a:cubicBezTo>
                  <a:pt x="383571" y="74463"/>
                  <a:pt x="384515" y="74530"/>
                  <a:pt x="385325" y="74665"/>
                </a:cubicBezTo>
                <a:cubicBezTo>
                  <a:pt x="386134" y="74800"/>
                  <a:pt x="386797" y="75048"/>
                  <a:pt x="387314" y="75409"/>
                </a:cubicBezTo>
                <a:cubicBezTo>
                  <a:pt x="387832" y="75769"/>
                  <a:pt x="388214" y="76309"/>
                  <a:pt x="388461" y="77030"/>
                </a:cubicBezTo>
                <a:cubicBezTo>
                  <a:pt x="388708" y="77751"/>
                  <a:pt x="388832" y="78720"/>
                  <a:pt x="388832" y="79937"/>
                </a:cubicBezTo>
                <a:close/>
                <a:moveTo>
                  <a:pt x="530656" y="87885"/>
                </a:moveTo>
                <a:cubicBezTo>
                  <a:pt x="530656" y="88245"/>
                  <a:pt x="530566" y="88548"/>
                  <a:pt x="530386" y="88796"/>
                </a:cubicBezTo>
                <a:cubicBezTo>
                  <a:pt x="530206" y="89043"/>
                  <a:pt x="529914" y="89256"/>
                  <a:pt x="529509" y="89436"/>
                </a:cubicBezTo>
                <a:cubicBezTo>
                  <a:pt x="529105" y="89616"/>
                  <a:pt x="528543" y="89751"/>
                  <a:pt x="527823" y="89841"/>
                </a:cubicBezTo>
                <a:cubicBezTo>
                  <a:pt x="527104" y="89931"/>
                  <a:pt x="526204" y="89976"/>
                  <a:pt x="525125" y="89976"/>
                </a:cubicBezTo>
                <a:cubicBezTo>
                  <a:pt x="524001" y="89976"/>
                  <a:pt x="523079" y="89931"/>
                  <a:pt x="522360" y="89841"/>
                </a:cubicBezTo>
                <a:cubicBezTo>
                  <a:pt x="521640" y="89751"/>
                  <a:pt x="521067" y="89616"/>
                  <a:pt x="520640" y="89436"/>
                </a:cubicBezTo>
                <a:cubicBezTo>
                  <a:pt x="520213" y="89256"/>
                  <a:pt x="519909" y="89043"/>
                  <a:pt x="519729" y="88796"/>
                </a:cubicBezTo>
                <a:cubicBezTo>
                  <a:pt x="519549" y="88548"/>
                  <a:pt x="519460" y="88245"/>
                  <a:pt x="519460" y="87885"/>
                </a:cubicBezTo>
                <a:lnTo>
                  <a:pt x="519460" y="50991"/>
                </a:lnTo>
                <a:cubicBezTo>
                  <a:pt x="519460" y="48428"/>
                  <a:pt x="519235" y="46090"/>
                  <a:pt x="518785" y="43976"/>
                </a:cubicBezTo>
                <a:cubicBezTo>
                  <a:pt x="518335" y="41863"/>
                  <a:pt x="517616" y="40042"/>
                  <a:pt x="516627" y="38513"/>
                </a:cubicBezTo>
                <a:cubicBezTo>
                  <a:pt x="515637" y="36984"/>
                  <a:pt x="514378" y="35815"/>
                  <a:pt x="512850" y="35006"/>
                </a:cubicBezTo>
                <a:cubicBezTo>
                  <a:pt x="511321" y="34196"/>
                  <a:pt x="509522" y="33792"/>
                  <a:pt x="507454" y="33792"/>
                </a:cubicBezTo>
                <a:cubicBezTo>
                  <a:pt x="504891" y="33792"/>
                  <a:pt x="502316" y="34781"/>
                  <a:pt x="499731" y="36759"/>
                </a:cubicBezTo>
                <a:cubicBezTo>
                  <a:pt x="497145" y="38738"/>
                  <a:pt x="494301" y="41638"/>
                  <a:pt x="491199" y="45460"/>
                </a:cubicBezTo>
                <a:lnTo>
                  <a:pt x="491199" y="87885"/>
                </a:lnTo>
                <a:cubicBezTo>
                  <a:pt x="491199" y="88245"/>
                  <a:pt x="491109" y="88548"/>
                  <a:pt x="490929" y="88796"/>
                </a:cubicBezTo>
                <a:cubicBezTo>
                  <a:pt x="490749" y="89043"/>
                  <a:pt x="490446" y="89256"/>
                  <a:pt x="490018" y="89436"/>
                </a:cubicBezTo>
                <a:cubicBezTo>
                  <a:pt x="489591" y="89616"/>
                  <a:pt x="489018" y="89751"/>
                  <a:pt x="488298" y="89841"/>
                </a:cubicBezTo>
                <a:cubicBezTo>
                  <a:pt x="487579" y="89931"/>
                  <a:pt x="486680" y="89976"/>
                  <a:pt x="485601" y="89976"/>
                </a:cubicBezTo>
                <a:cubicBezTo>
                  <a:pt x="484566" y="89976"/>
                  <a:pt x="483678" y="89931"/>
                  <a:pt x="482936" y="89841"/>
                </a:cubicBezTo>
                <a:cubicBezTo>
                  <a:pt x="482194" y="89751"/>
                  <a:pt x="481610" y="89616"/>
                  <a:pt x="481183" y="89436"/>
                </a:cubicBezTo>
                <a:cubicBezTo>
                  <a:pt x="480756" y="89256"/>
                  <a:pt x="480463" y="89043"/>
                  <a:pt x="480306" y="88796"/>
                </a:cubicBezTo>
                <a:cubicBezTo>
                  <a:pt x="480148" y="88548"/>
                  <a:pt x="480070" y="88245"/>
                  <a:pt x="480070" y="87885"/>
                </a:cubicBezTo>
                <a:lnTo>
                  <a:pt x="480070" y="50991"/>
                </a:lnTo>
                <a:cubicBezTo>
                  <a:pt x="480070" y="48428"/>
                  <a:pt x="479822" y="46090"/>
                  <a:pt x="479328" y="43976"/>
                </a:cubicBezTo>
                <a:cubicBezTo>
                  <a:pt x="478833" y="41863"/>
                  <a:pt x="478091" y="40042"/>
                  <a:pt x="477102" y="38513"/>
                </a:cubicBezTo>
                <a:cubicBezTo>
                  <a:pt x="476113" y="36984"/>
                  <a:pt x="474865" y="35815"/>
                  <a:pt x="473359" y="35006"/>
                </a:cubicBezTo>
                <a:cubicBezTo>
                  <a:pt x="471852" y="34196"/>
                  <a:pt x="470065" y="33792"/>
                  <a:pt x="467997" y="33792"/>
                </a:cubicBezTo>
                <a:cubicBezTo>
                  <a:pt x="465434" y="33792"/>
                  <a:pt x="462848" y="34781"/>
                  <a:pt x="460240" y="36759"/>
                </a:cubicBezTo>
                <a:cubicBezTo>
                  <a:pt x="457632" y="38738"/>
                  <a:pt x="454799" y="41638"/>
                  <a:pt x="451742" y="45460"/>
                </a:cubicBezTo>
                <a:lnTo>
                  <a:pt x="451742" y="87885"/>
                </a:lnTo>
                <a:cubicBezTo>
                  <a:pt x="451742" y="88245"/>
                  <a:pt x="451652" y="88548"/>
                  <a:pt x="451472" y="88796"/>
                </a:cubicBezTo>
                <a:cubicBezTo>
                  <a:pt x="451292" y="89043"/>
                  <a:pt x="451000" y="89256"/>
                  <a:pt x="450595" y="89436"/>
                </a:cubicBezTo>
                <a:cubicBezTo>
                  <a:pt x="450190" y="89616"/>
                  <a:pt x="449628" y="89751"/>
                  <a:pt x="448909" y="89841"/>
                </a:cubicBezTo>
                <a:cubicBezTo>
                  <a:pt x="448189" y="89931"/>
                  <a:pt x="447268" y="89976"/>
                  <a:pt x="446143" y="89976"/>
                </a:cubicBezTo>
                <a:cubicBezTo>
                  <a:pt x="445064" y="89976"/>
                  <a:pt x="444165" y="89931"/>
                  <a:pt x="443445" y="89841"/>
                </a:cubicBezTo>
                <a:cubicBezTo>
                  <a:pt x="442726" y="89751"/>
                  <a:pt x="442153" y="89616"/>
                  <a:pt x="441726" y="89436"/>
                </a:cubicBezTo>
                <a:cubicBezTo>
                  <a:pt x="441298" y="89256"/>
                  <a:pt x="441006" y="89043"/>
                  <a:pt x="440849" y="88796"/>
                </a:cubicBezTo>
                <a:cubicBezTo>
                  <a:pt x="440691" y="88548"/>
                  <a:pt x="440613" y="88245"/>
                  <a:pt x="440613" y="87885"/>
                </a:cubicBezTo>
                <a:lnTo>
                  <a:pt x="440613" y="27182"/>
                </a:lnTo>
                <a:cubicBezTo>
                  <a:pt x="440613" y="26822"/>
                  <a:pt x="440680" y="26518"/>
                  <a:pt x="440815" y="26271"/>
                </a:cubicBezTo>
                <a:cubicBezTo>
                  <a:pt x="440950" y="26024"/>
                  <a:pt x="441220" y="25799"/>
                  <a:pt x="441624" y="25597"/>
                </a:cubicBezTo>
                <a:cubicBezTo>
                  <a:pt x="442029" y="25394"/>
                  <a:pt x="442546" y="25259"/>
                  <a:pt x="443176" y="25192"/>
                </a:cubicBezTo>
                <a:cubicBezTo>
                  <a:pt x="443805" y="25124"/>
                  <a:pt x="444637" y="25091"/>
                  <a:pt x="445671" y="25091"/>
                </a:cubicBezTo>
                <a:cubicBezTo>
                  <a:pt x="446660" y="25091"/>
                  <a:pt x="447481" y="25124"/>
                  <a:pt x="448133" y="25192"/>
                </a:cubicBezTo>
                <a:cubicBezTo>
                  <a:pt x="448785" y="25259"/>
                  <a:pt x="449291" y="25394"/>
                  <a:pt x="449651" y="25597"/>
                </a:cubicBezTo>
                <a:cubicBezTo>
                  <a:pt x="450010" y="25799"/>
                  <a:pt x="450269" y="26024"/>
                  <a:pt x="450426" y="26271"/>
                </a:cubicBezTo>
                <a:cubicBezTo>
                  <a:pt x="450584" y="26518"/>
                  <a:pt x="450662" y="26822"/>
                  <a:pt x="450662" y="27182"/>
                </a:cubicBezTo>
                <a:lnTo>
                  <a:pt x="450662" y="35208"/>
                </a:lnTo>
                <a:cubicBezTo>
                  <a:pt x="454080" y="31386"/>
                  <a:pt x="457396" y="28587"/>
                  <a:pt x="460611" y="26811"/>
                </a:cubicBezTo>
                <a:cubicBezTo>
                  <a:pt x="463826" y="25035"/>
                  <a:pt x="467075" y="24146"/>
                  <a:pt x="470357" y="24146"/>
                </a:cubicBezTo>
                <a:cubicBezTo>
                  <a:pt x="472875" y="24146"/>
                  <a:pt x="475135" y="24439"/>
                  <a:pt x="477136" y="25023"/>
                </a:cubicBezTo>
                <a:cubicBezTo>
                  <a:pt x="479137" y="25608"/>
                  <a:pt x="480902" y="26428"/>
                  <a:pt x="482430" y="27485"/>
                </a:cubicBezTo>
                <a:cubicBezTo>
                  <a:pt x="483959" y="28542"/>
                  <a:pt x="485263" y="29801"/>
                  <a:pt x="486342" y="31262"/>
                </a:cubicBezTo>
                <a:cubicBezTo>
                  <a:pt x="487422" y="32724"/>
                  <a:pt x="488321" y="34354"/>
                  <a:pt x="489040" y="36152"/>
                </a:cubicBezTo>
                <a:cubicBezTo>
                  <a:pt x="491064" y="33949"/>
                  <a:pt x="492986" y="32083"/>
                  <a:pt x="494807" y="30554"/>
                </a:cubicBezTo>
                <a:cubicBezTo>
                  <a:pt x="496628" y="29025"/>
                  <a:pt x="498382" y="27789"/>
                  <a:pt x="500068" y="26844"/>
                </a:cubicBezTo>
                <a:cubicBezTo>
                  <a:pt x="501754" y="25900"/>
                  <a:pt x="503396" y="25214"/>
                  <a:pt x="504992" y="24787"/>
                </a:cubicBezTo>
                <a:cubicBezTo>
                  <a:pt x="506588" y="24360"/>
                  <a:pt x="508196" y="24146"/>
                  <a:pt x="509814" y="24146"/>
                </a:cubicBezTo>
                <a:cubicBezTo>
                  <a:pt x="513726" y="24146"/>
                  <a:pt x="517009" y="24832"/>
                  <a:pt x="519662" y="26204"/>
                </a:cubicBezTo>
                <a:cubicBezTo>
                  <a:pt x="522315" y="27575"/>
                  <a:pt x="524462" y="29407"/>
                  <a:pt x="526103" y="31701"/>
                </a:cubicBezTo>
                <a:cubicBezTo>
                  <a:pt x="527744" y="33994"/>
                  <a:pt x="528914" y="36681"/>
                  <a:pt x="529610" y="39761"/>
                </a:cubicBezTo>
                <a:cubicBezTo>
                  <a:pt x="530307" y="42841"/>
                  <a:pt x="530656" y="46090"/>
                  <a:pt x="530656" y="49507"/>
                </a:cubicBezTo>
                <a:lnTo>
                  <a:pt x="530656" y="87885"/>
                </a:lnTo>
                <a:close/>
                <a:moveTo>
                  <a:pt x="602983" y="87885"/>
                </a:moveTo>
                <a:cubicBezTo>
                  <a:pt x="602983" y="88245"/>
                  <a:pt x="602905" y="88548"/>
                  <a:pt x="602747" y="88796"/>
                </a:cubicBezTo>
                <a:cubicBezTo>
                  <a:pt x="602590" y="89043"/>
                  <a:pt x="602309" y="89256"/>
                  <a:pt x="601904" y="89436"/>
                </a:cubicBezTo>
                <a:cubicBezTo>
                  <a:pt x="601499" y="89616"/>
                  <a:pt x="600971" y="89751"/>
                  <a:pt x="600319" y="89841"/>
                </a:cubicBezTo>
                <a:cubicBezTo>
                  <a:pt x="599667" y="89931"/>
                  <a:pt x="598869" y="89976"/>
                  <a:pt x="597925" y="89976"/>
                </a:cubicBezTo>
                <a:cubicBezTo>
                  <a:pt x="596890" y="89976"/>
                  <a:pt x="596047" y="89931"/>
                  <a:pt x="595395" y="89841"/>
                </a:cubicBezTo>
                <a:cubicBezTo>
                  <a:pt x="594743" y="89751"/>
                  <a:pt x="594226" y="89616"/>
                  <a:pt x="593844" y="89436"/>
                </a:cubicBezTo>
                <a:cubicBezTo>
                  <a:pt x="593462" y="89256"/>
                  <a:pt x="593203" y="89043"/>
                  <a:pt x="593068" y="88796"/>
                </a:cubicBezTo>
                <a:cubicBezTo>
                  <a:pt x="592933" y="88548"/>
                  <a:pt x="592866" y="88245"/>
                  <a:pt x="592866" y="87885"/>
                </a:cubicBezTo>
                <a:lnTo>
                  <a:pt x="592866" y="79859"/>
                </a:lnTo>
                <a:cubicBezTo>
                  <a:pt x="589404" y="83705"/>
                  <a:pt x="585986" y="86510"/>
                  <a:pt x="582614" y="88275"/>
                </a:cubicBezTo>
                <a:cubicBezTo>
                  <a:pt x="579241" y="90038"/>
                  <a:pt x="575824" y="90920"/>
                  <a:pt x="572362" y="90920"/>
                </a:cubicBezTo>
                <a:cubicBezTo>
                  <a:pt x="568315" y="90920"/>
                  <a:pt x="564909" y="90245"/>
                  <a:pt x="562143" y="88895"/>
                </a:cubicBezTo>
                <a:cubicBezTo>
                  <a:pt x="559378" y="87544"/>
                  <a:pt x="557141" y="85710"/>
                  <a:pt x="555432" y="83393"/>
                </a:cubicBezTo>
                <a:cubicBezTo>
                  <a:pt x="553724" y="81075"/>
                  <a:pt x="552498" y="78374"/>
                  <a:pt x="551756" y="75291"/>
                </a:cubicBezTo>
                <a:cubicBezTo>
                  <a:pt x="551014" y="72207"/>
                  <a:pt x="550643" y="68459"/>
                  <a:pt x="550643" y="64048"/>
                </a:cubicBezTo>
                <a:lnTo>
                  <a:pt x="550643" y="27184"/>
                </a:lnTo>
                <a:cubicBezTo>
                  <a:pt x="550643" y="26824"/>
                  <a:pt x="550722" y="26520"/>
                  <a:pt x="550880" y="26273"/>
                </a:cubicBezTo>
                <a:cubicBezTo>
                  <a:pt x="551037" y="26024"/>
                  <a:pt x="551340" y="25799"/>
                  <a:pt x="551790" y="25597"/>
                </a:cubicBezTo>
                <a:cubicBezTo>
                  <a:pt x="552240" y="25394"/>
                  <a:pt x="552824" y="25259"/>
                  <a:pt x="553544" y="25192"/>
                </a:cubicBezTo>
                <a:cubicBezTo>
                  <a:pt x="554263" y="25124"/>
                  <a:pt x="555162" y="25091"/>
                  <a:pt x="556242" y="25091"/>
                </a:cubicBezTo>
                <a:cubicBezTo>
                  <a:pt x="557321" y="25091"/>
                  <a:pt x="558220" y="25124"/>
                  <a:pt x="558940" y="25192"/>
                </a:cubicBezTo>
                <a:cubicBezTo>
                  <a:pt x="559659" y="25259"/>
                  <a:pt x="560232" y="25394"/>
                  <a:pt x="560660" y="25597"/>
                </a:cubicBezTo>
                <a:cubicBezTo>
                  <a:pt x="561087" y="25799"/>
                  <a:pt x="561390" y="26024"/>
                  <a:pt x="561570" y="26273"/>
                </a:cubicBezTo>
                <a:cubicBezTo>
                  <a:pt x="561750" y="26520"/>
                  <a:pt x="561840" y="26824"/>
                  <a:pt x="561840" y="27184"/>
                </a:cubicBezTo>
                <a:lnTo>
                  <a:pt x="561840" y="62569"/>
                </a:lnTo>
                <a:cubicBezTo>
                  <a:pt x="561840" y="66125"/>
                  <a:pt x="562098" y="68973"/>
                  <a:pt x="562616" y="71111"/>
                </a:cubicBezTo>
                <a:cubicBezTo>
                  <a:pt x="563133" y="73250"/>
                  <a:pt x="563920" y="75074"/>
                  <a:pt x="564976" y="76583"/>
                </a:cubicBezTo>
                <a:cubicBezTo>
                  <a:pt x="566033" y="78091"/>
                  <a:pt x="567371" y="79261"/>
                  <a:pt x="568989" y="80095"/>
                </a:cubicBezTo>
                <a:cubicBezTo>
                  <a:pt x="570608" y="80927"/>
                  <a:pt x="572497" y="81342"/>
                  <a:pt x="574655" y="81342"/>
                </a:cubicBezTo>
                <a:cubicBezTo>
                  <a:pt x="577443" y="81342"/>
                  <a:pt x="580219" y="80348"/>
                  <a:pt x="582985" y="78358"/>
                </a:cubicBezTo>
                <a:cubicBezTo>
                  <a:pt x="585750" y="76368"/>
                  <a:pt x="588684" y="73451"/>
                  <a:pt x="591787" y="69607"/>
                </a:cubicBezTo>
                <a:lnTo>
                  <a:pt x="591787" y="27182"/>
                </a:lnTo>
                <a:cubicBezTo>
                  <a:pt x="591787" y="26822"/>
                  <a:pt x="591866" y="26518"/>
                  <a:pt x="592023" y="26271"/>
                </a:cubicBezTo>
                <a:cubicBezTo>
                  <a:pt x="592180" y="26024"/>
                  <a:pt x="592484" y="25799"/>
                  <a:pt x="592933" y="25597"/>
                </a:cubicBezTo>
                <a:cubicBezTo>
                  <a:pt x="593383" y="25394"/>
                  <a:pt x="593956" y="25259"/>
                  <a:pt x="594653" y="25192"/>
                </a:cubicBezTo>
                <a:cubicBezTo>
                  <a:pt x="595350" y="25124"/>
                  <a:pt x="596261" y="25091"/>
                  <a:pt x="597385" y="25091"/>
                </a:cubicBezTo>
                <a:cubicBezTo>
                  <a:pt x="598464" y="25091"/>
                  <a:pt x="599364" y="25124"/>
                  <a:pt x="600083" y="25192"/>
                </a:cubicBezTo>
                <a:cubicBezTo>
                  <a:pt x="600802" y="25259"/>
                  <a:pt x="601364" y="25394"/>
                  <a:pt x="601769" y="25597"/>
                </a:cubicBezTo>
                <a:cubicBezTo>
                  <a:pt x="602174" y="25799"/>
                  <a:pt x="602477" y="26024"/>
                  <a:pt x="602680" y="26271"/>
                </a:cubicBezTo>
                <a:cubicBezTo>
                  <a:pt x="602882" y="26518"/>
                  <a:pt x="602983" y="26822"/>
                  <a:pt x="602983" y="27182"/>
                </a:cubicBezTo>
                <a:lnTo>
                  <a:pt x="602983" y="87885"/>
                </a:lnTo>
                <a:close/>
                <a:moveTo>
                  <a:pt x="661609" y="71409"/>
                </a:moveTo>
                <a:cubicBezTo>
                  <a:pt x="661609" y="74514"/>
                  <a:pt x="661035" y="77282"/>
                  <a:pt x="659889" y="79713"/>
                </a:cubicBezTo>
                <a:cubicBezTo>
                  <a:pt x="658742" y="82143"/>
                  <a:pt x="657112" y="84191"/>
                  <a:pt x="654999" y="85857"/>
                </a:cubicBezTo>
                <a:cubicBezTo>
                  <a:pt x="652885" y="87522"/>
                  <a:pt x="650367" y="88782"/>
                  <a:pt x="647444" y="89636"/>
                </a:cubicBezTo>
                <a:cubicBezTo>
                  <a:pt x="644522" y="90492"/>
                  <a:pt x="641307" y="90920"/>
                  <a:pt x="637799" y="90920"/>
                </a:cubicBezTo>
                <a:cubicBezTo>
                  <a:pt x="635641" y="90920"/>
                  <a:pt x="633584" y="90752"/>
                  <a:pt x="631628" y="90414"/>
                </a:cubicBezTo>
                <a:cubicBezTo>
                  <a:pt x="629672" y="90077"/>
                  <a:pt x="627918" y="89650"/>
                  <a:pt x="626367" y="89133"/>
                </a:cubicBezTo>
                <a:cubicBezTo>
                  <a:pt x="624816" y="88616"/>
                  <a:pt x="623500" y="88076"/>
                  <a:pt x="622421" y="87514"/>
                </a:cubicBezTo>
                <a:cubicBezTo>
                  <a:pt x="621342" y="86952"/>
                  <a:pt x="620555" y="86446"/>
                  <a:pt x="620060" y="85996"/>
                </a:cubicBezTo>
                <a:cubicBezTo>
                  <a:pt x="619566" y="85547"/>
                  <a:pt x="619206" y="84917"/>
                  <a:pt x="618981" y="84108"/>
                </a:cubicBezTo>
                <a:cubicBezTo>
                  <a:pt x="618756" y="83298"/>
                  <a:pt x="618644" y="82197"/>
                  <a:pt x="618644" y="80803"/>
                </a:cubicBezTo>
                <a:cubicBezTo>
                  <a:pt x="618644" y="79949"/>
                  <a:pt x="618689" y="79229"/>
                  <a:pt x="618779" y="78645"/>
                </a:cubicBezTo>
                <a:cubicBezTo>
                  <a:pt x="618869" y="78060"/>
                  <a:pt x="618981" y="77588"/>
                  <a:pt x="619116" y="77228"/>
                </a:cubicBezTo>
                <a:cubicBezTo>
                  <a:pt x="619251" y="76868"/>
                  <a:pt x="619442" y="76610"/>
                  <a:pt x="619690" y="76452"/>
                </a:cubicBezTo>
                <a:cubicBezTo>
                  <a:pt x="619937" y="76295"/>
                  <a:pt x="620218" y="76216"/>
                  <a:pt x="620533" y="76216"/>
                </a:cubicBezTo>
                <a:cubicBezTo>
                  <a:pt x="621027" y="76216"/>
                  <a:pt x="621758" y="76520"/>
                  <a:pt x="622725" y="77127"/>
                </a:cubicBezTo>
                <a:cubicBezTo>
                  <a:pt x="623691" y="77734"/>
                  <a:pt x="624883" y="78397"/>
                  <a:pt x="626299" y="79117"/>
                </a:cubicBezTo>
                <a:cubicBezTo>
                  <a:pt x="627716" y="79836"/>
                  <a:pt x="629391" y="80499"/>
                  <a:pt x="631324" y="81106"/>
                </a:cubicBezTo>
                <a:cubicBezTo>
                  <a:pt x="633258" y="81713"/>
                  <a:pt x="635484" y="82017"/>
                  <a:pt x="638002" y="82017"/>
                </a:cubicBezTo>
                <a:cubicBezTo>
                  <a:pt x="639890" y="82017"/>
                  <a:pt x="641599" y="81815"/>
                  <a:pt x="643128" y="81410"/>
                </a:cubicBezTo>
                <a:cubicBezTo>
                  <a:pt x="644657" y="81004"/>
                  <a:pt x="645983" y="80407"/>
                  <a:pt x="647107" y="79618"/>
                </a:cubicBezTo>
                <a:cubicBezTo>
                  <a:pt x="648231" y="78830"/>
                  <a:pt x="649097" y="77827"/>
                  <a:pt x="649704" y="76611"/>
                </a:cubicBezTo>
                <a:cubicBezTo>
                  <a:pt x="650311" y="75394"/>
                  <a:pt x="650615" y="73952"/>
                  <a:pt x="650615" y="72285"/>
                </a:cubicBezTo>
                <a:cubicBezTo>
                  <a:pt x="650615" y="70575"/>
                  <a:pt x="650176" y="69135"/>
                  <a:pt x="649299" y="67965"/>
                </a:cubicBezTo>
                <a:cubicBezTo>
                  <a:pt x="648422" y="66794"/>
                  <a:pt x="647265" y="65759"/>
                  <a:pt x="645826" y="64860"/>
                </a:cubicBezTo>
                <a:cubicBezTo>
                  <a:pt x="644387" y="63959"/>
                  <a:pt x="642768" y="63160"/>
                  <a:pt x="640969" y="62463"/>
                </a:cubicBezTo>
                <a:cubicBezTo>
                  <a:pt x="639171" y="61765"/>
                  <a:pt x="637316" y="61034"/>
                  <a:pt x="635405" y="60269"/>
                </a:cubicBezTo>
                <a:cubicBezTo>
                  <a:pt x="633494" y="59503"/>
                  <a:pt x="631628" y="58636"/>
                  <a:pt x="629807" y="57668"/>
                </a:cubicBezTo>
                <a:cubicBezTo>
                  <a:pt x="627986" y="56700"/>
                  <a:pt x="626356" y="55518"/>
                  <a:pt x="624917" y="54123"/>
                </a:cubicBezTo>
                <a:cubicBezTo>
                  <a:pt x="623478" y="52728"/>
                  <a:pt x="622320" y="51062"/>
                  <a:pt x="621443" y="49128"/>
                </a:cubicBezTo>
                <a:cubicBezTo>
                  <a:pt x="620566" y="47193"/>
                  <a:pt x="620128" y="44875"/>
                  <a:pt x="620128" y="42174"/>
                </a:cubicBezTo>
                <a:cubicBezTo>
                  <a:pt x="620128" y="39788"/>
                  <a:pt x="620589" y="37504"/>
                  <a:pt x="621511" y="35322"/>
                </a:cubicBezTo>
                <a:cubicBezTo>
                  <a:pt x="622432" y="33138"/>
                  <a:pt x="623815" y="31225"/>
                  <a:pt x="625659" y="29582"/>
                </a:cubicBezTo>
                <a:cubicBezTo>
                  <a:pt x="627502" y="27938"/>
                  <a:pt x="629807" y="26622"/>
                  <a:pt x="632572" y="25632"/>
                </a:cubicBezTo>
                <a:cubicBezTo>
                  <a:pt x="635337" y="24642"/>
                  <a:pt x="638564" y="24146"/>
                  <a:pt x="642251" y="24146"/>
                </a:cubicBezTo>
                <a:cubicBezTo>
                  <a:pt x="643870" y="24146"/>
                  <a:pt x="645488" y="24283"/>
                  <a:pt x="647107" y="24557"/>
                </a:cubicBezTo>
                <a:cubicBezTo>
                  <a:pt x="648726" y="24831"/>
                  <a:pt x="650187" y="25174"/>
                  <a:pt x="651491" y="25584"/>
                </a:cubicBezTo>
                <a:cubicBezTo>
                  <a:pt x="652795" y="25994"/>
                  <a:pt x="653908" y="26439"/>
                  <a:pt x="654830" y="26918"/>
                </a:cubicBezTo>
                <a:cubicBezTo>
                  <a:pt x="655752" y="27397"/>
                  <a:pt x="656449" y="27820"/>
                  <a:pt x="656921" y="28185"/>
                </a:cubicBezTo>
                <a:cubicBezTo>
                  <a:pt x="657393" y="28550"/>
                  <a:pt x="657708" y="28868"/>
                  <a:pt x="657865" y="29138"/>
                </a:cubicBezTo>
                <a:cubicBezTo>
                  <a:pt x="658023" y="29407"/>
                  <a:pt x="658135" y="29711"/>
                  <a:pt x="658202" y="30048"/>
                </a:cubicBezTo>
                <a:cubicBezTo>
                  <a:pt x="658270" y="30385"/>
                  <a:pt x="658337" y="30801"/>
                  <a:pt x="658405" y="31296"/>
                </a:cubicBezTo>
                <a:cubicBezTo>
                  <a:pt x="658472" y="31791"/>
                  <a:pt x="658506" y="32398"/>
                  <a:pt x="658506" y="33117"/>
                </a:cubicBezTo>
                <a:cubicBezTo>
                  <a:pt x="658506" y="33881"/>
                  <a:pt x="658472" y="34545"/>
                  <a:pt x="658405" y="35107"/>
                </a:cubicBezTo>
                <a:cubicBezTo>
                  <a:pt x="658337" y="35669"/>
                  <a:pt x="658225" y="36130"/>
                  <a:pt x="658068" y="36489"/>
                </a:cubicBezTo>
                <a:cubicBezTo>
                  <a:pt x="657910" y="36849"/>
                  <a:pt x="657719" y="37108"/>
                  <a:pt x="657494" y="37265"/>
                </a:cubicBezTo>
                <a:cubicBezTo>
                  <a:pt x="657269" y="37422"/>
                  <a:pt x="657022" y="37501"/>
                  <a:pt x="656752" y="37501"/>
                </a:cubicBezTo>
                <a:cubicBezTo>
                  <a:pt x="656348" y="37501"/>
                  <a:pt x="655763" y="37250"/>
                  <a:pt x="654999" y="36749"/>
                </a:cubicBezTo>
                <a:cubicBezTo>
                  <a:pt x="654234" y="36247"/>
                  <a:pt x="653245" y="35711"/>
                  <a:pt x="652031" y="35140"/>
                </a:cubicBezTo>
                <a:cubicBezTo>
                  <a:pt x="650817" y="34570"/>
                  <a:pt x="649389" y="34034"/>
                  <a:pt x="647748" y="33532"/>
                </a:cubicBezTo>
                <a:cubicBezTo>
                  <a:pt x="646107" y="33031"/>
                  <a:pt x="644229" y="32780"/>
                  <a:pt x="642116" y="32780"/>
                </a:cubicBezTo>
                <a:cubicBezTo>
                  <a:pt x="640227" y="32780"/>
                  <a:pt x="638564" y="32994"/>
                  <a:pt x="637125" y="33423"/>
                </a:cubicBezTo>
                <a:cubicBezTo>
                  <a:pt x="635686" y="33850"/>
                  <a:pt x="634506" y="34458"/>
                  <a:pt x="633584" y="35246"/>
                </a:cubicBezTo>
                <a:cubicBezTo>
                  <a:pt x="632662" y="36034"/>
                  <a:pt x="631965" y="36969"/>
                  <a:pt x="631493" y="38051"/>
                </a:cubicBezTo>
                <a:cubicBezTo>
                  <a:pt x="631021" y="39132"/>
                  <a:pt x="630785" y="40303"/>
                  <a:pt x="630785" y="41565"/>
                </a:cubicBezTo>
                <a:cubicBezTo>
                  <a:pt x="630785" y="43320"/>
                  <a:pt x="631234" y="44794"/>
                  <a:pt x="632134" y="45987"/>
                </a:cubicBezTo>
                <a:cubicBezTo>
                  <a:pt x="633033" y="47180"/>
                  <a:pt x="634202" y="48227"/>
                  <a:pt x="635641" y="49128"/>
                </a:cubicBezTo>
                <a:cubicBezTo>
                  <a:pt x="637080" y="50027"/>
                  <a:pt x="638721" y="50837"/>
                  <a:pt x="640565" y="51558"/>
                </a:cubicBezTo>
                <a:cubicBezTo>
                  <a:pt x="642408" y="52277"/>
                  <a:pt x="644286" y="53020"/>
                  <a:pt x="646197" y="53786"/>
                </a:cubicBezTo>
                <a:cubicBezTo>
                  <a:pt x="648108" y="54550"/>
                  <a:pt x="649996" y="55405"/>
                  <a:pt x="651862" y="56351"/>
                </a:cubicBezTo>
                <a:cubicBezTo>
                  <a:pt x="653728" y="57297"/>
                  <a:pt x="655381" y="58445"/>
                  <a:pt x="656820" y="59795"/>
                </a:cubicBezTo>
                <a:cubicBezTo>
                  <a:pt x="658259" y="61145"/>
                  <a:pt x="659416" y="62766"/>
                  <a:pt x="660293" y="64657"/>
                </a:cubicBezTo>
                <a:cubicBezTo>
                  <a:pt x="661170" y="66547"/>
                  <a:pt x="661609" y="68798"/>
                  <a:pt x="661609" y="71409"/>
                </a:cubicBezTo>
                <a:close/>
                <a:moveTo>
                  <a:pt x="707557" y="83501"/>
                </a:moveTo>
                <a:cubicBezTo>
                  <a:pt x="707557" y="84805"/>
                  <a:pt x="707467" y="85839"/>
                  <a:pt x="707287" y="86603"/>
                </a:cubicBezTo>
                <a:cubicBezTo>
                  <a:pt x="707107" y="87368"/>
                  <a:pt x="706837" y="87930"/>
                  <a:pt x="706477" y="88290"/>
                </a:cubicBezTo>
                <a:cubicBezTo>
                  <a:pt x="706118" y="88649"/>
                  <a:pt x="705578" y="88987"/>
                  <a:pt x="704859" y="89301"/>
                </a:cubicBezTo>
                <a:cubicBezTo>
                  <a:pt x="704139" y="89616"/>
                  <a:pt x="703319" y="89875"/>
                  <a:pt x="702397" y="90077"/>
                </a:cubicBezTo>
                <a:cubicBezTo>
                  <a:pt x="701475" y="90279"/>
                  <a:pt x="700497" y="90448"/>
                  <a:pt x="699463" y="90583"/>
                </a:cubicBezTo>
                <a:cubicBezTo>
                  <a:pt x="698429" y="90718"/>
                  <a:pt x="697394" y="90785"/>
                  <a:pt x="696360" y="90785"/>
                </a:cubicBezTo>
                <a:cubicBezTo>
                  <a:pt x="693213" y="90785"/>
                  <a:pt x="690515" y="90369"/>
                  <a:pt x="688266" y="89535"/>
                </a:cubicBezTo>
                <a:cubicBezTo>
                  <a:pt x="686018" y="88701"/>
                  <a:pt x="684175" y="87438"/>
                  <a:pt x="682736" y="85748"/>
                </a:cubicBezTo>
                <a:cubicBezTo>
                  <a:pt x="681297" y="84057"/>
                  <a:pt x="680251" y="81916"/>
                  <a:pt x="679599" y="79325"/>
                </a:cubicBezTo>
                <a:cubicBezTo>
                  <a:pt x="678947" y="76734"/>
                  <a:pt x="678621" y="73681"/>
                  <a:pt x="678621" y="70165"/>
                </a:cubicBezTo>
                <a:lnTo>
                  <a:pt x="678621" y="34601"/>
                </a:lnTo>
                <a:lnTo>
                  <a:pt x="670123" y="34601"/>
                </a:lnTo>
                <a:cubicBezTo>
                  <a:pt x="669448" y="34601"/>
                  <a:pt x="668909" y="34241"/>
                  <a:pt x="668504" y="33522"/>
                </a:cubicBezTo>
                <a:cubicBezTo>
                  <a:pt x="668099" y="32802"/>
                  <a:pt x="667897" y="31633"/>
                  <a:pt x="667897" y="30014"/>
                </a:cubicBezTo>
                <a:cubicBezTo>
                  <a:pt x="667897" y="29160"/>
                  <a:pt x="667953" y="28441"/>
                  <a:pt x="668066" y="27856"/>
                </a:cubicBezTo>
                <a:cubicBezTo>
                  <a:pt x="668178" y="27272"/>
                  <a:pt x="668324" y="26788"/>
                  <a:pt x="668504" y="26406"/>
                </a:cubicBezTo>
                <a:cubicBezTo>
                  <a:pt x="668684" y="26024"/>
                  <a:pt x="668920" y="25754"/>
                  <a:pt x="669212" y="25597"/>
                </a:cubicBezTo>
                <a:cubicBezTo>
                  <a:pt x="669505" y="25439"/>
                  <a:pt x="669831" y="25361"/>
                  <a:pt x="670190" y="25361"/>
                </a:cubicBezTo>
                <a:lnTo>
                  <a:pt x="678621" y="25361"/>
                </a:lnTo>
                <a:lnTo>
                  <a:pt x="678621" y="10927"/>
                </a:lnTo>
                <a:cubicBezTo>
                  <a:pt x="678621" y="10612"/>
                  <a:pt x="678700" y="10320"/>
                  <a:pt x="678857" y="10050"/>
                </a:cubicBezTo>
                <a:cubicBezTo>
                  <a:pt x="679015" y="9780"/>
                  <a:pt x="679307" y="9544"/>
                  <a:pt x="679734" y="9342"/>
                </a:cubicBezTo>
                <a:cubicBezTo>
                  <a:pt x="680161" y="9139"/>
                  <a:pt x="680735" y="8993"/>
                  <a:pt x="681454" y="8903"/>
                </a:cubicBezTo>
                <a:cubicBezTo>
                  <a:pt x="682174" y="8813"/>
                  <a:pt x="683073" y="8768"/>
                  <a:pt x="684152" y="8768"/>
                </a:cubicBezTo>
                <a:cubicBezTo>
                  <a:pt x="685276" y="8768"/>
                  <a:pt x="686198" y="8813"/>
                  <a:pt x="686918" y="8903"/>
                </a:cubicBezTo>
                <a:cubicBezTo>
                  <a:pt x="687637" y="8993"/>
                  <a:pt x="688199" y="9139"/>
                  <a:pt x="688604" y="9342"/>
                </a:cubicBezTo>
                <a:cubicBezTo>
                  <a:pt x="689008" y="9544"/>
                  <a:pt x="689301" y="9780"/>
                  <a:pt x="689481" y="10050"/>
                </a:cubicBezTo>
                <a:cubicBezTo>
                  <a:pt x="689660" y="10320"/>
                  <a:pt x="689750" y="10612"/>
                  <a:pt x="689750" y="10927"/>
                </a:cubicBezTo>
                <a:lnTo>
                  <a:pt x="689750" y="25361"/>
                </a:lnTo>
                <a:lnTo>
                  <a:pt x="705331" y="25361"/>
                </a:lnTo>
                <a:cubicBezTo>
                  <a:pt x="705691" y="25361"/>
                  <a:pt x="706005" y="25439"/>
                  <a:pt x="706275" y="25597"/>
                </a:cubicBezTo>
                <a:cubicBezTo>
                  <a:pt x="706545" y="25754"/>
                  <a:pt x="706781" y="26024"/>
                  <a:pt x="706983" y="26406"/>
                </a:cubicBezTo>
                <a:cubicBezTo>
                  <a:pt x="707186" y="26788"/>
                  <a:pt x="707332" y="27272"/>
                  <a:pt x="707422" y="27856"/>
                </a:cubicBezTo>
                <a:cubicBezTo>
                  <a:pt x="707512" y="28441"/>
                  <a:pt x="707557" y="29160"/>
                  <a:pt x="707557" y="30014"/>
                </a:cubicBezTo>
                <a:cubicBezTo>
                  <a:pt x="707557" y="31633"/>
                  <a:pt x="707354" y="32802"/>
                  <a:pt x="706950" y="33522"/>
                </a:cubicBezTo>
                <a:cubicBezTo>
                  <a:pt x="706545" y="34241"/>
                  <a:pt x="706005" y="34601"/>
                  <a:pt x="705331" y="34601"/>
                </a:cubicBezTo>
                <a:lnTo>
                  <a:pt x="689750" y="34601"/>
                </a:lnTo>
                <a:lnTo>
                  <a:pt x="689750" y="68559"/>
                </a:lnTo>
                <a:cubicBezTo>
                  <a:pt x="689750" y="72752"/>
                  <a:pt x="690369" y="75920"/>
                  <a:pt x="691605" y="78063"/>
                </a:cubicBezTo>
                <a:cubicBezTo>
                  <a:pt x="692842" y="80204"/>
                  <a:pt x="695056" y="81275"/>
                  <a:pt x="698249" y="81275"/>
                </a:cubicBezTo>
                <a:cubicBezTo>
                  <a:pt x="699283" y="81275"/>
                  <a:pt x="700205" y="81174"/>
                  <a:pt x="701014" y="80972"/>
                </a:cubicBezTo>
                <a:cubicBezTo>
                  <a:pt x="701824" y="80769"/>
                  <a:pt x="702543" y="80556"/>
                  <a:pt x="703173" y="80331"/>
                </a:cubicBezTo>
                <a:cubicBezTo>
                  <a:pt x="703802" y="80106"/>
                  <a:pt x="704342" y="79892"/>
                  <a:pt x="704791" y="79690"/>
                </a:cubicBezTo>
                <a:cubicBezTo>
                  <a:pt x="705241" y="79488"/>
                  <a:pt x="705646" y="79386"/>
                  <a:pt x="706005" y="79386"/>
                </a:cubicBezTo>
                <a:cubicBezTo>
                  <a:pt x="706230" y="79386"/>
                  <a:pt x="706444" y="79443"/>
                  <a:pt x="706646" y="79555"/>
                </a:cubicBezTo>
                <a:cubicBezTo>
                  <a:pt x="706848" y="79668"/>
                  <a:pt x="707006" y="79881"/>
                  <a:pt x="707118" y="80196"/>
                </a:cubicBezTo>
                <a:cubicBezTo>
                  <a:pt x="707231" y="80511"/>
                  <a:pt x="707332" y="80938"/>
                  <a:pt x="707422" y="81477"/>
                </a:cubicBezTo>
                <a:cubicBezTo>
                  <a:pt x="707512" y="82017"/>
                  <a:pt x="707557" y="82691"/>
                  <a:pt x="707557" y="835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acceptallor">
            <a:extLst xmlns:a="http://schemas.openxmlformats.org/drawingml/2006/main">
              <a:ext uri="{FF2B5EF4-FFF2-40B4-BE49-F238E27FC236}">
                <a16:creationId xmlns:a16="http://schemas.microsoft.com/office/drawing/2014/main" id="{7E833A0F-A0AF-4DDE-9D18-EFF515F2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7304" y="2874065"/>
            <a:ext cx="674178" cy="118574"/>
          </a:xfrm>
          <a:custGeom xmlns:a="http://schemas.openxmlformats.org/drawingml/2006/main">
            <a:pathLst>
              <a:path w="674178" h="118574">
                <a:moveTo>
                  <a:pt x="49844" y="92404"/>
                </a:moveTo>
                <a:cubicBezTo>
                  <a:pt x="49844" y="92944"/>
                  <a:pt x="49664" y="93348"/>
                  <a:pt x="49305" y="93618"/>
                </a:cubicBezTo>
                <a:cubicBezTo>
                  <a:pt x="48945" y="93888"/>
                  <a:pt x="48450" y="94090"/>
                  <a:pt x="47821" y="94225"/>
                </a:cubicBezTo>
                <a:cubicBezTo>
                  <a:pt x="47191" y="94360"/>
                  <a:pt x="46269" y="94427"/>
                  <a:pt x="45055" y="94427"/>
                </a:cubicBezTo>
                <a:cubicBezTo>
                  <a:pt x="43886" y="94427"/>
                  <a:pt x="42953" y="94360"/>
                  <a:pt x="42256" y="94225"/>
                </a:cubicBezTo>
                <a:cubicBezTo>
                  <a:pt x="41559" y="94090"/>
                  <a:pt x="41053" y="93888"/>
                  <a:pt x="40739" y="93618"/>
                </a:cubicBezTo>
                <a:cubicBezTo>
                  <a:pt x="40424" y="93348"/>
                  <a:pt x="40267" y="92944"/>
                  <a:pt x="40267" y="92404"/>
                </a:cubicBezTo>
                <a:lnTo>
                  <a:pt x="40267" y="86334"/>
                </a:lnTo>
                <a:cubicBezTo>
                  <a:pt x="37614" y="89166"/>
                  <a:pt x="34657" y="91381"/>
                  <a:pt x="31397" y="92977"/>
                </a:cubicBezTo>
                <a:cubicBezTo>
                  <a:pt x="28137" y="94574"/>
                  <a:pt x="24686" y="95372"/>
                  <a:pt x="21044" y="95372"/>
                </a:cubicBezTo>
                <a:cubicBezTo>
                  <a:pt x="17851" y="95372"/>
                  <a:pt x="14962" y="94954"/>
                  <a:pt x="12377" y="94120"/>
                </a:cubicBezTo>
                <a:cubicBezTo>
                  <a:pt x="9791" y="93285"/>
                  <a:pt x="7588" y="92078"/>
                  <a:pt x="5767" y="90499"/>
                </a:cubicBezTo>
                <a:cubicBezTo>
                  <a:pt x="3946" y="88919"/>
                  <a:pt x="2529" y="86979"/>
                  <a:pt x="1518" y="84679"/>
                </a:cubicBezTo>
                <a:cubicBezTo>
                  <a:pt x="506" y="82377"/>
                  <a:pt x="0" y="79760"/>
                  <a:pt x="0" y="76826"/>
                </a:cubicBezTo>
                <a:cubicBezTo>
                  <a:pt x="0" y="73397"/>
                  <a:pt x="697" y="70419"/>
                  <a:pt x="2091" y="67893"/>
                </a:cubicBezTo>
                <a:cubicBezTo>
                  <a:pt x="3485" y="65365"/>
                  <a:pt x="5486" y="63266"/>
                  <a:pt x="8094" y="61597"/>
                </a:cubicBezTo>
                <a:cubicBezTo>
                  <a:pt x="10702" y="59928"/>
                  <a:pt x="13894" y="58676"/>
                  <a:pt x="17671" y="57841"/>
                </a:cubicBezTo>
                <a:cubicBezTo>
                  <a:pt x="21449" y="57006"/>
                  <a:pt x="25698" y="56589"/>
                  <a:pt x="30419" y="56589"/>
                </a:cubicBezTo>
                <a:lnTo>
                  <a:pt x="38783" y="56589"/>
                </a:lnTo>
                <a:lnTo>
                  <a:pt x="38783" y="51885"/>
                </a:lnTo>
                <a:cubicBezTo>
                  <a:pt x="38783" y="49555"/>
                  <a:pt x="38535" y="47494"/>
                  <a:pt x="38041" y="45702"/>
                </a:cubicBezTo>
                <a:cubicBezTo>
                  <a:pt x="37546" y="43909"/>
                  <a:pt x="36748" y="42419"/>
                  <a:pt x="35646" y="41232"/>
                </a:cubicBezTo>
                <a:cubicBezTo>
                  <a:pt x="34545" y="40045"/>
                  <a:pt x="33117" y="39149"/>
                  <a:pt x="31363" y="38545"/>
                </a:cubicBezTo>
                <a:cubicBezTo>
                  <a:pt x="29610" y="37939"/>
                  <a:pt x="27451" y="37636"/>
                  <a:pt x="24888" y="37636"/>
                </a:cubicBezTo>
                <a:cubicBezTo>
                  <a:pt x="22145" y="37636"/>
                  <a:pt x="19684" y="37959"/>
                  <a:pt x="17503" y="38604"/>
                </a:cubicBezTo>
                <a:cubicBezTo>
                  <a:pt x="15322" y="39249"/>
                  <a:pt x="13411" y="39960"/>
                  <a:pt x="11770" y="40739"/>
                </a:cubicBezTo>
                <a:cubicBezTo>
                  <a:pt x="10128" y="41517"/>
                  <a:pt x="8757" y="42229"/>
                  <a:pt x="7655" y="42874"/>
                </a:cubicBezTo>
                <a:cubicBezTo>
                  <a:pt x="6554" y="43519"/>
                  <a:pt x="5733" y="43841"/>
                  <a:pt x="5194" y="43841"/>
                </a:cubicBezTo>
                <a:cubicBezTo>
                  <a:pt x="4834" y="43841"/>
                  <a:pt x="4519" y="43751"/>
                  <a:pt x="4249" y="43572"/>
                </a:cubicBezTo>
                <a:cubicBezTo>
                  <a:pt x="3979" y="43392"/>
                  <a:pt x="3743" y="43122"/>
                  <a:pt x="3541" y="42762"/>
                </a:cubicBezTo>
                <a:cubicBezTo>
                  <a:pt x="3339" y="42402"/>
                  <a:pt x="3193" y="41942"/>
                  <a:pt x="3103" y="41379"/>
                </a:cubicBezTo>
                <a:cubicBezTo>
                  <a:pt x="3013" y="40817"/>
                  <a:pt x="2968" y="40199"/>
                  <a:pt x="2968" y="39525"/>
                </a:cubicBezTo>
                <a:cubicBezTo>
                  <a:pt x="2968" y="38400"/>
                  <a:pt x="3046" y="37512"/>
                  <a:pt x="3204" y="36860"/>
                </a:cubicBezTo>
                <a:cubicBezTo>
                  <a:pt x="3361" y="36208"/>
                  <a:pt x="3743" y="35590"/>
                  <a:pt x="4350" y="35006"/>
                </a:cubicBezTo>
                <a:cubicBezTo>
                  <a:pt x="4957" y="34421"/>
                  <a:pt x="6003" y="33740"/>
                  <a:pt x="7487" y="32963"/>
                </a:cubicBezTo>
                <a:cubicBezTo>
                  <a:pt x="8971" y="32185"/>
                  <a:pt x="10679" y="31474"/>
                  <a:pt x="12613" y="30830"/>
                </a:cubicBezTo>
                <a:cubicBezTo>
                  <a:pt x="14546" y="30187"/>
                  <a:pt x="16660" y="29654"/>
                  <a:pt x="18953" y="29232"/>
                </a:cubicBezTo>
                <a:cubicBezTo>
                  <a:pt x="21246" y="28810"/>
                  <a:pt x="23562" y="28598"/>
                  <a:pt x="25900" y="28598"/>
                </a:cubicBezTo>
                <a:cubicBezTo>
                  <a:pt x="30262" y="28598"/>
                  <a:pt x="33971" y="29093"/>
                  <a:pt x="37029" y="30082"/>
                </a:cubicBezTo>
                <a:cubicBezTo>
                  <a:pt x="40087" y="31071"/>
                  <a:pt x="42560" y="32521"/>
                  <a:pt x="44448" y="34432"/>
                </a:cubicBezTo>
                <a:cubicBezTo>
                  <a:pt x="46337" y="36343"/>
                  <a:pt x="47708" y="38715"/>
                  <a:pt x="48563" y="41548"/>
                </a:cubicBezTo>
                <a:cubicBezTo>
                  <a:pt x="49417" y="44381"/>
                  <a:pt x="49844" y="47686"/>
                  <a:pt x="49844" y="51463"/>
                </a:cubicBezTo>
                <a:lnTo>
                  <a:pt x="49844" y="92404"/>
                </a:lnTo>
                <a:moveTo>
                  <a:pt x="38783" y="64615"/>
                </a:moveTo>
                <a:lnTo>
                  <a:pt x="29273" y="64615"/>
                </a:lnTo>
                <a:cubicBezTo>
                  <a:pt x="26215" y="64615"/>
                  <a:pt x="23562" y="64876"/>
                  <a:pt x="21314" y="65397"/>
                </a:cubicBezTo>
                <a:cubicBezTo>
                  <a:pt x="19065" y="65917"/>
                  <a:pt x="17199" y="66686"/>
                  <a:pt x="15715" y="67703"/>
                </a:cubicBezTo>
                <a:cubicBezTo>
                  <a:pt x="14232" y="68721"/>
                  <a:pt x="13141" y="69942"/>
                  <a:pt x="12444" y="71369"/>
                </a:cubicBezTo>
                <a:cubicBezTo>
                  <a:pt x="11747" y="72793"/>
                  <a:pt x="11399" y="74433"/>
                  <a:pt x="11399" y="76288"/>
                </a:cubicBezTo>
                <a:cubicBezTo>
                  <a:pt x="11399" y="79455"/>
                  <a:pt x="12399" y="81978"/>
                  <a:pt x="14400" y="83855"/>
                </a:cubicBezTo>
                <a:cubicBezTo>
                  <a:pt x="16401" y="85732"/>
                  <a:pt x="19200" y="86671"/>
                  <a:pt x="22797" y="86671"/>
                </a:cubicBezTo>
                <a:cubicBezTo>
                  <a:pt x="25720" y="86671"/>
                  <a:pt x="28429" y="85925"/>
                  <a:pt x="30925" y="84432"/>
                </a:cubicBezTo>
                <a:cubicBezTo>
                  <a:pt x="33421" y="82939"/>
                  <a:pt x="36040" y="80654"/>
                  <a:pt x="38783" y="77578"/>
                </a:cubicBezTo>
                <a:lnTo>
                  <a:pt x="38783" y="64615"/>
                </a:lnTo>
                <a:close/>
                <a:moveTo>
                  <a:pt x="113919" y="83164"/>
                </a:moveTo>
                <a:cubicBezTo>
                  <a:pt x="113919" y="83928"/>
                  <a:pt x="113897" y="84591"/>
                  <a:pt x="113852" y="85153"/>
                </a:cubicBezTo>
                <a:cubicBezTo>
                  <a:pt x="113807" y="85715"/>
                  <a:pt x="113728" y="86188"/>
                  <a:pt x="113616" y="86570"/>
                </a:cubicBezTo>
                <a:cubicBezTo>
                  <a:pt x="113503" y="86952"/>
                  <a:pt x="113368" y="87289"/>
                  <a:pt x="113211" y="87581"/>
                </a:cubicBezTo>
                <a:cubicBezTo>
                  <a:pt x="113054" y="87874"/>
                  <a:pt x="112694" y="88301"/>
                  <a:pt x="112132" y="88863"/>
                </a:cubicBezTo>
                <a:cubicBezTo>
                  <a:pt x="111570" y="89425"/>
                  <a:pt x="110614" y="90122"/>
                  <a:pt x="109265" y="90954"/>
                </a:cubicBezTo>
                <a:cubicBezTo>
                  <a:pt x="107916" y="91786"/>
                  <a:pt x="106399" y="92528"/>
                  <a:pt x="104713" y="93180"/>
                </a:cubicBezTo>
                <a:cubicBezTo>
                  <a:pt x="103026" y="93832"/>
                  <a:pt x="101194" y="94360"/>
                  <a:pt x="99216" y="94765"/>
                </a:cubicBezTo>
                <a:cubicBezTo>
                  <a:pt x="97237" y="95169"/>
                  <a:pt x="95191" y="95372"/>
                  <a:pt x="93078" y="95372"/>
                </a:cubicBezTo>
                <a:cubicBezTo>
                  <a:pt x="88716" y="95372"/>
                  <a:pt x="84849" y="94651"/>
                  <a:pt x="81477" y="93209"/>
                </a:cubicBezTo>
                <a:cubicBezTo>
                  <a:pt x="78104" y="91767"/>
                  <a:pt x="75283" y="89661"/>
                  <a:pt x="73012" y="86890"/>
                </a:cubicBezTo>
                <a:cubicBezTo>
                  <a:pt x="70741" y="84119"/>
                  <a:pt x="69010" y="80717"/>
                  <a:pt x="67818" y="76684"/>
                </a:cubicBezTo>
                <a:cubicBezTo>
                  <a:pt x="66627" y="72652"/>
                  <a:pt x="66031" y="68000"/>
                  <a:pt x="66031" y="62729"/>
                </a:cubicBezTo>
                <a:cubicBezTo>
                  <a:pt x="66031" y="56736"/>
                  <a:pt x="66762" y="51588"/>
                  <a:pt x="68223" y="47285"/>
                </a:cubicBezTo>
                <a:cubicBezTo>
                  <a:pt x="69685" y="42983"/>
                  <a:pt x="71685" y="39457"/>
                  <a:pt x="74226" y="36709"/>
                </a:cubicBezTo>
                <a:cubicBezTo>
                  <a:pt x="76767" y="33960"/>
                  <a:pt x="79757" y="31921"/>
                  <a:pt x="83197" y="30592"/>
                </a:cubicBezTo>
                <a:cubicBezTo>
                  <a:pt x="86637" y="29263"/>
                  <a:pt x="90357" y="28598"/>
                  <a:pt x="94359" y="28598"/>
                </a:cubicBezTo>
                <a:cubicBezTo>
                  <a:pt x="96293" y="28598"/>
                  <a:pt x="98170" y="28778"/>
                  <a:pt x="99991" y="29138"/>
                </a:cubicBezTo>
                <a:cubicBezTo>
                  <a:pt x="101812" y="29497"/>
                  <a:pt x="103487" y="29969"/>
                  <a:pt x="105016" y="30554"/>
                </a:cubicBezTo>
                <a:cubicBezTo>
                  <a:pt x="106545" y="31139"/>
                  <a:pt x="107905" y="31813"/>
                  <a:pt x="109097" y="32577"/>
                </a:cubicBezTo>
                <a:cubicBezTo>
                  <a:pt x="110288" y="33342"/>
                  <a:pt x="111154" y="33994"/>
                  <a:pt x="111693" y="34533"/>
                </a:cubicBezTo>
                <a:cubicBezTo>
                  <a:pt x="112233" y="35073"/>
                  <a:pt x="112604" y="35500"/>
                  <a:pt x="112806" y="35815"/>
                </a:cubicBezTo>
                <a:cubicBezTo>
                  <a:pt x="113009" y="36130"/>
                  <a:pt x="113177" y="36501"/>
                  <a:pt x="113312" y="36928"/>
                </a:cubicBezTo>
                <a:cubicBezTo>
                  <a:pt x="113447" y="37355"/>
                  <a:pt x="113537" y="37838"/>
                  <a:pt x="113582" y="38378"/>
                </a:cubicBezTo>
                <a:cubicBezTo>
                  <a:pt x="113627" y="38918"/>
                  <a:pt x="113649" y="39592"/>
                  <a:pt x="113649" y="40401"/>
                </a:cubicBezTo>
                <a:cubicBezTo>
                  <a:pt x="113649" y="42155"/>
                  <a:pt x="113447" y="43380"/>
                  <a:pt x="113042" y="44077"/>
                </a:cubicBezTo>
                <a:cubicBezTo>
                  <a:pt x="112638" y="44774"/>
                  <a:pt x="112143" y="45123"/>
                  <a:pt x="111559" y="45123"/>
                </a:cubicBezTo>
                <a:cubicBezTo>
                  <a:pt x="110884" y="45123"/>
                  <a:pt x="110108" y="44752"/>
                  <a:pt x="109232" y="44010"/>
                </a:cubicBezTo>
                <a:cubicBezTo>
                  <a:pt x="108355" y="43268"/>
                  <a:pt x="107242" y="42447"/>
                  <a:pt x="105893" y="41548"/>
                </a:cubicBezTo>
                <a:cubicBezTo>
                  <a:pt x="104544" y="40649"/>
                  <a:pt x="102914" y="39828"/>
                  <a:pt x="101003" y="39086"/>
                </a:cubicBezTo>
                <a:cubicBezTo>
                  <a:pt x="99092" y="38344"/>
                  <a:pt x="96832" y="37973"/>
                  <a:pt x="94224" y="37973"/>
                </a:cubicBezTo>
                <a:cubicBezTo>
                  <a:pt x="88874" y="37973"/>
                  <a:pt x="84770" y="40037"/>
                  <a:pt x="81915" y="44164"/>
                </a:cubicBezTo>
                <a:cubicBezTo>
                  <a:pt x="79060" y="48289"/>
                  <a:pt x="77632" y="54275"/>
                  <a:pt x="77632" y="62120"/>
                </a:cubicBezTo>
                <a:cubicBezTo>
                  <a:pt x="77632" y="66043"/>
                  <a:pt x="78003" y="69481"/>
                  <a:pt x="78745" y="72435"/>
                </a:cubicBezTo>
                <a:cubicBezTo>
                  <a:pt x="79487" y="75389"/>
                  <a:pt x="80577" y="77858"/>
                  <a:pt x="82016" y="79842"/>
                </a:cubicBezTo>
                <a:cubicBezTo>
                  <a:pt x="83455" y="81826"/>
                  <a:pt x="85220" y="83303"/>
                  <a:pt x="87311" y="84272"/>
                </a:cubicBezTo>
                <a:cubicBezTo>
                  <a:pt x="89402" y="85242"/>
                  <a:pt x="91796" y="85727"/>
                  <a:pt x="94494" y="85727"/>
                </a:cubicBezTo>
                <a:cubicBezTo>
                  <a:pt x="97057" y="85727"/>
                  <a:pt x="99306" y="85322"/>
                  <a:pt x="101239" y="84513"/>
                </a:cubicBezTo>
                <a:cubicBezTo>
                  <a:pt x="103173" y="83703"/>
                  <a:pt x="104848" y="82815"/>
                  <a:pt x="106264" y="81848"/>
                </a:cubicBezTo>
                <a:cubicBezTo>
                  <a:pt x="107680" y="80882"/>
                  <a:pt x="108872" y="80005"/>
                  <a:pt x="109839" y="79218"/>
                </a:cubicBezTo>
                <a:cubicBezTo>
                  <a:pt x="110805" y="78431"/>
                  <a:pt x="111559" y="78038"/>
                  <a:pt x="112098" y="78038"/>
                </a:cubicBezTo>
                <a:cubicBezTo>
                  <a:pt x="112413" y="78038"/>
                  <a:pt x="112683" y="78127"/>
                  <a:pt x="112908" y="78307"/>
                </a:cubicBezTo>
                <a:cubicBezTo>
                  <a:pt x="113132" y="78487"/>
                  <a:pt x="113323" y="78791"/>
                  <a:pt x="113481" y="79218"/>
                </a:cubicBezTo>
                <a:cubicBezTo>
                  <a:pt x="113638" y="79645"/>
                  <a:pt x="113751" y="80185"/>
                  <a:pt x="113818" y="80837"/>
                </a:cubicBezTo>
                <a:cubicBezTo>
                  <a:pt x="113886" y="81489"/>
                  <a:pt x="113919" y="82264"/>
                  <a:pt x="113919" y="83164"/>
                </a:cubicBezTo>
                <a:close/>
                <a:moveTo>
                  <a:pt x="172350" y="83164"/>
                </a:moveTo>
                <a:cubicBezTo>
                  <a:pt x="172350" y="83928"/>
                  <a:pt x="172328" y="84591"/>
                  <a:pt x="172283" y="85153"/>
                </a:cubicBezTo>
                <a:cubicBezTo>
                  <a:pt x="172238" y="85715"/>
                  <a:pt x="172159" y="86188"/>
                  <a:pt x="172047" y="86570"/>
                </a:cubicBezTo>
                <a:cubicBezTo>
                  <a:pt x="171934" y="86952"/>
                  <a:pt x="171799" y="87289"/>
                  <a:pt x="171642" y="87581"/>
                </a:cubicBezTo>
                <a:cubicBezTo>
                  <a:pt x="171485" y="87874"/>
                  <a:pt x="171125" y="88301"/>
                  <a:pt x="170563" y="88863"/>
                </a:cubicBezTo>
                <a:cubicBezTo>
                  <a:pt x="170001" y="89425"/>
                  <a:pt x="169045" y="90122"/>
                  <a:pt x="167696" y="90954"/>
                </a:cubicBezTo>
                <a:cubicBezTo>
                  <a:pt x="166347" y="91786"/>
                  <a:pt x="164830" y="92528"/>
                  <a:pt x="163144" y="93180"/>
                </a:cubicBezTo>
                <a:cubicBezTo>
                  <a:pt x="161457" y="93832"/>
                  <a:pt x="159625" y="94360"/>
                  <a:pt x="157647" y="94765"/>
                </a:cubicBezTo>
                <a:cubicBezTo>
                  <a:pt x="155668" y="95169"/>
                  <a:pt x="153622" y="95372"/>
                  <a:pt x="151509" y="95372"/>
                </a:cubicBezTo>
                <a:cubicBezTo>
                  <a:pt x="147147" y="95372"/>
                  <a:pt x="143280" y="94651"/>
                  <a:pt x="139908" y="93209"/>
                </a:cubicBezTo>
                <a:cubicBezTo>
                  <a:pt x="136535" y="91767"/>
                  <a:pt x="133714" y="89661"/>
                  <a:pt x="131443" y="86890"/>
                </a:cubicBezTo>
                <a:cubicBezTo>
                  <a:pt x="129172" y="84119"/>
                  <a:pt x="127441" y="80717"/>
                  <a:pt x="126249" y="76684"/>
                </a:cubicBezTo>
                <a:cubicBezTo>
                  <a:pt x="125058" y="72652"/>
                  <a:pt x="124462" y="68000"/>
                  <a:pt x="124462" y="62729"/>
                </a:cubicBezTo>
                <a:cubicBezTo>
                  <a:pt x="124462" y="56736"/>
                  <a:pt x="125193" y="51588"/>
                  <a:pt x="126654" y="47285"/>
                </a:cubicBezTo>
                <a:cubicBezTo>
                  <a:pt x="128116" y="42983"/>
                  <a:pt x="130117" y="39457"/>
                  <a:pt x="132657" y="36709"/>
                </a:cubicBezTo>
                <a:cubicBezTo>
                  <a:pt x="135198" y="33960"/>
                  <a:pt x="138188" y="31921"/>
                  <a:pt x="141628" y="30592"/>
                </a:cubicBezTo>
                <a:cubicBezTo>
                  <a:pt x="145068" y="29263"/>
                  <a:pt x="148788" y="28598"/>
                  <a:pt x="152790" y="28598"/>
                </a:cubicBezTo>
                <a:cubicBezTo>
                  <a:pt x="154724" y="28598"/>
                  <a:pt x="156601" y="28778"/>
                  <a:pt x="158422" y="29138"/>
                </a:cubicBezTo>
                <a:cubicBezTo>
                  <a:pt x="160243" y="29497"/>
                  <a:pt x="161918" y="29969"/>
                  <a:pt x="163447" y="30554"/>
                </a:cubicBezTo>
                <a:cubicBezTo>
                  <a:pt x="164976" y="31139"/>
                  <a:pt x="166336" y="31813"/>
                  <a:pt x="167528" y="32577"/>
                </a:cubicBezTo>
                <a:cubicBezTo>
                  <a:pt x="168719" y="33342"/>
                  <a:pt x="169585" y="33994"/>
                  <a:pt x="170125" y="34533"/>
                </a:cubicBezTo>
                <a:cubicBezTo>
                  <a:pt x="170664" y="35073"/>
                  <a:pt x="171035" y="35500"/>
                  <a:pt x="171237" y="35815"/>
                </a:cubicBezTo>
                <a:cubicBezTo>
                  <a:pt x="171440" y="36130"/>
                  <a:pt x="171608" y="36501"/>
                  <a:pt x="171743" y="36928"/>
                </a:cubicBezTo>
                <a:cubicBezTo>
                  <a:pt x="171878" y="37355"/>
                  <a:pt x="171968" y="37838"/>
                  <a:pt x="172013" y="38378"/>
                </a:cubicBezTo>
                <a:cubicBezTo>
                  <a:pt x="172058" y="38918"/>
                  <a:pt x="172081" y="39592"/>
                  <a:pt x="172081" y="40401"/>
                </a:cubicBezTo>
                <a:cubicBezTo>
                  <a:pt x="172081" y="42155"/>
                  <a:pt x="171878" y="43380"/>
                  <a:pt x="171473" y="44077"/>
                </a:cubicBezTo>
                <a:cubicBezTo>
                  <a:pt x="171069" y="44774"/>
                  <a:pt x="170574" y="45123"/>
                  <a:pt x="169990" y="45123"/>
                </a:cubicBezTo>
                <a:cubicBezTo>
                  <a:pt x="169315" y="45123"/>
                  <a:pt x="168539" y="44752"/>
                  <a:pt x="167663" y="44010"/>
                </a:cubicBezTo>
                <a:cubicBezTo>
                  <a:pt x="166786" y="43268"/>
                  <a:pt x="165673" y="42447"/>
                  <a:pt x="164324" y="41548"/>
                </a:cubicBezTo>
                <a:cubicBezTo>
                  <a:pt x="162975" y="40649"/>
                  <a:pt x="161345" y="39828"/>
                  <a:pt x="159434" y="39086"/>
                </a:cubicBezTo>
                <a:cubicBezTo>
                  <a:pt x="157523" y="38344"/>
                  <a:pt x="155263" y="37973"/>
                  <a:pt x="152655" y="37973"/>
                </a:cubicBezTo>
                <a:cubicBezTo>
                  <a:pt x="147305" y="37973"/>
                  <a:pt x="143201" y="40037"/>
                  <a:pt x="140346" y="44164"/>
                </a:cubicBezTo>
                <a:cubicBezTo>
                  <a:pt x="137491" y="48289"/>
                  <a:pt x="136063" y="54275"/>
                  <a:pt x="136063" y="62120"/>
                </a:cubicBezTo>
                <a:cubicBezTo>
                  <a:pt x="136063" y="66043"/>
                  <a:pt x="136434" y="69481"/>
                  <a:pt x="137176" y="72435"/>
                </a:cubicBezTo>
                <a:cubicBezTo>
                  <a:pt x="137918" y="75389"/>
                  <a:pt x="139008" y="77858"/>
                  <a:pt x="140447" y="79842"/>
                </a:cubicBezTo>
                <a:cubicBezTo>
                  <a:pt x="141886" y="81826"/>
                  <a:pt x="143651" y="83303"/>
                  <a:pt x="145742" y="84272"/>
                </a:cubicBezTo>
                <a:cubicBezTo>
                  <a:pt x="147833" y="85242"/>
                  <a:pt x="150227" y="85727"/>
                  <a:pt x="152925" y="85727"/>
                </a:cubicBezTo>
                <a:cubicBezTo>
                  <a:pt x="155488" y="85727"/>
                  <a:pt x="157737" y="85322"/>
                  <a:pt x="159670" y="84513"/>
                </a:cubicBezTo>
                <a:cubicBezTo>
                  <a:pt x="161604" y="83703"/>
                  <a:pt x="163279" y="82815"/>
                  <a:pt x="164695" y="81848"/>
                </a:cubicBezTo>
                <a:cubicBezTo>
                  <a:pt x="166111" y="80882"/>
                  <a:pt x="167303" y="80005"/>
                  <a:pt x="168270" y="79218"/>
                </a:cubicBezTo>
                <a:cubicBezTo>
                  <a:pt x="169236" y="78431"/>
                  <a:pt x="169990" y="78038"/>
                  <a:pt x="170529" y="78038"/>
                </a:cubicBezTo>
                <a:cubicBezTo>
                  <a:pt x="170844" y="78038"/>
                  <a:pt x="171114" y="78127"/>
                  <a:pt x="171339" y="78307"/>
                </a:cubicBezTo>
                <a:cubicBezTo>
                  <a:pt x="171563" y="78487"/>
                  <a:pt x="171755" y="78791"/>
                  <a:pt x="171912" y="79218"/>
                </a:cubicBezTo>
                <a:cubicBezTo>
                  <a:pt x="172069" y="79645"/>
                  <a:pt x="172182" y="80185"/>
                  <a:pt x="172249" y="80837"/>
                </a:cubicBezTo>
                <a:cubicBezTo>
                  <a:pt x="172317" y="81489"/>
                  <a:pt x="172350" y="82264"/>
                  <a:pt x="172350" y="83164"/>
                </a:cubicBezTo>
                <a:close/>
                <a:moveTo>
                  <a:pt x="238942" y="59354"/>
                </a:moveTo>
                <a:cubicBezTo>
                  <a:pt x="238942" y="61108"/>
                  <a:pt x="238503" y="62356"/>
                  <a:pt x="237626" y="63098"/>
                </a:cubicBezTo>
                <a:cubicBezTo>
                  <a:pt x="236750" y="63840"/>
                  <a:pt x="235749" y="64211"/>
                  <a:pt x="234625" y="64211"/>
                </a:cubicBezTo>
                <a:lnTo>
                  <a:pt x="194831" y="64211"/>
                </a:lnTo>
                <a:cubicBezTo>
                  <a:pt x="194831" y="67593"/>
                  <a:pt x="195168" y="70637"/>
                  <a:pt x="195842" y="73344"/>
                </a:cubicBezTo>
                <a:cubicBezTo>
                  <a:pt x="196517" y="76050"/>
                  <a:pt x="197641" y="78373"/>
                  <a:pt x="199215" y="80312"/>
                </a:cubicBezTo>
                <a:cubicBezTo>
                  <a:pt x="200789" y="82251"/>
                  <a:pt x="202834" y="83740"/>
                  <a:pt x="205353" y="84778"/>
                </a:cubicBezTo>
                <a:cubicBezTo>
                  <a:pt x="207871" y="85815"/>
                  <a:pt x="210951" y="86334"/>
                  <a:pt x="214593" y="86334"/>
                </a:cubicBezTo>
                <a:cubicBezTo>
                  <a:pt x="217471" y="86334"/>
                  <a:pt x="220034" y="86098"/>
                  <a:pt x="222282" y="85625"/>
                </a:cubicBezTo>
                <a:cubicBezTo>
                  <a:pt x="224530" y="85153"/>
                  <a:pt x="226475" y="84625"/>
                  <a:pt x="228116" y="84040"/>
                </a:cubicBezTo>
                <a:cubicBezTo>
                  <a:pt x="229757" y="83456"/>
                  <a:pt x="231106" y="82928"/>
                  <a:pt x="232163" y="82455"/>
                </a:cubicBezTo>
                <a:cubicBezTo>
                  <a:pt x="233220" y="81983"/>
                  <a:pt x="234018" y="81747"/>
                  <a:pt x="234558" y="81747"/>
                </a:cubicBezTo>
                <a:cubicBezTo>
                  <a:pt x="234872" y="81747"/>
                  <a:pt x="235153" y="81826"/>
                  <a:pt x="235401" y="81983"/>
                </a:cubicBezTo>
                <a:cubicBezTo>
                  <a:pt x="235648" y="82141"/>
                  <a:pt x="235839" y="82377"/>
                  <a:pt x="235974" y="82691"/>
                </a:cubicBezTo>
                <a:cubicBezTo>
                  <a:pt x="236109" y="83006"/>
                  <a:pt x="236210" y="83445"/>
                  <a:pt x="236277" y="84007"/>
                </a:cubicBezTo>
                <a:cubicBezTo>
                  <a:pt x="236345" y="84569"/>
                  <a:pt x="236379" y="85254"/>
                  <a:pt x="236379" y="86064"/>
                </a:cubicBezTo>
                <a:cubicBezTo>
                  <a:pt x="236379" y="86648"/>
                  <a:pt x="236356" y="87154"/>
                  <a:pt x="236311" y="87581"/>
                </a:cubicBezTo>
                <a:cubicBezTo>
                  <a:pt x="236266" y="88009"/>
                  <a:pt x="236210" y="88391"/>
                  <a:pt x="236143" y="88728"/>
                </a:cubicBezTo>
                <a:cubicBezTo>
                  <a:pt x="236075" y="89065"/>
                  <a:pt x="235963" y="89369"/>
                  <a:pt x="235805" y="89639"/>
                </a:cubicBezTo>
                <a:cubicBezTo>
                  <a:pt x="235648" y="89908"/>
                  <a:pt x="235446" y="90167"/>
                  <a:pt x="235198" y="90414"/>
                </a:cubicBezTo>
                <a:cubicBezTo>
                  <a:pt x="234951" y="90662"/>
                  <a:pt x="234220" y="91066"/>
                  <a:pt x="233006" y="91628"/>
                </a:cubicBezTo>
                <a:cubicBezTo>
                  <a:pt x="231792" y="92190"/>
                  <a:pt x="230218" y="92741"/>
                  <a:pt x="228285" y="93281"/>
                </a:cubicBezTo>
                <a:cubicBezTo>
                  <a:pt x="226351" y="93820"/>
                  <a:pt x="224114" y="94304"/>
                  <a:pt x="221574" y="94731"/>
                </a:cubicBezTo>
                <a:cubicBezTo>
                  <a:pt x="219033" y="95158"/>
                  <a:pt x="216324" y="95372"/>
                  <a:pt x="213446" y="95372"/>
                </a:cubicBezTo>
                <a:cubicBezTo>
                  <a:pt x="208455" y="95372"/>
                  <a:pt x="204082" y="94674"/>
                  <a:pt x="200328" y="93279"/>
                </a:cubicBezTo>
                <a:cubicBezTo>
                  <a:pt x="196573" y="91883"/>
                  <a:pt x="193414" y="89813"/>
                  <a:pt x="190851" y="87067"/>
                </a:cubicBezTo>
                <a:cubicBezTo>
                  <a:pt x="188288" y="84321"/>
                  <a:pt x="186355" y="80878"/>
                  <a:pt x="185051" y="76737"/>
                </a:cubicBezTo>
                <a:cubicBezTo>
                  <a:pt x="183747" y="72596"/>
                  <a:pt x="183095" y="67780"/>
                  <a:pt x="183095" y="62288"/>
                </a:cubicBezTo>
                <a:cubicBezTo>
                  <a:pt x="183095" y="57067"/>
                  <a:pt x="183769" y="52374"/>
                  <a:pt x="185118" y="48211"/>
                </a:cubicBezTo>
                <a:cubicBezTo>
                  <a:pt x="186467" y="44047"/>
                  <a:pt x="188412" y="40514"/>
                  <a:pt x="190952" y="37611"/>
                </a:cubicBezTo>
                <a:cubicBezTo>
                  <a:pt x="193493" y="34708"/>
                  <a:pt x="196562" y="32480"/>
                  <a:pt x="200159" y="30927"/>
                </a:cubicBezTo>
                <a:cubicBezTo>
                  <a:pt x="203756" y="29374"/>
                  <a:pt x="207781" y="28598"/>
                  <a:pt x="212232" y="28598"/>
                </a:cubicBezTo>
                <a:cubicBezTo>
                  <a:pt x="216999" y="28598"/>
                  <a:pt x="221057" y="29362"/>
                  <a:pt x="224407" y="30891"/>
                </a:cubicBezTo>
                <a:cubicBezTo>
                  <a:pt x="227757" y="32420"/>
                  <a:pt x="230511" y="34477"/>
                  <a:pt x="232669" y="37063"/>
                </a:cubicBezTo>
                <a:cubicBezTo>
                  <a:pt x="234827" y="39648"/>
                  <a:pt x="236412" y="42683"/>
                  <a:pt x="237424" y="46168"/>
                </a:cubicBezTo>
                <a:cubicBezTo>
                  <a:pt x="238436" y="49653"/>
                  <a:pt x="238942" y="53374"/>
                  <a:pt x="238942" y="57331"/>
                </a:cubicBezTo>
                <a:lnTo>
                  <a:pt x="238942" y="59354"/>
                </a:lnTo>
                <a:moveTo>
                  <a:pt x="227745" y="56049"/>
                </a:moveTo>
                <a:cubicBezTo>
                  <a:pt x="227880" y="50204"/>
                  <a:pt x="226587" y="45617"/>
                  <a:pt x="223867" y="42290"/>
                </a:cubicBezTo>
                <a:cubicBezTo>
                  <a:pt x="221147" y="38963"/>
                  <a:pt x="217111" y="37299"/>
                  <a:pt x="211760" y="37299"/>
                </a:cubicBezTo>
                <a:cubicBezTo>
                  <a:pt x="209017" y="37299"/>
                  <a:pt x="206612" y="37816"/>
                  <a:pt x="204543" y="38850"/>
                </a:cubicBezTo>
                <a:cubicBezTo>
                  <a:pt x="202475" y="39884"/>
                  <a:pt x="200744" y="41256"/>
                  <a:pt x="199350" y="42964"/>
                </a:cubicBezTo>
                <a:cubicBezTo>
                  <a:pt x="197956" y="44673"/>
                  <a:pt x="196877" y="46663"/>
                  <a:pt x="196112" y="48934"/>
                </a:cubicBezTo>
                <a:cubicBezTo>
                  <a:pt x="195348" y="51204"/>
                  <a:pt x="194921" y="53576"/>
                  <a:pt x="194831" y="56049"/>
                </a:cubicBezTo>
                <a:lnTo>
                  <a:pt x="227745" y="56049"/>
                </a:lnTo>
                <a:close/>
                <a:moveTo>
                  <a:pt x="311779" y="61074"/>
                </a:moveTo>
                <a:cubicBezTo>
                  <a:pt x="311779" y="66384"/>
                  <a:pt x="311206" y="71155"/>
                  <a:pt x="310060" y="75386"/>
                </a:cubicBezTo>
                <a:cubicBezTo>
                  <a:pt x="308913" y="79617"/>
                  <a:pt x="307227" y="83207"/>
                  <a:pt x="305001" y="86157"/>
                </a:cubicBezTo>
                <a:cubicBezTo>
                  <a:pt x="302775" y="89105"/>
                  <a:pt x="300021" y="91378"/>
                  <a:pt x="296739" y="92975"/>
                </a:cubicBezTo>
                <a:cubicBezTo>
                  <a:pt x="293456" y="94573"/>
                  <a:pt x="289701" y="95372"/>
                  <a:pt x="285475" y="95372"/>
                </a:cubicBezTo>
                <a:cubicBezTo>
                  <a:pt x="283676" y="95372"/>
                  <a:pt x="282012" y="95192"/>
                  <a:pt x="280484" y="94832"/>
                </a:cubicBezTo>
                <a:cubicBezTo>
                  <a:pt x="278955" y="94472"/>
                  <a:pt x="277460" y="93910"/>
                  <a:pt x="275998" y="93146"/>
                </a:cubicBezTo>
                <a:cubicBezTo>
                  <a:pt x="274537" y="92380"/>
                  <a:pt x="273087" y="91412"/>
                  <a:pt x="271648" y="90241"/>
                </a:cubicBezTo>
                <a:cubicBezTo>
                  <a:pt x="270209" y="89071"/>
                  <a:pt x="268680" y="87698"/>
                  <a:pt x="267061" y="86123"/>
                </a:cubicBezTo>
                <a:lnTo>
                  <a:pt x="267061" y="116420"/>
                </a:lnTo>
                <a:cubicBezTo>
                  <a:pt x="267061" y="116778"/>
                  <a:pt x="266971" y="117092"/>
                  <a:pt x="266792" y="117362"/>
                </a:cubicBezTo>
                <a:cubicBezTo>
                  <a:pt x="266612" y="117632"/>
                  <a:pt x="266319" y="117856"/>
                  <a:pt x="265915" y="118034"/>
                </a:cubicBezTo>
                <a:cubicBezTo>
                  <a:pt x="265510" y="118214"/>
                  <a:pt x="264948" y="118349"/>
                  <a:pt x="264229" y="118439"/>
                </a:cubicBezTo>
                <a:cubicBezTo>
                  <a:pt x="263509" y="118529"/>
                  <a:pt x="262587" y="118574"/>
                  <a:pt x="261463" y="118574"/>
                </a:cubicBezTo>
                <a:cubicBezTo>
                  <a:pt x="260384" y="118574"/>
                  <a:pt x="259485" y="118529"/>
                  <a:pt x="258765" y="118439"/>
                </a:cubicBezTo>
                <a:cubicBezTo>
                  <a:pt x="258046" y="118349"/>
                  <a:pt x="257472" y="118214"/>
                  <a:pt x="257045" y="118034"/>
                </a:cubicBezTo>
                <a:cubicBezTo>
                  <a:pt x="256618" y="117854"/>
                  <a:pt x="256326" y="117630"/>
                  <a:pt x="256168" y="117360"/>
                </a:cubicBezTo>
                <a:cubicBezTo>
                  <a:pt x="256011" y="117090"/>
                  <a:pt x="255932" y="116775"/>
                  <a:pt x="255932" y="116416"/>
                </a:cubicBezTo>
                <a:lnTo>
                  <a:pt x="255932" y="31633"/>
                </a:lnTo>
                <a:cubicBezTo>
                  <a:pt x="255932" y="31229"/>
                  <a:pt x="256000" y="30903"/>
                  <a:pt x="256135" y="30655"/>
                </a:cubicBezTo>
                <a:cubicBezTo>
                  <a:pt x="256270" y="30408"/>
                  <a:pt x="256539" y="30194"/>
                  <a:pt x="256944" y="30014"/>
                </a:cubicBezTo>
                <a:cubicBezTo>
                  <a:pt x="257349" y="29835"/>
                  <a:pt x="257866" y="29711"/>
                  <a:pt x="258495" y="29643"/>
                </a:cubicBezTo>
                <a:cubicBezTo>
                  <a:pt x="259125" y="29576"/>
                  <a:pt x="259889" y="29542"/>
                  <a:pt x="260789" y="29542"/>
                </a:cubicBezTo>
                <a:cubicBezTo>
                  <a:pt x="261733" y="29542"/>
                  <a:pt x="262509" y="29576"/>
                  <a:pt x="263116" y="29643"/>
                </a:cubicBezTo>
                <a:cubicBezTo>
                  <a:pt x="263723" y="29711"/>
                  <a:pt x="264229" y="29835"/>
                  <a:pt x="264633" y="30014"/>
                </a:cubicBezTo>
                <a:cubicBezTo>
                  <a:pt x="265038" y="30194"/>
                  <a:pt x="265319" y="30409"/>
                  <a:pt x="265476" y="30657"/>
                </a:cubicBezTo>
                <a:cubicBezTo>
                  <a:pt x="265634" y="30905"/>
                  <a:pt x="265712" y="31231"/>
                  <a:pt x="265712" y="31635"/>
                </a:cubicBezTo>
                <a:lnTo>
                  <a:pt x="265712" y="39805"/>
                </a:lnTo>
                <a:cubicBezTo>
                  <a:pt x="267556" y="37915"/>
                  <a:pt x="269332" y="36272"/>
                  <a:pt x="271041" y="34877"/>
                </a:cubicBezTo>
                <a:cubicBezTo>
                  <a:pt x="272749" y="33482"/>
                  <a:pt x="274469" y="32323"/>
                  <a:pt x="276201" y="31401"/>
                </a:cubicBezTo>
                <a:cubicBezTo>
                  <a:pt x="277932" y="30478"/>
                  <a:pt x="279708" y="29780"/>
                  <a:pt x="281529" y="29308"/>
                </a:cubicBezTo>
                <a:cubicBezTo>
                  <a:pt x="283350" y="28835"/>
                  <a:pt x="285272" y="28598"/>
                  <a:pt x="287296" y="28598"/>
                </a:cubicBezTo>
                <a:cubicBezTo>
                  <a:pt x="291702" y="28598"/>
                  <a:pt x="295457" y="29453"/>
                  <a:pt x="298560" y="31163"/>
                </a:cubicBezTo>
                <a:cubicBezTo>
                  <a:pt x="301662" y="32873"/>
                  <a:pt x="304192" y="35214"/>
                  <a:pt x="306148" y="38186"/>
                </a:cubicBezTo>
                <a:cubicBezTo>
                  <a:pt x="308104" y="41157"/>
                  <a:pt x="309531" y="44611"/>
                  <a:pt x="310430" y="48550"/>
                </a:cubicBezTo>
                <a:cubicBezTo>
                  <a:pt x="311330" y="52487"/>
                  <a:pt x="311779" y="56662"/>
                  <a:pt x="311779" y="61074"/>
                </a:cubicBezTo>
                <a:moveTo>
                  <a:pt x="300043" y="62356"/>
                </a:moveTo>
                <a:cubicBezTo>
                  <a:pt x="300043" y="59249"/>
                  <a:pt x="299807" y="56243"/>
                  <a:pt x="299335" y="53339"/>
                </a:cubicBezTo>
                <a:cubicBezTo>
                  <a:pt x="298863" y="50434"/>
                  <a:pt x="298054" y="47857"/>
                  <a:pt x="296907" y="45605"/>
                </a:cubicBezTo>
                <a:cubicBezTo>
                  <a:pt x="295761" y="43354"/>
                  <a:pt x="294220" y="41554"/>
                  <a:pt x="292287" y="40203"/>
                </a:cubicBezTo>
                <a:cubicBezTo>
                  <a:pt x="290353" y="38852"/>
                  <a:pt x="287948" y="38176"/>
                  <a:pt x="285070" y="38176"/>
                </a:cubicBezTo>
                <a:cubicBezTo>
                  <a:pt x="283631" y="38176"/>
                  <a:pt x="282215" y="38390"/>
                  <a:pt x="280821" y="38819"/>
                </a:cubicBezTo>
                <a:cubicBezTo>
                  <a:pt x="279427" y="39246"/>
                  <a:pt x="278010" y="39921"/>
                  <a:pt x="276572" y="40844"/>
                </a:cubicBezTo>
                <a:cubicBezTo>
                  <a:pt x="275133" y="41767"/>
                  <a:pt x="273626" y="42983"/>
                  <a:pt x="272052" y="44493"/>
                </a:cubicBezTo>
                <a:cubicBezTo>
                  <a:pt x="270479" y="46002"/>
                  <a:pt x="268815" y="47860"/>
                  <a:pt x="267061" y="50068"/>
                </a:cubicBezTo>
                <a:lnTo>
                  <a:pt x="267061" y="74239"/>
                </a:lnTo>
                <a:cubicBezTo>
                  <a:pt x="270119" y="77979"/>
                  <a:pt x="273019" y="80839"/>
                  <a:pt x="275762" y="82822"/>
                </a:cubicBezTo>
                <a:cubicBezTo>
                  <a:pt x="278505" y="84803"/>
                  <a:pt x="281383" y="85794"/>
                  <a:pt x="284396" y="85794"/>
                </a:cubicBezTo>
                <a:cubicBezTo>
                  <a:pt x="287183" y="85794"/>
                  <a:pt x="289578" y="85119"/>
                  <a:pt x="291579" y="83769"/>
                </a:cubicBezTo>
                <a:cubicBezTo>
                  <a:pt x="293580" y="82417"/>
                  <a:pt x="295198" y="80615"/>
                  <a:pt x="296435" y="78364"/>
                </a:cubicBezTo>
                <a:cubicBezTo>
                  <a:pt x="297672" y="76113"/>
                  <a:pt x="298582" y="73592"/>
                  <a:pt x="299167" y="70799"/>
                </a:cubicBezTo>
                <a:cubicBezTo>
                  <a:pt x="299751" y="68007"/>
                  <a:pt x="300043" y="65193"/>
                  <a:pt x="300043" y="62356"/>
                </a:cubicBezTo>
                <a:close/>
                <a:moveTo>
                  <a:pt x="360018" y="87952"/>
                </a:moveTo>
                <a:cubicBezTo>
                  <a:pt x="360018" y="89256"/>
                  <a:pt x="359928" y="90291"/>
                  <a:pt x="359748" y="91055"/>
                </a:cubicBezTo>
                <a:cubicBezTo>
                  <a:pt x="359568" y="91819"/>
                  <a:pt x="359299" y="92382"/>
                  <a:pt x="358939" y="92741"/>
                </a:cubicBezTo>
                <a:cubicBezTo>
                  <a:pt x="358579" y="93101"/>
                  <a:pt x="358040" y="93438"/>
                  <a:pt x="357320" y="93753"/>
                </a:cubicBezTo>
                <a:cubicBezTo>
                  <a:pt x="356601" y="94068"/>
                  <a:pt x="355780" y="94326"/>
                  <a:pt x="354858" y="94529"/>
                </a:cubicBezTo>
                <a:cubicBezTo>
                  <a:pt x="353936" y="94731"/>
                  <a:pt x="352958" y="94900"/>
                  <a:pt x="351924" y="95034"/>
                </a:cubicBezTo>
                <a:cubicBezTo>
                  <a:pt x="350890" y="95169"/>
                  <a:pt x="349856" y="95237"/>
                  <a:pt x="348822" y="95237"/>
                </a:cubicBezTo>
                <a:cubicBezTo>
                  <a:pt x="345674" y="95237"/>
                  <a:pt x="342976" y="94820"/>
                  <a:pt x="340728" y="93987"/>
                </a:cubicBezTo>
                <a:cubicBezTo>
                  <a:pt x="338480" y="93152"/>
                  <a:pt x="336636" y="91890"/>
                  <a:pt x="335197" y="90199"/>
                </a:cubicBezTo>
                <a:cubicBezTo>
                  <a:pt x="333758" y="88509"/>
                  <a:pt x="332713" y="86368"/>
                  <a:pt x="332061" y="83777"/>
                </a:cubicBezTo>
                <a:cubicBezTo>
                  <a:pt x="331409" y="81186"/>
                  <a:pt x="331083" y="78132"/>
                  <a:pt x="331083" y="74617"/>
                </a:cubicBezTo>
                <a:lnTo>
                  <a:pt x="331083" y="39052"/>
                </a:lnTo>
                <a:lnTo>
                  <a:pt x="322584" y="39052"/>
                </a:lnTo>
                <a:cubicBezTo>
                  <a:pt x="321910" y="39052"/>
                  <a:pt x="321370" y="38693"/>
                  <a:pt x="320966" y="37973"/>
                </a:cubicBezTo>
                <a:cubicBezTo>
                  <a:pt x="320561" y="37254"/>
                  <a:pt x="320359" y="36085"/>
                  <a:pt x="320359" y="34466"/>
                </a:cubicBezTo>
                <a:cubicBezTo>
                  <a:pt x="320359" y="33612"/>
                  <a:pt x="320415" y="32892"/>
                  <a:pt x="320527" y="32308"/>
                </a:cubicBezTo>
                <a:cubicBezTo>
                  <a:pt x="320640" y="31723"/>
                  <a:pt x="320786" y="31240"/>
                  <a:pt x="320966" y="30858"/>
                </a:cubicBezTo>
                <a:cubicBezTo>
                  <a:pt x="321145" y="30475"/>
                  <a:pt x="321381" y="30206"/>
                  <a:pt x="321674" y="30048"/>
                </a:cubicBezTo>
                <a:cubicBezTo>
                  <a:pt x="321966" y="29891"/>
                  <a:pt x="322292" y="29812"/>
                  <a:pt x="322652" y="29812"/>
                </a:cubicBezTo>
                <a:lnTo>
                  <a:pt x="331083" y="29812"/>
                </a:lnTo>
                <a:lnTo>
                  <a:pt x="331083" y="15378"/>
                </a:lnTo>
                <a:cubicBezTo>
                  <a:pt x="331083" y="15063"/>
                  <a:pt x="331161" y="14771"/>
                  <a:pt x="331319" y="14501"/>
                </a:cubicBezTo>
                <a:cubicBezTo>
                  <a:pt x="331476" y="14232"/>
                  <a:pt x="331769" y="13995"/>
                  <a:pt x="332196" y="13793"/>
                </a:cubicBezTo>
                <a:cubicBezTo>
                  <a:pt x="332623" y="13591"/>
                  <a:pt x="333196" y="13445"/>
                  <a:pt x="333916" y="13355"/>
                </a:cubicBezTo>
                <a:cubicBezTo>
                  <a:pt x="334635" y="13265"/>
                  <a:pt x="335534" y="13220"/>
                  <a:pt x="336614" y="13220"/>
                </a:cubicBezTo>
                <a:cubicBezTo>
                  <a:pt x="337738" y="13220"/>
                  <a:pt x="338659" y="13265"/>
                  <a:pt x="339379" y="13355"/>
                </a:cubicBezTo>
                <a:cubicBezTo>
                  <a:pt x="340098" y="13445"/>
                  <a:pt x="340660" y="13591"/>
                  <a:pt x="341065" y="13793"/>
                </a:cubicBezTo>
                <a:cubicBezTo>
                  <a:pt x="341470" y="13995"/>
                  <a:pt x="341762" y="14232"/>
                  <a:pt x="341942" y="14501"/>
                </a:cubicBezTo>
                <a:cubicBezTo>
                  <a:pt x="342122" y="14771"/>
                  <a:pt x="342212" y="15063"/>
                  <a:pt x="342212" y="15378"/>
                </a:cubicBezTo>
                <a:lnTo>
                  <a:pt x="342212" y="29812"/>
                </a:lnTo>
                <a:lnTo>
                  <a:pt x="357792" y="29812"/>
                </a:lnTo>
                <a:cubicBezTo>
                  <a:pt x="358152" y="29812"/>
                  <a:pt x="358467" y="29891"/>
                  <a:pt x="358737" y="30048"/>
                </a:cubicBezTo>
                <a:cubicBezTo>
                  <a:pt x="359006" y="30206"/>
                  <a:pt x="359242" y="30475"/>
                  <a:pt x="359445" y="30858"/>
                </a:cubicBezTo>
                <a:cubicBezTo>
                  <a:pt x="359647" y="31240"/>
                  <a:pt x="359793" y="31723"/>
                  <a:pt x="359883" y="32308"/>
                </a:cubicBezTo>
                <a:cubicBezTo>
                  <a:pt x="359973" y="32892"/>
                  <a:pt x="360018" y="33612"/>
                  <a:pt x="360018" y="34466"/>
                </a:cubicBezTo>
                <a:cubicBezTo>
                  <a:pt x="360018" y="36085"/>
                  <a:pt x="359816" y="37254"/>
                  <a:pt x="359411" y="37973"/>
                </a:cubicBezTo>
                <a:cubicBezTo>
                  <a:pt x="359006" y="38693"/>
                  <a:pt x="358467" y="39052"/>
                  <a:pt x="357792" y="39052"/>
                </a:cubicBezTo>
                <a:lnTo>
                  <a:pt x="342212" y="39052"/>
                </a:lnTo>
                <a:lnTo>
                  <a:pt x="342212" y="73011"/>
                </a:lnTo>
                <a:cubicBezTo>
                  <a:pt x="342212" y="77204"/>
                  <a:pt x="342830" y="80372"/>
                  <a:pt x="344067" y="82514"/>
                </a:cubicBezTo>
                <a:cubicBezTo>
                  <a:pt x="345303" y="84656"/>
                  <a:pt x="347518" y="85727"/>
                  <a:pt x="350710" y="85727"/>
                </a:cubicBezTo>
                <a:cubicBezTo>
                  <a:pt x="351744" y="85727"/>
                  <a:pt x="352666" y="85625"/>
                  <a:pt x="353476" y="85423"/>
                </a:cubicBezTo>
                <a:cubicBezTo>
                  <a:pt x="354285" y="85221"/>
                  <a:pt x="355004" y="85007"/>
                  <a:pt x="355634" y="84782"/>
                </a:cubicBezTo>
                <a:cubicBezTo>
                  <a:pt x="356263" y="84558"/>
                  <a:pt x="356803" y="84344"/>
                  <a:pt x="357253" y="84142"/>
                </a:cubicBezTo>
                <a:cubicBezTo>
                  <a:pt x="357702" y="83939"/>
                  <a:pt x="358107" y="83838"/>
                  <a:pt x="358467" y="83838"/>
                </a:cubicBezTo>
                <a:cubicBezTo>
                  <a:pt x="358692" y="83838"/>
                  <a:pt x="358905" y="83894"/>
                  <a:pt x="359107" y="84007"/>
                </a:cubicBezTo>
                <a:cubicBezTo>
                  <a:pt x="359310" y="84119"/>
                  <a:pt x="359467" y="84333"/>
                  <a:pt x="359580" y="84647"/>
                </a:cubicBezTo>
                <a:cubicBezTo>
                  <a:pt x="359692" y="84962"/>
                  <a:pt x="359793" y="85389"/>
                  <a:pt x="359883" y="85929"/>
                </a:cubicBezTo>
                <a:cubicBezTo>
                  <a:pt x="359973" y="86469"/>
                  <a:pt x="360018" y="87143"/>
                  <a:pt x="360018" y="87952"/>
                </a:cubicBezTo>
                <a:close/>
                <a:moveTo>
                  <a:pt x="451262" y="92404"/>
                </a:moveTo>
                <a:cubicBezTo>
                  <a:pt x="451262" y="92944"/>
                  <a:pt x="451082" y="93348"/>
                  <a:pt x="450722" y="93618"/>
                </a:cubicBezTo>
                <a:cubicBezTo>
                  <a:pt x="450362" y="93888"/>
                  <a:pt x="449868" y="94090"/>
                  <a:pt x="449238" y="94225"/>
                </a:cubicBezTo>
                <a:cubicBezTo>
                  <a:pt x="448609" y="94360"/>
                  <a:pt x="447687" y="94427"/>
                  <a:pt x="446473" y="94427"/>
                </a:cubicBezTo>
                <a:cubicBezTo>
                  <a:pt x="445304" y="94427"/>
                  <a:pt x="444371" y="94360"/>
                  <a:pt x="443674" y="94225"/>
                </a:cubicBezTo>
                <a:cubicBezTo>
                  <a:pt x="442977" y="94090"/>
                  <a:pt x="442471" y="93888"/>
                  <a:pt x="442156" y="93618"/>
                </a:cubicBezTo>
                <a:cubicBezTo>
                  <a:pt x="441841" y="93348"/>
                  <a:pt x="441684" y="92944"/>
                  <a:pt x="441684" y="92404"/>
                </a:cubicBezTo>
                <a:lnTo>
                  <a:pt x="441684" y="86334"/>
                </a:lnTo>
                <a:cubicBezTo>
                  <a:pt x="439031" y="89166"/>
                  <a:pt x="436074" y="91381"/>
                  <a:pt x="432814" y="92977"/>
                </a:cubicBezTo>
                <a:cubicBezTo>
                  <a:pt x="429554" y="94574"/>
                  <a:pt x="426103" y="95372"/>
                  <a:pt x="422461" y="95372"/>
                </a:cubicBezTo>
                <a:cubicBezTo>
                  <a:pt x="419269" y="95372"/>
                  <a:pt x="416380" y="94954"/>
                  <a:pt x="413794" y="94120"/>
                </a:cubicBezTo>
                <a:cubicBezTo>
                  <a:pt x="411209" y="93285"/>
                  <a:pt x="409005" y="92078"/>
                  <a:pt x="407184" y="90499"/>
                </a:cubicBezTo>
                <a:cubicBezTo>
                  <a:pt x="405363" y="88919"/>
                  <a:pt x="403947" y="86979"/>
                  <a:pt x="402935" y="84679"/>
                </a:cubicBezTo>
                <a:cubicBezTo>
                  <a:pt x="401923" y="82377"/>
                  <a:pt x="401417" y="79760"/>
                  <a:pt x="401417" y="76826"/>
                </a:cubicBezTo>
                <a:cubicBezTo>
                  <a:pt x="401417" y="73397"/>
                  <a:pt x="402114" y="70419"/>
                  <a:pt x="403508" y="67893"/>
                </a:cubicBezTo>
                <a:cubicBezTo>
                  <a:pt x="404902" y="65365"/>
                  <a:pt x="406903" y="63266"/>
                  <a:pt x="409511" y="61597"/>
                </a:cubicBezTo>
                <a:cubicBezTo>
                  <a:pt x="412119" y="59928"/>
                  <a:pt x="415312" y="58676"/>
                  <a:pt x="419089" y="57841"/>
                </a:cubicBezTo>
                <a:cubicBezTo>
                  <a:pt x="422866" y="57006"/>
                  <a:pt x="427115" y="56589"/>
                  <a:pt x="431836" y="56589"/>
                </a:cubicBezTo>
                <a:lnTo>
                  <a:pt x="440200" y="56589"/>
                </a:lnTo>
                <a:lnTo>
                  <a:pt x="440200" y="51885"/>
                </a:lnTo>
                <a:cubicBezTo>
                  <a:pt x="440200" y="49555"/>
                  <a:pt x="439953" y="47494"/>
                  <a:pt x="439458" y="45702"/>
                </a:cubicBezTo>
                <a:cubicBezTo>
                  <a:pt x="438963" y="43909"/>
                  <a:pt x="438165" y="42419"/>
                  <a:pt x="437064" y="41232"/>
                </a:cubicBezTo>
                <a:cubicBezTo>
                  <a:pt x="435962" y="40045"/>
                  <a:pt x="434534" y="39149"/>
                  <a:pt x="432781" y="38545"/>
                </a:cubicBezTo>
                <a:cubicBezTo>
                  <a:pt x="431027" y="37939"/>
                  <a:pt x="428869" y="37636"/>
                  <a:pt x="426306" y="37636"/>
                </a:cubicBezTo>
                <a:cubicBezTo>
                  <a:pt x="423563" y="37636"/>
                  <a:pt x="421101" y="37959"/>
                  <a:pt x="418920" y="38604"/>
                </a:cubicBezTo>
                <a:cubicBezTo>
                  <a:pt x="416739" y="39249"/>
                  <a:pt x="414828" y="39960"/>
                  <a:pt x="413187" y="40739"/>
                </a:cubicBezTo>
                <a:cubicBezTo>
                  <a:pt x="411546" y="41517"/>
                  <a:pt x="410174" y="42229"/>
                  <a:pt x="409073" y="42874"/>
                </a:cubicBezTo>
                <a:cubicBezTo>
                  <a:pt x="407971" y="43519"/>
                  <a:pt x="407150" y="43841"/>
                  <a:pt x="406611" y="43841"/>
                </a:cubicBezTo>
                <a:cubicBezTo>
                  <a:pt x="406251" y="43841"/>
                  <a:pt x="405936" y="43751"/>
                  <a:pt x="405667" y="43572"/>
                </a:cubicBezTo>
                <a:cubicBezTo>
                  <a:pt x="405397" y="43392"/>
                  <a:pt x="405161" y="43122"/>
                  <a:pt x="404958" y="42762"/>
                </a:cubicBezTo>
                <a:cubicBezTo>
                  <a:pt x="404756" y="42402"/>
                  <a:pt x="404610" y="41942"/>
                  <a:pt x="404520" y="41379"/>
                </a:cubicBezTo>
                <a:cubicBezTo>
                  <a:pt x="404430" y="40817"/>
                  <a:pt x="404385" y="40199"/>
                  <a:pt x="404385" y="39525"/>
                </a:cubicBezTo>
                <a:cubicBezTo>
                  <a:pt x="404385" y="38400"/>
                  <a:pt x="404464" y="37512"/>
                  <a:pt x="404621" y="36860"/>
                </a:cubicBezTo>
                <a:cubicBezTo>
                  <a:pt x="404778" y="36208"/>
                  <a:pt x="405161" y="35590"/>
                  <a:pt x="405768" y="35006"/>
                </a:cubicBezTo>
                <a:cubicBezTo>
                  <a:pt x="406375" y="34421"/>
                  <a:pt x="407420" y="33740"/>
                  <a:pt x="408904" y="32963"/>
                </a:cubicBezTo>
                <a:cubicBezTo>
                  <a:pt x="410388" y="32185"/>
                  <a:pt x="412097" y="31474"/>
                  <a:pt x="414030" y="30830"/>
                </a:cubicBezTo>
                <a:cubicBezTo>
                  <a:pt x="415964" y="30187"/>
                  <a:pt x="418077" y="29654"/>
                  <a:pt x="420370" y="29232"/>
                </a:cubicBezTo>
                <a:cubicBezTo>
                  <a:pt x="422663" y="28810"/>
                  <a:pt x="424979" y="28598"/>
                  <a:pt x="427317" y="28598"/>
                </a:cubicBezTo>
                <a:cubicBezTo>
                  <a:pt x="431679" y="28598"/>
                  <a:pt x="435389" y="29093"/>
                  <a:pt x="438446" y="30082"/>
                </a:cubicBezTo>
                <a:cubicBezTo>
                  <a:pt x="441504" y="31071"/>
                  <a:pt x="443977" y="32521"/>
                  <a:pt x="445866" y="34432"/>
                </a:cubicBezTo>
                <a:cubicBezTo>
                  <a:pt x="447754" y="36343"/>
                  <a:pt x="449126" y="38715"/>
                  <a:pt x="449980" y="41548"/>
                </a:cubicBezTo>
                <a:cubicBezTo>
                  <a:pt x="450834" y="44381"/>
                  <a:pt x="451262" y="47686"/>
                  <a:pt x="451262" y="51463"/>
                </a:cubicBezTo>
                <a:lnTo>
                  <a:pt x="451262" y="92404"/>
                </a:lnTo>
                <a:moveTo>
                  <a:pt x="440200" y="64615"/>
                </a:moveTo>
                <a:lnTo>
                  <a:pt x="430690" y="64615"/>
                </a:lnTo>
                <a:cubicBezTo>
                  <a:pt x="427632" y="64615"/>
                  <a:pt x="424979" y="64876"/>
                  <a:pt x="422731" y="65397"/>
                </a:cubicBezTo>
                <a:cubicBezTo>
                  <a:pt x="420483" y="65917"/>
                  <a:pt x="418617" y="66686"/>
                  <a:pt x="417133" y="67703"/>
                </a:cubicBezTo>
                <a:cubicBezTo>
                  <a:pt x="415649" y="68721"/>
                  <a:pt x="414558" y="69942"/>
                  <a:pt x="413861" y="71369"/>
                </a:cubicBezTo>
                <a:cubicBezTo>
                  <a:pt x="413165" y="72793"/>
                  <a:pt x="412816" y="74433"/>
                  <a:pt x="412816" y="76288"/>
                </a:cubicBezTo>
                <a:cubicBezTo>
                  <a:pt x="412816" y="79455"/>
                  <a:pt x="413817" y="81978"/>
                  <a:pt x="415817" y="83855"/>
                </a:cubicBezTo>
                <a:cubicBezTo>
                  <a:pt x="417818" y="85732"/>
                  <a:pt x="420618" y="86671"/>
                  <a:pt x="424215" y="86671"/>
                </a:cubicBezTo>
                <a:cubicBezTo>
                  <a:pt x="427138" y="86671"/>
                  <a:pt x="429847" y="85925"/>
                  <a:pt x="432342" y="84432"/>
                </a:cubicBezTo>
                <a:cubicBezTo>
                  <a:pt x="434838" y="82939"/>
                  <a:pt x="437457" y="80654"/>
                  <a:pt x="440200" y="77578"/>
                </a:cubicBezTo>
                <a:lnTo>
                  <a:pt x="440200" y="64615"/>
                </a:lnTo>
                <a:close/>
                <a:moveTo>
                  <a:pt x="482826" y="92334"/>
                </a:moveTo>
                <a:cubicBezTo>
                  <a:pt x="482826" y="92694"/>
                  <a:pt x="482736" y="92998"/>
                  <a:pt x="482556" y="93247"/>
                </a:cubicBezTo>
                <a:cubicBezTo>
                  <a:pt x="482376" y="93494"/>
                  <a:pt x="482084" y="93708"/>
                  <a:pt x="481679" y="93888"/>
                </a:cubicBezTo>
                <a:cubicBezTo>
                  <a:pt x="481274" y="94068"/>
                  <a:pt x="480712" y="94203"/>
                  <a:pt x="479993" y="94293"/>
                </a:cubicBezTo>
                <a:cubicBezTo>
                  <a:pt x="479273" y="94382"/>
                  <a:pt x="478352" y="94427"/>
                  <a:pt x="477228" y="94427"/>
                </a:cubicBezTo>
                <a:cubicBezTo>
                  <a:pt x="476148" y="94427"/>
                  <a:pt x="475249" y="94382"/>
                  <a:pt x="474530" y="94293"/>
                </a:cubicBezTo>
                <a:cubicBezTo>
                  <a:pt x="473810" y="94203"/>
                  <a:pt x="473237" y="94068"/>
                  <a:pt x="472810" y="93888"/>
                </a:cubicBezTo>
                <a:cubicBezTo>
                  <a:pt x="472383" y="93708"/>
                  <a:pt x="472090" y="93494"/>
                  <a:pt x="471933" y="93247"/>
                </a:cubicBezTo>
                <a:cubicBezTo>
                  <a:pt x="471775" y="92998"/>
                  <a:pt x="471697" y="92694"/>
                  <a:pt x="471697" y="92334"/>
                </a:cubicBezTo>
                <a:lnTo>
                  <a:pt x="471697" y="2160"/>
                </a:lnTo>
                <a:cubicBezTo>
                  <a:pt x="471697" y="1801"/>
                  <a:pt x="471775" y="1486"/>
                  <a:pt x="471933" y="1216"/>
                </a:cubicBezTo>
                <a:cubicBezTo>
                  <a:pt x="472090" y="945"/>
                  <a:pt x="472383" y="719"/>
                  <a:pt x="472810" y="540"/>
                </a:cubicBezTo>
                <a:cubicBezTo>
                  <a:pt x="473237" y="360"/>
                  <a:pt x="473810" y="225"/>
                  <a:pt x="474530" y="135"/>
                </a:cubicBezTo>
                <a:cubicBezTo>
                  <a:pt x="475249" y="45"/>
                  <a:pt x="476148" y="0"/>
                  <a:pt x="477228" y="0"/>
                </a:cubicBezTo>
                <a:cubicBezTo>
                  <a:pt x="478352" y="0"/>
                  <a:pt x="479273" y="45"/>
                  <a:pt x="479993" y="135"/>
                </a:cubicBezTo>
                <a:cubicBezTo>
                  <a:pt x="480712" y="225"/>
                  <a:pt x="481274" y="360"/>
                  <a:pt x="481679" y="540"/>
                </a:cubicBezTo>
                <a:cubicBezTo>
                  <a:pt x="482084" y="719"/>
                  <a:pt x="482376" y="945"/>
                  <a:pt x="482556" y="1216"/>
                </a:cubicBezTo>
                <a:cubicBezTo>
                  <a:pt x="482736" y="1486"/>
                  <a:pt x="482826" y="1801"/>
                  <a:pt x="482826" y="2160"/>
                </a:cubicBezTo>
                <a:lnTo>
                  <a:pt x="482826" y="92334"/>
                </a:lnTo>
                <a:close/>
                <a:moveTo>
                  <a:pt x="514596" y="92334"/>
                </a:moveTo>
                <a:cubicBezTo>
                  <a:pt x="514596" y="92694"/>
                  <a:pt x="514506" y="92998"/>
                  <a:pt x="514326" y="93247"/>
                </a:cubicBezTo>
                <a:cubicBezTo>
                  <a:pt x="514147" y="93494"/>
                  <a:pt x="513854" y="93708"/>
                  <a:pt x="513450" y="93888"/>
                </a:cubicBezTo>
                <a:cubicBezTo>
                  <a:pt x="513045" y="94068"/>
                  <a:pt x="512483" y="94203"/>
                  <a:pt x="511763" y="94293"/>
                </a:cubicBezTo>
                <a:cubicBezTo>
                  <a:pt x="511044" y="94382"/>
                  <a:pt x="510122" y="94427"/>
                  <a:pt x="508998" y="94427"/>
                </a:cubicBezTo>
                <a:cubicBezTo>
                  <a:pt x="507919" y="94427"/>
                  <a:pt x="507020" y="94382"/>
                  <a:pt x="506300" y="94293"/>
                </a:cubicBezTo>
                <a:cubicBezTo>
                  <a:pt x="505581" y="94203"/>
                  <a:pt x="505007" y="94068"/>
                  <a:pt x="504580" y="93888"/>
                </a:cubicBezTo>
                <a:cubicBezTo>
                  <a:pt x="504153" y="93708"/>
                  <a:pt x="503861" y="93494"/>
                  <a:pt x="503703" y="93247"/>
                </a:cubicBezTo>
                <a:cubicBezTo>
                  <a:pt x="503546" y="92998"/>
                  <a:pt x="503467" y="92694"/>
                  <a:pt x="503467" y="92334"/>
                </a:cubicBezTo>
                <a:lnTo>
                  <a:pt x="503467" y="2160"/>
                </a:lnTo>
                <a:cubicBezTo>
                  <a:pt x="503467" y="1801"/>
                  <a:pt x="503546" y="1486"/>
                  <a:pt x="503703" y="1216"/>
                </a:cubicBezTo>
                <a:cubicBezTo>
                  <a:pt x="503861" y="945"/>
                  <a:pt x="504153" y="719"/>
                  <a:pt x="504580" y="540"/>
                </a:cubicBezTo>
                <a:cubicBezTo>
                  <a:pt x="505007" y="360"/>
                  <a:pt x="505581" y="225"/>
                  <a:pt x="506300" y="135"/>
                </a:cubicBezTo>
                <a:cubicBezTo>
                  <a:pt x="507020" y="45"/>
                  <a:pt x="507919" y="0"/>
                  <a:pt x="508998" y="0"/>
                </a:cubicBezTo>
                <a:cubicBezTo>
                  <a:pt x="510122" y="0"/>
                  <a:pt x="511044" y="45"/>
                  <a:pt x="511763" y="135"/>
                </a:cubicBezTo>
                <a:cubicBezTo>
                  <a:pt x="512483" y="225"/>
                  <a:pt x="513045" y="360"/>
                  <a:pt x="513450" y="540"/>
                </a:cubicBezTo>
                <a:cubicBezTo>
                  <a:pt x="513854" y="719"/>
                  <a:pt x="514147" y="945"/>
                  <a:pt x="514326" y="1216"/>
                </a:cubicBezTo>
                <a:cubicBezTo>
                  <a:pt x="514506" y="1486"/>
                  <a:pt x="514596" y="1801"/>
                  <a:pt x="514596" y="2160"/>
                </a:cubicBezTo>
                <a:lnTo>
                  <a:pt x="514596" y="92334"/>
                </a:lnTo>
                <a:close/>
                <a:moveTo>
                  <a:pt x="622358" y="61344"/>
                </a:moveTo>
                <a:cubicBezTo>
                  <a:pt x="622358" y="66295"/>
                  <a:pt x="621706" y="70851"/>
                  <a:pt x="620402" y="75015"/>
                </a:cubicBezTo>
                <a:cubicBezTo>
                  <a:pt x="619098" y="79179"/>
                  <a:pt x="617153" y="82769"/>
                  <a:pt x="614568" y="85786"/>
                </a:cubicBezTo>
                <a:cubicBezTo>
                  <a:pt x="611982" y="88801"/>
                  <a:pt x="608745" y="91153"/>
                  <a:pt x="604855" y="92840"/>
                </a:cubicBezTo>
                <a:cubicBezTo>
                  <a:pt x="600965" y="94528"/>
                  <a:pt x="596458" y="95372"/>
                  <a:pt x="591332" y="95372"/>
                </a:cubicBezTo>
                <a:cubicBezTo>
                  <a:pt x="586340" y="95372"/>
                  <a:pt x="581990" y="94629"/>
                  <a:pt x="578280" y="93144"/>
                </a:cubicBezTo>
                <a:cubicBezTo>
                  <a:pt x="574571" y="91659"/>
                  <a:pt x="571479" y="89498"/>
                  <a:pt x="569006" y="86662"/>
                </a:cubicBezTo>
                <a:cubicBezTo>
                  <a:pt x="566533" y="83827"/>
                  <a:pt x="564690" y="80383"/>
                  <a:pt x="563476" y="76332"/>
                </a:cubicBezTo>
                <a:cubicBezTo>
                  <a:pt x="562261" y="72281"/>
                  <a:pt x="561654" y="67690"/>
                  <a:pt x="561654" y="62558"/>
                </a:cubicBezTo>
                <a:cubicBezTo>
                  <a:pt x="561654" y="57608"/>
                  <a:pt x="562295" y="53051"/>
                  <a:pt x="563577" y="48887"/>
                </a:cubicBezTo>
                <a:cubicBezTo>
                  <a:pt x="564858" y="44724"/>
                  <a:pt x="566792" y="41134"/>
                  <a:pt x="569377" y="38119"/>
                </a:cubicBezTo>
                <a:cubicBezTo>
                  <a:pt x="571963" y="35102"/>
                  <a:pt x="575189" y="32761"/>
                  <a:pt x="579056" y="31096"/>
                </a:cubicBezTo>
                <a:cubicBezTo>
                  <a:pt x="582923" y="29431"/>
                  <a:pt x="587442" y="28598"/>
                  <a:pt x="592613" y="28598"/>
                </a:cubicBezTo>
                <a:cubicBezTo>
                  <a:pt x="597604" y="28598"/>
                  <a:pt x="601955" y="29341"/>
                  <a:pt x="605664" y="30826"/>
                </a:cubicBezTo>
                <a:cubicBezTo>
                  <a:pt x="609374" y="32311"/>
                  <a:pt x="612465" y="34472"/>
                  <a:pt x="614939" y="37307"/>
                </a:cubicBezTo>
                <a:cubicBezTo>
                  <a:pt x="617412" y="40143"/>
                  <a:pt x="619266" y="43586"/>
                  <a:pt x="620503" y="47637"/>
                </a:cubicBezTo>
                <a:cubicBezTo>
                  <a:pt x="621740" y="51688"/>
                  <a:pt x="622358" y="56257"/>
                  <a:pt x="622358" y="61344"/>
                </a:cubicBezTo>
                <a:moveTo>
                  <a:pt x="610622" y="62086"/>
                </a:moveTo>
                <a:cubicBezTo>
                  <a:pt x="610622" y="58799"/>
                  <a:pt x="610318" y="55693"/>
                  <a:pt x="609711" y="52766"/>
                </a:cubicBezTo>
                <a:cubicBezTo>
                  <a:pt x="609104" y="49839"/>
                  <a:pt x="608104" y="47272"/>
                  <a:pt x="606710" y="45066"/>
                </a:cubicBezTo>
                <a:cubicBezTo>
                  <a:pt x="605316" y="42860"/>
                  <a:pt x="603427" y="41115"/>
                  <a:pt x="601044" y="39832"/>
                </a:cubicBezTo>
                <a:cubicBezTo>
                  <a:pt x="598661" y="38548"/>
                  <a:pt x="595693" y="37906"/>
                  <a:pt x="592141" y="37906"/>
                </a:cubicBezTo>
                <a:cubicBezTo>
                  <a:pt x="588859" y="37906"/>
                  <a:pt x="586037" y="38491"/>
                  <a:pt x="583676" y="39662"/>
                </a:cubicBezTo>
                <a:cubicBezTo>
                  <a:pt x="581316" y="40832"/>
                  <a:pt x="579371" y="42487"/>
                  <a:pt x="577842" y="44627"/>
                </a:cubicBezTo>
                <a:cubicBezTo>
                  <a:pt x="576313" y="46766"/>
                  <a:pt x="575178" y="49299"/>
                  <a:pt x="574436" y="52226"/>
                </a:cubicBezTo>
                <a:cubicBezTo>
                  <a:pt x="573694" y="55152"/>
                  <a:pt x="573323" y="58348"/>
                  <a:pt x="573323" y="61816"/>
                </a:cubicBezTo>
                <a:cubicBezTo>
                  <a:pt x="573323" y="65148"/>
                  <a:pt x="573627" y="68277"/>
                  <a:pt x="574234" y="71204"/>
                </a:cubicBezTo>
                <a:cubicBezTo>
                  <a:pt x="574841" y="74131"/>
                  <a:pt x="575852" y="76686"/>
                  <a:pt x="577269" y="78870"/>
                </a:cubicBezTo>
                <a:cubicBezTo>
                  <a:pt x="578685" y="81054"/>
                  <a:pt x="580585" y="82788"/>
                  <a:pt x="582968" y="84072"/>
                </a:cubicBezTo>
                <a:cubicBezTo>
                  <a:pt x="585351" y="85355"/>
                  <a:pt x="588319" y="85996"/>
                  <a:pt x="591871" y="85996"/>
                </a:cubicBezTo>
                <a:cubicBezTo>
                  <a:pt x="595109" y="85996"/>
                  <a:pt x="597919" y="85411"/>
                  <a:pt x="600302" y="84241"/>
                </a:cubicBezTo>
                <a:cubicBezTo>
                  <a:pt x="602685" y="83070"/>
                  <a:pt x="604641" y="81427"/>
                  <a:pt x="606170" y="79311"/>
                </a:cubicBezTo>
                <a:cubicBezTo>
                  <a:pt x="607699" y="77193"/>
                  <a:pt x="608823" y="74671"/>
                  <a:pt x="609543" y="71746"/>
                </a:cubicBezTo>
                <a:cubicBezTo>
                  <a:pt x="610262" y="68819"/>
                  <a:pt x="610622" y="65599"/>
                  <a:pt x="610622" y="62086"/>
                </a:cubicBezTo>
                <a:close/>
                <a:moveTo>
                  <a:pt x="674178" y="35613"/>
                </a:moveTo>
                <a:cubicBezTo>
                  <a:pt x="674178" y="36602"/>
                  <a:pt x="674156" y="37434"/>
                  <a:pt x="674111" y="38108"/>
                </a:cubicBezTo>
                <a:cubicBezTo>
                  <a:pt x="674066" y="38783"/>
                  <a:pt x="673976" y="39311"/>
                  <a:pt x="673841" y="39693"/>
                </a:cubicBezTo>
                <a:cubicBezTo>
                  <a:pt x="673706" y="40075"/>
                  <a:pt x="673537" y="40368"/>
                  <a:pt x="673335" y="40570"/>
                </a:cubicBezTo>
                <a:cubicBezTo>
                  <a:pt x="673133" y="40772"/>
                  <a:pt x="672852" y="40874"/>
                  <a:pt x="672492" y="40874"/>
                </a:cubicBezTo>
                <a:cubicBezTo>
                  <a:pt x="672132" y="40874"/>
                  <a:pt x="671694" y="40772"/>
                  <a:pt x="671177" y="40570"/>
                </a:cubicBezTo>
                <a:cubicBezTo>
                  <a:pt x="670660" y="40368"/>
                  <a:pt x="670075" y="40165"/>
                  <a:pt x="669423" y="39963"/>
                </a:cubicBezTo>
                <a:cubicBezTo>
                  <a:pt x="668771" y="39761"/>
                  <a:pt x="668040" y="39570"/>
                  <a:pt x="667231" y="39390"/>
                </a:cubicBezTo>
                <a:cubicBezTo>
                  <a:pt x="666422" y="39210"/>
                  <a:pt x="665545" y="39120"/>
                  <a:pt x="664601" y="39120"/>
                </a:cubicBezTo>
                <a:cubicBezTo>
                  <a:pt x="663476" y="39120"/>
                  <a:pt x="662375" y="39345"/>
                  <a:pt x="661296" y="39794"/>
                </a:cubicBezTo>
                <a:cubicBezTo>
                  <a:pt x="660216" y="40244"/>
                  <a:pt x="659081" y="40986"/>
                  <a:pt x="657890" y="42020"/>
                </a:cubicBezTo>
                <a:cubicBezTo>
                  <a:pt x="656698" y="43054"/>
                  <a:pt x="655450" y="44426"/>
                  <a:pt x="654146" y="46135"/>
                </a:cubicBezTo>
                <a:cubicBezTo>
                  <a:pt x="652842" y="47843"/>
                  <a:pt x="651403" y="49934"/>
                  <a:pt x="649829" y="52407"/>
                </a:cubicBezTo>
                <a:lnTo>
                  <a:pt x="649829" y="92337"/>
                </a:lnTo>
                <a:cubicBezTo>
                  <a:pt x="649829" y="92696"/>
                  <a:pt x="649740" y="93000"/>
                  <a:pt x="649560" y="93247"/>
                </a:cubicBezTo>
                <a:cubicBezTo>
                  <a:pt x="649380" y="93494"/>
                  <a:pt x="649088" y="93708"/>
                  <a:pt x="648683" y="93888"/>
                </a:cubicBezTo>
                <a:cubicBezTo>
                  <a:pt x="648278" y="94068"/>
                  <a:pt x="647716" y="94203"/>
                  <a:pt x="646997" y="94293"/>
                </a:cubicBezTo>
                <a:cubicBezTo>
                  <a:pt x="646277" y="94382"/>
                  <a:pt x="645355" y="94427"/>
                  <a:pt x="644231" y="94427"/>
                </a:cubicBezTo>
                <a:cubicBezTo>
                  <a:pt x="643152" y="94427"/>
                  <a:pt x="642253" y="94382"/>
                  <a:pt x="641533" y="94293"/>
                </a:cubicBezTo>
                <a:cubicBezTo>
                  <a:pt x="640814" y="94203"/>
                  <a:pt x="640241" y="94068"/>
                  <a:pt x="639813" y="93888"/>
                </a:cubicBezTo>
                <a:cubicBezTo>
                  <a:pt x="639386" y="93708"/>
                  <a:pt x="639094" y="93494"/>
                  <a:pt x="638937" y="93247"/>
                </a:cubicBezTo>
                <a:cubicBezTo>
                  <a:pt x="638779" y="93000"/>
                  <a:pt x="638701" y="92696"/>
                  <a:pt x="638701" y="92337"/>
                </a:cubicBezTo>
                <a:lnTo>
                  <a:pt x="638701" y="31633"/>
                </a:lnTo>
                <a:cubicBezTo>
                  <a:pt x="638701" y="31273"/>
                  <a:pt x="638768" y="30970"/>
                  <a:pt x="638903" y="30723"/>
                </a:cubicBezTo>
                <a:cubicBezTo>
                  <a:pt x="639038" y="30475"/>
                  <a:pt x="639308" y="30251"/>
                  <a:pt x="639712" y="30048"/>
                </a:cubicBezTo>
                <a:cubicBezTo>
                  <a:pt x="640117" y="29846"/>
                  <a:pt x="640634" y="29711"/>
                  <a:pt x="641264" y="29643"/>
                </a:cubicBezTo>
                <a:cubicBezTo>
                  <a:pt x="641893" y="29576"/>
                  <a:pt x="642725" y="29542"/>
                  <a:pt x="643759" y="29542"/>
                </a:cubicBezTo>
                <a:cubicBezTo>
                  <a:pt x="644748" y="29542"/>
                  <a:pt x="645569" y="29576"/>
                  <a:pt x="646221" y="29643"/>
                </a:cubicBezTo>
                <a:cubicBezTo>
                  <a:pt x="646873" y="29711"/>
                  <a:pt x="647379" y="29846"/>
                  <a:pt x="647739" y="30048"/>
                </a:cubicBezTo>
                <a:cubicBezTo>
                  <a:pt x="648098" y="30251"/>
                  <a:pt x="648357" y="30475"/>
                  <a:pt x="648514" y="30723"/>
                </a:cubicBezTo>
                <a:cubicBezTo>
                  <a:pt x="648672" y="30970"/>
                  <a:pt x="648750" y="31273"/>
                  <a:pt x="648750" y="31633"/>
                </a:cubicBezTo>
                <a:lnTo>
                  <a:pt x="648750" y="40469"/>
                </a:lnTo>
                <a:cubicBezTo>
                  <a:pt x="650414" y="38041"/>
                  <a:pt x="651977" y="36062"/>
                  <a:pt x="653438" y="34533"/>
                </a:cubicBezTo>
                <a:cubicBezTo>
                  <a:pt x="654899" y="33005"/>
                  <a:pt x="656282" y="31802"/>
                  <a:pt x="657586" y="30925"/>
                </a:cubicBezTo>
                <a:cubicBezTo>
                  <a:pt x="658890" y="30048"/>
                  <a:pt x="660183" y="29441"/>
                  <a:pt x="661464" y="29104"/>
                </a:cubicBezTo>
                <a:cubicBezTo>
                  <a:pt x="662746" y="28767"/>
                  <a:pt x="664039" y="28598"/>
                  <a:pt x="665343" y="28598"/>
                </a:cubicBezTo>
                <a:cubicBezTo>
                  <a:pt x="665927" y="28598"/>
                  <a:pt x="666590" y="28632"/>
                  <a:pt x="667332" y="28699"/>
                </a:cubicBezTo>
                <a:cubicBezTo>
                  <a:pt x="668074" y="28767"/>
                  <a:pt x="668850" y="28890"/>
                  <a:pt x="669659" y="29070"/>
                </a:cubicBezTo>
                <a:cubicBezTo>
                  <a:pt x="670469" y="29250"/>
                  <a:pt x="671199" y="29452"/>
                  <a:pt x="671851" y="29677"/>
                </a:cubicBezTo>
                <a:cubicBezTo>
                  <a:pt x="672503" y="29902"/>
                  <a:pt x="672964" y="30127"/>
                  <a:pt x="673234" y="30352"/>
                </a:cubicBezTo>
                <a:cubicBezTo>
                  <a:pt x="673504" y="30577"/>
                  <a:pt x="673684" y="30790"/>
                  <a:pt x="673774" y="30992"/>
                </a:cubicBezTo>
                <a:cubicBezTo>
                  <a:pt x="673863" y="31195"/>
                  <a:pt x="673942" y="31453"/>
                  <a:pt x="674010" y="31768"/>
                </a:cubicBezTo>
                <a:cubicBezTo>
                  <a:pt x="674077" y="32083"/>
                  <a:pt x="674122" y="32544"/>
                  <a:pt x="674145" y="33151"/>
                </a:cubicBezTo>
                <a:cubicBezTo>
                  <a:pt x="674167" y="33758"/>
                  <a:pt x="674178" y="34578"/>
                  <a:pt x="674178" y="356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customize.">
            <a:extLst xmlns:a="http://schemas.openxmlformats.org/drawingml/2006/main">
              <a:ext uri="{FF2B5EF4-FFF2-40B4-BE49-F238E27FC236}">
                <a16:creationId xmlns:a16="http://schemas.microsoft.com/office/drawing/2014/main" id="{17A43BD4-6BC4-4077-9182-8A359E62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9070" y="3044277"/>
            <a:ext cx="582339" cy="90920"/>
          </a:xfrm>
          <a:custGeom xmlns:a="http://schemas.openxmlformats.org/drawingml/2006/main">
            <a:pathLst>
              <a:path w="582339" h="90920">
                <a:moveTo>
                  <a:pt x="47888" y="78712"/>
                </a:moveTo>
                <a:cubicBezTo>
                  <a:pt x="47888" y="79476"/>
                  <a:pt x="47866" y="80140"/>
                  <a:pt x="47821" y="80702"/>
                </a:cubicBezTo>
                <a:cubicBezTo>
                  <a:pt x="47776" y="81264"/>
                  <a:pt x="47697" y="81736"/>
                  <a:pt x="47585" y="82118"/>
                </a:cubicBezTo>
                <a:cubicBezTo>
                  <a:pt x="47472" y="82500"/>
                  <a:pt x="47337" y="82838"/>
                  <a:pt x="47180" y="83130"/>
                </a:cubicBezTo>
                <a:cubicBezTo>
                  <a:pt x="47023" y="83422"/>
                  <a:pt x="46663" y="83849"/>
                  <a:pt x="46101" y="84411"/>
                </a:cubicBezTo>
                <a:cubicBezTo>
                  <a:pt x="45539" y="84973"/>
                  <a:pt x="44583" y="85670"/>
                  <a:pt x="43234" y="86502"/>
                </a:cubicBezTo>
                <a:cubicBezTo>
                  <a:pt x="41885" y="87334"/>
                  <a:pt x="40368" y="88076"/>
                  <a:pt x="38682" y="88728"/>
                </a:cubicBezTo>
                <a:cubicBezTo>
                  <a:pt x="36995" y="89380"/>
                  <a:pt x="35163" y="89908"/>
                  <a:pt x="33184" y="90313"/>
                </a:cubicBezTo>
                <a:cubicBezTo>
                  <a:pt x="31206" y="90718"/>
                  <a:pt x="29160" y="90920"/>
                  <a:pt x="27047" y="90920"/>
                </a:cubicBezTo>
                <a:cubicBezTo>
                  <a:pt x="22685" y="90920"/>
                  <a:pt x="18818" y="90199"/>
                  <a:pt x="15446" y="88758"/>
                </a:cubicBezTo>
                <a:cubicBezTo>
                  <a:pt x="12073" y="87316"/>
                  <a:pt x="9252" y="85210"/>
                  <a:pt x="6981" y="82439"/>
                </a:cubicBezTo>
                <a:cubicBezTo>
                  <a:pt x="4710" y="79668"/>
                  <a:pt x="2979" y="76266"/>
                  <a:pt x="1787" y="72233"/>
                </a:cubicBezTo>
                <a:cubicBezTo>
                  <a:pt x="596" y="68200"/>
                  <a:pt x="0" y="63548"/>
                  <a:pt x="0" y="58277"/>
                </a:cubicBezTo>
                <a:cubicBezTo>
                  <a:pt x="0" y="52284"/>
                  <a:pt x="731" y="47136"/>
                  <a:pt x="2192" y="42834"/>
                </a:cubicBezTo>
                <a:cubicBezTo>
                  <a:pt x="3653" y="38531"/>
                  <a:pt x="5654" y="35006"/>
                  <a:pt x="8195" y="32257"/>
                </a:cubicBezTo>
                <a:cubicBezTo>
                  <a:pt x="10735" y="29509"/>
                  <a:pt x="13726" y="27470"/>
                  <a:pt x="17166" y="26140"/>
                </a:cubicBezTo>
                <a:cubicBezTo>
                  <a:pt x="20605" y="24811"/>
                  <a:pt x="24326" y="24146"/>
                  <a:pt x="28328" y="24146"/>
                </a:cubicBezTo>
                <a:cubicBezTo>
                  <a:pt x="30262" y="24146"/>
                  <a:pt x="32139" y="24326"/>
                  <a:pt x="33960" y="24686"/>
                </a:cubicBezTo>
                <a:cubicBezTo>
                  <a:pt x="35781" y="25046"/>
                  <a:pt x="37456" y="25518"/>
                  <a:pt x="38985" y="26102"/>
                </a:cubicBezTo>
                <a:cubicBezTo>
                  <a:pt x="40514" y="26687"/>
                  <a:pt x="41874" y="27361"/>
                  <a:pt x="43066" y="28126"/>
                </a:cubicBezTo>
                <a:cubicBezTo>
                  <a:pt x="44257" y="28890"/>
                  <a:pt x="45123" y="29542"/>
                  <a:pt x="45662" y="30082"/>
                </a:cubicBezTo>
                <a:cubicBezTo>
                  <a:pt x="46202" y="30621"/>
                  <a:pt x="46573" y="31049"/>
                  <a:pt x="46775" y="31363"/>
                </a:cubicBezTo>
                <a:cubicBezTo>
                  <a:pt x="46978" y="31678"/>
                  <a:pt x="47146" y="32049"/>
                  <a:pt x="47281" y="32476"/>
                </a:cubicBezTo>
                <a:cubicBezTo>
                  <a:pt x="47416" y="32903"/>
                  <a:pt x="47506" y="33387"/>
                  <a:pt x="47551" y="33926"/>
                </a:cubicBezTo>
                <a:cubicBezTo>
                  <a:pt x="47596" y="34466"/>
                  <a:pt x="47618" y="35140"/>
                  <a:pt x="47618" y="35950"/>
                </a:cubicBezTo>
                <a:cubicBezTo>
                  <a:pt x="47618" y="37704"/>
                  <a:pt x="47416" y="38929"/>
                  <a:pt x="47011" y="39626"/>
                </a:cubicBezTo>
                <a:cubicBezTo>
                  <a:pt x="46607" y="40323"/>
                  <a:pt x="46112" y="40671"/>
                  <a:pt x="45528" y="40671"/>
                </a:cubicBezTo>
                <a:cubicBezTo>
                  <a:pt x="44853" y="40671"/>
                  <a:pt x="44077" y="40300"/>
                  <a:pt x="43201" y="39558"/>
                </a:cubicBezTo>
                <a:cubicBezTo>
                  <a:pt x="42324" y="38816"/>
                  <a:pt x="41211" y="37996"/>
                  <a:pt x="39862" y="37096"/>
                </a:cubicBezTo>
                <a:cubicBezTo>
                  <a:pt x="38513" y="36197"/>
                  <a:pt x="36883" y="35377"/>
                  <a:pt x="34972" y="34635"/>
                </a:cubicBezTo>
                <a:cubicBezTo>
                  <a:pt x="33061" y="33893"/>
                  <a:pt x="30801" y="33522"/>
                  <a:pt x="28193" y="33522"/>
                </a:cubicBezTo>
                <a:cubicBezTo>
                  <a:pt x="22842" y="33522"/>
                  <a:pt x="18739" y="35585"/>
                  <a:pt x="15884" y="39712"/>
                </a:cubicBezTo>
                <a:cubicBezTo>
                  <a:pt x="13029" y="43838"/>
                  <a:pt x="11601" y="49823"/>
                  <a:pt x="11601" y="57668"/>
                </a:cubicBezTo>
                <a:cubicBezTo>
                  <a:pt x="11601" y="61591"/>
                  <a:pt x="11972" y="65030"/>
                  <a:pt x="12714" y="67984"/>
                </a:cubicBezTo>
                <a:cubicBezTo>
                  <a:pt x="13456" y="70937"/>
                  <a:pt x="14546" y="73406"/>
                  <a:pt x="15985" y="75390"/>
                </a:cubicBezTo>
                <a:cubicBezTo>
                  <a:pt x="17424" y="77374"/>
                  <a:pt x="19189" y="78851"/>
                  <a:pt x="21280" y="79821"/>
                </a:cubicBezTo>
                <a:cubicBezTo>
                  <a:pt x="23371" y="80790"/>
                  <a:pt x="25765" y="81275"/>
                  <a:pt x="28463" y="81275"/>
                </a:cubicBezTo>
                <a:cubicBezTo>
                  <a:pt x="31026" y="81275"/>
                  <a:pt x="33274" y="80870"/>
                  <a:pt x="35208" y="80061"/>
                </a:cubicBezTo>
                <a:cubicBezTo>
                  <a:pt x="37141" y="79252"/>
                  <a:pt x="38816" y="78364"/>
                  <a:pt x="40233" y="77397"/>
                </a:cubicBezTo>
                <a:cubicBezTo>
                  <a:pt x="41649" y="76430"/>
                  <a:pt x="42841" y="75553"/>
                  <a:pt x="43808" y="74766"/>
                </a:cubicBezTo>
                <a:cubicBezTo>
                  <a:pt x="44774" y="73979"/>
                  <a:pt x="45528" y="73586"/>
                  <a:pt x="46067" y="73586"/>
                </a:cubicBezTo>
                <a:cubicBezTo>
                  <a:pt x="46382" y="73586"/>
                  <a:pt x="46652" y="73676"/>
                  <a:pt x="46876" y="73856"/>
                </a:cubicBezTo>
                <a:cubicBezTo>
                  <a:pt x="47101" y="74036"/>
                  <a:pt x="47292" y="74339"/>
                  <a:pt x="47450" y="74766"/>
                </a:cubicBezTo>
                <a:cubicBezTo>
                  <a:pt x="47607" y="75193"/>
                  <a:pt x="47720" y="75733"/>
                  <a:pt x="47787" y="76385"/>
                </a:cubicBezTo>
                <a:cubicBezTo>
                  <a:pt x="47854" y="77037"/>
                  <a:pt x="47888" y="77813"/>
                  <a:pt x="47888" y="78712"/>
                </a:cubicBezTo>
                <a:close/>
                <a:moveTo>
                  <a:pt x="114683" y="87885"/>
                </a:moveTo>
                <a:cubicBezTo>
                  <a:pt x="114683" y="88245"/>
                  <a:pt x="114604" y="88548"/>
                  <a:pt x="114447" y="88796"/>
                </a:cubicBezTo>
                <a:cubicBezTo>
                  <a:pt x="114289" y="89043"/>
                  <a:pt x="114008" y="89256"/>
                  <a:pt x="113604" y="89436"/>
                </a:cubicBezTo>
                <a:cubicBezTo>
                  <a:pt x="113199" y="89616"/>
                  <a:pt x="112671" y="89751"/>
                  <a:pt x="112019" y="89841"/>
                </a:cubicBezTo>
                <a:cubicBezTo>
                  <a:pt x="111367" y="89931"/>
                  <a:pt x="110568" y="89976"/>
                  <a:pt x="109624" y="89976"/>
                </a:cubicBezTo>
                <a:cubicBezTo>
                  <a:pt x="108590" y="89976"/>
                  <a:pt x="107747" y="89931"/>
                  <a:pt x="107095" y="89841"/>
                </a:cubicBezTo>
                <a:cubicBezTo>
                  <a:pt x="106443" y="89751"/>
                  <a:pt x="105926" y="89616"/>
                  <a:pt x="105544" y="89436"/>
                </a:cubicBezTo>
                <a:cubicBezTo>
                  <a:pt x="105161" y="89256"/>
                  <a:pt x="104903" y="89043"/>
                  <a:pt x="104768" y="88796"/>
                </a:cubicBezTo>
                <a:cubicBezTo>
                  <a:pt x="104633" y="88548"/>
                  <a:pt x="104566" y="88245"/>
                  <a:pt x="104566" y="87885"/>
                </a:cubicBezTo>
                <a:lnTo>
                  <a:pt x="104566" y="79859"/>
                </a:lnTo>
                <a:cubicBezTo>
                  <a:pt x="101103" y="83705"/>
                  <a:pt x="97686" y="86510"/>
                  <a:pt x="94313" y="88275"/>
                </a:cubicBezTo>
                <a:cubicBezTo>
                  <a:pt x="90941" y="90038"/>
                  <a:pt x="87524" y="90920"/>
                  <a:pt x="84061" y="90920"/>
                </a:cubicBezTo>
                <a:cubicBezTo>
                  <a:pt x="80014" y="90920"/>
                  <a:pt x="76608" y="90245"/>
                  <a:pt x="73843" y="88895"/>
                </a:cubicBezTo>
                <a:cubicBezTo>
                  <a:pt x="71078" y="87544"/>
                  <a:pt x="68841" y="85710"/>
                  <a:pt x="67132" y="83393"/>
                </a:cubicBezTo>
                <a:cubicBezTo>
                  <a:pt x="65423" y="81075"/>
                  <a:pt x="64198" y="78374"/>
                  <a:pt x="63456" y="75291"/>
                </a:cubicBezTo>
                <a:cubicBezTo>
                  <a:pt x="62714" y="72207"/>
                  <a:pt x="62343" y="68459"/>
                  <a:pt x="62343" y="64048"/>
                </a:cubicBezTo>
                <a:lnTo>
                  <a:pt x="62343" y="27184"/>
                </a:lnTo>
                <a:cubicBezTo>
                  <a:pt x="62343" y="26824"/>
                  <a:pt x="62422" y="26520"/>
                  <a:pt x="62579" y="26273"/>
                </a:cubicBezTo>
                <a:cubicBezTo>
                  <a:pt x="62736" y="26024"/>
                  <a:pt x="63040" y="25799"/>
                  <a:pt x="63490" y="25597"/>
                </a:cubicBezTo>
                <a:cubicBezTo>
                  <a:pt x="63939" y="25394"/>
                  <a:pt x="64524" y="25259"/>
                  <a:pt x="65243" y="25192"/>
                </a:cubicBezTo>
                <a:cubicBezTo>
                  <a:pt x="65963" y="25124"/>
                  <a:pt x="66862" y="25091"/>
                  <a:pt x="67941" y="25091"/>
                </a:cubicBezTo>
                <a:cubicBezTo>
                  <a:pt x="69020" y="25091"/>
                  <a:pt x="69920" y="25124"/>
                  <a:pt x="70639" y="25192"/>
                </a:cubicBezTo>
                <a:cubicBezTo>
                  <a:pt x="71359" y="25259"/>
                  <a:pt x="71932" y="25394"/>
                  <a:pt x="72359" y="25597"/>
                </a:cubicBezTo>
                <a:cubicBezTo>
                  <a:pt x="72786" y="25799"/>
                  <a:pt x="73090" y="26024"/>
                  <a:pt x="73270" y="26273"/>
                </a:cubicBezTo>
                <a:cubicBezTo>
                  <a:pt x="73449" y="26520"/>
                  <a:pt x="73539" y="26824"/>
                  <a:pt x="73539" y="27184"/>
                </a:cubicBezTo>
                <a:lnTo>
                  <a:pt x="73539" y="62569"/>
                </a:lnTo>
                <a:cubicBezTo>
                  <a:pt x="73539" y="66125"/>
                  <a:pt x="73798" y="68973"/>
                  <a:pt x="74315" y="71111"/>
                </a:cubicBezTo>
                <a:cubicBezTo>
                  <a:pt x="74832" y="73250"/>
                  <a:pt x="75619" y="75074"/>
                  <a:pt x="76676" y="76583"/>
                </a:cubicBezTo>
                <a:cubicBezTo>
                  <a:pt x="77732" y="78091"/>
                  <a:pt x="79070" y="79261"/>
                  <a:pt x="80689" y="80095"/>
                </a:cubicBezTo>
                <a:cubicBezTo>
                  <a:pt x="82308" y="80927"/>
                  <a:pt x="84196" y="81342"/>
                  <a:pt x="86355" y="81342"/>
                </a:cubicBezTo>
                <a:cubicBezTo>
                  <a:pt x="89142" y="81342"/>
                  <a:pt x="91919" y="80348"/>
                  <a:pt x="94684" y="78358"/>
                </a:cubicBezTo>
                <a:cubicBezTo>
                  <a:pt x="97450" y="76368"/>
                  <a:pt x="100384" y="73451"/>
                  <a:pt x="103486" y="69607"/>
                </a:cubicBezTo>
                <a:lnTo>
                  <a:pt x="103486" y="27182"/>
                </a:lnTo>
                <a:cubicBezTo>
                  <a:pt x="103486" y="26822"/>
                  <a:pt x="103565" y="26518"/>
                  <a:pt x="103722" y="26271"/>
                </a:cubicBezTo>
                <a:cubicBezTo>
                  <a:pt x="103880" y="26024"/>
                  <a:pt x="104183" y="25799"/>
                  <a:pt x="104633" y="25597"/>
                </a:cubicBezTo>
                <a:cubicBezTo>
                  <a:pt x="105083" y="25394"/>
                  <a:pt x="105656" y="25259"/>
                  <a:pt x="106353" y="25192"/>
                </a:cubicBezTo>
                <a:cubicBezTo>
                  <a:pt x="107050" y="25124"/>
                  <a:pt x="107960" y="25091"/>
                  <a:pt x="109085" y="25091"/>
                </a:cubicBezTo>
                <a:cubicBezTo>
                  <a:pt x="110164" y="25091"/>
                  <a:pt x="111063" y="25124"/>
                  <a:pt x="111783" y="25192"/>
                </a:cubicBezTo>
                <a:cubicBezTo>
                  <a:pt x="112502" y="25259"/>
                  <a:pt x="113064" y="25394"/>
                  <a:pt x="113469" y="25597"/>
                </a:cubicBezTo>
                <a:cubicBezTo>
                  <a:pt x="113873" y="25799"/>
                  <a:pt x="114177" y="26024"/>
                  <a:pt x="114379" y="26271"/>
                </a:cubicBezTo>
                <a:cubicBezTo>
                  <a:pt x="114582" y="26518"/>
                  <a:pt x="114683" y="26822"/>
                  <a:pt x="114683" y="27182"/>
                </a:cubicBezTo>
                <a:lnTo>
                  <a:pt x="114683" y="87885"/>
                </a:lnTo>
                <a:close/>
                <a:moveTo>
                  <a:pt x="173308" y="71409"/>
                </a:moveTo>
                <a:cubicBezTo>
                  <a:pt x="173308" y="74514"/>
                  <a:pt x="172735" y="77282"/>
                  <a:pt x="171588" y="79713"/>
                </a:cubicBezTo>
                <a:cubicBezTo>
                  <a:pt x="170442" y="82143"/>
                  <a:pt x="168812" y="84191"/>
                  <a:pt x="166698" y="85857"/>
                </a:cubicBezTo>
                <a:cubicBezTo>
                  <a:pt x="164585" y="87522"/>
                  <a:pt x="162067" y="88782"/>
                  <a:pt x="159144" y="89636"/>
                </a:cubicBezTo>
                <a:cubicBezTo>
                  <a:pt x="156221" y="90492"/>
                  <a:pt x="153006" y="90920"/>
                  <a:pt x="149499" y="90920"/>
                </a:cubicBezTo>
                <a:cubicBezTo>
                  <a:pt x="147341" y="90920"/>
                  <a:pt x="145283" y="90752"/>
                  <a:pt x="143327" y="90414"/>
                </a:cubicBezTo>
                <a:cubicBezTo>
                  <a:pt x="141371" y="90077"/>
                  <a:pt x="139618" y="89650"/>
                  <a:pt x="138066" y="89133"/>
                </a:cubicBezTo>
                <a:cubicBezTo>
                  <a:pt x="136515" y="88616"/>
                  <a:pt x="135200" y="88076"/>
                  <a:pt x="134121" y="87514"/>
                </a:cubicBezTo>
                <a:cubicBezTo>
                  <a:pt x="133042" y="86952"/>
                  <a:pt x="132255" y="86446"/>
                  <a:pt x="131760" y="85996"/>
                </a:cubicBezTo>
                <a:cubicBezTo>
                  <a:pt x="131265" y="85547"/>
                  <a:pt x="130906" y="84917"/>
                  <a:pt x="130681" y="84108"/>
                </a:cubicBezTo>
                <a:cubicBezTo>
                  <a:pt x="130456" y="83298"/>
                  <a:pt x="130344" y="82197"/>
                  <a:pt x="130344" y="80803"/>
                </a:cubicBezTo>
                <a:cubicBezTo>
                  <a:pt x="130344" y="79949"/>
                  <a:pt x="130389" y="79229"/>
                  <a:pt x="130479" y="78645"/>
                </a:cubicBezTo>
                <a:cubicBezTo>
                  <a:pt x="130568" y="78060"/>
                  <a:pt x="130681" y="77588"/>
                  <a:pt x="130816" y="77228"/>
                </a:cubicBezTo>
                <a:cubicBezTo>
                  <a:pt x="130951" y="76868"/>
                  <a:pt x="131142" y="76610"/>
                  <a:pt x="131389" y="76452"/>
                </a:cubicBezTo>
                <a:cubicBezTo>
                  <a:pt x="131636" y="76295"/>
                  <a:pt x="131917" y="76216"/>
                  <a:pt x="132232" y="76216"/>
                </a:cubicBezTo>
                <a:cubicBezTo>
                  <a:pt x="132727" y="76216"/>
                  <a:pt x="133457" y="76520"/>
                  <a:pt x="134424" y="77127"/>
                </a:cubicBezTo>
                <a:cubicBezTo>
                  <a:pt x="135391" y="77734"/>
                  <a:pt x="136583" y="78397"/>
                  <a:pt x="137999" y="79117"/>
                </a:cubicBezTo>
                <a:cubicBezTo>
                  <a:pt x="139415" y="79836"/>
                  <a:pt x="141090" y="80499"/>
                  <a:pt x="143024" y="81106"/>
                </a:cubicBezTo>
                <a:cubicBezTo>
                  <a:pt x="144957" y="81713"/>
                  <a:pt x="147183" y="82017"/>
                  <a:pt x="149701" y="82017"/>
                </a:cubicBezTo>
                <a:cubicBezTo>
                  <a:pt x="151590" y="82017"/>
                  <a:pt x="153298" y="81815"/>
                  <a:pt x="154827" y="81410"/>
                </a:cubicBezTo>
                <a:cubicBezTo>
                  <a:pt x="156356" y="81004"/>
                  <a:pt x="157683" y="80407"/>
                  <a:pt x="158807" y="79618"/>
                </a:cubicBezTo>
                <a:cubicBezTo>
                  <a:pt x="159931" y="78830"/>
                  <a:pt x="160796" y="77827"/>
                  <a:pt x="161403" y="76611"/>
                </a:cubicBezTo>
                <a:cubicBezTo>
                  <a:pt x="162011" y="75394"/>
                  <a:pt x="162314" y="73952"/>
                  <a:pt x="162314" y="72285"/>
                </a:cubicBezTo>
                <a:cubicBezTo>
                  <a:pt x="162314" y="70575"/>
                  <a:pt x="161876" y="69135"/>
                  <a:pt x="160999" y="67965"/>
                </a:cubicBezTo>
                <a:cubicBezTo>
                  <a:pt x="160122" y="66794"/>
                  <a:pt x="158964" y="65759"/>
                  <a:pt x="157525" y="64860"/>
                </a:cubicBezTo>
                <a:cubicBezTo>
                  <a:pt x="156086" y="63959"/>
                  <a:pt x="154468" y="63160"/>
                  <a:pt x="152669" y="62463"/>
                </a:cubicBezTo>
                <a:cubicBezTo>
                  <a:pt x="150870" y="61765"/>
                  <a:pt x="149016" y="61034"/>
                  <a:pt x="147104" y="60269"/>
                </a:cubicBezTo>
                <a:cubicBezTo>
                  <a:pt x="145193" y="59503"/>
                  <a:pt x="143327" y="58636"/>
                  <a:pt x="141506" y="57668"/>
                </a:cubicBezTo>
                <a:cubicBezTo>
                  <a:pt x="139685" y="56700"/>
                  <a:pt x="138055" y="55518"/>
                  <a:pt x="136616" y="54123"/>
                </a:cubicBezTo>
                <a:cubicBezTo>
                  <a:pt x="135177" y="52728"/>
                  <a:pt x="134020" y="51062"/>
                  <a:pt x="133143" y="49128"/>
                </a:cubicBezTo>
                <a:cubicBezTo>
                  <a:pt x="132266" y="47193"/>
                  <a:pt x="131827" y="44875"/>
                  <a:pt x="131827" y="42174"/>
                </a:cubicBezTo>
                <a:cubicBezTo>
                  <a:pt x="131827" y="39788"/>
                  <a:pt x="132288" y="37504"/>
                  <a:pt x="133210" y="35322"/>
                </a:cubicBezTo>
                <a:cubicBezTo>
                  <a:pt x="134132" y="33138"/>
                  <a:pt x="135515" y="31225"/>
                  <a:pt x="137358" y="29582"/>
                </a:cubicBezTo>
                <a:cubicBezTo>
                  <a:pt x="139202" y="27938"/>
                  <a:pt x="141506" y="26622"/>
                  <a:pt x="144272" y="25632"/>
                </a:cubicBezTo>
                <a:cubicBezTo>
                  <a:pt x="147037" y="24642"/>
                  <a:pt x="150263" y="24146"/>
                  <a:pt x="153950" y="24146"/>
                </a:cubicBezTo>
                <a:cubicBezTo>
                  <a:pt x="155569" y="24146"/>
                  <a:pt x="157188" y="24283"/>
                  <a:pt x="158807" y="24557"/>
                </a:cubicBezTo>
                <a:cubicBezTo>
                  <a:pt x="160426" y="24831"/>
                  <a:pt x="161887" y="25174"/>
                  <a:pt x="163191" y="25584"/>
                </a:cubicBezTo>
                <a:cubicBezTo>
                  <a:pt x="164495" y="25994"/>
                  <a:pt x="165608" y="26439"/>
                  <a:pt x="166530" y="26918"/>
                </a:cubicBezTo>
                <a:cubicBezTo>
                  <a:pt x="167451" y="27397"/>
                  <a:pt x="168148" y="27820"/>
                  <a:pt x="168620" y="28185"/>
                </a:cubicBezTo>
                <a:cubicBezTo>
                  <a:pt x="169093" y="28550"/>
                  <a:pt x="169407" y="28868"/>
                  <a:pt x="169565" y="29138"/>
                </a:cubicBezTo>
                <a:cubicBezTo>
                  <a:pt x="169722" y="29407"/>
                  <a:pt x="169835" y="29711"/>
                  <a:pt x="169902" y="30048"/>
                </a:cubicBezTo>
                <a:cubicBezTo>
                  <a:pt x="169969" y="30385"/>
                  <a:pt x="170037" y="30801"/>
                  <a:pt x="170104" y="31296"/>
                </a:cubicBezTo>
                <a:cubicBezTo>
                  <a:pt x="170172" y="31791"/>
                  <a:pt x="170205" y="32398"/>
                  <a:pt x="170205" y="33117"/>
                </a:cubicBezTo>
                <a:cubicBezTo>
                  <a:pt x="170205" y="33881"/>
                  <a:pt x="170172" y="34545"/>
                  <a:pt x="170104" y="35107"/>
                </a:cubicBezTo>
                <a:cubicBezTo>
                  <a:pt x="170037" y="35669"/>
                  <a:pt x="169924" y="36130"/>
                  <a:pt x="169767" y="36489"/>
                </a:cubicBezTo>
                <a:cubicBezTo>
                  <a:pt x="169610" y="36849"/>
                  <a:pt x="169419" y="37108"/>
                  <a:pt x="169194" y="37265"/>
                </a:cubicBezTo>
                <a:cubicBezTo>
                  <a:pt x="168969" y="37422"/>
                  <a:pt x="168722" y="37501"/>
                  <a:pt x="168452" y="37501"/>
                </a:cubicBezTo>
                <a:cubicBezTo>
                  <a:pt x="168047" y="37501"/>
                  <a:pt x="167463" y="37250"/>
                  <a:pt x="166698" y="36749"/>
                </a:cubicBezTo>
                <a:cubicBezTo>
                  <a:pt x="165934" y="36247"/>
                  <a:pt x="164945" y="35711"/>
                  <a:pt x="163730" y="35140"/>
                </a:cubicBezTo>
                <a:cubicBezTo>
                  <a:pt x="162516" y="34570"/>
                  <a:pt x="161089" y="34034"/>
                  <a:pt x="159448" y="33532"/>
                </a:cubicBezTo>
                <a:cubicBezTo>
                  <a:pt x="157806" y="33031"/>
                  <a:pt x="155929" y="32780"/>
                  <a:pt x="153816" y="32780"/>
                </a:cubicBezTo>
                <a:cubicBezTo>
                  <a:pt x="151927" y="32780"/>
                  <a:pt x="150263" y="32994"/>
                  <a:pt x="148824" y="33423"/>
                </a:cubicBezTo>
                <a:cubicBezTo>
                  <a:pt x="147386" y="33850"/>
                  <a:pt x="146205" y="34458"/>
                  <a:pt x="145283" y="35246"/>
                </a:cubicBezTo>
                <a:cubicBezTo>
                  <a:pt x="144362" y="36034"/>
                  <a:pt x="143665" y="36969"/>
                  <a:pt x="143192" y="38051"/>
                </a:cubicBezTo>
                <a:cubicBezTo>
                  <a:pt x="142720" y="39132"/>
                  <a:pt x="142484" y="40303"/>
                  <a:pt x="142484" y="41565"/>
                </a:cubicBezTo>
                <a:cubicBezTo>
                  <a:pt x="142484" y="43320"/>
                  <a:pt x="142934" y="44794"/>
                  <a:pt x="143833" y="45987"/>
                </a:cubicBezTo>
                <a:cubicBezTo>
                  <a:pt x="144733" y="47180"/>
                  <a:pt x="145902" y="48227"/>
                  <a:pt x="147341" y="49128"/>
                </a:cubicBezTo>
                <a:cubicBezTo>
                  <a:pt x="148779" y="50027"/>
                  <a:pt x="150421" y="50837"/>
                  <a:pt x="152264" y="51558"/>
                </a:cubicBezTo>
                <a:cubicBezTo>
                  <a:pt x="154108" y="52277"/>
                  <a:pt x="155985" y="53020"/>
                  <a:pt x="157896" y="53786"/>
                </a:cubicBezTo>
                <a:cubicBezTo>
                  <a:pt x="159807" y="54550"/>
                  <a:pt x="161696" y="55405"/>
                  <a:pt x="163562" y="56351"/>
                </a:cubicBezTo>
                <a:cubicBezTo>
                  <a:pt x="165428" y="57297"/>
                  <a:pt x="167080" y="58445"/>
                  <a:pt x="168519" y="59795"/>
                </a:cubicBezTo>
                <a:cubicBezTo>
                  <a:pt x="169958" y="61145"/>
                  <a:pt x="171116" y="62766"/>
                  <a:pt x="171993" y="64657"/>
                </a:cubicBezTo>
                <a:cubicBezTo>
                  <a:pt x="172870" y="66547"/>
                  <a:pt x="173308" y="68798"/>
                  <a:pt x="173308" y="71409"/>
                </a:cubicBezTo>
                <a:close/>
                <a:moveTo>
                  <a:pt x="219532" y="83501"/>
                </a:moveTo>
                <a:cubicBezTo>
                  <a:pt x="219532" y="84805"/>
                  <a:pt x="219442" y="85839"/>
                  <a:pt x="219262" y="86603"/>
                </a:cubicBezTo>
                <a:cubicBezTo>
                  <a:pt x="219083" y="87368"/>
                  <a:pt x="218813" y="87930"/>
                  <a:pt x="218453" y="88290"/>
                </a:cubicBezTo>
                <a:cubicBezTo>
                  <a:pt x="218093" y="88649"/>
                  <a:pt x="217554" y="88987"/>
                  <a:pt x="216834" y="89301"/>
                </a:cubicBezTo>
                <a:cubicBezTo>
                  <a:pt x="216115" y="89616"/>
                  <a:pt x="215294" y="89875"/>
                  <a:pt x="214372" y="90077"/>
                </a:cubicBezTo>
                <a:cubicBezTo>
                  <a:pt x="213451" y="90279"/>
                  <a:pt x="212473" y="90448"/>
                  <a:pt x="211438" y="90583"/>
                </a:cubicBezTo>
                <a:cubicBezTo>
                  <a:pt x="210404" y="90718"/>
                  <a:pt x="209370" y="90785"/>
                  <a:pt x="208336" y="90785"/>
                </a:cubicBezTo>
                <a:cubicBezTo>
                  <a:pt x="205188" y="90785"/>
                  <a:pt x="202490" y="90369"/>
                  <a:pt x="200242" y="89535"/>
                </a:cubicBezTo>
                <a:cubicBezTo>
                  <a:pt x="197994" y="88701"/>
                  <a:pt x="196150" y="87438"/>
                  <a:pt x="194711" y="85748"/>
                </a:cubicBezTo>
                <a:cubicBezTo>
                  <a:pt x="193272" y="84057"/>
                  <a:pt x="192227" y="81916"/>
                  <a:pt x="191575" y="79325"/>
                </a:cubicBezTo>
                <a:cubicBezTo>
                  <a:pt x="190923" y="76734"/>
                  <a:pt x="190597" y="73681"/>
                  <a:pt x="190597" y="70165"/>
                </a:cubicBezTo>
                <a:lnTo>
                  <a:pt x="190597" y="34601"/>
                </a:lnTo>
                <a:lnTo>
                  <a:pt x="182098" y="34601"/>
                </a:lnTo>
                <a:cubicBezTo>
                  <a:pt x="181424" y="34601"/>
                  <a:pt x="180884" y="34241"/>
                  <a:pt x="180480" y="33522"/>
                </a:cubicBezTo>
                <a:cubicBezTo>
                  <a:pt x="180075" y="32802"/>
                  <a:pt x="179873" y="31633"/>
                  <a:pt x="179873" y="30014"/>
                </a:cubicBezTo>
                <a:cubicBezTo>
                  <a:pt x="179873" y="29160"/>
                  <a:pt x="179929" y="28441"/>
                  <a:pt x="180041" y="27856"/>
                </a:cubicBezTo>
                <a:cubicBezTo>
                  <a:pt x="180154" y="27272"/>
                  <a:pt x="180300" y="26788"/>
                  <a:pt x="180480" y="26406"/>
                </a:cubicBezTo>
                <a:cubicBezTo>
                  <a:pt x="180660" y="26024"/>
                  <a:pt x="180896" y="25754"/>
                  <a:pt x="181188" y="25597"/>
                </a:cubicBezTo>
                <a:cubicBezTo>
                  <a:pt x="181480" y="25439"/>
                  <a:pt x="181806" y="25361"/>
                  <a:pt x="182166" y="25361"/>
                </a:cubicBezTo>
                <a:lnTo>
                  <a:pt x="190597" y="25361"/>
                </a:lnTo>
                <a:lnTo>
                  <a:pt x="190597" y="10927"/>
                </a:lnTo>
                <a:cubicBezTo>
                  <a:pt x="190597" y="10612"/>
                  <a:pt x="190676" y="10320"/>
                  <a:pt x="190833" y="10050"/>
                </a:cubicBezTo>
                <a:cubicBezTo>
                  <a:pt x="190990" y="9780"/>
                  <a:pt x="191283" y="9544"/>
                  <a:pt x="191710" y="9342"/>
                </a:cubicBezTo>
                <a:cubicBezTo>
                  <a:pt x="192137" y="9139"/>
                  <a:pt x="192710" y="8993"/>
                  <a:pt x="193430" y="8903"/>
                </a:cubicBezTo>
                <a:cubicBezTo>
                  <a:pt x="194149" y="8813"/>
                  <a:pt x="195049" y="8768"/>
                  <a:pt x="196128" y="8768"/>
                </a:cubicBezTo>
                <a:cubicBezTo>
                  <a:pt x="197252" y="8768"/>
                  <a:pt x="198174" y="8813"/>
                  <a:pt x="198893" y="8903"/>
                </a:cubicBezTo>
                <a:cubicBezTo>
                  <a:pt x="199613" y="8993"/>
                  <a:pt x="200175" y="9139"/>
                  <a:pt x="200579" y="9342"/>
                </a:cubicBezTo>
                <a:cubicBezTo>
                  <a:pt x="200984" y="9544"/>
                  <a:pt x="201276" y="9780"/>
                  <a:pt x="201456" y="10050"/>
                </a:cubicBezTo>
                <a:cubicBezTo>
                  <a:pt x="201636" y="10320"/>
                  <a:pt x="201726" y="10612"/>
                  <a:pt x="201726" y="10927"/>
                </a:cubicBezTo>
                <a:lnTo>
                  <a:pt x="201726" y="25361"/>
                </a:lnTo>
                <a:lnTo>
                  <a:pt x="217306" y="25361"/>
                </a:lnTo>
                <a:cubicBezTo>
                  <a:pt x="217666" y="25361"/>
                  <a:pt x="217981" y="25439"/>
                  <a:pt x="218251" y="25597"/>
                </a:cubicBezTo>
                <a:cubicBezTo>
                  <a:pt x="218520" y="25754"/>
                  <a:pt x="218757" y="26024"/>
                  <a:pt x="218959" y="26406"/>
                </a:cubicBezTo>
                <a:cubicBezTo>
                  <a:pt x="219161" y="26788"/>
                  <a:pt x="219307" y="27272"/>
                  <a:pt x="219397" y="27856"/>
                </a:cubicBezTo>
                <a:cubicBezTo>
                  <a:pt x="219487" y="28441"/>
                  <a:pt x="219532" y="29160"/>
                  <a:pt x="219532" y="30014"/>
                </a:cubicBezTo>
                <a:cubicBezTo>
                  <a:pt x="219532" y="31633"/>
                  <a:pt x="219330" y="32802"/>
                  <a:pt x="218925" y="33522"/>
                </a:cubicBezTo>
                <a:cubicBezTo>
                  <a:pt x="218520" y="34241"/>
                  <a:pt x="217981" y="34601"/>
                  <a:pt x="217306" y="34601"/>
                </a:cubicBezTo>
                <a:lnTo>
                  <a:pt x="201726" y="34601"/>
                </a:lnTo>
                <a:lnTo>
                  <a:pt x="201726" y="68559"/>
                </a:lnTo>
                <a:cubicBezTo>
                  <a:pt x="201726" y="72752"/>
                  <a:pt x="202344" y="75920"/>
                  <a:pt x="203581" y="78063"/>
                </a:cubicBezTo>
                <a:cubicBezTo>
                  <a:pt x="204817" y="80204"/>
                  <a:pt x="207032" y="81275"/>
                  <a:pt x="210224" y="81275"/>
                </a:cubicBezTo>
                <a:cubicBezTo>
                  <a:pt x="211259" y="81275"/>
                  <a:pt x="212180" y="81174"/>
                  <a:pt x="212990" y="80972"/>
                </a:cubicBezTo>
                <a:cubicBezTo>
                  <a:pt x="213799" y="80769"/>
                  <a:pt x="214519" y="80556"/>
                  <a:pt x="215148" y="80331"/>
                </a:cubicBezTo>
                <a:cubicBezTo>
                  <a:pt x="215778" y="80106"/>
                  <a:pt x="216317" y="79892"/>
                  <a:pt x="216767" y="79690"/>
                </a:cubicBezTo>
                <a:cubicBezTo>
                  <a:pt x="217217" y="79488"/>
                  <a:pt x="217621" y="79386"/>
                  <a:pt x="217981" y="79386"/>
                </a:cubicBezTo>
                <a:cubicBezTo>
                  <a:pt x="218206" y="79386"/>
                  <a:pt x="218419" y="79443"/>
                  <a:pt x="218622" y="79555"/>
                </a:cubicBezTo>
                <a:cubicBezTo>
                  <a:pt x="218824" y="79668"/>
                  <a:pt x="218981" y="79881"/>
                  <a:pt x="219094" y="80196"/>
                </a:cubicBezTo>
                <a:cubicBezTo>
                  <a:pt x="219206" y="80511"/>
                  <a:pt x="219307" y="80938"/>
                  <a:pt x="219397" y="81477"/>
                </a:cubicBezTo>
                <a:cubicBezTo>
                  <a:pt x="219487" y="82017"/>
                  <a:pt x="219532" y="82691"/>
                  <a:pt x="219532" y="83501"/>
                </a:cubicBezTo>
                <a:close/>
                <a:moveTo>
                  <a:pt x="289039" y="56893"/>
                </a:moveTo>
                <a:cubicBezTo>
                  <a:pt x="289039" y="61843"/>
                  <a:pt x="288387" y="66400"/>
                  <a:pt x="287083" y="70563"/>
                </a:cubicBezTo>
                <a:cubicBezTo>
                  <a:pt x="285779" y="74727"/>
                  <a:pt x="283835" y="78317"/>
                  <a:pt x="281249" y="81334"/>
                </a:cubicBezTo>
                <a:cubicBezTo>
                  <a:pt x="278664" y="84350"/>
                  <a:pt x="275426" y="86701"/>
                  <a:pt x="271537" y="88389"/>
                </a:cubicBezTo>
                <a:cubicBezTo>
                  <a:pt x="267647" y="90076"/>
                  <a:pt x="263139" y="90920"/>
                  <a:pt x="258013" y="90920"/>
                </a:cubicBezTo>
                <a:cubicBezTo>
                  <a:pt x="253022" y="90920"/>
                  <a:pt x="248672" y="90177"/>
                  <a:pt x="244962" y="88692"/>
                </a:cubicBezTo>
                <a:cubicBezTo>
                  <a:pt x="241252" y="87207"/>
                  <a:pt x="238161" y="85047"/>
                  <a:pt x="235688" y="82211"/>
                </a:cubicBezTo>
                <a:cubicBezTo>
                  <a:pt x="233215" y="79375"/>
                  <a:pt x="231371" y="75932"/>
                  <a:pt x="230157" y="71881"/>
                </a:cubicBezTo>
                <a:cubicBezTo>
                  <a:pt x="228943" y="67830"/>
                  <a:pt x="228336" y="63238"/>
                  <a:pt x="228336" y="58107"/>
                </a:cubicBezTo>
                <a:cubicBezTo>
                  <a:pt x="228336" y="53156"/>
                  <a:pt x="228977" y="48599"/>
                  <a:pt x="230258" y="44436"/>
                </a:cubicBezTo>
                <a:cubicBezTo>
                  <a:pt x="231540" y="40272"/>
                  <a:pt x="233473" y="36683"/>
                  <a:pt x="236059" y="33667"/>
                </a:cubicBezTo>
                <a:cubicBezTo>
                  <a:pt x="238644" y="30650"/>
                  <a:pt x="241871" y="28309"/>
                  <a:pt x="245738" y="26644"/>
                </a:cubicBezTo>
                <a:cubicBezTo>
                  <a:pt x="249605" y="24979"/>
                  <a:pt x="254124" y="24146"/>
                  <a:pt x="259295" y="24146"/>
                </a:cubicBezTo>
                <a:cubicBezTo>
                  <a:pt x="264286" y="24146"/>
                  <a:pt x="268636" y="24889"/>
                  <a:pt x="272346" y="26374"/>
                </a:cubicBezTo>
                <a:cubicBezTo>
                  <a:pt x="276056" y="27860"/>
                  <a:pt x="279147" y="30020"/>
                  <a:pt x="281620" y="32856"/>
                </a:cubicBezTo>
                <a:cubicBezTo>
                  <a:pt x="284093" y="35691"/>
                  <a:pt x="285948" y="39135"/>
                  <a:pt x="287184" y="43186"/>
                </a:cubicBezTo>
                <a:cubicBezTo>
                  <a:pt x="288421" y="47237"/>
                  <a:pt x="289039" y="51806"/>
                  <a:pt x="289039" y="56893"/>
                </a:cubicBezTo>
                <a:moveTo>
                  <a:pt x="277303" y="57634"/>
                </a:moveTo>
                <a:cubicBezTo>
                  <a:pt x="277303" y="54348"/>
                  <a:pt x="277000" y="51241"/>
                  <a:pt x="276393" y="48314"/>
                </a:cubicBezTo>
                <a:cubicBezTo>
                  <a:pt x="275786" y="45387"/>
                  <a:pt x="274785" y="42820"/>
                  <a:pt x="273391" y="40614"/>
                </a:cubicBezTo>
                <a:cubicBezTo>
                  <a:pt x="271997" y="38408"/>
                  <a:pt x="270109" y="36664"/>
                  <a:pt x="267726" y="35381"/>
                </a:cubicBezTo>
                <a:cubicBezTo>
                  <a:pt x="265343" y="34096"/>
                  <a:pt x="262375" y="33454"/>
                  <a:pt x="258823" y="33454"/>
                </a:cubicBezTo>
                <a:cubicBezTo>
                  <a:pt x="255540" y="33454"/>
                  <a:pt x="252718" y="34040"/>
                  <a:pt x="250358" y="35210"/>
                </a:cubicBezTo>
                <a:cubicBezTo>
                  <a:pt x="247997" y="36381"/>
                  <a:pt x="246052" y="38036"/>
                  <a:pt x="244524" y="40176"/>
                </a:cubicBezTo>
                <a:cubicBezTo>
                  <a:pt x="242995" y="42315"/>
                  <a:pt x="241859" y="44847"/>
                  <a:pt x="241117" y="47774"/>
                </a:cubicBezTo>
                <a:cubicBezTo>
                  <a:pt x="240375" y="50700"/>
                  <a:pt x="240004" y="53897"/>
                  <a:pt x="240004" y="57365"/>
                </a:cubicBezTo>
                <a:cubicBezTo>
                  <a:pt x="240004" y="60696"/>
                  <a:pt x="240308" y="63826"/>
                  <a:pt x="240915" y="66753"/>
                </a:cubicBezTo>
                <a:cubicBezTo>
                  <a:pt x="241522" y="69680"/>
                  <a:pt x="242534" y="72235"/>
                  <a:pt x="243950" y="74419"/>
                </a:cubicBezTo>
                <a:cubicBezTo>
                  <a:pt x="245367" y="76602"/>
                  <a:pt x="247266" y="78336"/>
                  <a:pt x="249650" y="79620"/>
                </a:cubicBezTo>
                <a:cubicBezTo>
                  <a:pt x="252033" y="80903"/>
                  <a:pt x="255000" y="81545"/>
                  <a:pt x="258553" y="81545"/>
                </a:cubicBezTo>
                <a:cubicBezTo>
                  <a:pt x="261790" y="81545"/>
                  <a:pt x="264601" y="80960"/>
                  <a:pt x="266984" y="79789"/>
                </a:cubicBezTo>
                <a:cubicBezTo>
                  <a:pt x="269367" y="78619"/>
                  <a:pt x="271323" y="76975"/>
                  <a:pt x="272852" y="74859"/>
                </a:cubicBezTo>
                <a:cubicBezTo>
                  <a:pt x="274381" y="72741"/>
                  <a:pt x="275505" y="70220"/>
                  <a:pt x="276224" y="67294"/>
                </a:cubicBezTo>
                <a:cubicBezTo>
                  <a:pt x="276944" y="64367"/>
                  <a:pt x="277303" y="61147"/>
                  <a:pt x="277303" y="57634"/>
                </a:cubicBezTo>
                <a:close/>
                <a:moveTo>
                  <a:pt x="395424" y="87885"/>
                </a:moveTo>
                <a:cubicBezTo>
                  <a:pt x="395424" y="88245"/>
                  <a:pt x="395335" y="88548"/>
                  <a:pt x="395155" y="88796"/>
                </a:cubicBezTo>
                <a:cubicBezTo>
                  <a:pt x="394975" y="89043"/>
                  <a:pt x="394683" y="89256"/>
                  <a:pt x="394278" y="89436"/>
                </a:cubicBezTo>
                <a:cubicBezTo>
                  <a:pt x="393873" y="89616"/>
                  <a:pt x="393311" y="89751"/>
                  <a:pt x="392592" y="89841"/>
                </a:cubicBezTo>
                <a:cubicBezTo>
                  <a:pt x="391872" y="89931"/>
                  <a:pt x="390973" y="89976"/>
                  <a:pt x="389894" y="89976"/>
                </a:cubicBezTo>
                <a:cubicBezTo>
                  <a:pt x="388770" y="89976"/>
                  <a:pt x="387848" y="89931"/>
                  <a:pt x="387128" y="89841"/>
                </a:cubicBezTo>
                <a:cubicBezTo>
                  <a:pt x="386409" y="89751"/>
                  <a:pt x="385836" y="89616"/>
                  <a:pt x="385408" y="89436"/>
                </a:cubicBezTo>
                <a:cubicBezTo>
                  <a:pt x="384981" y="89256"/>
                  <a:pt x="384678" y="89043"/>
                  <a:pt x="384498" y="88796"/>
                </a:cubicBezTo>
                <a:cubicBezTo>
                  <a:pt x="384318" y="88548"/>
                  <a:pt x="384228" y="88245"/>
                  <a:pt x="384228" y="87885"/>
                </a:cubicBezTo>
                <a:lnTo>
                  <a:pt x="384228" y="50991"/>
                </a:lnTo>
                <a:cubicBezTo>
                  <a:pt x="384228" y="48428"/>
                  <a:pt x="384003" y="46090"/>
                  <a:pt x="383554" y="43976"/>
                </a:cubicBezTo>
                <a:cubicBezTo>
                  <a:pt x="383104" y="41863"/>
                  <a:pt x="382384" y="40042"/>
                  <a:pt x="381395" y="38513"/>
                </a:cubicBezTo>
                <a:cubicBezTo>
                  <a:pt x="380406" y="36984"/>
                  <a:pt x="379147" y="35815"/>
                  <a:pt x="377618" y="35006"/>
                </a:cubicBezTo>
                <a:cubicBezTo>
                  <a:pt x="376089" y="34196"/>
                  <a:pt x="374291" y="33792"/>
                  <a:pt x="372222" y="33792"/>
                </a:cubicBezTo>
                <a:cubicBezTo>
                  <a:pt x="369659" y="33792"/>
                  <a:pt x="367085" y="34781"/>
                  <a:pt x="364499" y="36759"/>
                </a:cubicBezTo>
                <a:cubicBezTo>
                  <a:pt x="361914" y="38738"/>
                  <a:pt x="359070" y="41638"/>
                  <a:pt x="355967" y="45460"/>
                </a:cubicBezTo>
                <a:lnTo>
                  <a:pt x="355967" y="87885"/>
                </a:lnTo>
                <a:cubicBezTo>
                  <a:pt x="355967" y="88245"/>
                  <a:pt x="355877" y="88548"/>
                  <a:pt x="355697" y="88796"/>
                </a:cubicBezTo>
                <a:cubicBezTo>
                  <a:pt x="355518" y="89043"/>
                  <a:pt x="355214" y="89256"/>
                  <a:pt x="354787" y="89436"/>
                </a:cubicBezTo>
                <a:cubicBezTo>
                  <a:pt x="354360" y="89616"/>
                  <a:pt x="353786" y="89751"/>
                  <a:pt x="353067" y="89841"/>
                </a:cubicBezTo>
                <a:cubicBezTo>
                  <a:pt x="352348" y="89931"/>
                  <a:pt x="351448" y="89976"/>
                  <a:pt x="350369" y="89976"/>
                </a:cubicBezTo>
                <a:cubicBezTo>
                  <a:pt x="349335" y="89976"/>
                  <a:pt x="348447" y="89931"/>
                  <a:pt x="347705" y="89841"/>
                </a:cubicBezTo>
                <a:cubicBezTo>
                  <a:pt x="346963" y="89751"/>
                  <a:pt x="346378" y="89616"/>
                  <a:pt x="345951" y="89436"/>
                </a:cubicBezTo>
                <a:cubicBezTo>
                  <a:pt x="345524" y="89256"/>
                  <a:pt x="345232" y="89043"/>
                  <a:pt x="345074" y="88796"/>
                </a:cubicBezTo>
                <a:cubicBezTo>
                  <a:pt x="344917" y="88548"/>
                  <a:pt x="344838" y="88245"/>
                  <a:pt x="344838" y="87885"/>
                </a:cubicBezTo>
                <a:lnTo>
                  <a:pt x="344838" y="50991"/>
                </a:lnTo>
                <a:cubicBezTo>
                  <a:pt x="344838" y="48428"/>
                  <a:pt x="344591" y="46090"/>
                  <a:pt x="344096" y="43976"/>
                </a:cubicBezTo>
                <a:cubicBezTo>
                  <a:pt x="343602" y="41863"/>
                  <a:pt x="342860" y="40042"/>
                  <a:pt x="341871" y="38513"/>
                </a:cubicBezTo>
                <a:cubicBezTo>
                  <a:pt x="340881" y="36984"/>
                  <a:pt x="339634" y="35815"/>
                  <a:pt x="338127" y="35006"/>
                </a:cubicBezTo>
                <a:cubicBezTo>
                  <a:pt x="336621" y="34196"/>
                  <a:pt x="334834" y="33792"/>
                  <a:pt x="332765" y="33792"/>
                </a:cubicBezTo>
                <a:cubicBezTo>
                  <a:pt x="330202" y="33792"/>
                  <a:pt x="327617" y="34781"/>
                  <a:pt x="325009" y="36759"/>
                </a:cubicBezTo>
                <a:cubicBezTo>
                  <a:pt x="322401" y="38738"/>
                  <a:pt x="319568" y="41638"/>
                  <a:pt x="316510" y="45460"/>
                </a:cubicBezTo>
                <a:lnTo>
                  <a:pt x="316510" y="87885"/>
                </a:lnTo>
                <a:cubicBezTo>
                  <a:pt x="316510" y="88245"/>
                  <a:pt x="316420" y="88548"/>
                  <a:pt x="316240" y="88796"/>
                </a:cubicBezTo>
                <a:cubicBezTo>
                  <a:pt x="316060" y="89043"/>
                  <a:pt x="315768" y="89256"/>
                  <a:pt x="315363" y="89436"/>
                </a:cubicBezTo>
                <a:cubicBezTo>
                  <a:pt x="314959" y="89616"/>
                  <a:pt x="314397" y="89751"/>
                  <a:pt x="313677" y="89841"/>
                </a:cubicBezTo>
                <a:cubicBezTo>
                  <a:pt x="312958" y="89931"/>
                  <a:pt x="312036" y="89976"/>
                  <a:pt x="310912" y="89976"/>
                </a:cubicBezTo>
                <a:cubicBezTo>
                  <a:pt x="309833" y="89976"/>
                  <a:pt x="308933" y="89931"/>
                  <a:pt x="308214" y="89841"/>
                </a:cubicBezTo>
                <a:cubicBezTo>
                  <a:pt x="307495" y="89751"/>
                  <a:pt x="306921" y="89616"/>
                  <a:pt x="306494" y="89436"/>
                </a:cubicBezTo>
                <a:cubicBezTo>
                  <a:pt x="306067" y="89256"/>
                  <a:pt x="305775" y="89043"/>
                  <a:pt x="305617" y="88796"/>
                </a:cubicBezTo>
                <a:cubicBezTo>
                  <a:pt x="305460" y="88548"/>
                  <a:pt x="305381" y="88245"/>
                  <a:pt x="305381" y="87885"/>
                </a:cubicBezTo>
                <a:lnTo>
                  <a:pt x="305381" y="27182"/>
                </a:lnTo>
                <a:cubicBezTo>
                  <a:pt x="305381" y="26822"/>
                  <a:pt x="305449" y="26518"/>
                  <a:pt x="305584" y="26271"/>
                </a:cubicBezTo>
                <a:cubicBezTo>
                  <a:pt x="305718" y="26024"/>
                  <a:pt x="305988" y="25799"/>
                  <a:pt x="306393" y="25597"/>
                </a:cubicBezTo>
                <a:cubicBezTo>
                  <a:pt x="306798" y="25394"/>
                  <a:pt x="307315" y="25259"/>
                  <a:pt x="307944" y="25192"/>
                </a:cubicBezTo>
                <a:cubicBezTo>
                  <a:pt x="308574" y="25124"/>
                  <a:pt x="309406" y="25091"/>
                  <a:pt x="310440" y="25091"/>
                </a:cubicBezTo>
                <a:cubicBezTo>
                  <a:pt x="311429" y="25091"/>
                  <a:pt x="312250" y="25124"/>
                  <a:pt x="312902" y="25192"/>
                </a:cubicBezTo>
                <a:cubicBezTo>
                  <a:pt x="313554" y="25259"/>
                  <a:pt x="314059" y="25394"/>
                  <a:pt x="314419" y="25597"/>
                </a:cubicBezTo>
                <a:cubicBezTo>
                  <a:pt x="314779" y="25799"/>
                  <a:pt x="315037" y="26024"/>
                  <a:pt x="315195" y="26271"/>
                </a:cubicBezTo>
                <a:cubicBezTo>
                  <a:pt x="315352" y="26518"/>
                  <a:pt x="315431" y="26822"/>
                  <a:pt x="315431" y="27182"/>
                </a:cubicBezTo>
                <a:lnTo>
                  <a:pt x="315431" y="35208"/>
                </a:lnTo>
                <a:cubicBezTo>
                  <a:pt x="318848" y="31386"/>
                  <a:pt x="322165" y="28587"/>
                  <a:pt x="325380" y="26811"/>
                </a:cubicBezTo>
                <a:cubicBezTo>
                  <a:pt x="328595" y="25035"/>
                  <a:pt x="331843" y="24146"/>
                  <a:pt x="335126" y="24146"/>
                </a:cubicBezTo>
                <a:cubicBezTo>
                  <a:pt x="337644" y="24146"/>
                  <a:pt x="339903" y="24439"/>
                  <a:pt x="341904" y="25023"/>
                </a:cubicBezTo>
                <a:cubicBezTo>
                  <a:pt x="343905" y="25608"/>
                  <a:pt x="345670" y="26428"/>
                  <a:pt x="347199" y="27485"/>
                </a:cubicBezTo>
                <a:cubicBezTo>
                  <a:pt x="348728" y="28542"/>
                  <a:pt x="350032" y="29801"/>
                  <a:pt x="351111" y="31262"/>
                </a:cubicBezTo>
                <a:cubicBezTo>
                  <a:pt x="352190" y="32724"/>
                  <a:pt x="353089" y="34354"/>
                  <a:pt x="353809" y="36152"/>
                </a:cubicBezTo>
                <a:cubicBezTo>
                  <a:pt x="355832" y="33949"/>
                  <a:pt x="357755" y="32083"/>
                  <a:pt x="359576" y="30554"/>
                </a:cubicBezTo>
                <a:cubicBezTo>
                  <a:pt x="361397" y="29025"/>
                  <a:pt x="363151" y="27789"/>
                  <a:pt x="364837" y="26844"/>
                </a:cubicBezTo>
                <a:cubicBezTo>
                  <a:pt x="366523" y="25900"/>
                  <a:pt x="368164" y="25214"/>
                  <a:pt x="369760" y="24787"/>
                </a:cubicBezTo>
                <a:cubicBezTo>
                  <a:pt x="371357" y="24360"/>
                  <a:pt x="372964" y="24146"/>
                  <a:pt x="374583" y="24146"/>
                </a:cubicBezTo>
                <a:cubicBezTo>
                  <a:pt x="378495" y="24146"/>
                  <a:pt x="381777" y="24832"/>
                  <a:pt x="384430" y="26204"/>
                </a:cubicBezTo>
                <a:cubicBezTo>
                  <a:pt x="387083" y="27575"/>
                  <a:pt x="389230" y="29407"/>
                  <a:pt x="390872" y="31701"/>
                </a:cubicBezTo>
                <a:cubicBezTo>
                  <a:pt x="392513" y="33994"/>
                  <a:pt x="393682" y="36681"/>
                  <a:pt x="394379" y="39761"/>
                </a:cubicBezTo>
                <a:cubicBezTo>
                  <a:pt x="395076" y="42841"/>
                  <a:pt x="395424" y="46090"/>
                  <a:pt x="395424" y="49507"/>
                </a:cubicBezTo>
                <a:lnTo>
                  <a:pt x="395424" y="87885"/>
                </a:lnTo>
                <a:close/>
                <a:moveTo>
                  <a:pt x="426878" y="87885"/>
                </a:moveTo>
                <a:cubicBezTo>
                  <a:pt x="426878" y="88245"/>
                  <a:pt x="426788" y="88548"/>
                  <a:pt x="426608" y="88796"/>
                </a:cubicBezTo>
                <a:cubicBezTo>
                  <a:pt x="426429" y="89043"/>
                  <a:pt x="426136" y="89256"/>
                  <a:pt x="425732" y="89436"/>
                </a:cubicBezTo>
                <a:cubicBezTo>
                  <a:pt x="425327" y="89616"/>
                  <a:pt x="424765" y="89751"/>
                  <a:pt x="424045" y="89841"/>
                </a:cubicBezTo>
                <a:cubicBezTo>
                  <a:pt x="423326" y="89931"/>
                  <a:pt x="422404" y="89976"/>
                  <a:pt x="421280" y="89976"/>
                </a:cubicBezTo>
                <a:cubicBezTo>
                  <a:pt x="420201" y="89976"/>
                  <a:pt x="419302" y="89931"/>
                  <a:pt x="418582" y="89841"/>
                </a:cubicBezTo>
                <a:cubicBezTo>
                  <a:pt x="417863" y="89751"/>
                  <a:pt x="417289" y="89616"/>
                  <a:pt x="416862" y="89436"/>
                </a:cubicBezTo>
                <a:cubicBezTo>
                  <a:pt x="416435" y="89256"/>
                  <a:pt x="416143" y="89043"/>
                  <a:pt x="415985" y="88796"/>
                </a:cubicBezTo>
                <a:cubicBezTo>
                  <a:pt x="415828" y="88548"/>
                  <a:pt x="415749" y="88245"/>
                  <a:pt x="415749" y="87885"/>
                </a:cubicBezTo>
                <a:lnTo>
                  <a:pt x="415749" y="27182"/>
                </a:lnTo>
                <a:cubicBezTo>
                  <a:pt x="415749" y="26867"/>
                  <a:pt x="415828" y="26575"/>
                  <a:pt x="415985" y="26305"/>
                </a:cubicBezTo>
                <a:cubicBezTo>
                  <a:pt x="416143" y="26035"/>
                  <a:pt x="416435" y="25810"/>
                  <a:pt x="416862" y="25630"/>
                </a:cubicBezTo>
                <a:cubicBezTo>
                  <a:pt x="417289" y="25450"/>
                  <a:pt x="417863" y="25316"/>
                  <a:pt x="418582" y="25226"/>
                </a:cubicBezTo>
                <a:cubicBezTo>
                  <a:pt x="419302" y="25136"/>
                  <a:pt x="420201" y="25091"/>
                  <a:pt x="421280" y="25091"/>
                </a:cubicBezTo>
                <a:cubicBezTo>
                  <a:pt x="422404" y="25091"/>
                  <a:pt x="423326" y="25136"/>
                  <a:pt x="424045" y="25226"/>
                </a:cubicBezTo>
                <a:cubicBezTo>
                  <a:pt x="424765" y="25316"/>
                  <a:pt x="425327" y="25450"/>
                  <a:pt x="425732" y="25630"/>
                </a:cubicBezTo>
                <a:cubicBezTo>
                  <a:pt x="426136" y="25810"/>
                  <a:pt x="426429" y="26035"/>
                  <a:pt x="426608" y="26305"/>
                </a:cubicBezTo>
                <a:cubicBezTo>
                  <a:pt x="426788" y="26575"/>
                  <a:pt x="426878" y="26867"/>
                  <a:pt x="426878" y="27182"/>
                </a:cubicBezTo>
                <a:lnTo>
                  <a:pt x="426878" y="87885"/>
                </a:lnTo>
                <a:moveTo>
                  <a:pt x="428160" y="6610"/>
                </a:moveTo>
                <a:cubicBezTo>
                  <a:pt x="428160" y="9218"/>
                  <a:pt x="427665" y="10994"/>
                  <a:pt x="426676" y="11938"/>
                </a:cubicBezTo>
                <a:cubicBezTo>
                  <a:pt x="425687" y="12883"/>
                  <a:pt x="423865" y="13355"/>
                  <a:pt x="421213" y="13355"/>
                </a:cubicBezTo>
                <a:cubicBezTo>
                  <a:pt x="418605" y="13355"/>
                  <a:pt x="416817" y="12894"/>
                  <a:pt x="415850" y="11972"/>
                </a:cubicBezTo>
                <a:cubicBezTo>
                  <a:pt x="414884" y="11050"/>
                  <a:pt x="414400" y="9308"/>
                  <a:pt x="414400" y="6745"/>
                </a:cubicBezTo>
                <a:cubicBezTo>
                  <a:pt x="414400" y="4137"/>
                  <a:pt x="414895" y="2361"/>
                  <a:pt x="415884" y="1416"/>
                </a:cubicBezTo>
                <a:cubicBezTo>
                  <a:pt x="416873" y="472"/>
                  <a:pt x="418694" y="0"/>
                  <a:pt x="421347" y="0"/>
                </a:cubicBezTo>
                <a:cubicBezTo>
                  <a:pt x="423955" y="0"/>
                  <a:pt x="425743" y="461"/>
                  <a:pt x="426710" y="1383"/>
                </a:cubicBezTo>
                <a:cubicBezTo>
                  <a:pt x="427676" y="2304"/>
                  <a:pt x="428160" y="4047"/>
                  <a:pt x="428160" y="6610"/>
                </a:cubicBezTo>
                <a:close/>
                <a:moveTo>
                  <a:pt x="486235" y="84850"/>
                </a:moveTo>
                <a:cubicBezTo>
                  <a:pt x="486235" y="85704"/>
                  <a:pt x="486168" y="86435"/>
                  <a:pt x="486033" y="87042"/>
                </a:cubicBezTo>
                <a:cubicBezTo>
                  <a:pt x="485898" y="87649"/>
                  <a:pt x="485741" y="88144"/>
                  <a:pt x="485561" y="88526"/>
                </a:cubicBezTo>
                <a:cubicBezTo>
                  <a:pt x="485381" y="88908"/>
                  <a:pt x="485134" y="89178"/>
                  <a:pt x="484819" y="89335"/>
                </a:cubicBezTo>
                <a:cubicBezTo>
                  <a:pt x="484504" y="89492"/>
                  <a:pt x="484167" y="89571"/>
                  <a:pt x="483807" y="89571"/>
                </a:cubicBezTo>
                <a:lnTo>
                  <a:pt x="446441" y="89571"/>
                </a:lnTo>
                <a:cubicBezTo>
                  <a:pt x="445497" y="89571"/>
                  <a:pt x="444721" y="89256"/>
                  <a:pt x="444114" y="88627"/>
                </a:cubicBezTo>
                <a:cubicBezTo>
                  <a:pt x="443507" y="87997"/>
                  <a:pt x="443203" y="86941"/>
                  <a:pt x="443203" y="85457"/>
                </a:cubicBezTo>
                <a:lnTo>
                  <a:pt x="443203" y="83164"/>
                </a:lnTo>
                <a:cubicBezTo>
                  <a:pt x="443203" y="82534"/>
                  <a:pt x="443248" y="81972"/>
                  <a:pt x="443338" y="81477"/>
                </a:cubicBezTo>
                <a:cubicBezTo>
                  <a:pt x="443428" y="80983"/>
                  <a:pt x="443563" y="80488"/>
                  <a:pt x="443743" y="79994"/>
                </a:cubicBezTo>
                <a:cubicBezTo>
                  <a:pt x="443923" y="79499"/>
                  <a:pt x="444170" y="78971"/>
                  <a:pt x="444485" y="78408"/>
                </a:cubicBezTo>
                <a:cubicBezTo>
                  <a:pt x="444800" y="77846"/>
                  <a:pt x="445182" y="77206"/>
                  <a:pt x="445632" y="76486"/>
                </a:cubicBezTo>
                <a:lnTo>
                  <a:pt x="472408" y="34736"/>
                </a:lnTo>
                <a:lnTo>
                  <a:pt x="446441" y="34736"/>
                </a:lnTo>
                <a:cubicBezTo>
                  <a:pt x="445721" y="34736"/>
                  <a:pt x="445148" y="34365"/>
                  <a:pt x="444721" y="33623"/>
                </a:cubicBezTo>
                <a:cubicBezTo>
                  <a:pt x="444294" y="32881"/>
                  <a:pt x="444080" y="31678"/>
                  <a:pt x="444080" y="30014"/>
                </a:cubicBezTo>
                <a:cubicBezTo>
                  <a:pt x="444080" y="29205"/>
                  <a:pt x="444125" y="28497"/>
                  <a:pt x="444215" y="27890"/>
                </a:cubicBezTo>
                <a:cubicBezTo>
                  <a:pt x="444305" y="27283"/>
                  <a:pt x="444451" y="26788"/>
                  <a:pt x="444654" y="26406"/>
                </a:cubicBezTo>
                <a:cubicBezTo>
                  <a:pt x="444856" y="26024"/>
                  <a:pt x="445103" y="25754"/>
                  <a:pt x="445395" y="25597"/>
                </a:cubicBezTo>
                <a:cubicBezTo>
                  <a:pt x="445688" y="25439"/>
                  <a:pt x="446036" y="25361"/>
                  <a:pt x="446441" y="25361"/>
                </a:cubicBezTo>
                <a:lnTo>
                  <a:pt x="481244" y="25361"/>
                </a:lnTo>
                <a:cubicBezTo>
                  <a:pt x="481739" y="25361"/>
                  <a:pt x="482177" y="25428"/>
                  <a:pt x="482559" y="25563"/>
                </a:cubicBezTo>
                <a:cubicBezTo>
                  <a:pt x="482942" y="25698"/>
                  <a:pt x="483268" y="25923"/>
                  <a:pt x="483537" y="26237"/>
                </a:cubicBezTo>
                <a:cubicBezTo>
                  <a:pt x="483807" y="26552"/>
                  <a:pt x="484021" y="26957"/>
                  <a:pt x="484178" y="27451"/>
                </a:cubicBezTo>
                <a:cubicBezTo>
                  <a:pt x="484336" y="27946"/>
                  <a:pt x="484414" y="28576"/>
                  <a:pt x="484414" y="29340"/>
                </a:cubicBezTo>
                <a:lnTo>
                  <a:pt x="484414" y="31498"/>
                </a:lnTo>
                <a:cubicBezTo>
                  <a:pt x="484414" y="32128"/>
                  <a:pt x="484369" y="32712"/>
                  <a:pt x="484279" y="33252"/>
                </a:cubicBezTo>
                <a:cubicBezTo>
                  <a:pt x="484189" y="33792"/>
                  <a:pt x="484054" y="34320"/>
                  <a:pt x="483875" y="34837"/>
                </a:cubicBezTo>
                <a:cubicBezTo>
                  <a:pt x="483695" y="35354"/>
                  <a:pt x="483447" y="35905"/>
                  <a:pt x="483133" y="36489"/>
                </a:cubicBezTo>
                <a:cubicBezTo>
                  <a:pt x="482818" y="37074"/>
                  <a:pt x="482436" y="37726"/>
                  <a:pt x="481986" y="38445"/>
                </a:cubicBezTo>
                <a:lnTo>
                  <a:pt x="455344" y="80196"/>
                </a:lnTo>
                <a:lnTo>
                  <a:pt x="483807" y="80196"/>
                </a:lnTo>
                <a:cubicBezTo>
                  <a:pt x="484167" y="80196"/>
                  <a:pt x="484493" y="80275"/>
                  <a:pt x="484785" y="80432"/>
                </a:cubicBezTo>
                <a:cubicBezTo>
                  <a:pt x="485077" y="80589"/>
                  <a:pt x="485325" y="80848"/>
                  <a:pt x="485527" y="81208"/>
                </a:cubicBezTo>
                <a:cubicBezTo>
                  <a:pt x="485729" y="81567"/>
                  <a:pt x="485898" y="82051"/>
                  <a:pt x="486033" y="82658"/>
                </a:cubicBezTo>
                <a:cubicBezTo>
                  <a:pt x="486168" y="83265"/>
                  <a:pt x="486235" y="83995"/>
                  <a:pt x="486235" y="84850"/>
                </a:cubicBezTo>
                <a:close/>
                <a:moveTo>
                  <a:pt x="550982" y="54903"/>
                </a:moveTo>
                <a:cubicBezTo>
                  <a:pt x="550982" y="56656"/>
                  <a:pt x="550543" y="57904"/>
                  <a:pt x="549667" y="58646"/>
                </a:cubicBezTo>
                <a:cubicBezTo>
                  <a:pt x="548790" y="59388"/>
                  <a:pt x="547789" y="59759"/>
                  <a:pt x="546665" y="59759"/>
                </a:cubicBezTo>
                <a:lnTo>
                  <a:pt x="506871" y="59759"/>
                </a:lnTo>
                <a:cubicBezTo>
                  <a:pt x="506871" y="63141"/>
                  <a:pt x="507208" y="66186"/>
                  <a:pt x="507882" y="68892"/>
                </a:cubicBezTo>
                <a:cubicBezTo>
                  <a:pt x="508557" y="71598"/>
                  <a:pt x="509681" y="73921"/>
                  <a:pt x="511255" y="75860"/>
                </a:cubicBezTo>
                <a:cubicBezTo>
                  <a:pt x="512829" y="77799"/>
                  <a:pt x="514875" y="79288"/>
                  <a:pt x="517393" y="80327"/>
                </a:cubicBezTo>
                <a:cubicBezTo>
                  <a:pt x="519911" y="81364"/>
                  <a:pt x="522991" y="81882"/>
                  <a:pt x="526633" y="81882"/>
                </a:cubicBezTo>
                <a:cubicBezTo>
                  <a:pt x="529511" y="81882"/>
                  <a:pt x="532074" y="81646"/>
                  <a:pt x="534322" y="81174"/>
                </a:cubicBezTo>
                <a:cubicBezTo>
                  <a:pt x="536570" y="80702"/>
                  <a:pt x="538515" y="80173"/>
                  <a:pt x="540156" y="79589"/>
                </a:cubicBezTo>
                <a:cubicBezTo>
                  <a:pt x="541798" y="79004"/>
                  <a:pt x="543147" y="78476"/>
                  <a:pt x="544203" y="78004"/>
                </a:cubicBezTo>
                <a:cubicBezTo>
                  <a:pt x="545260" y="77532"/>
                  <a:pt x="546058" y="77296"/>
                  <a:pt x="546598" y="77296"/>
                </a:cubicBezTo>
                <a:cubicBezTo>
                  <a:pt x="546912" y="77296"/>
                  <a:pt x="547194" y="77374"/>
                  <a:pt x="547441" y="77532"/>
                </a:cubicBezTo>
                <a:cubicBezTo>
                  <a:pt x="547688" y="77689"/>
                  <a:pt x="547879" y="77925"/>
                  <a:pt x="548014" y="78240"/>
                </a:cubicBezTo>
                <a:cubicBezTo>
                  <a:pt x="548149" y="78555"/>
                  <a:pt x="548250" y="78993"/>
                  <a:pt x="548318" y="79555"/>
                </a:cubicBezTo>
                <a:cubicBezTo>
                  <a:pt x="548385" y="80117"/>
                  <a:pt x="548419" y="80803"/>
                  <a:pt x="548419" y="81612"/>
                </a:cubicBezTo>
                <a:cubicBezTo>
                  <a:pt x="548419" y="82197"/>
                  <a:pt x="548396" y="82703"/>
                  <a:pt x="548351" y="83130"/>
                </a:cubicBezTo>
                <a:cubicBezTo>
                  <a:pt x="548306" y="83557"/>
                  <a:pt x="548250" y="83939"/>
                  <a:pt x="548183" y="84276"/>
                </a:cubicBezTo>
                <a:cubicBezTo>
                  <a:pt x="548115" y="84614"/>
                  <a:pt x="548003" y="84917"/>
                  <a:pt x="547846" y="85187"/>
                </a:cubicBezTo>
                <a:cubicBezTo>
                  <a:pt x="547688" y="85457"/>
                  <a:pt x="547486" y="85715"/>
                  <a:pt x="547238" y="85963"/>
                </a:cubicBezTo>
                <a:cubicBezTo>
                  <a:pt x="546991" y="86210"/>
                  <a:pt x="546260" y="86615"/>
                  <a:pt x="545046" y="87177"/>
                </a:cubicBezTo>
                <a:cubicBezTo>
                  <a:pt x="543832" y="87739"/>
                  <a:pt x="542259" y="88290"/>
                  <a:pt x="540325" y="88829"/>
                </a:cubicBezTo>
                <a:cubicBezTo>
                  <a:pt x="538392" y="89369"/>
                  <a:pt x="536155" y="89852"/>
                  <a:pt x="533614" y="90279"/>
                </a:cubicBezTo>
                <a:cubicBezTo>
                  <a:pt x="531073" y="90707"/>
                  <a:pt x="528364" y="90920"/>
                  <a:pt x="525486" y="90920"/>
                </a:cubicBezTo>
                <a:cubicBezTo>
                  <a:pt x="520495" y="90920"/>
                  <a:pt x="516122" y="90222"/>
                  <a:pt x="512368" y="88827"/>
                </a:cubicBezTo>
                <a:cubicBezTo>
                  <a:pt x="508613" y="87432"/>
                  <a:pt x="505454" y="85361"/>
                  <a:pt x="502891" y="82616"/>
                </a:cubicBezTo>
                <a:cubicBezTo>
                  <a:pt x="500328" y="79870"/>
                  <a:pt x="498395" y="76426"/>
                  <a:pt x="497091" y="72285"/>
                </a:cubicBezTo>
                <a:cubicBezTo>
                  <a:pt x="495787" y="68144"/>
                  <a:pt x="495135" y="63328"/>
                  <a:pt x="495135" y="57837"/>
                </a:cubicBezTo>
                <a:cubicBezTo>
                  <a:pt x="495135" y="52615"/>
                  <a:pt x="495809" y="47923"/>
                  <a:pt x="497158" y="43759"/>
                </a:cubicBezTo>
                <a:cubicBezTo>
                  <a:pt x="498507" y="39596"/>
                  <a:pt x="500452" y="36062"/>
                  <a:pt x="502992" y="33159"/>
                </a:cubicBezTo>
                <a:cubicBezTo>
                  <a:pt x="505533" y="30256"/>
                  <a:pt x="508602" y="28028"/>
                  <a:pt x="512199" y="26476"/>
                </a:cubicBezTo>
                <a:cubicBezTo>
                  <a:pt x="515796" y="24923"/>
                  <a:pt x="519821" y="24146"/>
                  <a:pt x="524272" y="24146"/>
                </a:cubicBezTo>
                <a:cubicBezTo>
                  <a:pt x="529039" y="24146"/>
                  <a:pt x="533097" y="24911"/>
                  <a:pt x="536447" y="26440"/>
                </a:cubicBezTo>
                <a:cubicBezTo>
                  <a:pt x="539797" y="27969"/>
                  <a:pt x="542551" y="30026"/>
                  <a:pt x="544709" y="32611"/>
                </a:cubicBezTo>
                <a:cubicBezTo>
                  <a:pt x="546868" y="35197"/>
                  <a:pt x="548453" y="38232"/>
                  <a:pt x="549464" y="41717"/>
                </a:cubicBezTo>
                <a:cubicBezTo>
                  <a:pt x="550476" y="45202"/>
                  <a:pt x="550982" y="48922"/>
                  <a:pt x="550982" y="52879"/>
                </a:cubicBezTo>
                <a:lnTo>
                  <a:pt x="550982" y="54903"/>
                </a:lnTo>
                <a:moveTo>
                  <a:pt x="539785" y="51598"/>
                </a:moveTo>
                <a:cubicBezTo>
                  <a:pt x="539920" y="45752"/>
                  <a:pt x="538628" y="41166"/>
                  <a:pt x="535907" y="37838"/>
                </a:cubicBezTo>
                <a:cubicBezTo>
                  <a:pt x="533187" y="34511"/>
                  <a:pt x="529151" y="32847"/>
                  <a:pt x="523800" y="32847"/>
                </a:cubicBezTo>
                <a:cubicBezTo>
                  <a:pt x="521057" y="32847"/>
                  <a:pt x="518652" y="33364"/>
                  <a:pt x="516583" y="34399"/>
                </a:cubicBezTo>
                <a:cubicBezTo>
                  <a:pt x="514515" y="35433"/>
                  <a:pt x="512784" y="36804"/>
                  <a:pt x="511390" y="38513"/>
                </a:cubicBezTo>
                <a:cubicBezTo>
                  <a:pt x="509996" y="40222"/>
                  <a:pt x="508917" y="42211"/>
                  <a:pt x="508152" y="44482"/>
                </a:cubicBezTo>
                <a:cubicBezTo>
                  <a:pt x="507388" y="46753"/>
                  <a:pt x="506961" y="49125"/>
                  <a:pt x="506871" y="51598"/>
                </a:cubicBezTo>
                <a:lnTo>
                  <a:pt x="539785" y="51598"/>
                </a:lnTo>
                <a:close/>
                <a:moveTo>
                  <a:pt x="582339" y="82253"/>
                </a:moveTo>
                <a:cubicBezTo>
                  <a:pt x="582339" y="85460"/>
                  <a:pt x="581811" y="87593"/>
                  <a:pt x="580754" y="88654"/>
                </a:cubicBezTo>
                <a:cubicBezTo>
                  <a:pt x="579697" y="89715"/>
                  <a:pt x="577775" y="90246"/>
                  <a:pt x="574987" y="90246"/>
                </a:cubicBezTo>
                <a:cubicBezTo>
                  <a:pt x="572289" y="90246"/>
                  <a:pt x="570423" y="89726"/>
                  <a:pt x="569389" y="88688"/>
                </a:cubicBezTo>
                <a:cubicBezTo>
                  <a:pt x="568355" y="87650"/>
                  <a:pt x="567838" y="85572"/>
                  <a:pt x="567838" y="82455"/>
                </a:cubicBezTo>
                <a:cubicBezTo>
                  <a:pt x="567838" y="79249"/>
                  <a:pt x="568366" y="77115"/>
                  <a:pt x="569423" y="76054"/>
                </a:cubicBezTo>
                <a:cubicBezTo>
                  <a:pt x="570479" y="74993"/>
                  <a:pt x="572402" y="74463"/>
                  <a:pt x="575190" y="74463"/>
                </a:cubicBezTo>
                <a:cubicBezTo>
                  <a:pt x="577887" y="74463"/>
                  <a:pt x="579753" y="74982"/>
                  <a:pt x="580788" y="76020"/>
                </a:cubicBezTo>
                <a:cubicBezTo>
                  <a:pt x="581822" y="77059"/>
                  <a:pt x="582339" y="79136"/>
                  <a:pt x="582339" y="8225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3D8F14-320D-4433-A754-0AB21865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5234" y="1322645"/>
            <a:ext cx="2481766" cy="182145"/>
          </a:xfrm>
          <a:custGeom xmlns:a="http://schemas.openxmlformats.org/drawingml/2006/main">
            <a:pathLst>
              <a:path w="2481766" h="182145" fill="none">
                <a:moveTo>
                  <a:pt x="2481766" y="0"/>
                </a:moveTo>
                <a:cubicBezTo>
                  <a:pt x="2481766" y="50304"/>
                  <a:pt x="2474975" y="91092"/>
                  <a:pt x="2466571" y="91092"/>
                </a:cubicBezTo>
                <a:lnTo>
                  <a:pt x="1259397" y="91092"/>
                </a:lnTo>
                <a:cubicBezTo>
                  <a:pt x="1250994" y="91092"/>
                  <a:pt x="1244202" y="131841"/>
                  <a:pt x="1244202" y="182145"/>
                </a:cubicBezTo>
                <a:cubicBezTo>
                  <a:pt x="1244202" y="131841"/>
                  <a:pt x="1237411" y="91092"/>
                  <a:pt x="1229046" y="91092"/>
                </a:cubicBezTo>
                <a:lnTo>
                  <a:pt x="15195" y="91092"/>
                </a:lnTo>
                <a:cubicBezTo>
                  <a:pt x="6792" y="91092"/>
                  <a:pt x="0" y="50304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7267" cap="flat">
            <a:solidFill>
              <a:srgbClr val="000000"/>
            </a:solidFill>
            <a:miter/>
          </a:ln>
        </p:spPr>
      </p:sp>
      <p:pic>
        <p:nvPicPr>
          <p:cNvPr id="5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208abb6df84e83"/>
          <a:stretch xmlns:a="http://schemas.openxmlformats.org/drawingml/2006/main"/>
        </p:blipFill>
        <p:spPr>
          <a:xfrm xmlns:a="http://schemas.openxmlformats.org/drawingml/2006/main">
            <a:off x="12011631" y="674912"/>
            <a:ext cx="414401" cy="414401"/>
          </a:xfrm>
          <a:prstGeom xmlns:a="http://schemas.openxmlformats.org/drawingml/2006/main" prst="rect">
            <a:avLst/>
          </a:prstGeom>
        </p:spPr>
      </p:pic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441815-6375-4AA8-95A1-39FC0C46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212" y="221104"/>
            <a:ext cx="691667" cy="180840"/>
          </a:xfrm>
          <a:custGeom xmlns:a="http://schemas.openxmlformats.org/drawingml/2006/main">
            <a:pathLst>
              <a:path w="691667" h="180840">
                <a:moveTo>
                  <a:pt x="0" y="30159"/>
                </a:moveTo>
                <a:cubicBezTo>
                  <a:pt x="0" y="13506"/>
                  <a:pt x="13468" y="0"/>
                  <a:pt x="30121" y="0"/>
                </a:cubicBezTo>
                <a:lnTo>
                  <a:pt x="661508" y="0"/>
                </a:lnTo>
                <a:cubicBezTo>
                  <a:pt x="678160" y="0"/>
                  <a:pt x="691667" y="13506"/>
                  <a:pt x="691667" y="30159"/>
                </a:cubicBezTo>
                <a:lnTo>
                  <a:pt x="691667" y="150719"/>
                </a:lnTo>
                <a:cubicBezTo>
                  <a:pt x="691667" y="167334"/>
                  <a:pt x="678160" y="180840"/>
                  <a:pt x="661508" y="180840"/>
                </a:cubicBezTo>
                <a:lnTo>
                  <a:pt x="30121" y="180840"/>
                </a:lnTo>
                <a:cubicBezTo>
                  <a:pt x="13468" y="180840"/>
                  <a:pt x="0" y="167334"/>
                  <a:pt x="0" y="150719"/>
                </a:cubicBezTo>
                <a:lnTo>
                  <a:pt x="0" y="30159"/>
                </a:lnTo>
                <a:close/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Prompt">
            <a:extLst xmlns:a="http://schemas.openxmlformats.org/drawingml/2006/main">
              <a:ext uri="{FF2B5EF4-FFF2-40B4-BE49-F238E27FC236}">
                <a16:creationId xmlns:a16="http://schemas.microsoft.com/office/drawing/2014/main" id="{9A2F242A-911D-4AAD-9B0A-8731E430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4114" y="261562"/>
            <a:ext cx="492797" cy="136804"/>
          </a:xfrm>
          <a:custGeom xmlns:a="http://schemas.openxmlformats.org/drawingml/2006/main">
            <a:pathLst>
              <a:path w="492797" h="136804">
                <a:moveTo>
                  <a:pt x="65597" y="31272"/>
                </a:moveTo>
                <a:cubicBezTo>
                  <a:pt x="65597" y="36608"/>
                  <a:pt x="64717" y="41421"/>
                  <a:pt x="62956" y="45711"/>
                </a:cubicBezTo>
                <a:cubicBezTo>
                  <a:pt x="61196" y="50002"/>
                  <a:pt x="58679" y="53660"/>
                  <a:pt x="55407" y="56685"/>
                </a:cubicBezTo>
                <a:cubicBezTo>
                  <a:pt x="52134" y="59711"/>
                  <a:pt x="48118" y="62049"/>
                  <a:pt x="43360" y="63699"/>
                </a:cubicBezTo>
                <a:cubicBezTo>
                  <a:pt x="38602" y="65349"/>
                  <a:pt x="32922" y="66174"/>
                  <a:pt x="26321" y="66174"/>
                </a:cubicBezTo>
                <a:lnTo>
                  <a:pt x="14192" y="66174"/>
                </a:lnTo>
                <a:lnTo>
                  <a:pt x="14192" y="104625"/>
                </a:lnTo>
                <a:cubicBezTo>
                  <a:pt x="14192" y="105065"/>
                  <a:pt x="14068" y="105450"/>
                  <a:pt x="13821" y="105780"/>
                </a:cubicBezTo>
                <a:cubicBezTo>
                  <a:pt x="13573" y="106110"/>
                  <a:pt x="13188" y="106371"/>
                  <a:pt x="12666" y="106564"/>
                </a:cubicBezTo>
                <a:cubicBezTo>
                  <a:pt x="12143" y="106756"/>
                  <a:pt x="11428" y="106921"/>
                  <a:pt x="10520" y="107059"/>
                </a:cubicBezTo>
                <a:cubicBezTo>
                  <a:pt x="9613" y="107196"/>
                  <a:pt x="8471" y="107265"/>
                  <a:pt x="7096" y="107265"/>
                </a:cubicBezTo>
                <a:cubicBezTo>
                  <a:pt x="5721" y="107265"/>
                  <a:pt x="4579" y="107196"/>
                  <a:pt x="3672" y="107059"/>
                </a:cubicBezTo>
                <a:cubicBezTo>
                  <a:pt x="2764" y="106921"/>
                  <a:pt x="2035" y="106756"/>
                  <a:pt x="1485" y="106564"/>
                </a:cubicBezTo>
                <a:cubicBezTo>
                  <a:pt x="935" y="106371"/>
                  <a:pt x="550" y="106110"/>
                  <a:pt x="330" y="105780"/>
                </a:cubicBezTo>
                <a:cubicBezTo>
                  <a:pt x="110" y="105450"/>
                  <a:pt x="0" y="105065"/>
                  <a:pt x="0" y="104625"/>
                </a:cubicBezTo>
                <a:lnTo>
                  <a:pt x="0" y="6106"/>
                </a:lnTo>
                <a:cubicBezTo>
                  <a:pt x="0" y="3906"/>
                  <a:pt x="578" y="2338"/>
                  <a:pt x="1733" y="1403"/>
                </a:cubicBezTo>
                <a:cubicBezTo>
                  <a:pt x="2888" y="468"/>
                  <a:pt x="4181" y="0"/>
                  <a:pt x="5611" y="0"/>
                </a:cubicBezTo>
                <a:lnTo>
                  <a:pt x="28466" y="0"/>
                </a:lnTo>
                <a:cubicBezTo>
                  <a:pt x="30777" y="0"/>
                  <a:pt x="32991" y="96"/>
                  <a:pt x="35109" y="289"/>
                </a:cubicBezTo>
                <a:cubicBezTo>
                  <a:pt x="37226" y="481"/>
                  <a:pt x="39729" y="894"/>
                  <a:pt x="42617" y="1526"/>
                </a:cubicBezTo>
                <a:cubicBezTo>
                  <a:pt x="45505" y="2159"/>
                  <a:pt x="48448" y="3342"/>
                  <a:pt x="51446" y="5074"/>
                </a:cubicBezTo>
                <a:cubicBezTo>
                  <a:pt x="54444" y="6807"/>
                  <a:pt x="56988" y="8939"/>
                  <a:pt x="59078" y="11469"/>
                </a:cubicBezTo>
                <a:cubicBezTo>
                  <a:pt x="61169" y="13999"/>
                  <a:pt x="62778" y="16929"/>
                  <a:pt x="63905" y="20257"/>
                </a:cubicBezTo>
                <a:cubicBezTo>
                  <a:pt x="65033" y="23585"/>
                  <a:pt x="65597" y="27256"/>
                  <a:pt x="65597" y="31272"/>
                </a:cubicBezTo>
                <a:moveTo>
                  <a:pt x="50662" y="32427"/>
                </a:moveTo>
                <a:cubicBezTo>
                  <a:pt x="50662" y="28081"/>
                  <a:pt x="49851" y="24451"/>
                  <a:pt x="48228" y="21536"/>
                </a:cubicBezTo>
                <a:cubicBezTo>
                  <a:pt x="46605" y="18620"/>
                  <a:pt x="44598" y="16447"/>
                  <a:pt x="42205" y="15017"/>
                </a:cubicBezTo>
                <a:cubicBezTo>
                  <a:pt x="39812" y="13587"/>
                  <a:pt x="37336" y="12679"/>
                  <a:pt x="34779" y="12294"/>
                </a:cubicBezTo>
                <a:cubicBezTo>
                  <a:pt x="32221" y="11909"/>
                  <a:pt x="29732" y="11717"/>
                  <a:pt x="27311" y="11717"/>
                </a:cubicBezTo>
                <a:lnTo>
                  <a:pt x="14192" y="11717"/>
                </a:lnTo>
                <a:lnTo>
                  <a:pt x="14192" y="54540"/>
                </a:lnTo>
                <a:lnTo>
                  <a:pt x="26981" y="54540"/>
                </a:lnTo>
                <a:cubicBezTo>
                  <a:pt x="31272" y="54540"/>
                  <a:pt x="34834" y="53990"/>
                  <a:pt x="37667" y="52890"/>
                </a:cubicBezTo>
                <a:cubicBezTo>
                  <a:pt x="40499" y="51790"/>
                  <a:pt x="42879" y="50263"/>
                  <a:pt x="44804" y="48311"/>
                </a:cubicBezTo>
                <a:cubicBezTo>
                  <a:pt x="46729" y="46358"/>
                  <a:pt x="48187" y="44020"/>
                  <a:pt x="49177" y="41297"/>
                </a:cubicBezTo>
                <a:cubicBezTo>
                  <a:pt x="50167" y="38574"/>
                  <a:pt x="50662" y="35618"/>
                  <a:pt x="50662" y="32427"/>
                </a:cubicBezTo>
                <a:close/>
                <a:moveTo>
                  <a:pt x="129198" y="35315"/>
                </a:moveTo>
                <a:cubicBezTo>
                  <a:pt x="129198" y="36525"/>
                  <a:pt x="129170" y="37543"/>
                  <a:pt x="129115" y="38368"/>
                </a:cubicBezTo>
                <a:cubicBezTo>
                  <a:pt x="129060" y="39193"/>
                  <a:pt x="128950" y="39839"/>
                  <a:pt x="128785" y="40307"/>
                </a:cubicBezTo>
                <a:cubicBezTo>
                  <a:pt x="128620" y="40774"/>
                  <a:pt x="128414" y="41132"/>
                  <a:pt x="128166" y="41380"/>
                </a:cubicBezTo>
                <a:cubicBezTo>
                  <a:pt x="127919" y="41627"/>
                  <a:pt x="127575" y="41751"/>
                  <a:pt x="127135" y="41751"/>
                </a:cubicBezTo>
                <a:cubicBezTo>
                  <a:pt x="126695" y="41751"/>
                  <a:pt x="126159" y="41627"/>
                  <a:pt x="125526" y="41380"/>
                </a:cubicBezTo>
                <a:cubicBezTo>
                  <a:pt x="124893" y="41132"/>
                  <a:pt x="124178" y="40884"/>
                  <a:pt x="123381" y="40637"/>
                </a:cubicBezTo>
                <a:cubicBezTo>
                  <a:pt x="122583" y="40389"/>
                  <a:pt x="121689" y="40156"/>
                  <a:pt x="120699" y="39936"/>
                </a:cubicBezTo>
                <a:cubicBezTo>
                  <a:pt x="119709" y="39716"/>
                  <a:pt x="118636" y="39606"/>
                  <a:pt x="117481" y="39606"/>
                </a:cubicBezTo>
                <a:cubicBezTo>
                  <a:pt x="116106" y="39606"/>
                  <a:pt x="114758" y="39881"/>
                  <a:pt x="113438" y="40431"/>
                </a:cubicBezTo>
                <a:cubicBezTo>
                  <a:pt x="112118" y="40981"/>
                  <a:pt x="110729" y="41888"/>
                  <a:pt x="109271" y="43154"/>
                </a:cubicBezTo>
                <a:cubicBezTo>
                  <a:pt x="107813" y="44419"/>
                  <a:pt x="106287" y="46096"/>
                  <a:pt x="104692" y="48187"/>
                </a:cubicBezTo>
                <a:cubicBezTo>
                  <a:pt x="103097" y="50277"/>
                  <a:pt x="101336" y="52835"/>
                  <a:pt x="99411" y="55860"/>
                </a:cubicBezTo>
                <a:lnTo>
                  <a:pt x="99411" y="104707"/>
                </a:lnTo>
                <a:cubicBezTo>
                  <a:pt x="99411" y="105147"/>
                  <a:pt x="99301" y="105519"/>
                  <a:pt x="99081" y="105821"/>
                </a:cubicBezTo>
                <a:cubicBezTo>
                  <a:pt x="98861" y="106124"/>
                  <a:pt x="98503" y="106385"/>
                  <a:pt x="98008" y="106605"/>
                </a:cubicBezTo>
                <a:cubicBezTo>
                  <a:pt x="97513" y="106825"/>
                  <a:pt x="96826" y="106990"/>
                  <a:pt x="95946" y="107100"/>
                </a:cubicBezTo>
                <a:cubicBezTo>
                  <a:pt x="95065" y="107210"/>
                  <a:pt x="93938" y="107265"/>
                  <a:pt x="92563" y="107265"/>
                </a:cubicBezTo>
                <a:cubicBezTo>
                  <a:pt x="91242" y="107265"/>
                  <a:pt x="90142" y="107210"/>
                  <a:pt x="89262" y="107100"/>
                </a:cubicBezTo>
                <a:cubicBezTo>
                  <a:pt x="88382" y="106990"/>
                  <a:pt x="87681" y="106825"/>
                  <a:pt x="87158" y="106605"/>
                </a:cubicBezTo>
                <a:cubicBezTo>
                  <a:pt x="86635" y="106385"/>
                  <a:pt x="86278" y="106124"/>
                  <a:pt x="86085" y="105821"/>
                </a:cubicBezTo>
                <a:cubicBezTo>
                  <a:pt x="85893" y="105519"/>
                  <a:pt x="85797" y="105147"/>
                  <a:pt x="85797" y="104707"/>
                </a:cubicBezTo>
                <a:lnTo>
                  <a:pt x="85797" y="30447"/>
                </a:lnTo>
                <a:cubicBezTo>
                  <a:pt x="85797" y="30007"/>
                  <a:pt x="85879" y="29635"/>
                  <a:pt x="86044" y="29333"/>
                </a:cubicBezTo>
                <a:cubicBezTo>
                  <a:pt x="86209" y="29030"/>
                  <a:pt x="86539" y="28755"/>
                  <a:pt x="87034" y="28508"/>
                </a:cubicBezTo>
                <a:cubicBezTo>
                  <a:pt x="87529" y="28260"/>
                  <a:pt x="88162" y="28095"/>
                  <a:pt x="88932" y="28013"/>
                </a:cubicBezTo>
                <a:cubicBezTo>
                  <a:pt x="89702" y="27930"/>
                  <a:pt x="90720" y="27889"/>
                  <a:pt x="91985" y="27889"/>
                </a:cubicBezTo>
                <a:cubicBezTo>
                  <a:pt x="93195" y="27889"/>
                  <a:pt x="94199" y="27930"/>
                  <a:pt x="94997" y="28013"/>
                </a:cubicBezTo>
                <a:cubicBezTo>
                  <a:pt x="95794" y="28095"/>
                  <a:pt x="96413" y="28260"/>
                  <a:pt x="96853" y="28508"/>
                </a:cubicBezTo>
                <a:cubicBezTo>
                  <a:pt x="97293" y="28755"/>
                  <a:pt x="97610" y="29030"/>
                  <a:pt x="97802" y="29333"/>
                </a:cubicBezTo>
                <a:cubicBezTo>
                  <a:pt x="97995" y="29635"/>
                  <a:pt x="98091" y="30007"/>
                  <a:pt x="98091" y="30447"/>
                </a:cubicBezTo>
                <a:lnTo>
                  <a:pt x="98091" y="41256"/>
                </a:lnTo>
                <a:cubicBezTo>
                  <a:pt x="100126" y="38285"/>
                  <a:pt x="102038" y="35865"/>
                  <a:pt x="103825" y="33995"/>
                </a:cubicBezTo>
                <a:cubicBezTo>
                  <a:pt x="105613" y="32125"/>
                  <a:pt x="107305" y="30653"/>
                  <a:pt x="108900" y="29580"/>
                </a:cubicBezTo>
                <a:cubicBezTo>
                  <a:pt x="110495" y="28508"/>
                  <a:pt x="112077" y="27765"/>
                  <a:pt x="113644" y="27353"/>
                </a:cubicBezTo>
                <a:cubicBezTo>
                  <a:pt x="115212" y="26940"/>
                  <a:pt x="116793" y="26734"/>
                  <a:pt x="118389" y="26734"/>
                </a:cubicBezTo>
                <a:cubicBezTo>
                  <a:pt x="119104" y="26734"/>
                  <a:pt x="119915" y="26775"/>
                  <a:pt x="120823" y="26858"/>
                </a:cubicBezTo>
                <a:cubicBezTo>
                  <a:pt x="121730" y="26940"/>
                  <a:pt x="122679" y="27091"/>
                  <a:pt x="123669" y="27311"/>
                </a:cubicBezTo>
                <a:cubicBezTo>
                  <a:pt x="124660" y="27531"/>
                  <a:pt x="125553" y="27779"/>
                  <a:pt x="126351" y="28054"/>
                </a:cubicBezTo>
                <a:cubicBezTo>
                  <a:pt x="127149" y="28329"/>
                  <a:pt x="127713" y="28604"/>
                  <a:pt x="128043" y="28879"/>
                </a:cubicBezTo>
                <a:cubicBezTo>
                  <a:pt x="128373" y="29154"/>
                  <a:pt x="128593" y="29415"/>
                  <a:pt x="128703" y="29663"/>
                </a:cubicBezTo>
                <a:cubicBezTo>
                  <a:pt x="128813" y="29910"/>
                  <a:pt x="128909" y="30227"/>
                  <a:pt x="128991" y="30612"/>
                </a:cubicBezTo>
                <a:cubicBezTo>
                  <a:pt x="129074" y="30997"/>
                  <a:pt x="129129" y="31561"/>
                  <a:pt x="129156" y="32303"/>
                </a:cubicBezTo>
                <a:cubicBezTo>
                  <a:pt x="129184" y="33046"/>
                  <a:pt x="129198" y="34050"/>
                  <a:pt x="129198" y="35315"/>
                </a:cubicBezTo>
                <a:close/>
                <a:moveTo>
                  <a:pt x="211131" y="66793"/>
                </a:moveTo>
                <a:cubicBezTo>
                  <a:pt x="211131" y="72849"/>
                  <a:pt x="210333" y="78424"/>
                  <a:pt x="208738" y="83517"/>
                </a:cubicBezTo>
                <a:cubicBezTo>
                  <a:pt x="207143" y="88611"/>
                  <a:pt x="204764" y="93003"/>
                  <a:pt x="201601" y="96693"/>
                </a:cubicBezTo>
                <a:cubicBezTo>
                  <a:pt x="198438" y="100382"/>
                  <a:pt x="194477" y="103259"/>
                  <a:pt x="189719" y="105323"/>
                </a:cubicBezTo>
                <a:cubicBezTo>
                  <a:pt x="184961" y="107388"/>
                  <a:pt x="179446" y="108420"/>
                  <a:pt x="173175" y="108420"/>
                </a:cubicBezTo>
                <a:cubicBezTo>
                  <a:pt x="167070" y="108420"/>
                  <a:pt x="161748" y="107512"/>
                  <a:pt x="157209" y="105695"/>
                </a:cubicBezTo>
                <a:cubicBezTo>
                  <a:pt x="152671" y="103878"/>
                  <a:pt x="148889" y="101235"/>
                  <a:pt x="145864" y="97766"/>
                </a:cubicBezTo>
                <a:cubicBezTo>
                  <a:pt x="142839" y="94297"/>
                  <a:pt x="140583" y="90085"/>
                  <a:pt x="139098" y="85129"/>
                </a:cubicBezTo>
                <a:cubicBezTo>
                  <a:pt x="137613" y="80173"/>
                  <a:pt x="136870" y="74556"/>
                  <a:pt x="136870" y="68278"/>
                </a:cubicBezTo>
                <a:cubicBezTo>
                  <a:pt x="136870" y="62222"/>
                  <a:pt x="137654" y="56648"/>
                  <a:pt x="139222" y="51554"/>
                </a:cubicBezTo>
                <a:cubicBezTo>
                  <a:pt x="140790" y="46461"/>
                  <a:pt x="143155" y="42070"/>
                  <a:pt x="146318" y="38381"/>
                </a:cubicBezTo>
                <a:cubicBezTo>
                  <a:pt x="149481" y="34690"/>
                  <a:pt x="153428" y="31826"/>
                  <a:pt x="158158" y="29789"/>
                </a:cubicBezTo>
                <a:cubicBezTo>
                  <a:pt x="162889" y="27752"/>
                  <a:pt x="168417" y="26734"/>
                  <a:pt x="174743" y="26734"/>
                </a:cubicBezTo>
                <a:cubicBezTo>
                  <a:pt x="180849" y="26734"/>
                  <a:pt x="186171" y="27642"/>
                  <a:pt x="190709" y="29459"/>
                </a:cubicBezTo>
                <a:cubicBezTo>
                  <a:pt x="195247" y="31276"/>
                  <a:pt x="199029" y="33919"/>
                  <a:pt x="202054" y="37388"/>
                </a:cubicBezTo>
                <a:cubicBezTo>
                  <a:pt x="205080" y="40857"/>
                  <a:pt x="207349" y="45069"/>
                  <a:pt x="208862" y="50025"/>
                </a:cubicBezTo>
                <a:cubicBezTo>
                  <a:pt x="210374" y="54981"/>
                  <a:pt x="211131" y="60570"/>
                  <a:pt x="211131" y="66793"/>
                </a:cubicBezTo>
                <a:moveTo>
                  <a:pt x="196774" y="67701"/>
                </a:moveTo>
                <a:cubicBezTo>
                  <a:pt x="196774" y="63680"/>
                  <a:pt x="196402" y="59879"/>
                  <a:pt x="195660" y="56299"/>
                </a:cubicBezTo>
                <a:cubicBezTo>
                  <a:pt x="194917" y="52718"/>
                  <a:pt x="193693" y="49578"/>
                  <a:pt x="191988" y="46879"/>
                </a:cubicBezTo>
                <a:cubicBezTo>
                  <a:pt x="190283" y="44181"/>
                  <a:pt x="187972" y="42047"/>
                  <a:pt x="185057" y="40477"/>
                </a:cubicBezTo>
                <a:cubicBezTo>
                  <a:pt x="182142" y="38906"/>
                  <a:pt x="178511" y="38120"/>
                  <a:pt x="174166" y="38120"/>
                </a:cubicBezTo>
                <a:cubicBezTo>
                  <a:pt x="170150" y="38120"/>
                  <a:pt x="166698" y="38836"/>
                  <a:pt x="163810" y="40268"/>
                </a:cubicBezTo>
                <a:cubicBezTo>
                  <a:pt x="160922" y="41700"/>
                  <a:pt x="158543" y="43725"/>
                  <a:pt x="156673" y="46343"/>
                </a:cubicBezTo>
                <a:cubicBezTo>
                  <a:pt x="154803" y="48959"/>
                  <a:pt x="153414" y="52058"/>
                  <a:pt x="152506" y="55639"/>
                </a:cubicBezTo>
                <a:cubicBezTo>
                  <a:pt x="151599" y="59218"/>
                  <a:pt x="151145" y="63128"/>
                  <a:pt x="151145" y="67371"/>
                </a:cubicBezTo>
                <a:cubicBezTo>
                  <a:pt x="151145" y="71446"/>
                  <a:pt x="151516" y="75275"/>
                  <a:pt x="152259" y="78855"/>
                </a:cubicBezTo>
                <a:cubicBezTo>
                  <a:pt x="153001" y="82436"/>
                  <a:pt x="154239" y="85562"/>
                  <a:pt x="155972" y="88233"/>
                </a:cubicBezTo>
                <a:cubicBezTo>
                  <a:pt x="157704" y="90905"/>
                  <a:pt x="160029" y="93026"/>
                  <a:pt x="162944" y="94597"/>
                </a:cubicBezTo>
                <a:cubicBezTo>
                  <a:pt x="165859" y="96166"/>
                  <a:pt x="169490" y="96951"/>
                  <a:pt x="173835" y="96951"/>
                </a:cubicBezTo>
                <a:cubicBezTo>
                  <a:pt x="177796" y="96951"/>
                  <a:pt x="181234" y="96235"/>
                  <a:pt x="184149" y="94803"/>
                </a:cubicBezTo>
                <a:cubicBezTo>
                  <a:pt x="187065" y="93371"/>
                  <a:pt x="189458" y="91361"/>
                  <a:pt x="191328" y="88772"/>
                </a:cubicBezTo>
                <a:cubicBezTo>
                  <a:pt x="193198" y="86182"/>
                  <a:pt x="194573" y="83097"/>
                  <a:pt x="195454" y="79518"/>
                </a:cubicBezTo>
                <a:cubicBezTo>
                  <a:pt x="196334" y="75937"/>
                  <a:pt x="196774" y="71998"/>
                  <a:pt x="196774" y="67701"/>
                </a:cubicBezTo>
                <a:close/>
                <a:moveTo>
                  <a:pt x="341275" y="104707"/>
                </a:moveTo>
                <a:cubicBezTo>
                  <a:pt x="341275" y="105147"/>
                  <a:pt x="341165" y="105519"/>
                  <a:pt x="340945" y="105821"/>
                </a:cubicBezTo>
                <a:cubicBezTo>
                  <a:pt x="340725" y="106124"/>
                  <a:pt x="340368" y="106385"/>
                  <a:pt x="339872" y="106605"/>
                </a:cubicBezTo>
                <a:cubicBezTo>
                  <a:pt x="339377" y="106825"/>
                  <a:pt x="338690" y="106990"/>
                  <a:pt x="337810" y="107100"/>
                </a:cubicBezTo>
                <a:cubicBezTo>
                  <a:pt x="336930" y="107210"/>
                  <a:pt x="335829" y="107265"/>
                  <a:pt x="334509" y="107265"/>
                </a:cubicBezTo>
                <a:cubicBezTo>
                  <a:pt x="333134" y="107265"/>
                  <a:pt x="332006" y="107210"/>
                  <a:pt x="331126" y="107100"/>
                </a:cubicBezTo>
                <a:cubicBezTo>
                  <a:pt x="330246" y="106990"/>
                  <a:pt x="329545" y="106825"/>
                  <a:pt x="329022" y="106605"/>
                </a:cubicBezTo>
                <a:cubicBezTo>
                  <a:pt x="328500" y="106385"/>
                  <a:pt x="328128" y="106124"/>
                  <a:pt x="327908" y="105821"/>
                </a:cubicBezTo>
                <a:cubicBezTo>
                  <a:pt x="327688" y="105519"/>
                  <a:pt x="327578" y="105147"/>
                  <a:pt x="327578" y="104707"/>
                </a:cubicBezTo>
                <a:lnTo>
                  <a:pt x="327578" y="59573"/>
                </a:lnTo>
                <a:cubicBezTo>
                  <a:pt x="327578" y="56438"/>
                  <a:pt x="327303" y="53578"/>
                  <a:pt x="326753" y="50992"/>
                </a:cubicBezTo>
                <a:cubicBezTo>
                  <a:pt x="326203" y="48407"/>
                  <a:pt x="325323" y="46179"/>
                  <a:pt x="324113" y="44309"/>
                </a:cubicBezTo>
                <a:cubicBezTo>
                  <a:pt x="322903" y="42438"/>
                  <a:pt x="321362" y="41008"/>
                  <a:pt x="319492" y="40018"/>
                </a:cubicBezTo>
                <a:cubicBezTo>
                  <a:pt x="317622" y="39028"/>
                  <a:pt x="315422" y="38533"/>
                  <a:pt x="312891" y="38533"/>
                </a:cubicBezTo>
                <a:cubicBezTo>
                  <a:pt x="309756" y="38533"/>
                  <a:pt x="306607" y="39743"/>
                  <a:pt x="303444" y="42163"/>
                </a:cubicBezTo>
                <a:cubicBezTo>
                  <a:pt x="300281" y="44584"/>
                  <a:pt x="296801" y="48132"/>
                  <a:pt x="293006" y="52807"/>
                </a:cubicBezTo>
                <a:lnTo>
                  <a:pt x="293006" y="104707"/>
                </a:lnTo>
                <a:cubicBezTo>
                  <a:pt x="293006" y="105147"/>
                  <a:pt x="292896" y="105519"/>
                  <a:pt x="292676" y="105821"/>
                </a:cubicBezTo>
                <a:cubicBezTo>
                  <a:pt x="292456" y="106124"/>
                  <a:pt x="292085" y="106385"/>
                  <a:pt x="291562" y="106605"/>
                </a:cubicBezTo>
                <a:cubicBezTo>
                  <a:pt x="291039" y="106825"/>
                  <a:pt x="290338" y="106990"/>
                  <a:pt x="289458" y="107100"/>
                </a:cubicBezTo>
                <a:cubicBezTo>
                  <a:pt x="288578" y="107210"/>
                  <a:pt x="287478" y="107265"/>
                  <a:pt x="286157" y="107265"/>
                </a:cubicBezTo>
                <a:cubicBezTo>
                  <a:pt x="284892" y="107265"/>
                  <a:pt x="283806" y="107210"/>
                  <a:pt x="282898" y="107100"/>
                </a:cubicBezTo>
                <a:cubicBezTo>
                  <a:pt x="281991" y="106990"/>
                  <a:pt x="281276" y="106825"/>
                  <a:pt x="280753" y="106605"/>
                </a:cubicBezTo>
                <a:cubicBezTo>
                  <a:pt x="280230" y="106385"/>
                  <a:pt x="279873" y="106124"/>
                  <a:pt x="279680" y="105821"/>
                </a:cubicBezTo>
                <a:cubicBezTo>
                  <a:pt x="279488" y="105519"/>
                  <a:pt x="279391" y="105147"/>
                  <a:pt x="279391" y="104707"/>
                </a:cubicBezTo>
                <a:lnTo>
                  <a:pt x="279391" y="59573"/>
                </a:lnTo>
                <a:cubicBezTo>
                  <a:pt x="279391" y="56438"/>
                  <a:pt x="279089" y="53578"/>
                  <a:pt x="278484" y="50992"/>
                </a:cubicBezTo>
                <a:cubicBezTo>
                  <a:pt x="277879" y="48407"/>
                  <a:pt x="276971" y="46179"/>
                  <a:pt x="275761" y="44309"/>
                </a:cubicBezTo>
                <a:cubicBezTo>
                  <a:pt x="274551" y="42438"/>
                  <a:pt x="273024" y="41008"/>
                  <a:pt x="271182" y="40018"/>
                </a:cubicBezTo>
                <a:cubicBezTo>
                  <a:pt x="269339" y="39028"/>
                  <a:pt x="267152" y="38533"/>
                  <a:pt x="264622" y="38533"/>
                </a:cubicBezTo>
                <a:cubicBezTo>
                  <a:pt x="261486" y="38533"/>
                  <a:pt x="258324" y="39743"/>
                  <a:pt x="255133" y="42163"/>
                </a:cubicBezTo>
                <a:cubicBezTo>
                  <a:pt x="251943" y="44584"/>
                  <a:pt x="248477" y="48132"/>
                  <a:pt x="244737" y="52807"/>
                </a:cubicBezTo>
                <a:lnTo>
                  <a:pt x="244737" y="104707"/>
                </a:lnTo>
                <a:cubicBezTo>
                  <a:pt x="244737" y="105147"/>
                  <a:pt x="244627" y="105519"/>
                  <a:pt x="244407" y="105821"/>
                </a:cubicBezTo>
                <a:cubicBezTo>
                  <a:pt x="244187" y="106124"/>
                  <a:pt x="243829" y="106385"/>
                  <a:pt x="243334" y="106605"/>
                </a:cubicBezTo>
                <a:cubicBezTo>
                  <a:pt x="242839" y="106825"/>
                  <a:pt x="242151" y="106990"/>
                  <a:pt x="241271" y="107100"/>
                </a:cubicBezTo>
                <a:cubicBezTo>
                  <a:pt x="240391" y="107210"/>
                  <a:pt x="239263" y="107265"/>
                  <a:pt x="237888" y="107265"/>
                </a:cubicBezTo>
                <a:cubicBezTo>
                  <a:pt x="236568" y="107265"/>
                  <a:pt x="235468" y="107210"/>
                  <a:pt x="234588" y="107100"/>
                </a:cubicBezTo>
                <a:cubicBezTo>
                  <a:pt x="233708" y="106990"/>
                  <a:pt x="233006" y="106825"/>
                  <a:pt x="232484" y="106605"/>
                </a:cubicBezTo>
                <a:cubicBezTo>
                  <a:pt x="231961" y="106385"/>
                  <a:pt x="231604" y="106124"/>
                  <a:pt x="231411" y="105821"/>
                </a:cubicBezTo>
                <a:cubicBezTo>
                  <a:pt x="231218" y="105519"/>
                  <a:pt x="231122" y="105147"/>
                  <a:pt x="231122" y="104707"/>
                </a:cubicBezTo>
                <a:lnTo>
                  <a:pt x="231122" y="30447"/>
                </a:lnTo>
                <a:cubicBezTo>
                  <a:pt x="231122" y="30007"/>
                  <a:pt x="231205" y="29635"/>
                  <a:pt x="231370" y="29333"/>
                </a:cubicBezTo>
                <a:cubicBezTo>
                  <a:pt x="231535" y="29030"/>
                  <a:pt x="231865" y="28755"/>
                  <a:pt x="232360" y="28508"/>
                </a:cubicBezTo>
                <a:cubicBezTo>
                  <a:pt x="232855" y="28260"/>
                  <a:pt x="233488" y="28095"/>
                  <a:pt x="234258" y="28013"/>
                </a:cubicBezTo>
                <a:cubicBezTo>
                  <a:pt x="235028" y="27930"/>
                  <a:pt x="236045" y="27889"/>
                  <a:pt x="237311" y="27889"/>
                </a:cubicBezTo>
                <a:cubicBezTo>
                  <a:pt x="238521" y="27889"/>
                  <a:pt x="239525" y="27930"/>
                  <a:pt x="240322" y="28013"/>
                </a:cubicBezTo>
                <a:cubicBezTo>
                  <a:pt x="241120" y="28095"/>
                  <a:pt x="241739" y="28260"/>
                  <a:pt x="242179" y="28508"/>
                </a:cubicBezTo>
                <a:cubicBezTo>
                  <a:pt x="242619" y="28755"/>
                  <a:pt x="242935" y="29030"/>
                  <a:pt x="243128" y="29333"/>
                </a:cubicBezTo>
                <a:cubicBezTo>
                  <a:pt x="243320" y="29635"/>
                  <a:pt x="243416" y="30007"/>
                  <a:pt x="243416" y="30447"/>
                </a:cubicBezTo>
                <a:lnTo>
                  <a:pt x="243416" y="40266"/>
                </a:lnTo>
                <a:cubicBezTo>
                  <a:pt x="247597" y="35590"/>
                  <a:pt x="251654" y="32166"/>
                  <a:pt x="255587" y="29993"/>
                </a:cubicBezTo>
                <a:cubicBezTo>
                  <a:pt x="259520" y="27820"/>
                  <a:pt x="263494" y="26734"/>
                  <a:pt x="267510" y="26734"/>
                </a:cubicBezTo>
                <a:cubicBezTo>
                  <a:pt x="270590" y="26734"/>
                  <a:pt x="273354" y="27091"/>
                  <a:pt x="275802" y="27806"/>
                </a:cubicBezTo>
                <a:cubicBezTo>
                  <a:pt x="278250" y="28522"/>
                  <a:pt x="280409" y="29525"/>
                  <a:pt x="282279" y="30818"/>
                </a:cubicBezTo>
                <a:cubicBezTo>
                  <a:pt x="284150" y="32111"/>
                  <a:pt x="285745" y="33651"/>
                  <a:pt x="287065" y="35439"/>
                </a:cubicBezTo>
                <a:cubicBezTo>
                  <a:pt x="288385" y="37226"/>
                  <a:pt x="289485" y="39221"/>
                  <a:pt x="290366" y="41421"/>
                </a:cubicBezTo>
                <a:cubicBezTo>
                  <a:pt x="292841" y="38725"/>
                  <a:pt x="295192" y="36443"/>
                  <a:pt x="297420" y="34572"/>
                </a:cubicBezTo>
                <a:cubicBezTo>
                  <a:pt x="299648" y="32702"/>
                  <a:pt x="301793" y="31189"/>
                  <a:pt x="303856" y="30034"/>
                </a:cubicBezTo>
                <a:cubicBezTo>
                  <a:pt x="305919" y="28879"/>
                  <a:pt x="307927" y="28040"/>
                  <a:pt x="309880" y="27518"/>
                </a:cubicBezTo>
                <a:cubicBezTo>
                  <a:pt x="311832" y="26995"/>
                  <a:pt x="313799" y="26734"/>
                  <a:pt x="315779" y="26734"/>
                </a:cubicBezTo>
                <a:cubicBezTo>
                  <a:pt x="320565" y="26734"/>
                  <a:pt x="324580" y="27573"/>
                  <a:pt x="327826" y="29250"/>
                </a:cubicBezTo>
                <a:cubicBezTo>
                  <a:pt x="331071" y="30928"/>
                  <a:pt x="333698" y="33170"/>
                  <a:pt x="335706" y="35975"/>
                </a:cubicBezTo>
                <a:cubicBezTo>
                  <a:pt x="337713" y="38780"/>
                  <a:pt x="339144" y="42067"/>
                  <a:pt x="339996" y="45835"/>
                </a:cubicBezTo>
                <a:cubicBezTo>
                  <a:pt x="340849" y="49603"/>
                  <a:pt x="341275" y="53578"/>
                  <a:pt x="341275" y="57758"/>
                </a:cubicBezTo>
                <a:lnTo>
                  <a:pt x="341275" y="104707"/>
                </a:lnTo>
                <a:close/>
                <a:moveTo>
                  <a:pt x="434461" y="66463"/>
                </a:moveTo>
                <a:cubicBezTo>
                  <a:pt x="434461" y="72959"/>
                  <a:pt x="433759" y="78795"/>
                  <a:pt x="432357" y="83971"/>
                </a:cubicBezTo>
                <a:cubicBezTo>
                  <a:pt x="430954" y="89147"/>
                  <a:pt x="428891" y="93539"/>
                  <a:pt x="426168" y="97147"/>
                </a:cubicBezTo>
                <a:cubicBezTo>
                  <a:pt x="423445" y="100754"/>
                  <a:pt x="420076" y="103534"/>
                  <a:pt x="416061" y="105488"/>
                </a:cubicBezTo>
                <a:cubicBezTo>
                  <a:pt x="412045" y="107443"/>
                  <a:pt x="407452" y="108420"/>
                  <a:pt x="402281" y="108420"/>
                </a:cubicBezTo>
                <a:cubicBezTo>
                  <a:pt x="400081" y="108420"/>
                  <a:pt x="398046" y="108200"/>
                  <a:pt x="396175" y="107760"/>
                </a:cubicBezTo>
                <a:cubicBezTo>
                  <a:pt x="394305" y="107320"/>
                  <a:pt x="392476" y="106632"/>
                  <a:pt x="390688" y="105697"/>
                </a:cubicBezTo>
                <a:cubicBezTo>
                  <a:pt x="388901" y="104760"/>
                  <a:pt x="387127" y="103576"/>
                  <a:pt x="385366" y="102144"/>
                </a:cubicBezTo>
                <a:cubicBezTo>
                  <a:pt x="383606" y="100712"/>
                  <a:pt x="381736" y="99033"/>
                  <a:pt x="379756" y="97106"/>
                </a:cubicBezTo>
                <a:lnTo>
                  <a:pt x="379756" y="134169"/>
                </a:lnTo>
                <a:cubicBezTo>
                  <a:pt x="379756" y="134607"/>
                  <a:pt x="379645" y="134992"/>
                  <a:pt x="379425" y="135322"/>
                </a:cubicBezTo>
                <a:cubicBezTo>
                  <a:pt x="379205" y="135652"/>
                  <a:pt x="378848" y="135926"/>
                  <a:pt x="378353" y="136144"/>
                </a:cubicBezTo>
                <a:cubicBezTo>
                  <a:pt x="377858" y="136364"/>
                  <a:pt x="377170" y="136529"/>
                  <a:pt x="376290" y="136639"/>
                </a:cubicBezTo>
                <a:cubicBezTo>
                  <a:pt x="375410" y="136749"/>
                  <a:pt x="374282" y="136804"/>
                  <a:pt x="372907" y="136804"/>
                </a:cubicBezTo>
                <a:cubicBezTo>
                  <a:pt x="371587" y="136804"/>
                  <a:pt x="370487" y="136749"/>
                  <a:pt x="369607" y="136639"/>
                </a:cubicBezTo>
                <a:cubicBezTo>
                  <a:pt x="368726" y="136529"/>
                  <a:pt x="368025" y="136364"/>
                  <a:pt x="367503" y="136144"/>
                </a:cubicBezTo>
                <a:cubicBezTo>
                  <a:pt x="366980" y="135924"/>
                  <a:pt x="366622" y="135649"/>
                  <a:pt x="366430" y="135319"/>
                </a:cubicBezTo>
                <a:cubicBezTo>
                  <a:pt x="366237" y="134989"/>
                  <a:pt x="366141" y="134604"/>
                  <a:pt x="366141" y="134164"/>
                </a:cubicBezTo>
                <a:lnTo>
                  <a:pt x="366141" y="30447"/>
                </a:lnTo>
                <a:cubicBezTo>
                  <a:pt x="366141" y="29952"/>
                  <a:pt x="366224" y="29553"/>
                  <a:pt x="366389" y="29250"/>
                </a:cubicBezTo>
                <a:cubicBezTo>
                  <a:pt x="366554" y="28948"/>
                  <a:pt x="366884" y="28687"/>
                  <a:pt x="367379" y="28467"/>
                </a:cubicBezTo>
                <a:cubicBezTo>
                  <a:pt x="367874" y="28246"/>
                  <a:pt x="368506" y="28095"/>
                  <a:pt x="369277" y="28013"/>
                </a:cubicBezTo>
                <a:cubicBezTo>
                  <a:pt x="370047" y="27930"/>
                  <a:pt x="370982" y="27889"/>
                  <a:pt x="372082" y="27889"/>
                </a:cubicBezTo>
                <a:cubicBezTo>
                  <a:pt x="373237" y="27889"/>
                  <a:pt x="374186" y="27930"/>
                  <a:pt x="374929" y="28013"/>
                </a:cubicBezTo>
                <a:cubicBezTo>
                  <a:pt x="375671" y="28095"/>
                  <a:pt x="376290" y="28246"/>
                  <a:pt x="376785" y="28467"/>
                </a:cubicBezTo>
                <a:cubicBezTo>
                  <a:pt x="377280" y="28687"/>
                  <a:pt x="377624" y="28949"/>
                  <a:pt x="377816" y="29253"/>
                </a:cubicBezTo>
                <a:cubicBezTo>
                  <a:pt x="378009" y="29555"/>
                  <a:pt x="378105" y="29954"/>
                  <a:pt x="378105" y="30449"/>
                </a:cubicBezTo>
                <a:lnTo>
                  <a:pt x="378105" y="40444"/>
                </a:lnTo>
                <a:cubicBezTo>
                  <a:pt x="380361" y="38132"/>
                  <a:pt x="382533" y="36122"/>
                  <a:pt x="384624" y="34415"/>
                </a:cubicBezTo>
                <a:cubicBezTo>
                  <a:pt x="386714" y="32708"/>
                  <a:pt x="388818" y="31291"/>
                  <a:pt x="390936" y="30163"/>
                </a:cubicBezTo>
                <a:cubicBezTo>
                  <a:pt x="393054" y="29034"/>
                  <a:pt x="395226" y="28180"/>
                  <a:pt x="397454" y="27603"/>
                </a:cubicBezTo>
                <a:cubicBezTo>
                  <a:pt x="399682" y="27023"/>
                  <a:pt x="402034" y="26734"/>
                  <a:pt x="404509" y="26734"/>
                </a:cubicBezTo>
                <a:cubicBezTo>
                  <a:pt x="409900" y="26734"/>
                  <a:pt x="414493" y="27780"/>
                  <a:pt x="418288" y="29872"/>
                </a:cubicBezTo>
                <a:cubicBezTo>
                  <a:pt x="422084" y="31964"/>
                  <a:pt x="425178" y="34828"/>
                  <a:pt x="427571" y="38463"/>
                </a:cubicBezTo>
                <a:cubicBezTo>
                  <a:pt x="429964" y="42097"/>
                  <a:pt x="431710" y="46323"/>
                  <a:pt x="432810" y="51142"/>
                </a:cubicBezTo>
                <a:cubicBezTo>
                  <a:pt x="433911" y="55958"/>
                  <a:pt x="434461" y="61065"/>
                  <a:pt x="434461" y="66463"/>
                </a:cubicBezTo>
                <a:moveTo>
                  <a:pt x="420104" y="68031"/>
                </a:moveTo>
                <a:cubicBezTo>
                  <a:pt x="420104" y="64230"/>
                  <a:pt x="419815" y="60553"/>
                  <a:pt x="419237" y="57000"/>
                </a:cubicBezTo>
                <a:cubicBezTo>
                  <a:pt x="418660" y="53447"/>
                  <a:pt x="417670" y="50293"/>
                  <a:pt x="416267" y="47540"/>
                </a:cubicBezTo>
                <a:cubicBezTo>
                  <a:pt x="414864" y="44786"/>
                  <a:pt x="412980" y="42583"/>
                  <a:pt x="410615" y="40931"/>
                </a:cubicBezTo>
                <a:cubicBezTo>
                  <a:pt x="408250" y="39277"/>
                  <a:pt x="405307" y="38450"/>
                  <a:pt x="401786" y="38450"/>
                </a:cubicBezTo>
                <a:cubicBezTo>
                  <a:pt x="400026" y="38450"/>
                  <a:pt x="398293" y="38713"/>
                  <a:pt x="396588" y="39237"/>
                </a:cubicBezTo>
                <a:cubicBezTo>
                  <a:pt x="394883" y="39759"/>
                  <a:pt x="393150" y="40585"/>
                  <a:pt x="391390" y="41715"/>
                </a:cubicBezTo>
                <a:cubicBezTo>
                  <a:pt x="389629" y="42844"/>
                  <a:pt x="387787" y="44332"/>
                  <a:pt x="385861" y="46178"/>
                </a:cubicBezTo>
                <a:cubicBezTo>
                  <a:pt x="383936" y="48024"/>
                  <a:pt x="381901" y="50298"/>
                  <a:pt x="379756" y="52998"/>
                </a:cubicBezTo>
                <a:lnTo>
                  <a:pt x="379756" y="82568"/>
                </a:lnTo>
                <a:cubicBezTo>
                  <a:pt x="383496" y="87143"/>
                  <a:pt x="387044" y="90642"/>
                  <a:pt x="390399" y="93068"/>
                </a:cubicBezTo>
                <a:cubicBezTo>
                  <a:pt x="393755" y="95492"/>
                  <a:pt x="397275" y="96704"/>
                  <a:pt x="400961" y="96704"/>
                </a:cubicBezTo>
                <a:cubicBezTo>
                  <a:pt x="404371" y="96704"/>
                  <a:pt x="407301" y="95878"/>
                  <a:pt x="409748" y="94226"/>
                </a:cubicBezTo>
                <a:cubicBezTo>
                  <a:pt x="412196" y="92572"/>
                  <a:pt x="414177" y="90368"/>
                  <a:pt x="415689" y="87614"/>
                </a:cubicBezTo>
                <a:cubicBezTo>
                  <a:pt x="417202" y="84861"/>
                  <a:pt x="418316" y="81776"/>
                  <a:pt x="419031" y="78360"/>
                </a:cubicBezTo>
                <a:cubicBezTo>
                  <a:pt x="419746" y="74945"/>
                  <a:pt x="420104" y="71501"/>
                  <a:pt x="420104" y="68031"/>
                </a:cubicBezTo>
                <a:close/>
                <a:moveTo>
                  <a:pt x="492797" y="99344"/>
                </a:moveTo>
                <a:cubicBezTo>
                  <a:pt x="492797" y="100939"/>
                  <a:pt x="492687" y="102204"/>
                  <a:pt x="492467" y="103139"/>
                </a:cubicBezTo>
                <a:cubicBezTo>
                  <a:pt x="492247" y="104075"/>
                  <a:pt x="491917" y="104762"/>
                  <a:pt x="491476" y="105202"/>
                </a:cubicBezTo>
                <a:cubicBezTo>
                  <a:pt x="491036" y="105642"/>
                  <a:pt x="490376" y="106055"/>
                  <a:pt x="489496" y="106440"/>
                </a:cubicBezTo>
                <a:cubicBezTo>
                  <a:pt x="488616" y="106825"/>
                  <a:pt x="487612" y="107141"/>
                  <a:pt x="486485" y="107389"/>
                </a:cubicBezTo>
                <a:cubicBezTo>
                  <a:pt x="485357" y="107636"/>
                  <a:pt x="484160" y="107843"/>
                  <a:pt x="482895" y="108008"/>
                </a:cubicBezTo>
                <a:cubicBezTo>
                  <a:pt x="481630" y="108173"/>
                  <a:pt x="480365" y="108255"/>
                  <a:pt x="479100" y="108255"/>
                </a:cubicBezTo>
                <a:cubicBezTo>
                  <a:pt x="475249" y="108255"/>
                  <a:pt x="471949" y="107746"/>
                  <a:pt x="469198" y="106726"/>
                </a:cubicBezTo>
                <a:cubicBezTo>
                  <a:pt x="466448" y="105705"/>
                  <a:pt x="464193" y="104161"/>
                  <a:pt x="462432" y="102093"/>
                </a:cubicBezTo>
                <a:cubicBezTo>
                  <a:pt x="460672" y="100025"/>
                  <a:pt x="459393" y="97406"/>
                  <a:pt x="458596" y="94236"/>
                </a:cubicBezTo>
                <a:cubicBezTo>
                  <a:pt x="457798" y="91066"/>
                  <a:pt x="457399" y="87331"/>
                  <a:pt x="457399" y="83030"/>
                </a:cubicBezTo>
                <a:lnTo>
                  <a:pt x="457399" y="39523"/>
                </a:lnTo>
                <a:lnTo>
                  <a:pt x="447003" y="39523"/>
                </a:lnTo>
                <a:cubicBezTo>
                  <a:pt x="446178" y="39523"/>
                  <a:pt x="445518" y="39083"/>
                  <a:pt x="445022" y="38203"/>
                </a:cubicBezTo>
                <a:cubicBezTo>
                  <a:pt x="444527" y="37323"/>
                  <a:pt x="444280" y="35893"/>
                  <a:pt x="444280" y="33912"/>
                </a:cubicBezTo>
                <a:cubicBezTo>
                  <a:pt x="444280" y="32867"/>
                  <a:pt x="444349" y="31987"/>
                  <a:pt x="444486" y="31272"/>
                </a:cubicBezTo>
                <a:cubicBezTo>
                  <a:pt x="444624" y="30557"/>
                  <a:pt x="444802" y="29965"/>
                  <a:pt x="445022" y="29498"/>
                </a:cubicBezTo>
                <a:cubicBezTo>
                  <a:pt x="445242" y="29030"/>
                  <a:pt x="445531" y="28700"/>
                  <a:pt x="445889" y="28508"/>
                </a:cubicBezTo>
                <a:cubicBezTo>
                  <a:pt x="446246" y="28315"/>
                  <a:pt x="446645" y="28219"/>
                  <a:pt x="447085" y="28219"/>
                </a:cubicBezTo>
                <a:lnTo>
                  <a:pt x="457399" y="28219"/>
                </a:lnTo>
                <a:lnTo>
                  <a:pt x="457399" y="10561"/>
                </a:lnTo>
                <a:cubicBezTo>
                  <a:pt x="457399" y="10176"/>
                  <a:pt x="457495" y="9819"/>
                  <a:pt x="457688" y="9489"/>
                </a:cubicBezTo>
                <a:cubicBezTo>
                  <a:pt x="457881" y="9159"/>
                  <a:pt x="458238" y="8870"/>
                  <a:pt x="458761" y="8622"/>
                </a:cubicBezTo>
                <a:cubicBezTo>
                  <a:pt x="459283" y="8375"/>
                  <a:pt x="459985" y="8196"/>
                  <a:pt x="460865" y="8086"/>
                </a:cubicBezTo>
                <a:cubicBezTo>
                  <a:pt x="461745" y="7976"/>
                  <a:pt x="462845" y="7921"/>
                  <a:pt x="464165" y="7921"/>
                </a:cubicBezTo>
                <a:cubicBezTo>
                  <a:pt x="465540" y="7921"/>
                  <a:pt x="466668" y="7976"/>
                  <a:pt x="467548" y="8086"/>
                </a:cubicBezTo>
                <a:cubicBezTo>
                  <a:pt x="468428" y="8196"/>
                  <a:pt x="469116" y="8375"/>
                  <a:pt x="469611" y="8622"/>
                </a:cubicBezTo>
                <a:cubicBezTo>
                  <a:pt x="470106" y="8870"/>
                  <a:pt x="470464" y="9159"/>
                  <a:pt x="470684" y="9489"/>
                </a:cubicBezTo>
                <a:cubicBezTo>
                  <a:pt x="470904" y="9819"/>
                  <a:pt x="471014" y="10176"/>
                  <a:pt x="471014" y="10561"/>
                </a:cubicBezTo>
                <a:lnTo>
                  <a:pt x="471014" y="28219"/>
                </a:lnTo>
                <a:lnTo>
                  <a:pt x="490074" y="28219"/>
                </a:lnTo>
                <a:cubicBezTo>
                  <a:pt x="490514" y="28219"/>
                  <a:pt x="490899" y="28315"/>
                  <a:pt x="491229" y="28508"/>
                </a:cubicBezTo>
                <a:cubicBezTo>
                  <a:pt x="491559" y="28700"/>
                  <a:pt x="491848" y="29030"/>
                  <a:pt x="492095" y="29498"/>
                </a:cubicBezTo>
                <a:cubicBezTo>
                  <a:pt x="492343" y="29965"/>
                  <a:pt x="492522" y="30557"/>
                  <a:pt x="492632" y="31272"/>
                </a:cubicBezTo>
                <a:cubicBezTo>
                  <a:pt x="492742" y="31987"/>
                  <a:pt x="492797" y="32867"/>
                  <a:pt x="492797" y="33912"/>
                </a:cubicBezTo>
                <a:cubicBezTo>
                  <a:pt x="492797" y="35893"/>
                  <a:pt x="492549" y="37323"/>
                  <a:pt x="492054" y="38203"/>
                </a:cubicBezTo>
                <a:cubicBezTo>
                  <a:pt x="491559" y="39083"/>
                  <a:pt x="490899" y="39523"/>
                  <a:pt x="490074" y="39523"/>
                </a:cubicBezTo>
                <a:lnTo>
                  <a:pt x="471014" y="39523"/>
                </a:lnTo>
                <a:lnTo>
                  <a:pt x="471014" y="81065"/>
                </a:lnTo>
                <a:cubicBezTo>
                  <a:pt x="471014" y="86195"/>
                  <a:pt x="471770" y="90070"/>
                  <a:pt x="473283" y="92691"/>
                </a:cubicBezTo>
                <a:cubicBezTo>
                  <a:pt x="474795" y="95311"/>
                  <a:pt x="477505" y="96621"/>
                  <a:pt x="481410" y="96621"/>
                </a:cubicBezTo>
                <a:cubicBezTo>
                  <a:pt x="482675" y="96621"/>
                  <a:pt x="483803" y="96497"/>
                  <a:pt x="484793" y="96250"/>
                </a:cubicBezTo>
                <a:cubicBezTo>
                  <a:pt x="485783" y="96002"/>
                  <a:pt x="486663" y="95741"/>
                  <a:pt x="487433" y="95466"/>
                </a:cubicBezTo>
                <a:cubicBezTo>
                  <a:pt x="488204" y="95191"/>
                  <a:pt x="488864" y="94930"/>
                  <a:pt x="489414" y="94682"/>
                </a:cubicBezTo>
                <a:cubicBezTo>
                  <a:pt x="489964" y="94435"/>
                  <a:pt x="490459" y="94311"/>
                  <a:pt x="490899" y="94311"/>
                </a:cubicBezTo>
                <a:cubicBezTo>
                  <a:pt x="491174" y="94311"/>
                  <a:pt x="491435" y="94380"/>
                  <a:pt x="491683" y="94517"/>
                </a:cubicBezTo>
                <a:cubicBezTo>
                  <a:pt x="491930" y="94655"/>
                  <a:pt x="492123" y="94916"/>
                  <a:pt x="492260" y="95301"/>
                </a:cubicBezTo>
                <a:cubicBezTo>
                  <a:pt x="492398" y="95686"/>
                  <a:pt x="492522" y="96209"/>
                  <a:pt x="492632" y="96869"/>
                </a:cubicBezTo>
                <a:cubicBezTo>
                  <a:pt x="492742" y="97529"/>
                  <a:pt x="492797" y="98354"/>
                  <a:pt x="492797" y="9934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70a54bd08d4536"/>
          <a:stretch xmlns:a="http://schemas.openxmlformats.org/drawingml/2006/main"/>
        </p:blipFill>
        <p:spPr>
          <a:xfrm xmlns:a="http://schemas.openxmlformats.org/drawingml/2006/main">
            <a:off x="1746368" y="2054831"/>
            <a:ext cx="663464" cy="663464"/>
          </a:xfrm>
          <a:prstGeom xmlns:a="http://schemas.openxmlformats.org/drawingml/2006/main" prst="rect">
            <a:avLst/>
          </a:prstGeom>
        </p:spPr>
      </p:pic>
      <p:sp>
        <p:nvSpPr>
          <p:cNvPr id="256" name="Text Applications">
            <a:extLst xmlns:a="http://schemas.openxmlformats.org/drawingml/2006/main">
              <a:ext uri="{FF2B5EF4-FFF2-40B4-BE49-F238E27FC236}">
                <a16:creationId xmlns:a16="http://schemas.microsoft.com/office/drawing/2014/main" id="{988DA6DC-2849-4B7A-AD8C-C227345C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2358" y="321046"/>
            <a:ext cx="868510" cy="144890"/>
          </a:xfrm>
          <a:custGeom xmlns:a="http://schemas.openxmlformats.org/drawingml/2006/main">
            <a:pathLst>
              <a:path w="868510" h="144890">
                <a:moveTo>
                  <a:pt x="98010" y="106742"/>
                </a:moveTo>
                <a:cubicBezTo>
                  <a:pt x="98285" y="108729"/>
                  <a:pt x="98409" y="110302"/>
                  <a:pt x="98381" y="111460"/>
                </a:cubicBezTo>
                <a:cubicBezTo>
                  <a:pt x="98354" y="112619"/>
                  <a:pt x="97969" y="113488"/>
                  <a:pt x="97226" y="114067"/>
                </a:cubicBezTo>
                <a:cubicBezTo>
                  <a:pt x="96484" y="114646"/>
                  <a:pt x="95260" y="115005"/>
                  <a:pt x="93554" y="115142"/>
                </a:cubicBezTo>
                <a:cubicBezTo>
                  <a:pt x="91849" y="115282"/>
                  <a:pt x="89511" y="115351"/>
                  <a:pt x="86541" y="115351"/>
                </a:cubicBezTo>
                <a:cubicBezTo>
                  <a:pt x="84451" y="115351"/>
                  <a:pt x="82745" y="115310"/>
                  <a:pt x="81425" y="115227"/>
                </a:cubicBezTo>
                <a:cubicBezTo>
                  <a:pt x="80105" y="115145"/>
                  <a:pt x="79087" y="114994"/>
                  <a:pt x="78372" y="114774"/>
                </a:cubicBezTo>
                <a:cubicBezTo>
                  <a:pt x="77657" y="114552"/>
                  <a:pt x="77162" y="114220"/>
                  <a:pt x="76887" y="113778"/>
                </a:cubicBezTo>
                <a:cubicBezTo>
                  <a:pt x="76612" y="113337"/>
                  <a:pt x="76447" y="112730"/>
                  <a:pt x="76392" y="111958"/>
                </a:cubicBezTo>
                <a:lnTo>
                  <a:pt x="73504" y="90433"/>
                </a:lnTo>
                <a:lnTo>
                  <a:pt x="33403" y="90433"/>
                </a:lnTo>
                <a:lnTo>
                  <a:pt x="22347" y="111460"/>
                </a:lnTo>
                <a:cubicBezTo>
                  <a:pt x="21962" y="112232"/>
                  <a:pt x="21522" y="112881"/>
                  <a:pt x="21027" y="113407"/>
                </a:cubicBezTo>
                <a:cubicBezTo>
                  <a:pt x="20532" y="113931"/>
                  <a:pt x="19817" y="114332"/>
                  <a:pt x="18881" y="114609"/>
                </a:cubicBezTo>
                <a:cubicBezTo>
                  <a:pt x="17946" y="114884"/>
                  <a:pt x="16695" y="115076"/>
                  <a:pt x="15127" y="115186"/>
                </a:cubicBezTo>
                <a:cubicBezTo>
                  <a:pt x="13559" y="115296"/>
                  <a:pt x="11593" y="115351"/>
                  <a:pt x="9228" y="115351"/>
                </a:cubicBezTo>
                <a:cubicBezTo>
                  <a:pt x="6697" y="115351"/>
                  <a:pt x="4731" y="115268"/>
                  <a:pt x="3328" y="115101"/>
                </a:cubicBezTo>
                <a:cubicBezTo>
                  <a:pt x="1925" y="114936"/>
                  <a:pt x="990" y="114536"/>
                  <a:pt x="523" y="113902"/>
                </a:cubicBezTo>
                <a:cubicBezTo>
                  <a:pt x="55" y="113268"/>
                  <a:pt x="0" y="112371"/>
                  <a:pt x="358" y="111213"/>
                </a:cubicBezTo>
                <a:cubicBezTo>
                  <a:pt x="715" y="110054"/>
                  <a:pt x="1416" y="108509"/>
                  <a:pt x="2462" y="106577"/>
                </a:cubicBezTo>
                <a:lnTo>
                  <a:pt x="54279" y="11877"/>
                </a:lnTo>
                <a:cubicBezTo>
                  <a:pt x="54829" y="10943"/>
                  <a:pt x="55379" y="10188"/>
                  <a:pt x="55929" y="9610"/>
                </a:cubicBezTo>
                <a:cubicBezTo>
                  <a:pt x="56479" y="9032"/>
                  <a:pt x="57263" y="8593"/>
                  <a:pt x="58281" y="8292"/>
                </a:cubicBezTo>
                <a:cubicBezTo>
                  <a:pt x="59298" y="7990"/>
                  <a:pt x="60674" y="7797"/>
                  <a:pt x="62406" y="7715"/>
                </a:cubicBezTo>
                <a:cubicBezTo>
                  <a:pt x="64139" y="7632"/>
                  <a:pt x="66408" y="7591"/>
                  <a:pt x="69213" y="7591"/>
                </a:cubicBezTo>
                <a:cubicBezTo>
                  <a:pt x="72459" y="7591"/>
                  <a:pt x="75031" y="7632"/>
                  <a:pt x="76928" y="7715"/>
                </a:cubicBezTo>
                <a:cubicBezTo>
                  <a:pt x="78826" y="7797"/>
                  <a:pt x="80298" y="7990"/>
                  <a:pt x="81343" y="8292"/>
                </a:cubicBezTo>
                <a:cubicBezTo>
                  <a:pt x="82388" y="8593"/>
                  <a:pt x="83075" y="9046"/>
                  <a:pt x="83405" y="9651"/>
                </a:cubicBezTo>
                <a:cubicBezTo>
                  <a:pt x="83736" y="10256"/>
                  <a:pt x="83956" y="11081"/>
                  <a:pt x="84066" y="12124"/>
                </a:cubicBezTo>
                <a:lnTo>
                  <a:pt x="98010" y="106742"/>
                </a:lnTo>
                <a:moveTo>
                  <a:pt x="65583" y="28446"/>
                </a:moveTo>
                <a:lnTo>
                  <a:pt x="65500" y="28446"/>
                </a:lnTo>
                <a:lnTo>
                  <a:pt x="41655" y="73765"/>
                </a:lnTo>
                <a:lnTo>
                  <a:pt x="71689" y="73765"/>
                </a:lnTo>
                <a:lnTo>
                  <a:pt x="65583" y="28446"/>
                </a:lnTo>
                <a:close/>
                <a:moveTo>
                  <a:pt x="191998" y="61775"/>
                </a:moveTo>
                <a:cubicBezTo>
                  <a:pt x="191998" y="65358"/>
                  <a:pt x="191668" y="69216"/>
                  <a:pt x="191008" y="73350"/>
                </a:cubicBezTo>
                <a:cubicBezTo>
                  <a:pt x="190348" y="77483"/>
                  <a:pt x="189330" y="81588"/>
                  <a:pt x="187955" y="85668"/>
                </a:cubicBezTo>
                <a:cubicBezTo>
                  <a:pt x="186580" y="89747"/>
                  <a:pt x="184820" y="93674"/>
                  <a:pt x="182675" y="97449"/>
                </a:cubicBezTo>
                <a:cubicBezTo>
                  <a:pt x="180529" y="101224"/>
                  <a:pt x="177958" y="104545"/>
                  <a:pt x="174960" y="107412"/>
                </a:cubicBezTo>
                <a:cubicBezTo>
                  <a:pt x="171962" y="110278"/>
                  <a:pt x="168524" y="112565"/>
                  <a:pt x="164646" y="114273"/>
                </a:cubicBezTo>
                <a:cubicBezTo>
                  <a:pt x="160768" y="115982"/>
                  <a:pt x="156408" y="116836"/>
                  <a:pt x="151568" y="116836"/>
                </a:cubicBezTo>
                <a:cubicBezTo>
                  <a:pt x="149367" y="116836"/>
                  <a:pt x="147305" y="116616"/>
                  <a:pt x="145379" y="116176"/>
                </a:cubicBezTo>
                <a:cubicBezTo>
                  <a:pt x="143454" y="115736"/>
                  <a:pt x="141680" y="115118"/>
                  <a:pt x="140057" y="114322"/>
                </a:cubicBezTo>
                <a:cubicBezTo>
                  <a:pt x="138435" y="113525"/>
                  <a:pt x="136963" y="112590"/>
                  <a:pt x="135643" y="111520"/>
                </a:cubicBezTo>
                <a:cubicBezTo>
                  <a:pt x="134323" y="110447"/>
                  <a:pt x="133168" y="109305"/>
                  <a:pt x="132177" y="108095"/>
                </a:cubicBezTo>
                <a:lnTo>
                  <a:pt x="125659" y="141340"/>
                </a:lnTo>
                <a:cubicBezTo>
                  <a:pt x="125549" y="141890"/>
                  <a:pt x="125288" y="142385"/>
                  <a:pt x="124875" y="142825"/>
                </a:cubicBezTo>
                <a:cubicBezTo>
                  <a:pt x="124463" y="143267"/>
                  <a:pt x="123830" y="143639"/>
                  <a:pt x="122977" y="143941"/>
                </a:cubicBezTo>
                <a:cubicBezTo>
                  <a:pt x="122125" y="144244"/>
                  <a:pt x="121011" y="144478"/>
                  <a:pt x="119636" y="144643"/>
                </a:cubicBezTo>
                <a:cubicBezTo>
                  <a:pt x="118260" y="144808"/>
                  <a:pt x="116555" y="144890"/>
                  <a:pt x="114520" y="144890"/>
                </a:cubicBezTo>
                <a:cubicBezTo>
                  <a:pt x="112485" y="144890"/>
                  <a:pt x="110834" y="144808"/>
                  <a:pt x="109569" y="144643"/>
                </a:cubicBezTo>
                <a:cubicBezTo>
                  <a:pt x="108304" y="144478"/>
                  <a:pt x="107300" y="144244"/>
                  <a:pt x="106558" y="143941"/>
                </a:cubicBezTo>
                <a:cubicBezTo>
                  <a:pt x="105815" y="143639"/>
                  <a:pt x="105334" y="143267"/>
                  <a:pt x="105114" y="142825"/>
                </a:cubicBezTo>
                <a:cubicBezTo>
                  <a:pt x="104894" y="142385"/>
                  <a:pt x="104839" y="141890"/>
                  <a:pt x="104949" y="141340"/>
                </a:cubicBezTo>
                <a:lnTo>
                  <a:pt x="125577" y="38370"/>
                </a:lnTo>
                <a:cubicBezTo>
                  <a:pt x="125797" y="37214"/>
                  <a:pt x="126649" y="36388"/>
                  <a:pt x="128134" y="35893"/>
                </a:cubicBezTo>
                <a:cubicBezTo>
                  <a:pt x="129620" y="35397"/>
                  <a:pt x="132067" y="35150"/>
                  <a:pt x="135478" y="35150"/>
                </a:cubicBezTo>
                <a:cubicBezTo>
                  <a:pt x="137183" y="35150"/>
                  <a:pt x="138572" y="35219"/>
                  <a:pt x="139645" y="35356"/>
                </a:cubicBezTo>
                <a:cubicBezTo>
                  <a:pt x="140717" y="35494"/>
                  <a:pt x="141570" y="35686"/>
                  <a:pt x="142203" y="35934"/>
                </a:cubicBezTo>
                <a:cubicBezTo>
                  <a:pt x="142835" y="36181"/>
                  <a:pt x="143261" y="36512"/>
                  <a:pt x="143482" y="36927"/>
                </a:cubicBezTo>
                <a:cubicBezTo>
                  <a:pt x="143702" y="37339"/>
                  <a:pt x="143757" y="37820"/>
                  <a:pt x="143647" y="38370"/>
                </a:cubicBezTo>
                <a:lnTo>
                  <a:pt x="141336" y="50283"/>
                </a:lnTo>
                <a:cubicBezTo>
                  <a:pt x="142161" y="48464"/>
                  <a:pt x="143468" y="46577"/>
                  <a:pt x="145256" y="44621"/>
                </a:cubicBezTo>
                <a:cubicBezTo>
                  <a:pt x="147043" y="42663"/>
                  <a:pt x="149189" y="40871"/>
                  <a:pt x="151691" y="39245"/>
                </a:cubicBezTo>
                <a:cubicBezTo>
                  <a:pt x="154194" y="37618"/>
                  <a:pt x="156945" y="36282"/>
                  <a:pt x="159943" y="35235"/>
                </a:cubicBezTo>
                <a:cubicBezTo>
                  <a:pt x="162941" y="34188"/>
                  <a:pt x="166035" y="33665"/>
                  <a:pt x="169225" y="33665"/>
                </a:cubicBezTo>
                <a:cubicBezTo>
                  <a:pt x="173461" y="33665"/>
                  <a:pt x="177022" y="34395"/>
                  <a:pt x="179910" y="35856"/>
                </a:cubicBezTo>
                <a:cubicBezTo>
                  <a:pt x="182798" y="37316"/>
                  <a:pt x="185136" y="39313"/>
                  <a:pt x="186924" y="41849"/>
                </a:cubicBezTo>
                <a:cubicBezTo>
                  <a:pt x="188712" y="44384"/>
                  <a:pt x="190004" y="47361"/>
                  <a:pt x="190802" y="50778"/>
                </a:cubicBezTo>
                <a:cubicBezTo>
                  <a:pt x="191600" y="54195"/>
                  <a:pt x="191998" y="57861"/>
                  <a:pt x="191998" y="61775"/>
                </a:cubicBezTo>
                <a:moveTo>
                  <a:pt x="170628" y="63616"/>
                </a:moveTo>
                <a:cubicBezTo>
                  <a:pt x="170628" y="61746"/>
                  <a:pt x="170477" y="60041"/>
                  <a:pt x="170174" y="58501"/>
                </a:cubicBezTo>
                <a:cubicBezTo>
                  <a:pt x="169871" y="56960"/>
                  <a:pt x="169376" y="55654"/>
                  <a:pt x="168689" y="54581"/>
                </a:cubicBezTo>
                <a:cubicBezTo>
                  <a:pt x="168001" y="53509"/>
                  <a:pt x="167121" y="52697"/>
                  <a:pt x="166048" y="52147"/>
                </a:cubicBezTo>
                <a:cubicBezTo>
                  <a:pt x="164976" y="51597"/>
                  <a:pt x="163669" y="51322"/>
                  <a:pt x="162129" y="51322"/>
                </a:cubicBezTo>
                <a:cubicBezTo>
                  <a:pt x="159654" y="51322"/>
                  <a:pt x="157165" y="52051"/>
                  <a:pt x="154662" y="53509"/>
                </a:cubicBezTo>
                <a:cubicBezTo>
                  <a:pt x="152159" y="54966"/>
                  <a:pt x="149807" y="56948"/>
                  <a:pt x="147607" y="59452"/>
                </a:cubicBezTo>
                <a:cubicBezTo>
                  <a:pt x="145407" y="61955"/>
                  <a:pt x="143454" y="64871"/>
                  <a:pt x="141749" y="68201"/>
                </a:cubicBezTo>
                <a:cubicBezTo>
                  <a:pt x="140044" y="71529"/>
                  <a:pt x="138833" y="75092"/>
                  <a:pt x="138118" y="78889"/>
                </a:cubicBezTo>
                <a:lnTo>
                  <a:pt x="135808" y="90144"/>
                </a:lnTo>
                <a:cubicBezTo>
                  <a:pt x="137733" y="93156"/>
                  <a:pt x="139865" y="95414"/>
                  <a:pt x="142203" y="96920"/>
                </a:cubicBezTo>
                <a:cubicBezTo>
                  <a:pt x="144540" y="98426"/>
                  <a:pt x="147250" y="99179"/>
                  <a:pt x="150330" y="99179"/>
                </a:cubicBezTo>
                <a:cubicBezTo>
                  <a:pt x="152585" y="99179"/>
                  <a:pt x="154662" y="98629"/>
                  <a:pt x="156560" y="97529"/>
                </a:cubicBezTo>
                <a:cubicBezTo>
                  <a:pt x="158457" y="96429"/>
                  <a:pt x="160163" y="94957"/>
                  <a:pt x="161675" y="93114"/>
                </a:cubicBezTo>
                <a:cubicBezTo>
                  <a:pt x="163188" y="91272"/>
                  <a:pt x="164508" y="89140"/>
                  <a:pt x="165636" y="86720"/>
                </a:cubicBezTo>
                <a:cubicBezTo>
                  <a:pt x="166764" y="84299"/>
                  <a:pt x="167699" y="81769"/>
                  <a:pt x="168441" y="79129"/>
                </a:cubicBezTo>
                <a:cubicBezTo>
                  <a:pt x="169184" y="76488"/>
                  <a:pt x="169734" y="73834"/>
                  <a:pt x="170092" y="71166"/>
                </a:cubicBezTo>
                <a:cubicBezTo>
                  <a:pt x="170449" y="68498"/>
                  <a:pt x="170628" y="65982"/>
                  <a:pt x="170628" y="63616"/>
                </a:cubicBezTo>
                <a:close/>
                <a:moveTo>
                  <a:pt x="281222" y="61775"/>
                </a:moveTo>
                <a:cubicBezTo>
                  <a:pt x="281222" y="65358"/>
                  <a:pt x="280892" y="69216"/>
                  <a:pt x="280232" y="73350"/>
                </a:cubicBezTo>
                <a:cubicBezTo>
                  <a:pt x="279572" y="77483"/>
                  <a:pt x="278554" y="81588"/>
                  <a:pt x="277179" y="85668"/>
                </a:cubicBezTo>
                <a:cubicBezTo>
                  <a:pt x="275804" y="89747"/>
                  <a:pt x="274044" y="93674"/>
                  <a:pt x="271898" y="97449"/>
                </a:cubicBezTo>
                <a:cubicBezTo>
                  <a:pt x="269753" y="101224"/>
                  <a:pt x="267181" y="104545"/>
                  <a:pt x="264183" y="107412"/>
                </a:cubicBezTo>
                <a:cubicBezTo>
                  <a:pt x="261186" y="110278"/>
                  <a:pt x="257748" y="112565"/>
                  <a:pt x="253869" y="114273"/>
                </a:cubicBezTo>
                <a:cubicBezTo>
                  <a:pt x="249991" y="115982"/>
                  <a:pt x="245632" y="116836"/>
                  <a:pt x="240791" y="116836"/>
                </a:cubicBezTo>
                <a:cubicBezTo>
                  <a:pt x="238591" y="116836"/>
                  <a:pt x="236528" y="116616"/>
                  <a:pt x="234603" y="116176"/>
                </a:cubicBezTo>
                <a:cubicBezTo>
                  <a:pt x="232678" y="115736"/>
                  <a:pt x="230904" y="115118"/>
                  <a:pt x="229281" y="114322"/>
                </a:cubicBezTo>
                <a:cubicBezTo>
                  <a:pt x="227658" y="113525"/>
                  <a:pt x="226187" y="112590"/>
                  <a:pt x="224867" y="111520"/>
                </a:cubicBezTo>
                <a:cubicBezTo>
                  <a:pt x="223546" y="110447"/>
                  <a:pt x="222391" y="109305"/>
                  <a:pt x="221401" y="108095"/>
                </a:cubicBezTo>
                <a:lnTo>
                  <a:pt x="214883" y="141340"/>
                </a:lnTo>
                <a:cubicBezTo>
                  <a:pt x="214773" y="141890"/>
                  <a:pt x="214511" y="142385"/>
                  <a:pt x="214099" y="142825"/>
                </a:cubicBezTo>
                <a:cubicBezTo>
                  <a:pt x="213686" y="143267"/>
                  <a:pt x="213054" y="143639"/>
                  <a:pt x="212201" y="143941"/>
                </a:cubicBezTo>
                <a:cubicBezTo>
                  <a:pt x="211349" y="144244"/>
                  <a:pt x="210235" y="144478"/>
                  <a:pt x="208859" y="144643"/>
                </a:cubicBezTo>
                <a:cubicBezTo>
                  <a:pt x="207484" y="144808"/>
                  <a:pt x="205779" y="144890"/>
                  <a:pt x="203744" y="144890"/>
                </a:cubicBezTo>
                <a:cubicBezTo>
                  <a:pt x="201708" y="144890"/>
                  <a:pt x="200058" y="144808"/>
                  <a:pt x="198793" y="144643"/>
                </a:cubicBezTo>
                <a:cubicBezTo>
                  <a:pt x="197528" y="144478"/>
                  <a:pt x="196524" y="144244"/>
                  <a:pt x="195781" y="143941"/>
                </a:cubicBezTo>
                <a:cubicBezTo>
                  <a:pt x="195039" y="143639"/>
                  <a:pt x="194557" y="143267"/>
                  <a:pt x="194337" y="142825"/>
                </a:cubicBezTo>
                <a:cubicBezTo>
                  <a:pt x="194117" y="142385"/>
                  <a:pt x="194062" y="141890"/>
                  <a:pt x="194172" y="141340"/>
                </a:cubicBezTo>
                <a:lnTo>
                  <a:pt x="214800" y="38370"/>
                </a:lnTo>
                <a:cubicBezTo>
                  <a:pt x="215020" y="37214"/>
                  <a:pt x="215873" y="36388"/>
                  <a:pt x="217358" y="35893"/>
                </a:cubicBezTo>
                <a:cubicBezTo>
                  <a:pt x="218843" y="35397"/>
                  <a:pt x="221291" y="35150"/>
                  <a:pt x="224702" y="35150"/>
                </a:cubicBezTo>
                <a:cubicBezTo>
                  <a:pt x="226407" y="35150"/>
                  <a:pt x="227796" y="35219"/>
                  <a:pt x="228868" y="35356"/>
                </a:cubicBezTo>
                <a:cubicBezTo>
                  <a:pt x="229941" y="35494"/>
                  <a:pt x="230794" y="35686"/>
                  <a:pt x="231426" y="35934"/>
                </a:cubicBezTo>
                <a:cubicBezTo>
                  <a:pt x="232059" y="36181"/>
                  <a:pt x="232485" y="36512"/>
                  <a:pt x="232705" y="36927"/>
                </a:cubicBezTo>
                <a:cubicBezTo>
                  <a:pt x="232925" y="37339"/>
                  <a:pt x="232980" y="37820"/>
                  <a:pt x="232870" y="38370"/>
                </a:cubicBezTo>
                <a:lnTo>
                  <a:pt x="230560" y="50283"/>
                </a:lnTo>
                <a:cubicBezTo>
                  <a:pt x="231385" y="48464"/>
                  <a:pt x="232692" y="46577"/>
                  <a:pt x="234479" y="44621"/>
                </a:cubicBezTo>
                <a:cubicBezTo>
                  <a:pt x="236267" y="42663"/>
                  <a:pt x="238412" y="40871"/>
                  <a:pt x="240915" y="39245"/>
                </a:cubicBezTo>
                <a:cubicBezTo>
                  <a:pt x="243418" y="37618"/>
                  <a:pt x="246168" y="36282"/>
                  <a:pt x="249166" y="35235"/>
                </a:cubicBezTo>
                <a:cubicBezTo>
                  <a:pt x="252164" y="34188"/>
                  <a:pt x="255258" y="33665"/>
                  <a:pt x="258449" y="33665"/>
                </a:cubicBezTo>
                <a:cubicBezTo>
                  <a:pt x="262684" y="33665"/>
                  <a:pt x="266246" y="34395"/>
                  <a:pt x="269134" y="35856"/>
                </a:cubicBezTo>
                <a:cubicBezTo>
                  <a:pt x="272022" y="37316"/>
                  <a:pt x="274360" y="39313"/>
                  <a:pt x="276148" y="41849"/>
                </a:cubicBezTo>
                <a:cubicBezTo>
                  <a:pt x="277935" y="44384"/>
                  <a:pt x="279228" y="47361"/>
                  <a:pt x="280026" y="50778"/>
                </a:cubicBezTo>
                <a:cubicBezTo>
                  <a:pt x="280823" y="54195"/>
                  <a:pt x="281222" y="57861"/>
                  <a:pt x="281222" y="61775"/>
                </a:cubicBezTo>
                <a:moveTo>
                  <a:pt x="259852" y="63616"/>
                </a:moveTo>
                <a:cubicBezTo>
                  <a:pt x="259852" y="61746"/>
                  <a:pt x="259700" y="60041"/>
                  <a:pt x="259398" y="58501"/>
                </a:cubicBezTo>
                <a:cubicBezTo>
                  <a:pt x="259095" y="56960"/>
                  <a:pt x="258600" y="55654"/>
                  <a:pt x="257913" y="54581"/>
                </a:cubicBezTo>
                <a:cubicBezTo>
                  <a:pt x="257225" y="53509"/>
                  <a:pt x="256345" y="52697"/>
                  <a:pt x="255272" y="52147"/>
                </a:cubicBezTo>
                <a:cubicBezTo>
                  <a:pt x="254200" y="51597"/>
                  <a:pt x="252893" y="51322"/>
                  <a:pt x="251353" y="51322"/>
                </a:cubicBezTo>
                <a:cubicBezTo>
                  <a:pt x="248878" y="51322"/>
                  <a:pt x="246388" y="52051"/>
                  <a:pt x="243886" y="53509"/>
                </a:cubicBezTo>
                <a:cubicBezTo>
                  <a:pt x="241383" y="54966"/>
                  <a:pt x="239031" y="56948"/>
                  <a:pt x="236831" y="59452"/>
                </a:cubicBezTo>
                <a:cubicBezTo>
                  <a:pt x="234631" y="61955"/>
                  <a:pt x="232678" y="64871"/>
                  <a:pt x="230973" y="68201"/>
                </a:cubicBezTo>
                <a:cubicBezTo>
                  <a:pt x="229267" y="71529"/>
                  <a:pt x="228057" y="75092"/>
                  <a:pt x="227342" y="78889"/>
                </a:cubicBezTo>
                <a:lnTo>
                  <a:pt x="225032" y="90144"/>
                </a:lnTo>
                <a:cubicBezTo>
                  <a:pt x="226957" y="93156"/>
                  <a:pt x="229088" y="95414"/>
                  <a:pt x="231426" y="96920"/>
                </a:cubicBezTo>
                <a:cubicBezTo>
                  <a:pt x="233764" y="98426"/>
                  <a:pt x="236473" y="99179"/>
                  <a:pt x="239554" y="99179"/>
                </a:cubicBezTo>
                <a:cubicBezTo>
                  <a:pt x="241809" y="99179"/>
                  <a:pt x="243886" y="98629"/>
                  <a:pt x="245783" y="97529"/>
                </a:cubicBezTo>
                <a:cubicBezTo>
                  <a:pt x="247681" y="96429"/>
                  <a:pt x="249386" y="94957"/>
                  <a:pt x="250899" y="93114"/>
                </a:cubicBezTo>
                <a:cubicBezTo>
                  <a:pt x="252412" y="91272"/>
                  <a:pt x="253732" y="89140"/>
                  <a:pt x="254860" y="86720"/>
                </a:cubicBezTo>
                <a:cubicBezTo>
                  <a:pt x="255987" y="84299"/>
                  <a:pt x="256922" y="81769"/>
                  <a:pt x="257665" y="79129"/>
                </a:cubicBezTo>
                <a:cubicBezTo>
                  <a:pt x="258408" y="76488"/>
                  <a:pt x="258958" y="73834"/>
                  <a:pt x="259315" y="71166"/>
                </a:cubicBezTo>
                <a:cubicBezTo>
                  <a:pt x="259673" y="68498"/>
                  <a:pt x="259852" y="65982"/>
                  <a:pt x="259852" y="63616"/>
                </a:cubicBezTo>
                <a:close/>
                <a:moveTo>
                  <a:pt x="309965" y="112051"/>
                </a:moveTo>
                <a:cubicBezTo>
                  <a:pt x="309855" y="112601"/>
                  <a:pt x="309593" y="113082"/>
                  <a:pt x="309181" y="113495"/>
                </a:cubicBezTo>
                <a:cubicBezTo>
                  <a:pt x="308768" y="113907"/>
                  <a:pt x="308150" y="114251"/>
                  <a:pt x="307324" y="114526"/>
                </a:cubicBezTo>
                <a:cubicBezTo>
                  <a:pt x="306499" y="114801"/>
                  <a:pt x="305399" y="115007"/>
                  <a:pt x="304024" y="115145"/>
                </a:cubicBezTo>
                <a:cubicBezTo>
                  <a:pt x="302649" y="115282"/>
                  <a:pt x="300971" y="115351"/>
                  <a:pt x="298991" y="115351"/>
                </a:cubicBezTo>
                <a:cubicBezTo>
                  <a:pt x="296900" y="115351"/>
                  <a:pt x="295209" y="115282"/>
                  <a:pt x="293916" y="115145"/>
                </a:cubicBezTo>
                <a:cubicBezTo>
                  <a:pt x="292624" y="115007"/>
                  <a:pt x="291620" y="114801"/>
                  <a:pt x="290905" y="114526"/>
                </a:cubicBezTo>
                <a:cubicBezTo>
                  <a:pt x="290190" y="114251"/>
                  <a:pt x="289708" y="113907"/>
                  <a:pt x="289461" y="113495"/>
                </a:cubicBezTo>
                <a:cubicBezTo>
                  <a:pt x="289213" y="113082"/>
                  <a:pt x="289144" y="112601"/>
                  <a:pt x="289254" y="112051"/>
                </a:cubicBezTo>
                <a:lnTo>
                  <a:pt x="310955" y="3548"/>
                </a:lnTo>
                <a:cubicBezTo>
                  <a:pt x="311065" y="2998"/>
                  <a:pt x="311312" y="2503"/>
                  <a:pt x="311698" y="2063"/>
                </a:cubicBezTo>
                <a:cubicBezTo>
                  <a:pt x="312083" y="1623"/>
                  <a:pt x="312715" y="1251"/>
                  <a:pt x="313595" y="949"/>
                </a:cubicBezTo>
                <a:cubicBezTo>
                  <a:pt x="314475" y="646"/>
                  <a:pt x="315589" y="413"/>
                  <a:pt x="316937" y="248"/>
                </a:cubicBezTo>
                <a:cubicBezTo>
                  <a:pt x="318285" y="83"/>
                  <a:pt x="319976" y="0"/>
                  <a:pt x="322011" y="0"/>
                </a:cubicBezTo>
                <a:cubicBezTo>
                  <a:pt x="324047" y="0"/>
                  <a:pt x="325711" y="83"/>
                  <a:pt x="327003" y="248"/>
                </a:cubicBezTo>
                <a:cubicBezTo>
                  <a:pt x="328296" y="413"/>
                  <a:pt x="329300" y="646"/>
                  <a:pt x="330015" y="949"/>
                </a:cubicBezTo>
                <a:cubicBezTo>
                  <a:pt x="330730" y="1251"/>
                  <a:pt x="331198" y="1623"/>
                  <a:pt x="331418" y="2063"/>
                </a:cubicBezTo>
                <a:cubicBezTo>
                  <a:pt x="331638" y="2503"/>
                  <a:pt x="331693" y="2998"/>
                  <a:pt x="331583" y="3548"/>
                </a:cubicBezTo>
                <a:lnTo>
                  <a:pt x="309965" y="112051"/>
                </a:lnTo>
                <a:close/>
                <a:moveTo>
                  <a:pt x="372822" y="13697"/>
                </a:moveTo>
                <a:cubicBezTo>
                  <a:pt x="372437" y="15732"/>
                  <a:pt x="371914" y="17451"/>
                  <a:pt x="371254" y="18854"/>
                </a:cubicBezTo>
                <a:cubicBezTo>
                  <a:pt x="370594" y="20257"/>
                  <a:pt x="369714" y="21384"/>
                  <a:pt x="368614" y="22237"/>
                </a:cubicBezTo>
                <a:cubicBezTo>
                  <a:pt x="367514" y="23089"/>
                  <a:pt x="366166" y="23695"/>
                  <a:pt x="364571" y="24052"/>
                </a:cubicBezTo>
                <a:cubicBezTo>
                  <a:pt x="362976" y="24410"/>
                  <a:pt x="360995" y="24588"/>
                  <a:pt x="358630" y="24588"/>
                </a:cubicBezTo>
                <a:cubicBezTo>
                  <a:pt x="356320" y="24588"/>
                  <a:pt x="354436" y="24410"/>
                  <a:pt x="352978" y="24052"/>
                </a:cubicBezTo>
                <a:cubicBezTo>
                  <a:pt x="351520" y="23695"/>
                  <a:pt x="350420" y="23089"/>
                  <a:pt x="349677" y="22237"/>
                </a:cubicBezTo>
                <a:cubicBezTo>
                  <a:pt x="348935" y="21384"/>
                  <a:pt x="348509" y="20257"/>
                  <a:pt x="348399" y="18854"/>
                </a:cubicBezTo>
                <a:cubicBezTo>
                  <a:pt x="348289" y="17451"/>
                  <a:pt x="348454" y="15732"/>
                  <a:pt x="348894" y="13697"/>
                </a:cubicBezTo>
                <a:cubicBezTo>
                  <a:pt x="349279" y="11717"/>
                  <a:pt x="349801" y="10039"/>
                  <a:pt x="350461" y="8664"/>
                </a:cubicBezTo>
                <a:cubicBezTo>
                  <a:pt x="351121" y="7289"/>
                  <a:pt x="352002" y="6161"/>
                  <a:pt x="353102" y="5281"/>
                </a:cubicBezTo>
                <a:cubicBezTo>
                  <a:pt x="354202" y="4401"/>
                  <a:pt x="355550" y="3768"/>
                  <a:pt x="357145" y="3383"/>
                </a:cubicBezTo>
                <a:cubicBezTo>
                  <a:pt x="358740" y="2998"/>
                  <a:pt x="360720" y="2805"/>
                  <a:pt x="363086" y="2805"/>
                </a:cubicBezTo>
                <a:cubicBezTo>
                  <a:pt x="365396" y="2805"/>
                  <a:pt x="367280" y="2998"/>
                  <a:pt x="368738" y="3383"/>
                </a:cubicBezTo>
                <a:cubicBezTo>
                  <a:pt x="370195" y="3768"/>
                  <a:pt x="371296" y="4401"/>
                  <a:pt x="372038" y="5281"/>
                </a:cubicBezTo>
                <a:cubicBezTo>
                  <a:pt x="372781" y="6161"/>
                  <a:pt x="373193" y="7289"/>
                  <a:pt x="373276" y="8664"/>
                </a:cubicBezTo>
                <a:cubicBezTo>
                  <a:pt x="373358" y="10039"/>
                  <a:pt x="373207" y="11717"/>
                  <a:pt x="372822" y="13697"/>
                </a:cubicBezTo>
                <a:moveTo>
                  <a:pt x="351534" y="112051"/>
                </a:moveTo>
                <a:cubicBezTo>
                  <a:pt x="351424" y="112601"/>
                  <a:pt x="351163" y="113082"/>
                  <a:pt x="350750" y="113495"/>
                </a:cubicBezTo>
                <a:cubicBezTo>
                  <a:pt x="350338" y="113907"/>
                  <a:pt x="349705" y="114251"/>
                  <a:pt x="348852" y="114526"/>
                </a:cubicBezTo>
                <a:cubicBezTo>
                  <a:pt x="348000" y="114801"/>
                  <a:pt x="346886" y="115007"/>
                  <a:pt x="345511" y="115145"/>
                </a:cubicBezTo>
                <a:cubicBezTo>
                  <a:pt x="344135" y="115282"/>
                  <a:pt x="342458" y="115351"/>
                  <a:pt x="340477" y="115351"/>
                </a:cubicBezTo>
                <a:cubicBezTo>
                  <a:pt x="338442" y="115351"/>
                  <a:pt x="336778" y="115282"/>
                  <a:pt x="335485" y="115145"/>
                </a:cubicBezTo>
                <a:cubicBezTo>
                  <a:pt x="334193" y="115007"/>
                  <a:pt x="333175" y="114801"/>
                  <a:pt x="332433" y="114526"/>
                </a:cubicBezTo>
                <a:cubicBezTo>
                  <a:pt x="331690" y="114251"/>
                  <a:pt x="331209" y="113907"/>
                  <a:pt x="330989" y="113495"/>
                </a:cubicBezTo>
                <a:cubicBezTo>
                  <a:pt x="330769" y="113082"/>
                  <a:pt x="330714" y="112601"/>
                  <a:pt x="330824" y="112051"/>
                </a:cubicBezTo>
                <a:lnTo>
                  <a:pt x="345428" y="38615"/>
                </a:lnTo>
                <a:cubicBezTo>
                  <a:pt x="345538" y="38065"/>
                  <a:pt x="345799" y="37584"/>
                  <a:pt x="346212" y="37171"/>
                </a:cubicBezTo>
                <a:cubicBezTo>
                  <a:pt x="346625" y="36759"/>
                  <a:pt x="347257" y="36401"/>
                  <a:pt x="348110" y="36099"/>
                </a:cubicBezTo>
                <a:cubicBezTo>
                  <a:pt x="348962" y="35796"/>
                  <a:pt x="350063" y="35562"/>
                  <a:pt x="351410" y="35397"/>
                </a:cubicBezTo>
                <a:cubicBezTo>
                  <a:pt x="352758" y="35232"/>
                  <a:pt x="354449" y="35150"/>
                  <a:pt x="356485" y="35150"/>
                </a:cubicBezTo>
                <a:cubicBezTo>
                  <a:pt x="358520" y="35150"/>
                  <a:pt x="360184" y="35232"/>
                  <a:pt x="361477" y="35397"/>
                </a:cubicBezTo>
                <a:cubicBezTo>
                  <a:pt x="362769" y="35562"/>
                  <a:pt x="363787" y="35796"/>
                  <a:pt x="364530" y="36099"/>
                </a:cubicBezTo>
                <a:cubicBezTo>
                  <a:pt x="365272" y="36401"/>
                  <a:pt x="365753" y="36759"/>
                  <a:pt x="365974" y="37171"/>
                </a:cubicBezTo>
                <a:cubicBezTo>
                  <a:pt x="366194" y="37584"/>
                  <a:pt x="366249" y="38065"/>
                  <a:pt x="366139" y="38615"/>
                </a:cubicBezTo>
                <a:lnTo>
                  <a:pt x="351534" y="112051"/>
                </a:lnTo>
                <a:close/>
                <a:moveTo>
                  <a:pt x="439887" y="43331"/>
                </a:moveTo>
                <a:cubicBezTo>
                  <a:pt x="439887" y="44604"/>
                  <a:pt x="439735" y="46041"/>
                  <a:pt x="439433" y="47645"/>
                </a:cubicBezTo>
                <a:cubicBezTo>
                  <a:pt x="439130" y="49247"/>
                  <a:pt x="438732" y="50767"/>
                  <a:pt x="438236" y="52204"/>
                </a:cubicBezTo>
                <a:cubicBezTo>
                  <a:pt x="437741" y="53641"/>
                  <a:pt x="437123" y="54844"/>
                  <a:pt x="436380" y="55811"/>
                </a:cubicBezTo>
                <a:cubicBezTo>
                  <a:pt x="435637" y="56779"/>
                  <a:pt x="434826" y="57263"/>
                  <a:pt x="433946" y="57263"/>
                </a:cubicBezTo>
                <a:cubicBezTo>
                  <a:pt x="433121" y="57263"/>
                  <a:pt x="432323" y="56929"/>
                  <a:pt x="431553" y="56260"/>
                </a:cubicBezTo>
                <a:cubicBezTo>
                  <a:pt x="430783" y="55591"/>
                  <a:pt x="429834" y="54839"/>
                  <a:pt x="428706" y="54004"/>
                </a:cubicBezTo>
                <a:cubicBezTo>
                  <a:pt x="427579" y="53168"/>
                  <a:pt x="426162" y="52403"/>
                  <a:pt x="424457" y="51706"/>
                </a:cubicBezTo>
                <a:cubicBezTo>
                  <a:pt x="422752" y="51010"/>
                  <a:pt x="420551" y="50662"/>
                  <a:pt x="417856" y="50662"/>
                </a:cubicBezTo>
                <a:cubicBezTo>
                  <a:pt x="414996" y="50662"/>
                  <a:pt x="412438" y="51294"/>
                  <a:pt x="410183" y="52557"/>
                </a:cubicBezTo>
                <a:cubicBezTo>
                  <a:pt x="407927" y="53821"/>
                  <a:pt x="405961" y="55455"/>
                  <a:pt x="404283" y="57459"/>
                </a:cubicBezTo>
                <a:cubicBezTo>
                  <a:pt x="402605" y="59463"/>
                  <a:pt x="401216" y="61743"/>
                  <a:pt x="400116" y="64297"/>
                </a:cubicBezTo>
                <a:cubicBezTo>
                  <a:pt x="399016" y="66850"/>
                  <a:pt x="398108" y="69430"/>
                  <a:pt x="397393" y="72038"/>
                </a:cubicBezTo>
                <a:cubicBezTo>
                  <a:pt x="396678" y="74645"/>
                  <a:pt x="396169" y="77144"/>
                  <a:pt x="395867" y="79533"/>
                </a:cubicBezTo>
                <a:cubicBezTo>
                  <a:pt x="395564" y="81923"/>
                  <a:pt x="395413" y="83996"/>
                  <a:pt x="395413" y="85753"/>
                </a:cubicBezTo>
                <a:cubicBezTo>
                  <a:pt x="395413" y="90201"/>
                  <a:pt x="396389" y="93579"/>
                  <a:pt x="398342" y="95886"/>
                </a:cubicBezTo>
                <a:cubicBezTo>
                  <a:pt x="400295" y="98191"/>
                  <a:pt x="403362" y="99344"/>
                  <a:pt x="407542" y="99344"/>
                </a:cubicBezTo>
                <a:cubicBezTo>
                  <a:pt x="410623" y="99344"/>
                  <a:pt x="413263" y="98945"/>
                  <a:pt x="415463" y="98148"/>
                </a:cubicBezTo>
                <a:cubicBezTo>
                  <a:pt x="417664" y="97350"/>
                  <a:pt x="419548" y="96470"/>
                  <a:pt x="421115" y="95507"/>
                </a:cubicBezTo>
                <a:cubicBezTo>
                  <a:pt x="422683" y="94545"/>
                  <a:pt x="424031" y="93678"/>
                  <a:pt x="425158" y="92908"/>
                </a:cubicBezTo>
                <a:cubicBezTo>
                  <a:pt x="426286" y="92138"/>
                  <a:pt x="427317" y="91753"/>
                  <a:pt x="428253" y="91753"/>
                </a:cubicBezTo>
                <a:cubicBezTo>
                  <a:pt x="428803" y="91753"/>
                  <a:pt x="429201" y="92000"/>
                  <a:pt x="429449" y="92495"/>
                </a:cubicBezTo>
                <a:cubicBezTo>
                  <a:pt x="429697" y="92991"/>
                  <a:pt x="429820" y="93706"/>
                  <a:pt x="429820" y="94641"/>
                </a:cubicBezTo>
                <a:cubicBezTo>
                  <a:pt x="429820" y="95576"/>
                  <a:pt x="429710" y="96745"/>
                  <a:pt x="429490" y="98148"/>
                </a:cubicBezTo>
                <a:cubicBezTo>
                  <a:pt x="429270" y="99550"/>
                  <a:pt x="428981" y="100967"/>
                  <a:pt x="428624" y="102397"/>
                </a:cubicBezTo>
                <a:cubicBezTo>
                  <a:pt x="428266" y="103827"/>
                  <a:pt x="427854" y="105161"/>
                  <a:pt x="427386" y="106399"/>
                </a:cubicBezTo>
                <a:cubicBezTo>
                  <a:pt x="426919" y="107636"/>
                  <a:pt x="426314" y="108616"/>
                  <a:pt x="425571" y="109338"/>
                </a:cubicBezTo>
                <a:cubicBezTo>
                  <a:pt x="424828" y="110060"/>
                  <a:pt x="423659" y="110880"/>
                  <a:pt x="422064" y="111798"/>
                </a:cubicBezTo>
                <a:cubicBezTo>
                  <a:pt x="420469" y="112714"/>
                  <a:pt x="418626" y="113533"/>
                  <a:pt x="416536" y="114255"/>
                </a:cubicBezTo>
                <a:cubicBezTo>
                  <a:pt x="414446" y="114977"/>
                  <a:pt x="412177" y="115560"/>
                  <a:pt x="409729" y="116004"/>
                </a:cubicBezTo>
                <a:cubicBezTo>
                  <a:pt x="407281" y="116449"/>
                  <a:pt x="404737" y="116671"/>
                  <a:pt x="402096" y="116671"/>
                </a:cubicBezTo>
                <a:cubicBezTo>
                  <a:pt x="392690" y="116671"/>
                  <a:pt x="385649" y="114292"/>
                  <a:pt x="380973" y="109534"/>
                </a:cubicBezTo>
                <a:cubicBezTo>
                  <a:pt x="376298" y="104776"/>
                  <a:pt x="373960" y="97749"/>
                  <a:pt x="373960" y="88452"/>
                </a:cubicBezTo>
                <a:cubicBezTo>
                  <a:pt x="373960" y="85097"/>
                  <a:pt x="374276" y="81411"/>
                  <a:pt x="374909" y="77396"/>
                </a:cubicBezTo>
                <a:cubicBezTo>
                  <a:pt x="375541" y="73380"/>
                  <a:pt x="376573" y="69351"/>
                  <a:pt x="378003" y="65308"/>
                </a:cubicBezTo>
                <a:cubicBezTo>
                  <a:pt x="379433" y="61265"/>
                  <a:pt x="381290" y="57346"/>
                  <a:pt x="383573" y="53550"/>
                </a:cubicBezTo>
                <a:cubicBezTo>
                  <a:pt x="385855" y="49754"/>
                  <a:pt x="388647" y="46399"/>
                  <a:pt x="391947" y="43484"/>
                </a:cubicBezTo>
                <a:cubicBezTo>
                  <a:pt x="395248" y="40568"/>
                  <a:pt x="399071" y="38230"/>
                  <a:pt x="403417" y="36470"/>
                </a:cubicBezTo>
                <a:cubicBezTo>
                  <a:pt x="407762" y="34710"/>
                  <a:pt x="412768" y="33830"/>
                  <a:pt x="418434" y="33830"/>
                </a:cubicBezTo>
                <a:cubicBezTo>
                  <a:pt x="420634" y="33830"/>
                  <a:pt x="422779" y="33995"/>
                  <a:pt x="424870" y="34325"/>
                </a:cubicBezTo>
                <a:cubicBezTo>
                  <a:pt x="426960" y="34655"/>
                  <a:pt x="428885" y="35109"/>
                  <a:pt x="430645" y="35686"/>
                </a:cubicBezTo>
                <a:cubicBezTo>
                  <a:pt x="432406" y="36264"/>
                  <a:pt x="433960" y="36938"/>
                  <a:pt x="435307" y="37708"/>
                </a:cubicBezTo>
                <a:cubicBezTo>
                  <a:pt x="436655" y="38478"/>
                  <a:pt x="437659" y="39179"/>
                  <a:pt x="438319" y="39812"/>
                </a:cubicBezTo>
                <a:cubicBezTo>
                  <a:pt x="438979" y="40444"/>
                  <a:pt x="439405" y="41010"/>
                  <a:pt x="439598" y="41508"/>
                </a:cubicBezTo>
                <a:cubicBezTo>
                  <a:pt x="439790" y="42005"/>
                  <a:pt x="439887" y="42613"/>
                  <a:pt x="439887" y="43331"/>
                </a:cubicBezTo>
                <a:close/>
                <a:moveTo>
                  <a:pt x="508644" y="112133"/>
                </a:moveTo>
                <a:cubicBezTo>
                  <a:pt x="508424" y="113288"/>
                  <a:pt x="507558" y="114114"/>
                  <a:pt x="506045" y="114609"/>
                </a:cubicBezTo>
                <a:cubicBezTo>
                  <a:pt x="504532" y="115104"/>
                  <a:pt x="502098" y="115351"/>
                  <a:pt x="498743" y="115351"/>
                </a:cubicBezTo>
                <a:cubicBezTo>
                  <a:pt x="497038" y="115351"/>
                  <a:pt x="495649" y="115296"/>
                  <a:pt x="494576" y="115186"/>
                </a:cubicBezTo>
                <a:cubicBezTo>
                  <a:pt x="493503" y="115076"/>
                  <a:pt x="492637" y="114897"/>
                  <a:pt x="491977" y="114650"/>
                </a:cubicBezTo>
                <a:cubicBezTo>
                  <a:pt x="491317" y="114402"/>
                  <a:pt x="490891" y="114072"/>
                  <a:pt x="490698" y="113660"/>
                </a:cubicBezTo>
                <a:cubicBezTo>
                  <a:pt x="490505" y="113247"/>
                  <a:pt x="490464" y="112738"/>
                  <a:pt x="490574" y="112133"/>
                </a:cubicBezTo>
                <a:lnTo>
                  <a:pt x="492885" y="100334"/>
                </a:lnTo>
                <a:cubicBezTo>
                  <a:pt x="492059" y="102103"/>
                  <a:pt x="490739" y="103969"/>
                  <a:pt x="488924" y="105932"/>
                </a:cubicBezTo>
                <a:cubicBezTo>
                  <a:pt x="487109" y="107895"/>
                  <a:pt x="484963" y="109679"/>
                  <a:pt x="482488" y="111282"/>
                </a:cubicBezTo>
                <a:cubicBezTo>
                  <a:pt x="480013" y="112884"/>
                  <a:pt x="477276" y="114211"/>
                  <a:pt x="474278" y="115261"/>
                </a:cubicBezTo>
                <a:cubicBezTo>
                  <a:pt x="471280" y="116311"/>
                  <a:pt x="468186" y="116836"/>
                  <a:pt x="464996" y="116836"/>
                </a:cubicBezTo>
                <a:cubicBezTo>
                  <a:pt x="460595" y="116836"/>
                  <a:pt x="456937" y="116065"/>
                  <a:pt x="454022" y="114521"/>
                </a:cubicBezTo>
                <a:cubicBezTo>
                  <a:pt x="451106" y="112977"/>
                  <a:pt x="448768" y="110896"/>
                  <a:pt x="447008" y="108278"/>
                </a:cubicBezTo>
                <a:cubicBezTo>
                  <a:pt x="445248" y="105660"/>
                  <a:pt x="443996" y="102671"/>
                  <a:pt x="443254" y="99310"/>
                </a:cubicBezTo>
                <a:cubicBezTo>
                  <a:pt x="442511" y="95948"/>
                  <a:pt x="442140" y="92420"/>
                  <a:pt x="442140" y="88726"/>
                </a:cubicBezTo>
                <a:cubicBezTo>
                  <a:pt x="442140" y="85253"/>
                  <a:pt x="442470" y="81465"/>
                  <a:pt x="443130" y="77360"/>
                </a:cubicBezTo>
                <a:cubicBezTo>
                  <a:pt x="443790" y="73253"/>
                  <a:pt x="444808" y="69160"/>
                  <a:pt x="446183" y="65081"/>
                </a:cubicBezTo>
                <a:cubicBezTo>
                  <a:pt x="447558" y="61002"/>
                  <a:pt x="449318" y="57075"/>
                  <a:pt x="451464" y="53300"/>
                </a:cubicBezTo>
                <a:cubicBezTo>
                  <a:pt x="453609" y="49525"/>
                  <a:pt x="456181" y="46177"/>
                  <a:pt x="459179" y="43257"/>
                </a:cubicBezTo>
                <a:cubicBezTo>
                  <a:pt x="462177" y="40334"/>
                  <a:pt x="465614" y="38005"/>
                  <a:pt x="469493" y="36269"/>
                </a:cubicBezTo>
                <a:cubicBezTo>
                  <a:pt x="473371" y="34533"/>
                  <a:pt x="477757" y="33665"/>
                  <a:pt x="482653" y="33665"/>
                </a:cubicBezTo>
                <a:cubicBezTo>
                  <a:pt x="487219" y="33665"/>
                  <a:pt x="491262" y="34620"/>
                  <a:pt x="494782" y="36532"/>
                </a:cubicBezTo>
                <a:cubicBezTo>
                  <a:pt x="498303" y="38444"/>
                  <a:pt x="501383" y="41228"/>
                  <a:pt x="504024" y="44886"/>
                </a:cubicBezTo>
                <a:lnTo>
                  <a:pt x="505344" y="38368"/>
                </a:lnTo>
                <a:cubicBezTo>
                  <a:pt x="505564" y="37213"/>
                  <a:pt x="506430" y="36388"/>
                  <a:pt x="507943" y="35893"/>
                </a:cubicBezTo>
                <a:cubicBezTo>
                  <a:pt x="509456" y="35397"/>
                  <a:pt x="511890" y="35150"/>
                  <a:pt x="515245" y="35150"/>
                </a:cubicBezTo>
                <a:cubicBezTo>
                  <a:pt x="516895" y="35150"/>
                  <a:pt x="518271" y="35219"/>
                  <a:pt x="519371" y="35356"/>
                </a:cubicBezTo>
                <a:cubicBezTo>
                  <a:pt x="520471" y="35494"/>
                  <a:pt x="521337" y="35686"/>
                  <a:pt x="521970" y="35934"/>
                </a:cubicBezTo>
                <a:cubicBezTo>
                  <a:pt x="522602" y="36181"/>
                  <a:pt x="523029" y="36511"/>
                  <a:pt x="523249" y="36924"/>
                </a:cubicBezTo>
                <a:cubicBezTo>
                  <a:pt x="523469" y="37336"/>
                  <a:pt x="523524" y="37818"/>
                  <a:pt x="523414" y="38368"/>
                </a:cubicBezTo>
                <a:lnTo>
                  <a:pt x="508644" y="112133"/>
                </a:lnTo>
                <a:moveTo>
                  <a:pt x="498413" y="60481"/>
                </a:moveTo>
                <a:cubicBezTo>
                  <a:pt x="496488" y="57428"/>
                  <a:pt x="494356" y="55138"/>
                  <a:pt x="492018" y="53612"/>
                </a:cubicBezTo>
                <a:cubicBezTo>
                  <a:pt x="489680" y="52085"/>
                  <a:pt x="486971" y="51322"/>
                  <a:pt x="483891" y="51322"/>
                </a:cubicBezTo>
                <a:cubicBezTo>
                  <a:pt x="481580" y="51322"/>
                  <a:pt x="479463" y="51873"/>
                  <a:pt x="477537" y="52975"/>
                </a:cubicBezTo>
                <a:cubicBezTo>
                  <a:pt x="475612" y="54077"/>
                  <a:pt x="473907" y="55551"/>
                  <a:pt x="472422" y="57397"/>
                </a:cubicBezTo>
                <a:cubicBezTo>
                  <a:pt x="470936" y="59243"/>
                  <a:pt x="469630" y="61379"/>
                  <a:pt x="468502" y="63805"/>
                </a:cubicBezTo>
                <a:cubicBezTo>
                  <a:pt x="467375" y="66228"/>
                  <a:pt x="466440" y="68749"/>
                  <a:pt x="465697" y="71367"/>
                </a:cubicBezTo>
                <a:cubicBezTo>
                  <a:pt x="464954" y="73984"/>
                  <a:pt x="464404" y="76628"/>
                  <a:pt x="464047" y="79301"/>
                </a:cubicBezTo>
                <a:cubicBezTo>
                  <a:pt x="463689" y="81973"/>
                  <a:pt x="463510" y="84439"/>
                  <a:pt x="463510" y="86699"/>
                </a:cubicBezTo>
                <a:cubicBezTo>
                  <a:pt x="463510" y="88351"/>
                  <a:pt x="463634" y="89921"/>
                  <a:pt x="463882" y="91410"/>
                </a:cubicBezTo>
                <a:cubicBezTo>
                  <a:pt x="464129" y="92897"/>
                  <a:pt x="464583" y="94220"/>
                  <a:pt x="465243" y="95378"/>
                </a:cubicBezTo>
                <a:cubicBezTo>
                  <a:pt x="465903" y="96535"/>
                  <a:pt x="466783" y="97458"/>
                  <a:pt x="467884" y="98148"/>
                </a:cubicBezTo>
                <a:cubicBezTo>
                  <a:pt x="468984" y="98835"/>
                  <a:pt x="470386" y="99179"/>
                  <a:pt x="472092" y="99179"/>
                </a:cubicBezTo>
                <a:cubicBezTo>
                  <a:pt x="474512" y="99179"/>
                  <a:pt x="476987" y="98450"/>
                  <a:pt x="479518" y="96992"/>
                </a:cubicBezTo>
                <a:cubicBezTo>
                  <a:pt x="482048" y="95535"/>
                  <a:pt x="484413" y="93554"/>
                  <a:pt x="486614" y="91052"/>
                </a:cubicBezTo>
                <a:cubicBezTo>
                  <a:pt x="488814" y="88549"/>
                  <a:pt x="490753" y="85633"/>
                  <a:pt x="492431" y="82305"/>
                </a:cubicBezTo>
                <a:cubicBezTo>
                  <a:pt x="494108" y="78977"/>
                  <a:pt x="495332" y="75416"/>
                  <a:pt x="496103" y="71620"/>
                </a:cubicBezTo>
                <a:lnTo>
                  <a:pt x="498413" y="60481"/>
                </a:lnTo>
                <a:close/>
                <a:moveTo>
                  <a:pt x="587389" y="39193"/>
                </a:moveTo>
                <a:cubicBezTo>
                  <a:pt x="587389" y="39743"/>
                  <a:pt x="587334" y="40444"/>
                  <a:pt x="587224" y="41297"/>
                </a:cubicBezTo>
                <a:cubicBezTo>
                  <a:pt x="587114" y="42150"/>
                  <a:pt x="586963" y="43071"/>
                  <a:pt x="586770" y="44061"/>
                </a:cubicBezTo>
                <a:cubicBezTo>
                  <a:pt x="586578" y="45051"/>
                  <a:pt x="586316" y="46041"/>
                  <a:pt x="585986" y="47032"/>
                </a:cubicBezTo>
                <a:cubicBezTo>
                  <a:pt x="585656" y="48022"/>
                  <a:pt x="585285" y="48916"/>
                  <a:pt x="584872" y="49713"/>
                </a:cubicBezTo>
                <a:cubicBezTo>
                  <a:pt x="584460" y="50511"/>
                  <a:pt x="583992" y="51171"/>
                  <a:pt x="583470" y="51694"/>
                </a:cubicBezTo>
                <a:cubicBezTo>
                  <a:pt x="582947" y="52216"/>
                  <a:pt x="582383" y="52477"/>
                  <a:pt x="581778" y="52477"/>
                </a:cubicBezTo>
                <a:lnTo>
                  <a:pt x="565688" y="52477"/>
                </a:lnTo>
                <a:lnTo>
                  <a:pt x="558758" y="87050"/>
                </a:lnTo>
                <a:cubicBezTo>
                  <a:pt x="558592" y="87870"/>
                  <a:pt x="558441" y="88840"/>
                  <a:pt x="558304" y="89961"/>
                </a:cubicBezTo>
                <a:cubicBezTo>
                  <a:pt x="558166" y="91080"/>
                  <a:pt x="558097" y="91994"/>
                  <a:pt x="558097" y="92704"/>
                </a:cubicBezTo>
                <a:cubicBezTo>
                  <a:pt x="558097" y="94889"/>
                  <a:pt x="558620" y="96487"/>
                  <a:pt x="559665" y="97498"/>
                </a:cubicBezTo>
                <a:cubicBezTo>
                  <a:pt x="560710" y="98509"/>
                  <a:pt x="562361" y="99014"/>
                  <a:pt x="564616" y="99014"/>
                </a:cubicBezTo>
                <a:cubicBezTo>
                  <a:pt x="565936" y="99014"/>
                  <a:pt x="567064" y="98918"/>
                  <a:pt x="567999" y="98725"/>
                </a:cubicBezTo>
                <a:cubicBezTo>
                  <a:pt x="568934" y="98533"/>
                  <a:pt x="569745" y="98313"/>
                  <a:pt x="570433" y="98065"/>
                </a:cubicBezTo>
                <a:cubicBezTo>
                  <a:pt x="571121" y="97817"/>
                  <a:pt x="571712" y="97597"/>
                  <a:pt x="572207" y="97405"/>
                </a:cubicBezTo>
                <a:cubicBezTo>
                  <a:pt x="572702" y="97212"/>
                  <a:pt x="573170" y="97116"/>
                  <a:pt x="573610" y="97116"/>
                </a:cubicBezTo>
                <a:cubicBezTo>
                  <a:pt x="574050" y="97116"/>
                  <a:pt x="574421" y="97322"/>
                  <a:pt x="574724" y="97735"/>
                </a:cubicBezTo>
                <a:cubicBezTo>
                  <a:pt x="575026" y="98148"/>
                  <a:pt x="575177" y="98822"/>
                  <a:pt x="575177" y="99759"/>
                </a:cubicBezTo>
                <a:cubicBezTo>
                  <a:pt x="575177" y="100809"/>
                  <a:pt x="575067" y="101998"/>
                  <a:pt x="574847" y="103325"/>
                </a:cubicBezTo>
                <a:cubicBezTo>
                  <a:pt x="574627" y="104652"/>
                  <a:pt x="574338" y="105937"/>
                  <a:pt x="573981" y="107180"/>
                </a:cubicBezTo>
                <a:cubicBezTo>
                  <a:pt x="573623" y="108423"/>
                  <a:pt x="573225" y="109556"/>
                  <a:pt x="572784" y="110578"/>
                </a:cubicBezTo>
                <a:cubicBezTo>
                  <a:pt x="572344" y="111601"/>
                  <a:pt x="571877" y="112361"/>
                  <a:pt x="571382" y="112858"/>
                </a:cubicBezTo>
                <a:cubicBezTo>
                  <a:pt x="570887" y="113356"/>
                  <a:pt x="570144" y="113826"/>
                  <a:pt x="569154" y="114268"/>
                </a:cubicBezTo>
                <a:cubicBezTo>
                  <a:pt x="568164" y="114710"/>
                  <a:pt x="566995" y="115097"/>
                  <a:pt x="565647" y="115429"/>
                </a:cubicBezTo>
                <a:cubicBezTo>
                  <a:pt x="564300" y="115760"/>
                  <a:pt x="562856" y="116022"/>
                  <a:pt x="561315" y="116215"/>
                </a:cubicBezTo>
                <a:cubicBezTo>
                  <a:pt x="559775" y="116409"/>
                  <a:pt x="558235" y="116506"/>
                  <a:pt x="556695" y="116506"/>
                </a:cubicBezTo>
                <a:cubicBezTo>
                  <a:pt x="553394" y="116506"/>
                  <a:pt x="550493" y="116163"/>
                  <a:pt x="547990" y="115475"/>
                </a:cubicBezTo>
                <a:cubicBezTo>
                  <a:pt x="545487" y="114787"/>
                  <a:pt x="543383" y="113701"/>
                  <a:pt x="541678" y="112216"/>
                </a:cubicBezTo>
                <a:cubicBezTo>
                  <a:pt x="539972" y="110731"/>
                  <a:pt x="538693" y="108833"/>
                  <a:pt x="537841" y="106522"/>
                </a:cubicBezTo>
                <a:cubicBezTo>
                  <a:pt x="536988" y="104212"/>
                  <a:pt x="536562" y="101407"/>
                  <a:pt x="536562" y="98106"/>
                </a:cubicBezTo>
                <a:cubicBezTo>
                  <a:pt x="536562" y="97501"/>
                  <a:pt x="536589" y="96800"/>
                  <a:pt x="536644" y="96002"/>
                </a:cubicBezTo>
                <a:cubicBezTo>
                  <a:pt x="536699" y="95205"/>
                  <a:pt x="536796" y="94366"/>
                  <a:pt x="536933" y="93486"/>
                </a:cubicBezTo>
                <a:cubicBezTo>
                  <a:pt x="537071" y="92606"/>
                  <a:pt x="537208" y="91712"/>
                  <a:pt x="537346" y="90804"/>
                </a:cubicBezTo>
                <a:cubicBezTo>
                  <a:pt x="537483" y="89896"/>
                  <a:pt x="537635" y="89085"/>
                  <a:pt x="537800" y="88370"/>
                </a:cubicBezTo>
                <a:lnTo>
                  <a:pt x="544978" y="52477"/>
                </a:lnTo>
                <a:lnTo>
                  <a:pt x="536067" y="52477"/>
                </a:lnTo>
                <a:cubicBezTo>
                  <a:pt x="535352" y="52477"/>
                  <a:pt x="534829" y="52244"/>
                  <a:pt x="534499" y="51776"/>
                </a:cubicBezTo>
                <a:cubicBezTo>
                  <a:pt x="534169" y="51308"/>
                  <a:pt x="534004" y="50415"/>
                  <a:pt x="534004" y="49094"/>
                </a:cubicBezTo>
                <a:cubicBezTo>
                  <a:pt x="534004" y="48159"/>
                  <a:pt x="534100" y="46935"/>
                  <a:pt x="534293" y="45423"/>
                </a:cubicBezTo>
                <a:cubicBezTo>
                  <a:pt x="534485" y="43910"/>
                  <a:pt x="534802" y="42425"/>
                  <a:pt x="535242" y="40967"/>
                </a:cubicBezTo>
                <a:cubicBezTo>
                  <a:pt x="535682" y="39509"/>
                  <a:pt x="536259" y="38258"/>
                  <a:pt x="536974" y="37213"/>
                </a:cubicBezTo>
                <a:cubicBezTo>
                  <a:pt x="537690" y="36168"/>
                  <a:pt x="538542" y="35645"/>
                  <a:pt x="539532" y="35645"/>
                </a:cubicBezTo>
                <a:lnTo>
                  <a:pt x="548361" y="35645"/>
                </a:lnTo>
                <a:lnTo>
                  <a:pt x="551662" y="19158"/>
                </a:lnTo>
                <a:cubicBezTo>
                  <a:pt x="551772" y="18606"/>
                  <a:pt x="552033" y="18110"/>
                  <a:pt x="552445" y="17668"/>
                </a:cubicBezTo>
                <a:cubicBezTo>
                  <a:pt x="552858" y="17224"/>
                  <a:pt x="553491" y="16851"/>
                  <a:pt x="554343" y="16549"/>
                </a:cubicBezTo>
                <a:cubicBezTo>
                  <a:pt x="555196" y="16244"/>
                  <a:pt x="556296" y="16024"/>
                  <a:pt x="557644" y="15886"/>
                </a:cubicBezTo>
                <a:cubicBezTo>
                  <a:pt x="558991" y="15747"/>
                  <a:pt x="560683" y="15677"/>
                  <a:pt x="562718" y="15677"/>
                </a:cubicBezTo>
                <a:cubicBezTo>
                  <a:pt x="564698" y="15677"/>
                  <a:pt x="566349" y="15747"/>
                  <a:pt x="567669" y="15886"/>
                </a:cubicBezTo>
                <a:cubicBezTo>
                  <a:pt x="568989" y="16024"/>
                  <a:pt x="570007" y="16244"/>
                  <a:pt x="570722" y="16549"/>
                </a:cubicBezTo>
                <a:cubicBezTo>
                  <a:pt x="571437" y="16851"/>
                  <a:pt x="571918" y="17224"/>
                  <a:pt x="572166" y="17668"/>
                </a:cubicBezTo>
                <a:cubicBezTo>
                  <a:pt x="572413" y="18110"/>
                  <a:pt x="572482" y="18606"/>
                  <a:pt x="572372" y="19158"/>
                </a:cubicBezTo>
                <a:lnTo>
                  <a:pt x="569071" y="35645"/>
                </a:lnTo>
                <a:lnTo>
                  <a:pt x="584996" y="35645"/>
                </a:lnTo>
                <a:cubicBezTo>
                  <a:pt x="585931" y="35645"/>
                  <a:pt x="586564" y="35948"/>
                  <a:pt x="586894" y="36553"/>
                </a:cubicBezTo>
                <a:cubicBezTo>
                  <a:pt x="587224" y="37158"/>
                  <a:pt x="587389" y="38038"/>
                  <a:pt x="587389" y="39193"/>
                </a:cubicBezTo>
                <a:close/>
                <a:moveTo>
                  <a:pt x="630184" y="13697"/>
                </a:moveTo>
                <a:cubicBezTo>
                  <a:pt x="629799" y="15732"/>
                  <a:pt x="629277" y="17451"/>
                  <a:pt x="628617" y="18854"/>
                </a:cubicBezTo>
                <a:cubicBezTo>
                  <a:pt x="627957" y="20257"/>
                  <a:pt x="627076" y="21384"/>
                  <a:pt x="625976" y="22237"/>
                </a:cubicBezTo>
                <a:cubicBezTo>
                  <a:pt x="624876" y="23089"/>
                  <a:pt x="623528" y="23695"/>
                  <a:pt x="621933" y="24052"/>
                </a:cubicBezTo>
                <a:cubicBezTo>
                  <a:pt x="620338" y="24410"/>
                  <a:pt x="618358" y="24588"/>
                  <a:pt x="615992" y="24588"/>
                </a:cubicBezTo>
                <a:cubicBezTo>
                  <a:pt x="613682" y="24588"/>
                  <a:pt x="611798" y="24410"/>
                  <a:pt x="610340" y="24052"/>
                </a:cubicBezTo>
                <a:cubicBezTo>
                  <a:pt x="608883" y="23695"/>
                  <a:pt x="607783" y="23089"/>
                  <a:pt x="607040" y="22237"/>
                </a:cubicBezTo>
                <a:cubicBezTo>
                  <a:pt x="606297" y="21384"/>
                  <a:pt x="605871" y="20257"/>
                  <a:pt x="605761" y="18854"/>
                </a:cubicBezTo>
                <a:cubicBezTo>
                  <a:pt x="605651" y="17451"/>
                  <a:pt x="605816" y="15732"/>
                  <a:pt x="606256" y="13697"/>
                </a:cubicBezTo>
                <a:cubicBezTo>
                  <a:pt x="606641" y="11717"/>
                  <a:pt x="607164" y="10039"/>
                  <a:pt x="607824" y="8664"/>
                </a:cubicBezTo>
                <a:cubicBezTo>
                  <a:pt x="608484" y="7289"/>
                  <a:pt x="609364" y="6161"/>
                  <a:pt x="610464" y="5281"/>
                </a:cubicBezTo>
                <a:cubicBezTo>
                  <a:pt x="611564" y="4401"/>
                  <a:pt x="612912" y="3768"/>
                  <a:pt x="614507" y="3383"/>
                </a:cubicBezTo>
                <a:cubicBezTo>
                  <a:pt x="616102" y="2998"/>
                  <a:pt x="618083" y="2805"/>
                  <a:pt x="620448" y="2805"/>
                </a:cubicBezTo>
                <a:cubicBezTo>
                  <a:pt x="622758" y="2805"/>
                  <a:pt x="624642" y="2998"/>
                  <a:pt x="626100" y="3383"/>
                </a:cubicBezTo>
                <a:cubicBezTo>
                  <a:pt x="627558" y="3768"/>
                  <a:pt x="628658" y="4401"/>
                  <a:pt x="629401" y="5281"/>
                </a:cubicBezTo>
                <a:cubicBezTo>
                  <a:pt x="630143" y="6161"/>
                  <a:pt x="630556" y="7289"/>
                  <a:pt x="630638" y="8664"/>
                </a:cubicBezTo>
                <a:cubicBezTo>
                  <a:pt x="630721" y="10039"/>
                  <a:pt x="630569" y="11717"/>
                  <a:pt x="630184" y="13697"/>
                </a:cubicBezTo>
                <a:moveTo>
                  <a:pt x="608896" y="112051"/>
                </a:moveTo>
                <a:cubicBezTo>
                  <a:pt x="608786" y="112601"/>
                  <a:pt x="608525" y="113082"/>
                  <a:pt x="608113" y="113495"/>
                </a:cubicBezTo>
                <a:cubicBezTo>
                  <a:pt x="607700" y="113907"/>
                  <a:pt x="607067" y="114251"/>
                  <a:pt x="606215" y="114526"/>
                </a:cubicBezTo>
                <a:cubicBezTo>
                  <a:pt x="605362" y="114801"/>
                  <a:pt x="604248" y="115007"/>
                  <a:pt x="602873" y="115145"/>
                </a:cubicBezTo>
                <a:cubicBezTo>
                  <a:pt x="601498" y="115282"/>
                  <a:pt x="599820" y="115351"/>
                  <a:pt x="597840" y="115351"/>
                </a:cubicBezTo>
                <a:cubicBezTo>
                  <a:pt x="595805" y="115351"/>
                  <a:pt x="594141" y="115282"/>
                  <a:pt x="592848" y="115145"/>
                </a:cubicBezTo>
                <a:cubicBezTo>
                  <a:pt x="591555" y="115007"/>
                  <a:pt x="590538" y="114801"/>
                  <a:pt x="589795" y="114526"/>
                </a:cubicBezTo>
                <a:cubicBezTo>
                  <a:pt x="589052" y="114251"/>
                  <a:pt x="588571" y="113907"/>
                  <a:pt x="588351" y="113495"/>
                </a:cubicBezTo>
                <a:cubicBezTo>
                  <a:pt x="588131" y="113082"/>
                  <a:pt x="588076" y="112601"/>
                  <a:pt x="588186" y="112051"/>
                </a:cubicBezTo>
                <a:lnTo>
                  <a:pt x="602791" y="38615"/>
                </a:lnTo>
                <a:cubicBezTo>
                  <a:pt x="602901" y="38065"/>
                  <a:pt x="603162" y="37584"/>
                  <a:pt x="603574" y="37171"/>
                </a:cubicBezTo>
                <a:cubicBezTo>
                  <a:pt x="603987" y="36759"/>
                  <a:pt x="604620" y="36401"/>
                  <a:pt x="605472" y="36099"/>
                </a:cubicBezTo>
                <a:cubicBezTo>
                  <a:pt x="606325" y="35796"/>
                  <a:pt x="607425" y="35562"/>
                  <a:pt x="608773" y="35397"/>
                </a:cubicBezTo>
                <a:cubicBezTo>
                  <a:pt x="610120" y="35232"/>
                  <a:pt x="611812" y="35150"/>
                  <a:pt x="613847" y="35150"/>
                </a:cubicBezTo>
                <a:cubicBezTo>
                  <a:pt x="615882" y="35150"/>
                  <a:pt x="617546" y="35232"/>
                  <a:pt x="618839" y="35397"/>
                </a:cubicBezTo>
                <a:cubicBezTo>
                  <a:pt x="620132" y="35562"/>
                  <a:pt x="621149" y="35796"/>
                  <a:pt x="621892" y="36099"/>
                </a:cubicBezTo>
                <a:cubicBezTo>
                  <a:pt x="622635" y="36401"/>
                  <a:pt x="623116" y="36759"/>
                  <a:pt x="623336" y="37171"/>
                </a:cubicBezTo>
                <a:cubicBezTo>
                  <a:pt x="623556" y="37584"/>
                  <a:pt x="623611" y="38065"/>
                  <a:pt x="623501" y="38615"/>
                </a:cubicBezTo>
                <a:lnTo>
                  <a:pt x="608896" y="112051"/>
                </a:lnTo>
                <a:close/>
                <a:moveTo>
                  <a:pt x="710947" y="63181"/>
                </a:moveTo>
                <a:cubicBezTo>
                  <a:pt x="710947" y="67148"/>
                  <a:pt x="710575" y="71226"/>
                  <a:pt x="709833" y="75416"/>
                </a:cubicBezTo>
                <a:cubicBezTo>
                  <a:pt x="709090" y="79605"/>
                  <a:pt x="707921" y="83698"/>
                  <a:pt x="706326" y="87694"/>
                </a:cubicBezTo>
                <a:cubicBezTo>
                  <a:pt x="704731" y="91689"/>
                  <a:pt x="702682" y="95437"/>
                  <a:pt x="700179" y="98937"/>
                </a:cubicBezTo>
                <a:cubicBezTo>
                  <a:pt x="697676" y="102436"/>
                  <a:pt x="694678" y="105523"/>
                  <a:pt x="691185" y="108196"/>
                </a:cubicBezTo>
                <a:cubicBezTo>
                  <a:pt x="687692" y="110869"/>
                  <a:pt x="683690" y="112977"/>
                  <a:pt x="679180" y="114521"/>
                </a:cubicBezTo>
                <a:cubicBezTo>
                  <a:pt x="674669" y="116065"/>
                  <a:pt x="669581" y="116836"/>
                  <a:pt x="663915" y="116836"/>
                </a:cubicBezTo>
                <a:cubicBezTo>
                  <a:pt x="658359" y="116836"/>
                  <a:pt x="653560" y="116188"/>
                  <a:pt x="649517" y="114892"/>
                </a:cubicBezTo>
                <a:cubicBezTo>
                  <a:pt x="645474" y="113598"/>
                  <a:pt x="642104" y="111697"/>
                  <a:pt x="639409" y="109189"/>
                </a:cubicBezTo>
                <a:cubicBezTo>
                  <a:pt x="636714" y="106681"/>
                  <a:pt x="634706" y="103594"/>
                  <a:pt x="633386" y="99929"/>
                </a:cubicBezTo>
                <a:cubicBezTo>
                  <a:pt x="632066" y="96264"/>
                  <a:pt x="631405" y="92061"/>
                  <a:pt x="631405" y="87320"/>
                </a:cubicBezTo>
                <a:cubicBezTo>
                  <a:pt x="631405" y="83353"/>
                  <a:pt x="631777" y="79275"/>
                  <a:pt x="632519" y="75086"/>
                </a:cubicBezTo>
                <a:cubicBezTo>
                  <a:pt x="633262" y="70896"/>
                  <a:pt x="634431" y="66818"/>
                  <a:pt x="636026" y="62851"/>
                </a:cubicBezTo>
                <a:cubicBezTo>
                  <a:pt x="637621" y="58881"/>
                  <a:pt x="639670" y="55119"/>
                  <a:pt x="642173" y="51565"/>
                </a:cubicBezTo>
                <a:cubicBezTo>
                  <a:pt x="644676" y="48010"/>
                  <a:pt x="647674" y="44910"/>
                  <a:pt x="651167" y="42264"/>
                </a:cubicBezTo>
                <a:cubicBezTo>
                  <a:pt x="654660" y="39618"/>
                  <a:pt x="658662" y="37524"/>
                  <a:pt x="663172" y="35980"/>
                </a:cubicBezTo>
                <a:cubicBezTo>
                  <a:pt x="667683" y="34437"/>
                  <a:pt x="672771" y="33665"/>
                  <a:pt x="678437" y="33665"/>
                </a:cubicBezTo>
                <a:cubicBezTo>
                  <a:pt x="683993" y="33665"/>
                  <a:pt x="688792" y="34313"/>
                  <a:pt x="692835" y="35609"/>
                </a:cubicBezTo>
                <a:cubicBezTo>
                  <a:pt x="696878" y="36903"/>
                  <a:pt x="700248" y="38805"/>
                  <a:pt x="702943" y="41313"/>
                </a:cubicBezTo>
                <a:cubicBezTo>
                  <a:pt x="705638" y="43821"/>
                  <a:pt x="707646" y="46907"/>
                  <a:pt x="708966" y="50572"/>
                </a:cubicBezTo>
                <a:cubicBezTo>
                  <a:pt x="710287" y="54237"/>
                  <a:pt x="710947" y="58440"/>
                  <a:pt x="710947" y="63181"/>
                </a:cubicBezTo>
                <a:moveTo>
                  <a:pt x="689494" y="64547"/>
                </a:moveTo>
                <a:cubicBezTo>
                  <a:pt x="689494" y="62233"/>
                  <a:pt x="689260" y="60182"/>
                  <a:pt x="688792" y="58392"/>
                </a:cubicBezTo>
                <a:cubicBezTo>
                  <a:pt x="688325" y="56601"/>
                  <a:pt x="687555" y="55086"/>
                  <a:pt x="686482" y="53847"/>
                </a:cubicBezTo>
                <a:cubicBezTo>
                  <a:pt x="685409" y="52605"/>
                  <a:pt x="684034" y="51655"/>
                  <a:pt x="682356" y="50995"/>
                </a:cubicBezTo>
                <a:cubicBezTo>
                  <a:pt x="680679" y="50333"/>
                  <a:pt x="678630" y="50002"/>
                  <a:pt x="676209" y="50002"/>
                </a:cubicBezTo>
                <a:cubicBezTo>
                  <a:pt x="673459" y="50002"/>
                  <a:pt x="670984" y="50539"/>
                  <a:pt x="668783" y="51614"/>
                </a:cubicBezTo>
                <a:cubicBezTo>
                  <a:pt x="666583" y="52688"/>
                  <a:pt x="664616" y="54134"/>
                  <a:pt x="662884" y="55953"/>
                </a:cubicBezTo>
                <a:cubicBezTo>
                  <a:pt x="661151" y="57772"/>
                  <a:pt x="659652" y="59879"/>
                  <a:pt x="658387" y="62276"/>
                </a:cubicBezTo>
                <a:cubicBezTo>
                  <a:pt x="657122" y="64672"/>
                  <a:pt x="656076" y="67193"/>
                  <a:pt x="655251" y="69838"/>
                </a:cubicBezTo>
                <a:cubicBezTo>
                  <a:pt x="654426" y="72482"/>
                  <a:pt x="653821" y="75168"/>
                  <a:pt x="653436" y="77896"/>
                </a:cubicBezTo>
                <a:cubicBezTo>
                  <a:pt x="653051" y="80622"/>
                  <a:pt x="652858" y="83226"/>
                  <a:pt x="652858" y="85706"/>
                </a:cubicBezTo>
                <a:cubicBezTo>
                  <a:pt x="652858" y="88020"/>
                  <a:pt x="653092" y="90086"/>
                  <a:pt x="653560" y="91905"/>
                </a:cubicBezTo>
                <a:cubicBezTo>
                  <a:pt x="654027" y="93722"/>
                  <a:pt x="654797" y="95251"/>
                  <a:pt x="655870" y="96492"/>
                </a:cubicBezTo>
                <a:cubicBezTo>
                  <a:pt x="656943" y="97732"/>
                  <a:pt x="658318" y="98682"/>
                  <a:pt x="659996" y="99344"/>
                </a:cubicBezTo>
                <a:cubicBezTo>
                  <a:pt x="661673" y="100004"/>
                  <a:pt x="663722" y="100334"/>
                  <a:pt x="666143" y="100334"/>
                </a:cubicBezTo>
                <a:cubicBezTo>
                  <a:pt x="668893" y="100334"/>
                  <a:pt x="671369" y="99797"/>
                  <a:pt x="673569" y="98723"/>
                </a:cubicBezTo>
                <a:cubicBezTo>
                  <a:pt x="675769" y="97648"/>
                  <a:pt x="677736" y="96188"/>
                  <a:pt x="679468" y="94342"/>
                </a:cubicBezTo>
                <a:cubicBezTo>
                  <a:pt x="681201" y="92495"/>
                  <a:pt x="682700" y="90374"/>
                  <a:pt x="683965" y="87978"/>
                </a:cubicBezTo>
                <a:cubicBezTo>
                  <a:pt x="685231" y="85582"/>
                  <a:pt x="686276" y="83048"/>
                  <a:pt x="687101" y="80377"/>
                </a:cubicBezTo>
                <a:cubicBezTo>
                  <a:pt x="687926" y="77704"/>
                  <a:pt x="688531" y="75018"/>
                  <a:pt x="688916" y="72319"/>
                </a:cubicBezTo>
                <a:cubicBezTo>
                  <a:pt x="689301" y="69618"/>
                  <a:pt x="689494" y="67028"/>
                  <a:pt x="689494" y="64547"/>
                </a:cubicBezTo>
                <a:close/>
                <a:moveTo>
                  <a:pt x="797938" y="54811"/>
                </a:moveTo>
                <a:cubicBezTo>
                  <a:pt x="797938" y="56738"/>
                  <a:pt x="797815" y="58665"/>
                  <a:pt x="797567" y="60592"/>
                </a:cubicBezTo>
                <a:cubicBezTo>
                  <a:pt x="797320" y="62519"/>
                  <a:pt x="797003" y="64501"/>
                  <a:pt x="796618" y="66538"/>
                </a:cubicBezTo>
                <a:lnTo>
                  <a:pt x="787459" y="112051"/>
                </a:lnTo>
                <a:cubicBezTo>
                  <a:pt x="787349" y="112601"/>
                  <a:pt x="787088" y="113082"/>
                  <a:pt x="786676" y="113495"/>
                </a:cubicBezTo>
                <a:cubicBezTo>
                  <a:pt x="786263" y="113907"/>
                  <a:pt x="785630" y="114251"/>
                  <a:pt x="784778" y="114526"/>
                </a:cubicBezTo>
                <a:cubicBezTo>
                  <a:pt x="783925" y="114801"/>
                  <a:pt x="782825" y="115007"/>
                  <a:pt x="781477" y="115145"/>
                </a:cubicBezTo>
                <a:cubicBezTo>
                  <a:pt x="780130" y="115282"/>
                  <a:pt x="778438" y="115351"/>
                  <a:pt x="776403" y="115351"/>
                </a:cubicBezTo>
                <a:cubicBezTo>
                  <a:pt x="774368" y="115351"/>
                  <a:pt x="772704" y="115282"/>
                  <a:pt x="771411" y="115145"/>
                </a:cubicBezTo>
                <a:cubicBezTo>
                  <a:pt x="770118" y="115007"/>
                  <a:pt x="769114" y="114801"/>
                  <a:pt x="768399" y="114526"/>
                </a:cubicBezTo>
                <a:cubicBezTo>
                  <a:pt x="767684" y="114251"/>
                  <a:pt x="767203" y="113907"/>
                  <a:pt x="766955" y="113495"/>
                </a:cubicBezTo>
                <a:cubicBezTo>
                  <a:pt x="766708" y="113082"/>
                  <a:pt x="766639" y="112601"/>
                  <a:pt x="766749" y="112051"/>
                </a:cubicBezTo>
                <a:lnTo>
                  <a:pt x="775660" y="67907"/>
                </a:lnTo>
                <a:cubicBezTo>
                  <a:pt x="775935" y="66580"/>
                  <a:pt x="776142" y="65225"/>
                  <a:pt x="776279" y="63843"/>
                </a:cubicBezTo>
                <a:cubicBezTo>
                  <a:pt x="776417" y="62461"/>
                  <a:pt x="776485" y="61245"/>
                  <a:pt x="776485" y="60195"/>
                </a:cubicBezTo>
                <a:cubicBezTo>
                  <a:pt x="776485" y="57706"/>
                  <a:pt x="775963" y="55660"/>
                  <a:pt x="774918" y="54058"/>
                </a:cubicBezTo>
                <a:cubicBezTo>
                  <a:pt x="773873" y="52454"/>
                  <a:pt x="772112" y="51652"/>
                  <a:pt x="769637" y="51652"/>
                </a:cubicBezTo>
                <a:cubicBezTo>
                  <a:pt x="767382" y="51652"/>
                  <a:pt x="765030" y="52370"/>
                  <a:pt x="762582" y="53805"/>
                </a:cubicBezTo>
                <a:cubicBezTo>
                  <a:pt x="760134" y="55239"/>
                  <a:pt x="757824" y="57184"/>
                  <a:pt x="755651" y="59640"/>
                </a:cubicBezTo>
                <a:cubicBezTo>
                  <a:pt x="753478" y="62095"/>
                  <a:pt x="751539" y="64964"/>
                  <a:pt x="749834" y="68247"/>
                </a:cubicBezTo>
                <a:cubicBezTo>
                  <a:pt x="748129" y="71529"/>
                  <a:pt x="746919" y="75018"/>
                  <a:pt x="746204" y="78716"/>
                </a:cubicBezTo>
                <a:lnTo>
                  <a:pt x="739520" y="112051"/>
                </a:lnTo>
                <a:cubicBezTo>
                  <a:pt x="739410" y="112601"/>
                  <a:pt x="739149" y="113082"/>
                  <a:pt x="738736" y="113495"/>
                </a:cubicBezTo>
                <a:cubicBezTo>
                  <a:pt x="738324" y="113907"/>
                  <a:pt x="737691" y="114251"/>
                  <a:pt x="736839" y="114526"/>
                </a:cubicBezTo>
                <a:cubicBezTo>
                  <a:pt x="735986" y="114801"/>
                  <a:pt x="734872" y="115007"/>
                  <a:pt x="733497" y="115145"/>
                </a:cubicBezTo>
                <a:cubicBezTo>
                  <a:pt x="732122" y="115282"/>
                  <a:pt x="730444" y="115351"/>
                  <a:pt x="728464" y="115351"/>
                </a:cubicBezTo>
                <a:cubicBezTo>
                  <a:pt x="726428" y="115351"/>
                  <a:pt x="724764" y="115282"/>
                  <a:pt x="723472" y="115145"/>
                </a:cubicBezTo>
                <a:cubicBezTo>
                  <a:pt x="722179" y="115007"/>
                  <a:pt x="721161" y="114801"/>
                  <a:pt x="720419" y="114526"/>
                </a:cubicBezTo>
                <a:cubicBezTo>
                  <a:pt x="719676" y="114251"/>
                  <a:pt x="719195" y="113907"/>
                  <a:pt x="718975" y="113495"/>
                </a:cubicBezTo>
                <a:cubicBezTo>
                  <a:pt x="718755" y="113082"/>
                  <a:pt x="718700" y="112601"/>
                  <a:pt x="718810" y="112051"/>
                </a:cubicBezTo>
                <a:lnTo>
                  <a:pt x="733579" y="38368"/>
                </a:lnTo>
                <a:cubicBezTo>
                  <a:pt x="733689" y="37818"/>
                  <a:pt x="733923" y="37336"/>
                  <a:pt x="734281" y="36924"/>
                </a:cubicBezTo>
                <a:cubicBezTo>
                  <a:pt x="734638" y="36511"/>
                  <a:pt x="735188" y="36181"/>
                  <a:pt x="735931" y="35934"/>
                </a:cubicBezTo>
                <a:cubicBezTo>
                  <a:pt x="736674" y="35686"/>
                  <a:pt x="737636" y="35494"/>
                  <a:pt x="738819" y="35356"/>
                </a:cubicBezTo>
                <a:cubicBezTo>
                  <a:pt x="740002" y="35219"/>
                  <a:pt x="741418" y="35150"/>
                  <a:pt x="743068" y="35150"/>
                </a:cubicBezTo>
                <a:cubicBezTo>
                  <a:pt x="744773" y="35150"/>
                  <a:pt x="746162" y="35219"/>
                  <a:pt x="747235" y="35356"/>
                </a:cubicBezTo>
                <a:cubicBezTo>
                  <a:pt x="748308" y="35494"/>
                  <a:pt x="749147" y="35686"/>
                  <a:pt x="749752" y="35934"/>
                </a:cubicBezTo>
                <a:cubicBezTo>
                  <a:pt x="750357" y="36181"/>
                  <a:pt x="750756" y="36511"/>
                  <a:pt x="750948" y="36924"/>
                </a:cubicBezTo>
                <a:cubicBezTo>
                  <a:pt x="751141" y="37336"/>
                  <a:pt x="751182" y="37818"/>
                  <a:pt x="751072" y="38368"/>
                </a:cubicBezTo>
                <a:lnTo>
                  <a:pt x="748679" y="50497"/>
                </a:lnTo>
                <a:cubicBezTo>
                  <a:pt x="749834" y="48562"/>
                  <a:pt x="751374" y="46586"/>
                  <a:pt x="753300" y="44569"/>
                </a:cubicBezTo>
                <a:cubicBezTo>
                  <a:pt x="755225" y="42551"/>
                  <a:pt x="757439" y="40741"/>
                  <a:pt x="759942" y="39139"/>
                </a:cubicBezTo>
                <a:cubicBezTo>
                  <a:pt x="762445" y="37535"/>
                  <a:pt x="765168" y="36222"/>
                  <a:pt x="768110" y="35199"/>
                </a:cubicBezTo>
                <a:cubicBezTo>
                  <a:pt x="771053" y="34176"/>
                  <a:pt x="774120" y="33665"/>
                  <a:pt x="777311" y="33665"/>
                </a:cubicBezTo>
                <a:cubicBezTo>
                  <a:pt x="781161" y="33665"/>
                  <a:pt x="784393" y="34229"/>
                  <a:pt x="787006" y="35359"/>
                </a:cubicBezTo>
                <a:cubicBezTo>
                  <a:pt x="789618" y="36486"/>
                  <a:pt x="791736" y="38015"/>
                  <a:pt x="793359" y="39943"/>
                </a:cubicBezTo>
                <a:cubicBezTo>
                  <a:pt x="794982" y="41870"/>
                  <a:pt x="796151" y="44114"/>
                  <a:pt x="796866" y="46676"/>
                </a:cubicBezTo>
                <a:cubicBezTo>
                  <a:pt x="797581" y="49235"/>
                  <a:pt x="797938" y="51947"/>
                  <a:pt x="797938" y="54811"/>
                </a:cubicBezTo>
                <a:close/>
                <a:moveTo>
                  <a:pt x="868510" y="41586"/>
                </a:moveTo>
                <a:cubicBezTo>
                  <a:pt x="868510" y="42246"/>
                  <a:pt x="868414" y="43222"/>
                  <a:pt x="868221" y="44515"/>
                </a:cubicBezTo>
                <a:cubicBezTo>
                  <a:pt x="868028" y="45808"/>
                  <a:pt x="867740" y="47114"/>
                  <a:pt x="867355" y="48434"/>
                </a:cubicBezTo>
                <a:cubicBezTo>
                  <a:pt x="866970" y="49754"/>
                  <a:pt x="866516" y="50896"/>
                  <a:pt x="865993" y="51859"/>
                </a:cubicBezTo>
                <a:cubicBezTo>
                  <a:pt x="865471" y="52821"/>
                  <a:pt x="864879" y="53302"/>
                  <a:pt x="864219" y="53302"/>
                </a:cubicBezTo>
                <a:cubicBezTo>
                  <a:pt x="863504" y="53302"/>
                  <a:pt x="862665" y="53041"/>
                  <a:pt x="861703" y="52519"/>
                </a:cubicBezTo>
                <a:cubicBezTo>
                  <a:pt x="860740" y="51996"/>
                  <a:pt x="859571" y="51418"/>
                  <a:pt x="858196" y="50786"/>
                </a:cubicBezTo>
                <a:cubicBezTo>
                  <a:pt x="856821" y="50153"/>
                  <a:pt x="855212" y="49589"/>
                  <a:pt x="853369" y="49094"/>
                </a:cubicBezTo>
                <a:cubicBezTo>
                  <a:pt x="851526" y="48599"/>
                  <a:pt x="849367" y="48352"/>
                  <a:pt x="846892" y="48352"/>
                </a:cubicBezTo>
                <a:cubicBezTo>
                  <a:pt x="844966" y="48352"/>
                  <a:pt x="843247" y="48601"/>
                  <a:pt x="841735" y="49100"/>
                </a:cubicBezTo>
                <a:cubicBezTo>
                  <a:pt x="840222" y="49596"/>
                  <a:pt x="838971" y="50274"/>
                  <a:pt x="837981" y="51131"/>
                </a:cubicBezTo>
                <a:cubicBezTo>
                  <a:pt x="836990" y="51987"/>
                  <a:pt x="836234" y="52997"/>
                  <a:pt x="835711" y="54159"/>
                </a:cubicBezTo>
                <a:cubicBezTo>
                  <a:pt x="835189" y="55319"/>
                  <a:pt x="834928" y="56563"/>
                  <a:pt x="834928" y="57890"/>
                </a:cubicBezTo>
                <a:cubicBezTo>
                  <a:pt x="834928" y="59598"/>
                  <a:pt x="835629" y="61032"/>
                  <a:pt x="837032" y="62191"/>
                </a:cubicBezTo>
                <a:cubicBezTo>
                  <a:pt x="838434" y="63347"/>
                  <a:pt x="840181" y="64436"/>
                  <a:pt x="842271" y="65455"/>
                </a:cubicBezTo>
                <a:cubicBezTo>
                  <a:pt x="844361" y="66474"/>
                  <a:pt x="846617" y="67535"/>
                  <a:pt x="849037" y="68637"/>
                </a:cubicBezTo>
                <a:cubicBezTo>
                  <a:pt x="851457" y="69739"/>
                  <a:pt x="853713" y="71116"/>
                  <a:pt x="855803" y="72770"/>
                </a:cubicBezTo>
                <a:cubicBezTo>
                  <a:pt x="857893" y="74424"/>
                  <a:pt x="859626" y="76436"/>
                  <a:pt x="861001" y="78806"/>
                </a:cubicBezTo>
                <a:cubicBezTo>
                  <a:pt x="862376" y="81177"/>
                  <a:pt x="863064" y="84153"/>
                  <a:pt x="863064" y="87736"/>
                </a:cubicBezTo>
                <a:cubicBezTo>
                  <a:pt x="863064" y="91925"/>
                  <a:pt x="862266" y="95797"/>
                  <a:pt x="860671" y="99352"/>
                </a:cubicBezTo>
                <a:cubicBezTo>
                  <a:pt x="859076" y="102907"/>
                  <a:pt x="856752" y="105979"/>
                  <a:pt x="853699" y="108570"/>
                </a:cubicBezTo>
                <a:cubicBezTo>
                  <a:pt x="850646" y="111160"/>
                  <a:pt x="846933" y="113186"/>
                  <a:pt x="842560" y="114647"/>
                </a:cubicBezTo>
                <a:cubicBezTo>
                  <a:pt x="838187" y="116107"/>
                  <a:pt x="833250" y="116836"/>
                  <a:pt x="827749" y="116836"/>
                </a:cubicBezTo>
                <a:cubicBezTo>
                  <a:pt x="825109" y="116836"/>
                  <a:pt x="822592" y="116641"/>
                  <a:pt x="820199" y="116251"/>
                </a:cubicBezTo>
                <a:cubicBezTo>
                  <a:pt x="817806" y="115861"/>
                  <a:pt x="815661" y="115387"/>
                  <a:pt x="813763" y="114830"/>
                </a:cubicBezTo>
                <a:cubicBezTo>
                  <a:pt x="811866" y="114272"/>
                  <a:pt x="810257" y="113630"/>
                  <a:pt x="808936" y="112904"/>
                </a:cubicBezTo>
                <a:cubicBezTo>
                  <a:pt x="807616" y="112179"/>
                  <a:pt x="806626" y="111509"/>
                  <a:pt x="805966" y="110896"/>
                </a:cubicBezTo>
                <a:cubicBezTo>
                  <a:pt x="805526" y="110456"/>
                  <a:pt x="805210" y="109988"/>
                  <a:pt x="805017" y="109493"/>
                </a:cubicBezTo>
                <a:cubicBezTo>
                  <a:pt x="804825" y="108998"/>
                  <a:pt x="804728" y="108365"/>
                  <a:pt x="804728" y="107595"/>
                </a:cubicBezTo>
                <a:cubicBezTo>
                  <a:pt x="804728" y="107100"/>
                  <a:pt x="804770" y="106467"/>
                  <a:pt x="804852" y="105697"/>
                </a:cubicBezTo>
                <a:cubicBezTo>
                  <a:pt x="804935" y="104927"/>
                  <a:pt x="805072" y="104075"/>
                  <a:pt x="805265" y="103139"/>
                </a:cubicBezTo>
                <a:cubicBezTo>
                  <a:pt x="805457" y="102204"/>
                  <a:pt x="805677" y="101269"/>
                  <a:pt x="805925" y="100334"/>
                </a:cubicBezTo>
                <a:cubicBezTo>
                  <a:pt x="806172" y="99399"/>
                  <a:pt x="806461" y="98546"/>
                  <a:pt x="806791" y="97776"/>
                </a:cubicBezTo>
                <a:cubicBezTo>
                  <a:pt x="807121" y="97006"/>
                  <a:pt x="807479" y="96387"/>
                  <a:pt x="807864" y="95920"/>
                </a:cubicBezTo>
                <a:cubicBezTo>
                  <a:pt x="808249" y="95452"/>
                  <a:pt x="808661" y="95218"/>
                  <a:pt x="809101" y="95218"/>
                </a:cubicBezTo>
                <a:cubicBezTo>
                  <a:pt x="809872" y="95218"/>
                  <a:pt x="810724" y="95548"/>
                  <a:pt x="811659" y="96209"/>
                </a:cubicBezTo>
                <a:cubicBezTo>
                  <a:pt x="812594" y="96869"/>
                  <a:pt x="813805" y="97597"/>
                  <a:pt x="815290" y="98395"/>
                </a:cubicBezTo>
                <a:cubicBezTo>
                  <a:pt x="816775" y="99193"/>
                  <a:pt x="818604" y="99935"/>
                  <a:pt x="820777" y="100623"/>
                </a:cubicBezTo>
                <a:cubicBezTo>
                  <a:pt x="822950" y="101310"/>
                  <a:pt x="825659" y="101654"/>
                  <a:pt x="828904" y="101654"/>
                </a:cubicBezTo>
                <a:cubicBezTo>
                  <a:pt x="831160" y="101654"/>
                  <a:pt x="833126" y="101394"/>
                  <a:pt x="834804" y="100873"/>
                </a:cubicBezTo>
                <a:cubicBezTo>
                  <a:pt x="836482" y="100352"/>
                  <a:pt x="837870" y="99626"/>
                  <a:pt x="838971" y="98694"/>
                </a:cubicBezTo>
                <a:cubicBezTo>
                  <a:pt x="840071" y="97762"/>
                  <a:pt x="840882" y="96693"/>
                  <a:pt x="841405" y="95487"/>
                </a:cubicBezTo>
                <a:cubicBezTo>
                  <a:pt x="841927" y="94280"/>
                  <a:pt x="842189" y="92991"/>
                  <a:pt x="842189" y="91621"/>
                </a:cubicBezTo>
                <a:cubicBezTo>
                  <a:pt x="842189" y="89693"/>
                  <a:pt x="841515" y="88122"/>
                  <a:pt x="840167" y="86910"/>
                </a:cubicBezTo>
                <a:cubicBezTo>
                  <a:pt x="838819" y="85697"/>
                  <a:pt x="837128" y="84567"/>
                  <a:pt x="835093" y="83520"/>
                </a:cubicBezTo>
                <a:cubicBezTo>
                  <a:pt x="833057" y="82471"/>
                  <a:pt x="830843" y="81396"/>
                  <a:pt x="828450" y="80294"/>
                </a:cubicBezTo>
                <a:cubicBezTo>
                  <a:pt x="826058" y="79192"/>
                  <a:pt x="823844" y="77842"/>
                  <a:pt x="821808" y="76243"/>
                </a:cubicBezTo>
                <a:cubicBezTo>
                  <a:pt x="819773" y="74645"/>
                  <a:pt x="818081" y="72661"/>
                  <a:pt x="816734" y="70292"/>
                </a:cubicBezTo>
                <a:cubicBezTo>
                  <a:pt x="815386" y="67922"/>
                  <a:pt x="814712" y="64945"/>
                  <a:pt x="814712" y="61363"/>
                </a:cubicBezTo>
                <a:cubicBezTo>
                  <a:pt x="814712" y="57449"/>
                  <a:pt x="815455" y="53810"/>
                  <a:pt x="816940" y="50448"/>
                </a:cubicBezTo>
                <a:cubicBezTo>
                  <a:pt x="818425" y="47086"/>
                  <a:pt x="820598" y="44151"/>
                  <a:pt x="823458" y="41643"/>
                </a:cubicBezTo>
                <a:cubicBezTo>
                  <a:pt x="826319" y="39135"/>
                  <a:pt x="829784" y="37178"/>
                  <a:pt x="833855" y="35774"/>
                </a:cubicBezTo>
                <a:cubicBezTo>
                  <a:pt x="837925" y="34368"/>
                  <a:pt x="842546" y="33665"/>
                  <a:pt x="847717" y="33665"/>
                </a:cubicBezTo>
                <a:cubicBezTo>
                  <a:pt x="850027" y="33665"/>
                  <a:pt x="852269" y="33816"/>
                  <a:pt x="854442" y="34119"/>
                </a:cubicBezTo>
                <a:cubicBezTo>
                  <a:pt x="856614" y="34421"/>
                  <a:pt x="858567" y="34820"/>
                  <a:pt x="860300" y="35315"/>
                </a:cubicBezTo>
                <a:cubicBezTo>
                  <a:pt x="862033" y="35810"/>
                  <a:pt x="863545" y="36360"/>
                  <a:pt x="864838" y="36965"/>
                </a:cubicBezTo>
                <a:cubicBezTo>
                  <a:pt x="866131" y="37570"/>
                  <a:pt x="867052" y="38175"/>
                  <a:pt x="867602" y="38780"/>
                </a:cubicBezTo>
                <a:cubicBezTo>
                  <a:pt x="868207" y="39331"/>
                  <a:pt x="868510" y="40266"/>
                  <a:pt x="868510" y="4158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97776-DB75-4995-8E68-9ADB94C1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363" y="435058"/>
            <a:ext cx="248641" cy="718565"/>
          </a:xfrm>
          <a:custGeom xmlns:a="http://schemas.openxmlformats.org/drawingml/2006/main">
            <a:pathLst>
              <a:path w="248641" h="718565">
                <a:moveTo>
                  <a:pt x="0" y="41440"/>
                </a:moveTo>
                <a:cubicBezTo>
                  <a:pt x="0" y="18533"/>
                  <a:pt x="18533" y="0"/>
                  <a:pt x="41440" y="0"/>
                </a:cubicBezTo>
                <a:lnTo>
                  <a:pt x="207201" y="0"/>
                </a:lnTo>
                <a:cubicBezTo>
                  <a:pt x="230070" y="0"/>
                  <a:pt x="248641" y="18533"/>
                  <a:pt x="248641" y="41440"/>
                </a:cubicBezTo>
                <a:lnTo>
                  <a:pt x="248641" y="677124"/>
                </a:lnTo>
                <a:cubicBezTo>
                  <a:pt x="248641" y="699993"/>
                  <a:pt x="230070" y="718565"/>
                  <a:pt x="207201" y="718565"/>
                </a:cubicBezTo>
                <a:lnTo>
                  <a:pt x="41440" y="718565"/>
                </a:lnTo>
                <a:cubicBezTo>
                  <a:pt x="18533" y="718565"/>
                  <a:pt x="0" y="699993"/>
                  <a:pt x="0" y="677124"/>
                </a:cubicBezTo>
                <a:lnTo>
                  <a:pt x="0" y="41440"/>
                </a:lnTo>
                <a:close/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F083D3-BCC7-46E8-A7F7-B6F9290F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0363" y="435058"/>
            <a:ext cx="248641" cy="718565"/>
          </a:xfrm>
          <a:custGeom xmlns:a="http://schemas.openxmlformats.org/drawingml/2006/main">
            <a:pathLst>
              <a:path w="248641" h="718565" fill="none">
                <a:moveTo>
                  <a:pt x="0" y="41440"/>
                </a:moveTo>
                <a:cubicBezTo>
                  <a:pt x="0" y="18533"/>
                  <a:pt x="18533" y="0"/>
                  <a:pt x="41440" y="0"/>
                </a:cubicBezTo>
                <a:lnTo>
                  <a:pt x="207201" y="0"/>
                </a:lnTo>
                <a:cubicBezTo>
                  <a:pt x="230070" y="0"/>
                  <a:pt x="248641" y="18533"/>
                  <a:pt x="248641" y="41440"/>
                </a:cubicBezTo>
                <a:lnTo>
                  <a:pt x="248641" y="677124"/>
                </a:lnTo>
                <a:cubicBezTo>
                  <a:pt x="248641" y="699993"/>
                  <a:pt x="230070" y="718565"/>
                  <a:pt x="207201" y="718565"/>
                </a:cubicBezTo>
                <a:lnTo>
                  <a:pt x="41440" y="718565"/>
                </a:lnTo>
                <a:cubicBezTo>
                  <a:pt x="18533" y="718565"/>
                  <a:pt x="0" y="699993"/>
                  <a:pt x="0" y="677124"/>
                </a:cubicBezTo>
                <a:lnTo>
                  <a:pt x="0" y="414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56" cap="flat">
            <a:solidFill>
              <a:srgbClr val="042433"/>
            </a:solidFill>
            <a:miter/>
          </a:ln>
        </p:spPr>
      </p:sp>
      <p:sp>
        <p:nvSpPr>
          <p:cNvPr id="259" name="Text E">
            <a:extLst xmlns:a="http://schemas.openxmlformats.org/drawingml/2006/main">
              <a:ext uri="{FF2B5EF4-FFF2-40B4-BE49-F238E27FC236}">
                <a16:creationId xmlns:a16="http://schemas.microsoft.com/office/drawing/2014/main" id="{2CF2E95A-2304-4872-87E9-A74B60F5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4218" y="1006665"/>
            <a:ext cx="87278" cy="48563"/>
          </a:xfrm>
          <a:custGeom xmlns:a="http://schemas.openxmlformats.org/drawingml/2006/main">
            <a:pathLst>
              <a:path w="87278" h="48563">
                <a:moveTo>
                  <a:pt x="82489" y="0"/>
                </a:moveTo>
                <a:cubicBezTo>
                  <a:pt x="83298" y="0"/>
                  <a:pt x="84007" y="45"/>
                  <a:pt x="84614" y="135"/>
                </a:cubicBezTo>
                <a:cubicBezTo>
                  <a:pt x="85221" y="225"/>
                  <a:pt x="85727" y="382"/>
                  <a:pt x="86131" y="607"/>
                </a:cubicBezTo>
                <a:cubicBezTo>
                  <a:pt x="86536" y="832"/>
                  <a:pt x="86828" y="1090"/>
                  <a:pt x="87008" y="1383"/>
                </a:cubicBezTo>
                <a:cubicBezTo>
                  <a:pt x="87188" y="1675"/>
                  <a:pt x="87278" y="2001"/>
                  <a:pt x="87278" y="2361"/>
                </a:cubicBezTo>
                <a:lnTo>
                  <a:pt x="87278" y="44246"/>
                </a:lnTo>
                <a:cubicBezTo>
                  <a:pt x="87278" y="45280"/>
                  <a:pt x="86929" y="46258"/>
                  <a:pt x="86232" y="47180"/>
                </a:cubicBezTo>
                <a:cubicBezTo>
                  <a:pt x="85536" y="48102"/>
                  <a:pt x="84310" y="48563"/>
                  <a:pt x="82557" y="48563"/>
                </a:cubicBezTo>
                <a:lnTo>
                  <a:pt x="4721" y="48563"/>
                </a:lnTo>
                <a:cubicBezTo>
                  <a:pt x="2968" y="48563"/>
                  <a:pt x="1742" y="48102"/>
                  <a:pt x="1045" y="47180"/>
                </a:cubicBezTo>
                <a:cubicBezTo>
                  <a:pt x="348" y="46258"/>
                  <a:pt x="0" y="45280"/>
                  <a:pt x="0" y="44246"/>
                </a:cubicBezTo>
                <a:lnTo>
                  <a:pt x="0" y="2833"/>
                </a:lnTo>
                <a:cubicBezTo>
                  <a:pt x="0" y="2473"/>
                  <a:pt x="90" y="2147"/>
                  <a:pt x="270" y="1855"/>
                </a:cubicBezTo>
                <a:cubicBezTo>
                  <a:pt x="450" y="1563"/>
                  <a:pt x="742" y="1326"/>
                  <a:pt x="1147" y="1147"/>
                </a:cubicBezTo>
                <a:cubicBezTo>
                  <a:pt x="1551" y="967"/>
                  <a:pt x="2057" y="821"/>
                  <a:pt x="2664" y="708"/>
                </a:cubicBezTo>
                <a:cubicBezTo>
                  <a:pt x="3271" y="596"/>
                  <a:pt x="4024" y="540"/>
                  <a:pt x="4924" y="540"/>
                </a:cubicBezTo>
                <a:cubicBezTo>
                  <a:pt x="5733" y="540"/>
                  <a:pt x="6441" y="596"/>
                  <a:pt x="7048" y="708"/>
                </a:cubicBezTo>
                <a:cubicBezTo>
                  <a:pt x="7655" y="821"/>
                  <a:pt x="8150" y="967"/>
                  <a:pt x="8532" y="1147"/>
                </a:cubicBezTo>
                <a:cubicBezTo>
                  <a:pt x="8914" y="1326"/>
                  <a:pt x="9195" y="1563"/>
                  <a:pt x="9375" y="1855"/>
                </a:cubicBezTo>
                <a:cubicBezTo>
                  <a:pt x="9555" y="2147"/>
                  <a:pt x="9645" y="2473"/>
                  <a:pt x="9645" y="2833"/>
                </a:cubicBezTo>
                <a:lnTo>
                  <a:pt x="9645" y="36962"/>
                </a:lnTo>
                <a:lnTo>
                  <a:pt x="37029" y="36962"/>
                </a:lnTo>
                <a:lnTo>
                  <a:pt x="37029" y="7689"/>
                </a:lnTo>
                <a:cubicBezTo>
                  <a:pt x="37029" y="7329"/>
                  <a:pt x="37130" y="7003"/>
                  <a:pt x="37333" y="6711"/>
                </a:cubicBezTo>
                <a:cubicBezTo>
                  <a:pt x="37535" y="6419"/>
                  <a:pt x="37816" y="6172"/>
                  <a:pt x="38176" y="5969"/>
                </a:cubicBezTo>
                <a:cubicBezTo>
                  <a:pt x="38535" y="5767"/>
                  <a:pt x="39030" y="5621"/>
                  <a:pt x="39660" y="5531"/>
                </a:cubicBezTo>
                <a:cubicBezTo>
                  <a:pt x="40289" y="5441"/>
                  <a:pt x="41031" y="5396"/>
                  <a:pt x="41885" y="5396"/>
                </a:cubicBezTo>
                <a:cubicBezTo>
                  <a:pt x="42695" y="5396"/>
                  <a:pt x="43392" y="5441"/>
                  <a:pt x="43976" y="5531"/>
                </a:cubicBezTo>
                <a:cubicBezTo>
                  <a:pt x="44561" y="5621"/>
                  <a:pt x="45033" y="5767"/>
                  <a:pt x="45393" y="5969"/>
                </a:cubicBezTo>
                <a:cubicBezTo>
                  <a:pt x="45752" y="6172"/>
                  <a:pt x="46011" y="6419"/>
                  <a:pt x="46168" y="6711"/>
                </a:cubicBezTo>
                <a:cubicBezTo>
                  <a:pt x="46326" y="7003"/>
                  <a:pt x="46404" y="7329"/>
                  <a:pt x="46404" y="7689"/>
                </a:cubicBezTo>
                <a:lnTo>
                  <a:pt x="46404" y="36962"/>
                </a:lnTo>
                <a:lnTo>
                  <a:pt x="77633" y="36962"/>
                </a:lnTo>
                <a:lnTo>
                  <a:pt x="77633" y="2361"/>
                </a:lnTo>
                <a:cubicBezTo>
                  <a:pt x="77633" y="2001"/>
                  <a:pt x="77723" y="1675"/>
                  <a:pt x="77903" y="1383"/>
                </a:cubicBezTo>
                <a:cubicBezTo>
                  <a:pt x="78082" y="1090"/>
                  <a:pt x="78364" y="832"/>
                  <a:pt x="78746" y="607"/>
                </a:cubicBezTo>
                <a:cubicBezTo>
                  <a:pt x="79128" y="382"/>
                  <a:pt x="79623" y="225"/>
                  <a:pt x="80230" y="135"/>
                </a:cubicBezTo>
                <a:cubicBezTo>
                  <a:pt x="80837" y="45"/>
                  <a:pt x="81590" y="0"/>
                  <a:pt x="82489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x">
            <a:extLst xmlns:a="http://schemas.openxmlformats.org/drawingml/2006/main">
              <a:ext uri="{FF2B5EF4-FFF2-40B4-BE49-F238E27FC236}">
                <a16:creationId xmlns:a16="http://schemas.microsoft.com/office/drawing/2014/main" id="{6BEFF4AB-8244-4DF3-8CD8-E19919801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016" y="942560"/>
            <a:ext cx="64885" cy="54082"/>
          </a:xfrm>
          <a:custGeom xmlns:a="http://schemas.openxmlformats.org/drawingml/2006/main">
            <a:pathLst>
              <a:path w="64885" h="54082">
                <a:moveTo>
                  <a:pt x="61513" y="540"/>
                </a:moveTo>
                <a:cubicBezTo>
                  <a:pt x="62142" y="180"/>
                  <a:pt x="62671" y="0"/>
                  <a:pt x="63098" y="0"/>
                </a:cubicBezTo>
                <a:cubicBezTo>
                  <a:pt x="63525" y="0"/>
                  <a:pt x="63873" y="214"/>
                  <a:pt x="64143" y="641"/>
                </a:cubicBezTo>
                <a:cubicBezTo>
                  <a:pt x="64413" y="1068"/>
                  <a:pt x="64604" y="1720"/>
                  <a:pt x="64717" y="2597"/>
                </a:cubicBezTo>
                <a:cubicBezTo>
                  <a:pt x="64829" y="3474"/>
                  <a:pt x="64885" y="4609"/>
                  <a:pt x="64885" y="6003"/>
                </a:cubicBezTo>
                <a:cubicBezTo>
                  <a:pt x="64885" y="7352"/>
                  <a:pt x="64851" y="8420"/>
                  <a:pt x="64784" y="9207"/>
                </a:cubicBezTo>
                <a:cubicBezTo>
                  <a:pt x="64717" y="9994"/>
                  <a:pt x="64604" y="10623"/>
                  <a:pt x="64447" y="11095"/>
                </a:cubicBezTo>
                <a:cubicBezTo>
                  <a:pt x="64289" y="11567"/>
                  <a:pt x="64087" y="11927"/>
                  <a:pt x="63840" y="12174"/>
                </a:cubicBezTo>
                <a:cubicBezTo>
                  <a:pt x="63592" y="12422"/>
                  <a:pt x="63311" y="12635"/>
                  <a:pt x="62997" y="12815"/>
                </a:cubicBezTo>
                <a:lnTo>
                  <a:pt x="38918" y="27384"/>
                </a:lnTo>
                <a:lnTo>
                  <a:pt x="62997" y="41885"/>
                </a:lnTo>
                <a:cubicBezTo>
                  <a:pt x="63311" y="42065"/>
                  <a:pt x="63592" y="42279"/>
                  <a:pt x="63840" y="42526"/>
                </a:cubicBezTo>
                <a:cubicBezTo>
                  <a:pt x="64087" y="42773"/>
                  <a:pt x="64289" y="43133"/>
                  <a:pt x="64447" y="43605"/>
                </a:cubicBezTo>
                <a:cubicBezTo>
                  <a:pt x="64604" y="44077"/>
                  <a:pt x="64717" y="44696"/>
                  <a:pt x="64784" y="45460"/>
                </a:cubicBezTo>
                <a:cubicBezTo>
                  <a:pt x="64851" y="46224"/>
                  <a:pt x="64885" y="47236"/>
                  <a:pt x="64885" y="48495"/>
                </a:cubicBezTo>
                <a:cubicBezTo>
                  <a:pt x="64885" y="49799"/>
                  <a:pt x="64829" y="50867"/>
                  <a:pt x="64717" y="51699"/>
                </a:cubicBezTo>
                <a:cubicBezTo>
                  <a:pt x="64604" y="52531"/>
                  <a:pt x="64413" y="53138"/>
                  <a:pt x="64143" y="53520"/>
                </a:cubicBezTo>
                <a:cubicBezTo>
                  <a:pt x="63873" y="53902"/>
                  <a:pt x="63525" y="54082"/>
                  <a:pt x="63098" y="54060"/>
                </a:cubicBezTo>
                <a:cubicBezTo>
                  <a:pt x="62671" y="54037"/>
                  <a:pt x="62142" y="53824"/>
                  <a:pt x="61513" y="53419"/>
                </a:cubicBezTo>
                <a:lnTo>
                  <a:pt x="31903" y="34533"/>
                </a:lnTo>
                <a:lnTo>
                  <a:pt x="3372" y="52407"/>
                </a:lnTo>
                <a:cubicBezTo>
                  <a:pt x="2743" y="52767"/>
                  <a:pt x="2215" y="52958"/>
                  <a:pt x="1787" y="52981"/>
                </a:cubicBezTo>
                <a:cubicBezTo>
                  <a:pt x="1360" y="53003"/>
                  <a:pt x="1000" y="52801"/>
                  <a:pt x="708" y="52374"/>
                </a:cubicBezTo>
                <a:cubicBezTo>
                  <a:pt x="416" y="51946"/>
                  <a:pt x="225" y="51294"/>
                  <a:pt x="135" y="50418"/>
                </a:cubicBezTo>
                <a:cubicBezTo>
                  <a:pt x="45" y="49541"/>
                  <a:pt x="0" y="48383"/>
                  <a:pt x="0" y="46944"/>
                </a:cubicBezTo>
                <a:cubicBezTo>
                  <a:pt x="0" y="45640"/>
                  <a:pt x="34" y="44594"/>
                  <a:pt x="101" y="43808"/>
                </a:cubicBezTo>
                <a:cubicBezTo>
                  <a:pt x="169" y="43021"/>
                  <a:pt x="270" y="42402"/>
                  <a:pt x="405" y="41953"/>
                </a:cubicBezTo>
                <a:cubicBezTo>
                  <a:pt x="540" y="41503"/>
                  <a:pt x="719" y="41166"/>
                  <a:pt x="944" y="40941"/>
                </a:cubicBezTo>
                <a:cubicBezTo>
                  <a:pt x="1169" y="40716"/>
                  <a:pt x="1439" y="40514"/>
                  <a:pt x="1754" y="40334"/>
                </a:cubicBezTo>
                <a:lnTo>
                  <a:pt x="24349" y="26507"/>
                </a:lnTo>
                <a:lnTo>
                  <a:pt x="1754" y="12478"/>
                </a:lnTo>
                <a:cubicBezTo>
                  <a:pt x="1484" y="12298"/>
                  <a:pt x="1237" y="12096"/>
                  <a:pt x="1012" y="11871"/>
                </a:cubicBezTo>
                <a:cubicBezTo>
                  <a:pt x="787" y="11646"/>
                  <a:pt x="596" y="11343"/>
                  <a:pt x="438" y="10960"/>
                </a:cubicBezTo>
                <a:cubicBezTo>
                  <a:pt x="281" y="10578"/>
                  <a:pt x="169" y="10039"/>
                  <a:pt x="101" y="9342"/>
                </a:cubicBezTo>
                <a:cubicBezTo>
                  <a:pt x="34" y="8645"/>
                  <a:pt x="0" y="7689"/>
                  <a:pt x="0" y="6475"/>
                </a:cubicBezTo>
                <a:cubicBezTo>
                  <a:pt x="0" y="5171"/>
                  <a:pt x="45" y="4103"/>
                  <a:pt x="135" y="3271"/>
                </a:cubicBezTo>
                <a:cubicBezTo>
                  <a:pt x="225" y="2439"/>
                  <a:pt x="393" y="1821"/>
                  <a:pt x="641" y="1416"/>
                </a:cubicBezTo>
                <a:cubicBezTo>
                  <a:pt x="888" y="1012"/>
                  <a:pt x="1237" y="832"/>
                  <a:pt x="1686" y="877"/>
                </a:cubicBezTo>
                <a:cubicBezTo>
                  <a:pt x="2136" y="922"/>
                  <a:pt x="2698" y="1147"/>
                  <a:pt x="3372" y="1551"/>
                </a:cubicBezTo>
                <a:lnTo>
                  <a:pt x="31566" y="19290"/>
                </a:lnTo>
                <a:lnTo>
                  <a:pt x="61513" y="5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t">
            <a:extLst xmlns:a="http://schemas.openxmlformats.org/drawingml/2006/main">
              <a:ext uri="{FF2B5EF4-FFF2-40B4-BE49-F238E27FC236}">
                <a16:creationId xmlns:a16="http://schemas.microsoft.com/office/drawing/2014/main" id="{DEF3B952-A8ED-4281-B72D-79F4B3CD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693" y="897722"/>
            <a:ext cx="82017" cy="39660"/>
          </a:xfrm>
          <a:custGeom xmlns:a="http://schemas.openxmlformats.org/drawingml/2006/main">
            <a:pathLst>
              <a:path w="82017" h="39660">
                <a:moveTo>
                  <a:pt x="74733" y="0"/>
                </a:moveTo>
                <a:cubicBezTo>
                  <a:pt x="76037" y="0"/>
                  <a:pt x="77071" y="90"/>
                  <a:pt x="77835" y="270"/>
                </a:cubicBezTo>
                <a:cubicBezTo>
                  <a:pt x="78600" y="450"/>
                  <a:pt x="79162" y="719"/>
                  <a:pt x="79521" y="1079"/>
                </a:cubicBezTo>
                <a:cubicBezTo>
                  <a:pt x="79881" y="1439"/>
                  <a:pt x="80218" y="1978"/>
                  <a:pt x="80533" y="2698"/>
                </a:cubicBezTo>
                <a:cubicBezTo>
                  <a:pt x="80848" y="3417"/>
                  <a:pt x="81106" y="4238"/>
                  <a:pt x="81309" y="5160"/>
                </a:cubicBezTo>
                <a:cubicBezTo>
                  <a:pt x="81511" y="6082"/>
                  <a:pt x="81680" y="7060"/>
                  <a:pt x="81815" y="8094"/>
                </a:cubicBezTo>
                <a:cubicBezTo>
                  <a:pt x="81950" y="9128"/>
                  <a:pt x="82017" y="10162"/>
                  <a:pt x="82017" y="11196"/>
                </a:cubicBezTo>
                <a:cubicBezTo>
                  <a:pt x="82017" y="14344"/>
                  <a:pt x="81600" y="17042"/>
                  <a:pt x="80767" y="19290"/>
                </a:cubicBezTo>
                <a:cubicBezTo>
                  <a:pt x="79932" y="21538"/>
                  <a:pt x="78670" y="23382"/>
                  <a:pt x="76979" y="24821"/>
                </a:cubicBezTo>
                <a:cubicBezTo>
                  <a:pt x="75289" y="26260"/>
                  <a:pt x="73148" y="27305"/>
                  <a:pt x="70557" y="27957"/>
                </a:cubicBezTo>
                <a:cubicBezTo>
                  <a:pt x="67966" y="28609"/>
                  <a:pt x="64913" y="28935"/>
                  <a:pt x="61397" y="28935"/>
                </a:cubicBezTo>
                <a:lnTo>
                  <a:pt x="25833" y="28935"/>
                </a:lnTo>
                <a:lnTo>
                  <a:pt x="25833" y="37434"/>
                </a:lnTo>
                <a:cubicBezTo>
                  <a:pt x="25833" y="38108"/>
                  <a:pt x="25473" y="38648"/>
                  <a:pt x="24753" y="39052"/>
                </a:cubicBezTo>
                <a:cubicBezTo>
                  <a:pt x="24034" y="39457"/>
                  <a:pt x="22865" y="39660"/>
                  <a:pt x="21246" y="39660"/>
                </a:cubicBezTo>
                <a:cubicBezTo>
                  <a:pt x="20392" y="39660"/>
                  <a:pt x="19672" y="39603"/>
                  <a:pt x="19088" y="39491"/>
                </a:cubicBezTo>
                <a:cubicBezTo>
                  <a:pt x="18503" y="39378"/>
                  <a:pt x="18020" y="39232"/>
                  <a:pt x="17638" y="39052"/>
                </a:cubicBezTo>
                <a:cubicBezTo>
                  <a:pt x="17255" y="38873"/>
                  <a:pt x="16986" y="38637"/>
                  <a:pt x="16828" y="38344"/>
                </a:cubicBezTo>
                <a:cubicBezTo>
                  <a:pt x="16671" y="38052"/>
                  <a:pt x="16592" y="37726"/>
                  <a:pt x="16592" y="37366"/>
                </a:cubicBezTo>
                <a:lnTo>
                  <a:pt x="16592" y="28935"/>
                </a:lnTo>
                <a:lnTo>
                  <a:pt x="2158" y="28935"/>
                </a:lnTo>
                <a:cubicBezTo>
                  <a:pt x="1844" y="28935"/>
                  <a:pt x="1551" y="28857"/>
                  <a:pt x="1282" y="28699"/>
                </a:cubicBezTo>
                <a:cubicBezTo>
                  <a:pt x="1012" y="28542"/>
                  <a:pt x="776" y="28250"/>
                  <a:pt x="573" y="27822"/>
                </a:cubicBezTo>
                <a:cubicBezTo>
                  <a:pt x="371" y="27395"/>
                  <a:pt x="225" y="26822"/>
                  <a:pt x="135" y="26102"/>
                </a:cubicBezTo>
                <a:cubicBezTo>
                  <a:pt x="45" y="25383"/>
                  <a:pt x="0" y="24484"/>
                  <a:pt x="0" y="23405"/>
                </a:cubicBezTo>
                <a:cubicBezTo>
                  <a:pt x="0" y="22280"/>
                  <a:pt x="45" y="21359"/>
                  <a:pt x="135" y="20639"/>
                </a:cubicBezTo>
                <a:cubicBezTo>
                  <a:pt x="225" y="19920"/>
                  <a:pt x="371" y="19358"/>
                  <a:pt x="573" y="18953"/>
                </a:cubicBezTo>
                <a:cubicBezTo>
                  <a:pt x="776" y="18548"/>
                  <a:pt x="1012" y="18256"/>
                  <a:pt x="1282" y="18076"/>
                </a:cubicBezTo>
                <a:cubicBezTo>
                  <a:pt x="1551" y="17896"/>
                  <a:pt x="1844" y="17806"/>
                  <a:pt x="2158" y="17806"/>
                </a:cubicBezTo>
                <a:lnTo>
                  <a:pt x="16592" y="17806"/>
                </a:lnTo>
                <a:lnTo>
                  <a:pt x="16592" y="2226"/>
                </a:lnTo>
                <a:cubicBezTo>
                  <a:pt x="16592" y="1866"/>
                  <a:pt x="16671" y="1551"/>
                  <a:pt x="16828" y="1282"/>
                </a:cubicBezTo>
                <a:cubicBezTo>
                  <a:pt x="16986" y="1012"/>
                  <a:pt x="17255" y="776"/>
                  <a:pt x="17638" y="573"/>
                </a:cubicBezTo>
                <a:cubicBezTo>
                  <a:pt x="18020" y="371"/>
                  <a:pt x="18503" y="225"/>
                  <a:pt x="19088" y="135"/>
                </a:cubicBezTo>
                <a:cubicBezTo>
                  <a:pt x="19672" y="45"/>
                  <a:pt x="20392" y="0"/>
                  <a:pt x="21246" y="0"/>
                </a:cubicBezTo>
                <a:cubicBezTo>
                  <a:pt x="22865" y="0"/>
                  <a:pt x="24034" y="202"/>
                  <a:pt x="24753" y="607"/>
                </a:cubicBezTo>
                <a:cubicBezTo>
                  <a:pt x="25473" y="1012"/>
                  <a:pt x="25833" y="1551"/>
                  <a:pt x="25833" y="2226"/>
                </a:cubicBezTo>
                <a:lnTo>
                  <a:pt x="25833" y="17806"/>
                </a:lnTo>
                <a:lnTo>
                  <a:pt x="59791" y="17806"/>
                </a:lnTo>
                <a:cubicBezTo>
                  <a:pt x="63984" y="17806"/>
                  <a:pt x="67152" y="17188"/>
                  <a:pt x="69295" y="15951"/>
                </a:cubicBezTo>
                <a:cubicBezTo>
                  <a:pt x="71436" y="14715"/>
                  <a:pt x="72507" y="12500"/>
                  <a:pt x="72507" y="9308"/>
                </a:cubicBezTo>
                <a:cubicBezTo>
                  <a:pt x="72507" y="8274"/>
                  <a:pt x="72406" y="7352"/>
                  <a:pt x="72203" y="6542"/>
                </a:cubicBezTo>
                <a:cubicBezTo>
                  <a:pt x="72001" y="5733"/>
                  <a:pt x="71787" y="5014"/>
                  <a:pt x="71563" y="4384"/>
                </a:cubicBezTo>
                <a:cubicBezTo>
                  <a:pt x="71338" y="3755"/>
                  <a:pt x="71124" y="3215"/>
                  <a:pt x="70922" y="2765"/>
                </a:cubicBezTo>
                <a:cubicBezTo>
                  <a:pt x="70719" y="2316"/>
                  <a:pt x="70618" y="1911"/>
                  <a:pt x="70618" y="1551"/>
                </a:cubicBezTo>
                <a:cubicBezTo>
                  <a:pt x="70618" y="1326"/>
                  <a:pt x="70674" y="1113"/>
                  <a:pt x="70787" y="911"/>
                </a:cubicBezTo>
                <a:cubicBezTo>
                  <a:pt x="70899" y="708"/>
                  <a:pt x="71113" y="551"/>
                  <a:pt x="71428" y="438"/>
                </a:cubicBezTo>
                <a:cubicBezTo>
                  <a:pt x="71742" y="326"/>
                  <a:pt x="72170" y="225"/>
                  <a:pt x="72709" y="135"/>
                </a:cubicBezTo>
                <a:cubicBezTo>
                  <a:pt x="73249" y="45"/>
                  <a:pt x="73923" y="0"/>
                  <a:pt x="74733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e">
            <a:extLst xmlns:a="http://schemas.openxmlformats.org/drawingml/2006/main">
              <a:ext uri="{FF2B5EF4-FFF2-40B4-BE49-F238E27FC236}">
                <a16:creationId xmlns:a16="http://schemas.microsoft.com/office/drawing/2014/main" id="{6E6CFC06-BEC4-48A2-81C4-8A44ACC5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71" y="832455"/>
            <a:ext cx="66774" cy="55847"/>
          </a:xfrm>
          <a:custGeom xmlns:a="http://schemas.openxmlformats.org/drawingml/2006/main">
            <a:pathLst>
              <a:path w="66774" h="55847">
                <a:moveTo>
                  <a:pt x="30756" y="0"/>
                </a:moveTo>
                <a:cubicBezTo>
                  <a:pt x="32510" y="0"/>
                  <a:pt x="33758" y="438"/>
                  <a:pt x="34500" y="1315"/>
                </a:cubicBezTo>
                <a:cubicBezTo>
                  <a:pt x="35242" y="2192"/>
                  <a:pt x="35613" y="3193"/>
                  <a:pt x="35613" y="4317"/>
                </a:cubicBezTo>
                <a:lnTo>
                  <a:pt x="35613" y="44111"/>
                </a:lnTo>
                <a:cubicBezTo>
                  <a:pt x="38995" y="44111"/>
                  <a:pt x="42039" y="43774"/>
                  <a:pt x="44746" y="43099"/>
                </a:cubicBezTo>
                <a:cubicBezTo>
                  <a:pt x="47452" y="42425"/>
                  <a:pt x="49775" y="41301"/>
                  <a:pt x="51714" y="39727"/>
                </a:cubicBezTo>
                <a:cubicBezTo>
                  <a:pt x="53653" y="38153"/>
                  <a:pt x="55142" y="36107"/>
                  <a:pt x="56180" y="33589"/>
                </a:cubicBezTo>
                <a:cubicBezTo>
                  <a:pt x="57217" y="31071"/>
                  <a:pt x="57736" y="27991"/>
                  <a:pt x="57736" y="24349"/>
                </a:cubicBezTo>
                <a:cubicBezTo>
                  <a:pt x="57736" y="21471"/>
                  <a:pt x="57500" y="18908"/>
                  <a:pt x="57027" y="16660"/>
                </a:cubicBezTo>
                <a:cubicBezTo>
                  <a:pt x="56555" y="14411"/>
                  <a:pt x="56027" y="12467"/>
                  <a:pt x="55442" y="10825"/>
                </a:cubicBezTo>
                <a:cubicBezTo>
                  <a:pt x="54858" y="9184"/>
                  <a:pt x="54329" y="7835"/>
                  <a:pt x="53857" y="6779"/>
                </a:cubicBezTo>
                <a:cubicBezTo>
                  <a:pt x="53385" y="5722"/>
                  <a:pt x="53149" y="4924"/>
                  <a:pt x="53149" y="4384"/>
                </a:cubicBezTo>
                <a:cubicBezTo>
                  <a:pt x="53149" y="4069"/>
                  <a:pt x="53228" y="3788"/>
                  <a:pt x="53385" y="3541"/>
                </a:cubicBezTo>
                <a:cubicBezTo>
                  <a:pt x="53543" y="3294"/>
                  <a:pt x="53779" y="3103"/>
                  <a:pt x="54093" y="2968"/>
                </a:cubicBezTo>
                <a:cubicBezTo>
                  <a:pt x="54408" y="2833"/>
                  <a:pt x="54847" y="2732"/>
                  <a:pt x="55409" y="2664"/>
                </a:cubicBezTo>
                <a:cubicBezTo>
                  <a:pt x="55971" y="2597"/>
                  <a:pt x="56656" y="2563"/>
                  <a:pt x="57466" y="2563"/>
                </a:cubicBezTo>
                <a:cubicBezTo>
                  <a:pt x="58050" y="2563"/>
                  <a:pt x="58556" y="2586"/>
                  <a:pt x="58983" y="2630"/>
                </a:cubicBezTo>
                <a:cubicBezTo>
                  <a:pt x="59411" y="2675"/>
                  <a:pt x="59793" y="2732"/>
                  <a:pt x="60130" y="2799"/>
                </a:cubicBezTo>
                <a:cubicBezTo>
                  <a:pt x="60467" y="2867"/>
                  <a:pt x="60771" y="2979"/>
                  <a:pt x="61041" y="3136"/>
                </a:cubicBezTo>
                <a:cubicBezTo>
                  <a:pt x="61310" y="3294"/>
                  <a:pt x="61569" y="3496"/>
                  <a:pt x="61816" y="3743"/>
                </a:cubicBezTo>
                <a:cubicBezTo>
                  <a:pt x="62064" y="3991"/>
                  <a:pt x="62468" y="4721"/>
                  <a:pt x="63030" y="5935"/>
                </a:cubicBezTo>
                <a:cubicBezTo>
                  <a:pt x="63592" y="7150"/>
                  <a:pt x="64143" y="8723"/>
                  <a:pt x="64683" y="10657"/>
                </a:cubicBezTo>
                <a:cubicBezTo>
                  <a:pt x="65222" y="12590"/>
                  <a:pt x="65706" y="14827"/>
                  <a:pt x="66133" y="17368"/>
                </a:cubicBezTo>
                <a:cubicBezTo>
                  <a:pt x="66560" y="19908"/>
                  <a:pt x="66774" y="22618"/>
                  <a:pt x="66774" y="25495"/>
                </a:cubicBezTo>
                <a:cubicBezTo>
                  <a:pt x="66774" y="30487"/>
                  <a:pt x="66076" y="34859"/>
                  <a:pt x="64681" y="38614"/>
                </a:cubicBezTo>
                <a:cubicBezTo>
                  <a:pt x="63285" y="42369"/>
                  <a:pt x="61215" y="45528"/>
                  <a:pt x="58469" y="48091"/>
                </a:cubicBezTo>
                <a:cubicBezTo>
                  <a:pt x="55723" y="50654"/>
                  <a:pt x="52280" y="52587"/>
                  <a:pt x="48139" y="53891"/>
                </a:cubicBezTo>
                <a:cubicBezTo>
                  <a:pt x="43998" y="55195"/>
                  <a:pt x="39182" y="55847"/>
                  <a:pt x="33690" y="55847"/>
                </a:cubicBezTo>
                <a:cubicBezTo>
                  <a:pt x="28469" y="55847"/>
                  <a:pt x="23776" y="55173"/>
                  <a:pt x="19613" y="53824"/>
                </a:cubicBezTo>
                <a:cubicBezTo>
                  <a:pt x="15449" y="52475"/>
                  <a:pt x="11916" y="50530"/>
                  <a:pt x="9013" y="47989"/>
                </a:cubicBezTo>
                <a:cubicBezTo>
                  <a:pt x="6110" y="45449"/>
                  <a:pt x="3882" y="42380"/>
                  <a:pt x="2329" y="38783"/>
                </a:cubicBezTo>
                <a:cubicBezTo>
                  <a:pt x="776" y="35185"/>
                  <a:pt x="0" y="31161"/>
                  <a:pt x="0" y="26709"/>
                </a:cubicBezTo>
                <a:cubicBezTo>
                  <a:pt x="0" y="21943"/>
                  <a:pt x="764" y="17885"/>
                  <a:pt x="2293" y="14535"/>
                </a:cubicBezTo>
                <a:cubicBezTo>
                  <a:pt x="3822" y="11185"/>
                  <a:pt x="5879" y="8431"/>
                  <a:pt x="8465" y="6273"/>
                </a:cubicBezTo>
                <a:cubicBezTo>
                  <a:pt x="11050" y="4114"/>
                  <a:pt x="14085" y="2529"/>
                  <a:pt x="17570" y="1518"/>
                </a:cubicBezTo>
                <a:cubicBezTo>
                  <a:pt x="21055" y="506"/>
                  <a:pt x="24776" y="0"/>
                  <a:pt x="28733" y="0"/>
                </a:cubicBezTo>
                <a:lnTo>
                  <a:pt x="30756" y="0"/>
                </a:lnTo>
                <a:moveTo>
                  <a:pt x="27451" y="11196"/>
                </a:moveTo>
                <a:cubicBezTo>
                  <a:pt x="21606" y="11062"/>
                  <a:pt x="17019" y="12354"/>
                  <a:pt x="13692" y="15075"/>
                </a:cubicBezTo>
                <a:cubicBezTo>
                  <a:pt x="10365" y="17795"/>
                  <a:pt x="8701" y="21831"/>
                  <a:pt x="8701" y="27182"/>
                </a:cubicBezTo>
                <a:cubicBezTo>
                  <a:pt x="8701" y="29925"/>
                  <a:pt x="9218" y="32330"/>
                  <a:pt x="10252" y="34399"/>
                </a:cubicBezTo>
                <a:cubicBezTo>
                  <a:pt x="11286" y="36467"/>
                  <a:pt x="12658" y="38198"/>
                  <a:pt x="14366" y="39592"/>
                </a:cubicBezTo>
                <a:cubicBezTo>
                  <a:pt x="16075" y="40986"/>
                  <a:pt x="18065" y="42065"/>
                  <a:pt x="20336" y="42830"/>
                </a:cubicBezTo>
                <a:cubicBezTo>
                  <a:pt x="22606" y="43594"/>
                  <a:pt x="24978" y="44021"/>
                  <a:pt x="27451" y="44111"/>
                </a:cubicBezTo>
                <a:lnTo>
                  <a:pt x="27451" y="111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Text n">
            <a:extLst xmlns:a="http://schemas.openxmlformats.org/drawingml/2006/main">
              <a:ext uri="{FF2B5EF4-FFF2-40B4-BE49-F238E27FC236}">
                <a16:creationId xmlns:a16="http://schemas.microsoft.com/office/drawing/2014/main" id="{0A322431-A78A-4EC9-A79C-AACA39C2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71" y="763193"/>
            <a:ext cx="65829" cy="52272"/>
          </a:xfrm>
          <a:custGeom xmlns:a="http://schemas.openxmlformats.org/drawingml/2006/main">
            <a:pathLst>
              <a:path w="65829" h="52272">
                <a:moveTo>
                  <a:pt x="63739" y="0"/>
                </a:moveTo>
                <a:cubicBezTo>
                  <a:pt x="64098" y="0"/>
                  <a:pt x="64402" y="90"/>
                  <a:pt x="64649" y="270"/>
                </a:cubicBezTo>
                <a:cubicBezTo>
                  <a:pt x="64896" y="450"/>
                  <a:pt x="65110" y="742"/>
                  <a:pt x="65290" y="1147"/>
                </a:cubicBezTo>
                <a:cubicBezTo>
                  <a:pt x="65470" y="1551"/>
                  <a:pt x="65605" y="2113"/>
                  <a:pt x="65695" y="2833"/>
                </a:cubicBezTo>
                <a:cubicBezTo>
                  <a:pt x="65784" y="3552"/>
                  <a:pt x="65829" y="4452"/>
                  <a:pt x="65829" y="5531"/>
                </a:cubicBezTo>
                <a:cubicBezTo>
                  <a:pt x="65829" y="6655"/>
                  <a:pt x="65784" y="7577"/>
                  <a:pt x="65695" y="8296"/>
                </a:cubicBezTo>
                <a:cubicBezTo>
                  <a:pt x="65605" y="9016"/>
                  <a:pt x="65470" y="9578"/>
                  <a:pt x="65290" y="9982"/>
                </a:cubicBezTo>
                <a:cubicBezTo>
                  <a:pt x="65110" y="10387"/>
                  <a:pt x="64896" y="10679"/>
                  <a:pt x="64649" y="10859"/>
                </a:cubicBezTo>
                <a:cubicBezTo>
                  <a:pt x="64402" y="11039"/>
                  <a:pt x="64098" y="11129"/>
                  <a:pt x="63739" y="11129"/>
                </a:cubicBezTo>
                <a:lnTo>
                  <a:pt x="28193" y="11129"/>
                </a:lnTo>
                <a:cubicBezTo>
                  <a:pt x="24731" y="11129"/>
                  <a:pt x="21943" y="11399"/>
                  <a:pt x="19830" y="11938"/>
                </a:cubicBezTo>
                <a:cubicBezTo>
                  <a:pt x="17716" y="12478"/>
                  <a:pt x="15895" y="13265"/>
                  <a:pt x="14366" y="14299"/>
                </a:cubicBezTo>
                <a:cubicBezTo>
                  <a:pt x="12838" y="15333"/>
                  <a:pt x="11669" y="16671"/>
                  <a:pt x="10859" y="18312"/>
                </a:cubicBezTo>
                <a:cubicBezTo>
                  <a:pt x="10050" y="19953"/>
                  <a:pt x="9645" y="21853"/>
                  <a:pt x="9645" y="24012"/>
                </a:cubicBezTo>
                <a:cubicBezTo>
                  <a:pt x="9645" y="26799"/>
                  <a:pt x="10634" y="29587"/>
                  <a:pt x="12613" y="32375"/>
                </a:cubicBezTo>
                <a:cubicBezTo>
                  <a:pt x="14591" y="35163"/>
                  <a:pt x="17492" y="38086"/>
                  <a:pt x="21314" y="41143"/>
                </a:cubicBezTo>
                <a:lnTo>
                  <a:pt x="63739" y="41143"/>
                </a:lnTo>
                <a:cubicBezTo>
                  <a:pt x="64098" y="41143"/>
                  <a:pt x="64402" y="41233"/>
                  <a:pt x="64649" y="41413"/>
                </a:cubicBezTo>
                <a:cubicBezTo>
                  <a:pt x="64896" y="41593"/>
                  <a:pt x="65110" y="41885"/>
                  <a:pt x="65290" y="42290"/>
                </a:cubicBezTo>
                <a:cubicBezTo>
                  <a:pt x="65470" y="42695"/>
                  <a:pt x="65605" y="43257"/>
                  <a:pt x="65695" y="43976"/>
                </a:cubicBezTo>
                <a:cubicBezTo>
                  <a:pt x="65784" y="44696"/>
                  <a:pt x="65829" y="45617"/>
                  <a:pt x="65829" y="46742"/>
                </a:cubicBezTo>
                <a:cubicBezTo>
                  <a:pt x="65829" y="47821"/>
                  <a:pt x="65784" y="48720"/>
                  <a:pt x="65695" y="49440"/>
                </a:cubicBezTo>
                <a:cubicBezTo>
                  <a:pt x="65605" y="50159"/>
                  <a:pt x="65470" y="50732"/>
                  <a:pt x="65290" y="51159"/>
                </a:cubicBezTo>
                <a:cubicBezTo>
                  <a:pt x="65110" y="51587"/>
                  <a:pt x="64896" y="51879"/>
                  <a:pt x="64649" y="52036"/>
                </a:cubicBezTo>
                <a:cubicBezTo>
                  <a:pt x="64402" y="52194"/>
                  <a:pt x="64098" y="52272"/>
                  <a:pt x="63739" y="52272"/>
                </a:cubicBezTo>
                <a:lnTo>
                  <a:pt x="3035" y="52272"/>
                </a:lnTo>
                <a:cubicBezTo>
                  <a:pt x="2675" y="52272"/>
                  <a:pt x="2372" y="52205"/>
                  <a:pt x="2125" y="52070"/>
                </a:cubicBezTo>
                <a:cubicBezTo>
                  <a:pt x="1877" y="51935"/>
                  <a:pt x="1652" y="51665"/>
                  <a:pt x="1450" y="51261"/>
                </a:cubicBezTo>
                <a:cubicBezTo>
                  <a:pt x="1248" y="50856"/>
                  <a:pt x="1113" y="50339"/>
                  <a:pt x="1045" y="49709"/>
                </a:cubicBezTo>
                <a:cubicBezTo>
                  <a:pt x="978" y="49080"/>
                  <a:pt x="944" y="48248"/>
                  <a:pt x="944" y="47214"/>
                </a:cubicBezTo>
                <a:cubicBezTo>
                  <a:pt x="944" y="46224"/>
                  <a:pt x="978" y="45404"/>
                  <a:pt x="1045" y="44752"/>
                </a:cubicBezTo>
                <a:cubicBezTo>
                  <a:pt x="1113" y="44100"/>
                  <a:pt x="1248" y="43594"/>
                  <a:pt x="1450" y="43234"/>
                </a:cubicBezTo>
                <a:cubicBezTo>
                  <a:pt x="1652" y="42875"/>
                  <a:pt x="1877" y="42616"/>
                  <a:pt x="2125" y="42459"/>
                </a:cubicBezTo>
                <a:cubicBezTo>
                  <a:pt x="2372" y="42301"/>
                  <a:pt x="2675" y="42223"/>
                  <a:pt x="3035" y="42223"/>
                </a:cubicBezTo>
                <a:lnTo>
                  <a:pt x="11061" y="42223"/>
                </a:lnTo>
                <a:cubicBezTo>
                  <a:pt x="7239" y="38805"/>
                  <a:pt x="4440" y="35399"/>
                  <a:pt x="2664" y="32004"/>
                </a:cubicBezTo>
                <a:cubicBezTo>
                  <a:pt x="888" y="28609"/>
                  <a:pt x="0" y="25181"/>
                  <a:pt x="0" y="21718"/>
                </a:cubicBezTo>
                <a:cubicBezTo>
                  <a:pt x="0" y="17671"/>
                  <a:pt x="686" y="14265"/>
                  <a:pt x="2057" y="11500"/>
                </a:cubicBezTo>
                <a:cubicBezTo>
                  <a:pt x="3429" y="8735"/>
                  <a:pt x="5261" y="6498"/>
                  <a:pt x="7554" y="4789"/>
                </a:cubicBezTo>
                <a:cubicBezTo>
                  <a:pt x="9847" y="3080"/>
                  <a:pt x="12534" y="1855"/>
                  <a:pt x="15614" y="1113"/>
                </a:cubicBezTo>
                <a:cubicBezTo>
                  <a:pt x="18694" y="371"/>
                  <a:pt x="22393" y="0"/>
                  <a:pt x="26709" y="0"/>
                </a:cubicBezTo>
                <a:lnTo>
                  <a:pt x="6373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s">
            <a:extLst xmlns:a="http://schemas.openxmlformats.org/drawingml/2006/main">
              <a:ext uri="{FF2B5EF4-FFF2-40B4-BE49-F238E27FC236}">
                <a16:creationId xmlns:a16="http://schemas.microsoft.com/office/drawing/2014/main" id="{57D4DD2C-6771-43B2-8E87-FE60E9B3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71" y="704837"/>
            <a:ext cx="66774" cy="42964"/>
          </a:xfrm>
          <a:custGeom xmlns:a="http://schemas.openxmlformats.org/drawingml/2006/main">
            <a:pathLst>
              <a:path w="66774" h="42964">
                <a:moveTo>
                  <a:pt x="47262" y="0"/>
                </a:moveTo>
                <a:cubicBezTo>
                  <a:pt x="50368" y="0"/>
                  <a:pt x="53136" y="573"/>
                  <a:pt x="55567" y="1720"/>
                </a:cubicBezTo>
                <a:cubicBezTo>
                  <a:pt x="57996" y="2867"/>
                  <a:pt x="60044" y="4497"/>
                  <a:pt x="61711" y="6610"/>
                </a:cubicBezTo>
                <a:cubicBezTo>
                  <a:pt x="63376" y="8723"/>
                  <a:pt x="64636" y="11241"/>
                  <a:pt x="65490" y="14164"/>
                </a:cubicBezTo>
                <a:cubicBezTo>
                  <a:pt x="66346" y="17087"/>
                  <a:pt x="66774" y="20302"/>
                  <a:pt x="66774" y="23809"/>
                </a:cubicBezTo>
                <a:cubicBezTo>
                  <a:pt x="66774" y="25968"/>
                  <a:pt x="66605" y="28025"/>
                  <a:pt x="66268" y="29981"/>
                </a:cubicBezTo>
                <a:cubicBezTo>
                  <a:pt x="65931" y="31937"/>
                  <a:pt x="65503" y="33690"/>
                  <a:pt x="64986" y="35242"/>
                </a:cubicBezTo>
                <a:cubicBezTo>
                  <a:pt x="64469" y="36793"/>
                  <a:pt x="63930" y="38108"/>
                  <a:pt x="63368" y="39187"/>
                </a:cubicBezTo>
                <a:cubicBezTo>
                  <a:pt x="62805" y="40267"/>
                  <a:pt x="62300" y="41053"/>
                  <a:pt x="61850" y="41548"/>
                </a:cubicBezTo>
                <a:cubicBezTo>
                  <a:pt x="61400" y="42043"/>
                  <a:pt x="60771" y="42402"/>
                  <a:pt x="59961" y="42627"/>
                </a:cubicBezTo>
                <a:cubicBezTo>
                  <a:pt x="59152" y="42852"/>
                  <a:pt x="58050" y="42964"/>
                  <a:pt x="56656" y="42964"/>
                </a:cubicBezTo>
                <a:cubicBezTo>
                  <a:pt x="55802" y="42964"/>
                  <a:pt x="55083" y="42920"/>
                  <a:pt x="54498" y="42830"/>
                </a:cubicBezTo>
                <a:cubicBezTo>
                  <a:pt x="53914" y="42740"/>
                  <a:pt x="53441" y="42627"/>
                  <a:pt x="53082" y="42492"/>
                </a:cubicBezTo>
                <a:cubicBezTo>
                  <a:pt x="52722" y="42357"/>
                  <a:pt x="52463" y="42166"/>
                  <a:pt x="52306" y="41919"/>
                </a:cubicBezTo>
                <a:cubicBezTo>
                  <a:pt x="52149" y="41672"/>
                  <a:pt x="52070" y="41391"/>
                  <a:pt x="52070" y="41076"/>
                </a:cubicBezTo>
                <a:cubicBezTo>
                  <a:pt x="52070" y="40581"/>
                  <a:pt x="52373" y="39851"/>
                  <a:pt x="52981" y="38884"/>
                </a:cubicBezTo>
                <a:cubicBezTo>
                  <a:pt x="53588" y="37917"/>
                  <a:pt x="54251" y="36726"/>
                  <a:pt x="54970" y="35309"/>
                </a:cubicBezTo>
                <a:cubicBezTo>
                  <a:pt x="55690" y="33893"/>
                  <a:pt x="56353" y="32218"/>
                  <a:pt x="56960" y="30284"/>
                </a:cubicBezTo>
                <a:cubicBezTo>
                  <a:pt x="57567" y="28351"/>
                  <a:pt x="57871" y="26125"/>
                  <a:pt x="57871" y="23607"/>
                </a:cubicBezTo>
                <a:cubicBezTo>
                  <a:pt x="57871" y="21718"/>
                  <a:pt x="57668" y="20010"/>
                  <a:pt x="57263" y="18481"/>
                </a:cubicBezTo>
                <a:cubicBezTo>
                  <a:pt x="56857" y="16952"/>
                  <a:pt x="56260" y="15625"/>
                  <a:pt x="55472" y="14501"/>
                </a:cubicBezTo>
                <a:cubicBezTo>
                  <a:pt x="54684" y="13377"/>
                  <a:pt x="53681" y="12512"/>
                  <a:pt x="52464" y="11905"/>
                </a:cubicBezTo>
                <a:cubicBezTo>
                  <a:pt x="51247" y="11298"/>
                  <a:pt x="49806" y="10994"/>
                  <a:pt x="48139" y="10994"/>
                </a:cubicBezTo>
                <a:cubicBezTo>
                  <a:pt x="46429" y="10994"/>
                  <a:pt x="44989" y="11432"/>
                  <a:pt x="43818" y="12309"/>
                </a:cubicBezTo>
                <a:cubicBezTo>
                  <a:pt x="42648" y="13186"/>
                  <a:pt x="41613" y="14344"/>
                  <a:pt x="40713" y="15783"/>
                </a:cubicBezTo>
                <a:cubicBezTo>
                  <a:pt x="39813" y="17222"/>
                  <a:pt x="39014" y="18841"/>
                  <a:pt x="38317" y="20639"/>
                </a:cubicBezTo>
                <a:cubicBezTo>
                  <a:pt x="37619" y="22438"/>
                  <a:pt x="36887" y="24293"/>
                  <a:pt x="36123" y="26204"/>
                </a:cubicBezTo>
                <a:cubicBezTo>
                  <a:pt x="35357" y="28115"/>
                  <a:pt x="34490" y="29981"/>
                  <a:pt x="33522" y="31802"/>
                </a:cubicBezTo>
                <a:cubicBezTo>
                  <a:pt x="32554" y="33623"/>
                  <a:pt x="31372" y="35253"/>
                  <a:pt x="29976" y="36692"/>
                </a:cubicBezTo>
                <a:cubicBezTo>
                  <a:pt x="28581" y="38131"/>
                  <a:pt x="26916" y="39289"/>
                  <a:pt x="24981" y="40165"/>
                </a:cubicBezTo>
                <a:cubicBezTo>
                  <a:pt x="23046" y="41042"/>
                  <a:pt x="20728" y="41481"/>
                  <a:pt x="18028" y="41481"/>
                </a:cubicBezTo>
                <a:cubicBezTo>
                  <a:pt x="15642" y="41481"/>
                  <a:pt x="13358" y="41020"/>
                  <a:pt x="11175" y="40098"/>
                </a:cubicBezTo>
                <a:cubicBezTo>
                  <a:pt x="8992" y="39176"/>
                  <a:pt x="7079" y="37793"/>
                  <a:pt x="5436" y="35950"/>
                </a:cubicBezTo>
                <a:cubicBezTo>
                  <a:pt x="3792" y="34106"/>
                  <a:pt x="2475" y="31802"/>
                  <a:pt x="1486" y="29036"/>
                </a:cubicBezTo>
                <a:cubicBezTo>
                  <a:pt x="495" y="26271"/>
                  <a:pt x="0" y="23045"/>
                  <a:pt x="0" y="19358"/>
                </a:cubicBezTo>
                <a:cubicBezTo>
                  <a:pt x="0" y="17739"/>
                  <a:pt x="137" y="16120"/>
                  <a:pt x="411" y="14501"/>
                </a:cubicBezTo>
                <a:cubicBezTo>
                  <a:pt x="685" y="12883"/>
                  <a:pt x="1027" y="11421"/>
                  <a:pt x="1437" y="10117"/>
                </a:cubicBezTo>
                <a:cubicBezTo>
                  <a:pt x="1848" y="8813"/>
                  <a:pt x="2293" y="7700"/>
                  <a:pt x="2772" y="6779"/>
                </a:cubicBezTo>
                <a:cubicBezTo>
                  <a:pt x="3251" y="5857"/>
                  <a:pt x="3673" y="5160"/>
                  <a:pt x="4038" y="4688"/>
                </a:cubicBezTo>
                <a:cubicBezTo>
                  <a:pt x="4404" y="4216"/>
                  <a:pt x="4721" y="3901"/>
                  <a:pt x="4991" y="3743"/>
                </a:cubicBezTo>
                <a:cubicBezTo>
                  <a:pt x="5261" y="3586"/>
                  <a:pt x="5564" y="3474"/>
                  <a:pt x="5902" y="3406"/>
                </a:cubicBezTo>
                <a:cubicBezTo>
                  <a:pt x="6239" y="3339"/>
                  <a:pt x="6655" y="3271"/>
                  <a:pt x="7150" y="3204"/>
                </a:cubicBezTo>
                <a:cubicBezTo>
                  <a:pt x="7644" y="3136"/>
                  <a:pt x="8251" y="3103"/>
                  <a:pt x="8971" y="3103"/>
                </a:cubicBezTo>
                <a:cubicBezTo>
                  <a:pt x="9735" y="3103"/>
                  <a:pt x="10398" y="3136"/>
                  <a:pt x="10960" y="3204"/>
                </a:cubicBezTo>
                <a:cubicBezTo>
                  <a:pt x="11522" y="3271"/>
                  <a:pt x="11983" y="3384"/>
                  <a:pt x="12343" y="3541"/>
                </a:cubicBezTo>
                <a:cubicBezTo>
                  <a:pt x="12703" y="3698"/>
                  <a:pt x="12961" y="3890"/>
                  <a:pt x="13119" y="4114"/>
                </a:cubicBezTo>
                <a:cubicBezTo>
                  <a:pt x="13276" y="4339"/>
                  <a:pt x="13355" y="4586"/>
                  <a:pt x="13355" y="4856"/>
                </a:cubicBezTo>
                <a:cubicBezTo>
                  <a:pt x="13355" y="5261"/>
                  <a:pt x="13104" y="5846"/>
                  <a:pt x="12602" y="6610"/>
                </a:cubicBezTo>
                <a:cubicBezTo>
                  <a:pt x="12101" y="7374"/>
                  <a:pt x="11565" y="8364"/>
                  <a:pt x="10994" y="9578"/>
                </a:cubicBezTo>
                <a:cubicBezTo>
                  <a:pt x="10424" y="10792"/>
                  <a:pt x="9887" y="12219"/>
                  <a:pt x="9386" y="13861"/>
                </a:cubicBezTo>
                <a:cubicBezTo>
                  <a:pt x="8884" y="15502"/>
                  <a:pt x="8633" y="17379"/>
                  <a:pt x="8633" y="19493"/>
                </a:cubicBezTo>
                <a:cubicBezTo>
                  <a:pt x="8633" y="21381"/>
                  <a:pt x="8848" y="23045"/>
                  <a:pt x="9276" y="24484"/>
                </a:cubicBezTo>
                <a:cubicBezTo>
                  <a:pt x="9703" y="25923"/>
                  <a:pt x="10311" y="27103"/>
                  <a:pt x="11099" y="28025"/>
                </a:cubicBezTo>
                <a:cubicBezTo>
                  <a:pt x="11888" y="28947"/>
                  <a:pt x="12823" y="29643"/>
                  <a:pt x="13905" y="30116"/>
                </a:cubicBezTo>
                <a:cubicBezTo>
                  <a:pt x="14985" y="30588"/>
                  <a:pt x="16157" y="30824"/>
                  <a:pt x="17418" y="30824"/>
                </a:cubicBezTo>
                <a:cubicBezTo>
                  <a:pt x="19174" y="30824"/>
                  <a:pt x="20648" y="30374"/>
                  <a:pt x="21841" y="29475"/>
                </a:cubicBezTo>
                <a:cubicBezTo>
                  <a:pt x="23034" y="28576"/>
                  <a:pt x="24080" y="27406"/>
                  <a:pt x="24981" y="25968"/>
                </a:cubicBezTo>
                <a:cubicBezTo>
                  <a:pt x="25880" y="24529"/>
                  <a:pt x="26690" y="22887"/>
                  <a:pt x="27411" y="21044"/>
                </a:cubicBezTo>
                <a:cubicBezTo>
                  <a:pt x="28131" y="19200"/>
                  <a:pt x="28873" y="17323"/>
                  <a:pt x="29639" y="15412"/>
                </a:cubicBezTo>
                <a:cubicBezTo>
                  <a:pt x="30404" y="13501"/>
                  <a:pt x="31259" y="11612"/>
                  <a:pt x="32204" y="9746"/>
                </a:cubicBezTo>
                <a:cubicBezTo>
                  <a:pt x="33150" y="7880"/>
                  <a:pt x="34298" y="6228"/>
                  <a:pt x="35648" y="4789"/>
                </a:cubicBezTo>
                <a:cubicBezTo>
                  <a:pt x="36999" y="3350"/>
                  <a:pt x="38620" y="2192"/>
                  <a:pt x="40511" y="1315"/>
                </a:cubicBezTo>
                <a:cubicBezTo>
                  <a:pt x="42401" y="438"/>
                  <a:pt x="44651" y="0"/>
                  <a:pt x="47262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i">
            <a:extLst xmlns:a="http://schemas.openxmlformats.org/drawingml/2006/main">
              <a:ext uri="{FF2B5EF4-FFF2-40B4-BE49-F238E27FC236}">
                <a16:creationId xmlns:a16="http://schemas.microsoft.com/office/drawing/2014/main" id="{72C2C02F-7433-4D1D-8A48-8CDF0D4C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925" y="676524"/>
            <a:ext cx="89976" cy="13759"/>
          </a:xfrm>
          <a:custGeom xmlns:a="http://schemas.openxmlformats.org/drawingml/2006/main">
            <a:pathLst>
              <a:path w="89976" h="13759">
                <a:moveTo>
                  <a:pt x="87885" y="1282"/>
                </a:moveTo>
                <a:cubicBezTo>
                  <a:pt x="88245" y="1282"/>
                  <a:pt x="88548" y="1371"/>
                  <a:pt x="88796" y="1551"/>
                </a:cubicBezTo>
                <a:cubicBezTo>
                  <a:pt x="89043" y="1731"/>
                  <a:pt x="89256" y="2023"/>
                  <a:pt x="89436" y="2428"/>
                </a:cubicBezTo>
                <a:cubicBezTo>
                  <a:pt x="89616" y="2833"/>
                  <a:pt x="89751" y="3395"/>
                  <a:pt x="89841" y="4114"/>
                </a:cubicBezTo>
                <a:cubicBezTo>
                  <a:pt x="89931" y="4834"/>
                  <a:pt x="89976" y="5756"/>
                  <a:pt x="89976" y="6880"/>
                </a:cubicBezTo>
                <a:cubicBezTo>
                  <a:pt x="89976" y="7959"/>
                  <a:pt x="89931" y="8858"/>
                  <a:pt x="89841" y="9578"/>
                </a:cubicBezTo>
                <a:cubicBezTo>
                  <a:pt x="89751" y="10297"/>
                  <a:pt x="89616" y="10870"/>
                  <a:pt x="89436" y="11298"/>
                </a:cubicBezTo>
                <a:cubicBezTo>
                  <a:pt x="89256" y="11725"/>
                  <a:pt x="89043" y="12017"/>
                  <a:pt x="88796" y="12174"/>
                </a:cubicBezTo>
                <a:cubicBezTo>
                  <a:pt x="88548" y="12332"/>
                  <a:pt x="88245" y="12410"/>
                  <a:pt x="87885" y="12410"/>
                </a:cubicBezTo>
                <a:lnTo>
                  <a:pt x="27182" y="12410"/>
                </a:lnTo>
                <a:cubicBezTo>
                  <a:pt x="26867" y="12410"/>
                  <a:pt x="26575" y="12332"/>
                  <a:pt x="26305" y="12174"/>
                </a:cubicBezTo>
                <a:cubicBezTo>
                  <a:pt x="26035" y="12017"/>
                  <a:pt x="25810" y="11725"/>
                  <a:pt x="25630" y="11298"/>
                </a:cubicBezTo>
                <a:cubicBezTo>
                  <a:pt x="25450" y="10870"/>
                  <a:pt x="25316" y="10297"/>
                  <a:pt x="25226" y="9578"/>
                </a:cubicBezTo>
                <a:cubicBezTo>
                  <a:pt x="25136" y="8858"/>
                  <a:pt x="25091" y="7959"/>
                  <a:pt x="25091" y="6880"/>
                </a:cubicBezTo>
                <a:cubicBezTo>
                  <a:pt x="25091" y="5756"/>
                  <a:pt x="25136" y="4834"/>
                  <a:pt x="25226" y="4114"/>
                </a:cubicBezTo>
                <a:cubicBezTo>
                  <a:pt x="25316" y="3395"/>
                  <a:pt x="25450" y="2833"/>
                  <a:pt x="25630" y="2428"/>
                </a:cubicBezTo>
                <a:cubicBezTo>
                  <a:pt x="25810" y="2023"/>
                  <a:pt x="26035" y="1731"/>
                  <a:pt x="26305" y="1551"/>
                </a:cubicBezTo>
                <a:cubicBezTo>
                  <a:pt x="26575" y="1371"/>
                  <a:pt x="26867" y="1282"/>
                  <a:pt x="27182" y="1282"/>
                </a:cubicBezTo>
                <a:lnTo>
                  <a:pt x="87885" y="1282"/>
                </a:lnTo>
                <a:moveTo>
                  <a:pt x="6610" y="0"/>
                </a:moveTo>
                <a:cubicBezTo>
                  <a:pt x="9218" y="0"/>
                  <a:pt x="10994" y="495"/>
                  <a:pt x="11938" y="1484"/>
                </a:cubicBezTo>
                <a:cubicBezTo>
                  <a:pt x="12883" y="2473"/>
                  <a:pt x="13355" y="4294"/>
                  <a:pt x="13355" y="6947"/>
                </a:cubicBezTo>
                <a:cubicBezTo>
                  <a:pt x="13355" y="9555"/>
                  <a:pt x="12894" y="11343"/>
                  <a:pt x="11972" y="12309"/>
                </a:cubicBezTo>
                <a:cubicBezTo>
                  <a:pt x="11050" y="13276"/>
                  <a:pt x="9308" y="13759"/>
                  <a:pt x="6745" y="13759"/>
                </a:cubicBezTo>
                <a:cubicBezTo>
                  <a:pt x="4137" y="13759"/>
                  <a:pt x="2361" y="13265"/>
                  <a:pt x="1416" y="12276"/>
                </a:cubicBezTo>
                <a:cubicBezTo>
                  <a:pt x="472" y="11286"/>
                  <a:pt x="0" y="9465"/>
                  <a:pt x="0" y="6812"/>
                </a:cubicBezTo>
                <a:cubicBezTo>
                  <a:pt x="0" y="4204"/>
                  <a:pt x="461" y="2417"/>
                  <a:pt x="1383" y="1450"/>
                </a:cubicBezTo>
                <a:cubicBezTo>
                  <a:pt x="2304" y="483"/>
                  <a:pt x="4047" y="0"/>
                  <a:pt x="661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o">
            <a:extLst xmlns:a="http://schemas.openxmlformats.org/drawingml/2006/main">
              <a:ext uri="{FF2B5EF4-FFF2-40B4-BE49-F238E27FC236}">
                <a16:creationId xmlns:a16="http://schemas.microsoft.com/office/drawing/2014/main" id="{86666A7B-1162-4767-BE4F-A6AAC8A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71" y="600709"/>
            <a:ext cx="66774" cy="60703"/>
          </a:xfrm>
          <a:custGeom xmlns:a="http://schemas.openxmlformats.org/drawingml/2006/main">
            <a:pathLst>
              <a:path w="66774" h="60703">
                <a:moveTo>
                  <a:pt x="32746" y="0"/>
                </a:moveTo>
                <a:cubicBezTo>
                  <a:pt x="37696" y="0"/>
                  <a:pt x="42253" y="652"/>
                  <a:pt x="46417" y="1956"/>
                </a:cubicBezTo>
                <a:cubicBezTo>
                  <a:pt x="50580" y="3260"/>
                  <a:pt x="54171" y="5205"/>
                  <a:pt x="57188" y="7790"/>
                </a:cubicBezTo>
                <a:cubicBezTo>
                  <a:pt x="60203" y="10376"/>
                  <a:pt x="62555" y="13613"/>
                  <a:pt x="64242" y="17503"/>
                </a:cubicBezTo>
                <a:cubicBezTo>
                  <a:pt x="65930" y="21392"/>
                  <a:pt x="66774" y="25900"/>
                  <a:pt x="66774" y="31026"/>
                </a:cubicBezTo>
                <a:cubicBezTo>
                  <a:pt x="66774" y="36017"/>
                  <a:pt x="66031" y="40368"/>
                  <a:pt x="64546" y="44077"/>
                </a:cubicBezTo>
                <a:cubicBezTo>
                  <a:pt x="63061" y="47787"/>
                  <a:pt x="60900" y="50878"/>
                  <a:pt x="58064" y="53351"/>
                </a:cubicBezTo>
                <a:cubicBezTo>
                  <a:pt x="55229" y="55825"/>
                  <a:pt x="51785" y="57668"/>
                  <a:pt x="47734" y="58882"/>
                </a:cubicBezTo>
                <a:cubicBezTo>
                  <a:pt x="43683" y="60096"/>
                  <a:pt x="39092" y="60703"/>
                  <a:pt x="33960" y="60703"/>
                </a:cubicBezTo>
                <a:cubicBezTo>
                  <a:pt x="29010" y="60703"/>
                  <a:pt x="24453" y="60063"/>
                  <a:pt x="20289" y="58781"/>
                </a:cubicBezTo>
                <a:cubicBezTo>
                  <a:pt x="16126" y="57500"/>
                  <a:pt x="12536" y="55566"/>
                  <a:pt x="9521" y="52981"/>
                </a:cubicBezTo>
                <a:cubicBezTo>
                  <a:pt x="6504" y="50395"/>
                  <a:pt x="4163" y="47169"/>
                  <a:pt x="2498" y="43302"/>
                </a:cubicBezTo>
                <a:cubicBezTo>
                  <a:pt x="833" y="39435"/>
                  <a:pt x="0" y="34916"/>
                  <a:pt x="0" y="29745"/>
                </a:cubicBezTo>
                <a:cubicBezTo>
                  <a:pt x="0" y="24753"/>
                  <a:pt x="743" y="20403"/>
                  <a:pt x="2228" y="16693"/>
                </a:cubicBezTo>
                <a:cubicBezTo>
                  <a:pt x="3713" y="12984"/>
                  <a:pt x="5874" y="9892"/>
                  <a:pt x="8709" y="7419"/>
                </a:cubicBezTo>
                <a:cubicBezTo>
                  <a:pt x="11545" y="4946"/>
                  <a:pt x="14988" y="3091"/>
                  <a:pt x="19039" y="1855"/>
                </a:cubicBezTo>
                <a:cubicBezTo>
                  <a:pt x="23090" y="618"/>
                  <a:pt x="27659" y="0"/>
                  <a:pt x="32746" y="0"/>
                </a:cubicBezTo>
                <a:moveTo>
                  <a:pt x="33488" y="11736"/>
                </a:moveTo>
                <a:cubicBezTo>
                  <a:pt x="30201" y="11736"/>
                  <a:pt x="27094" y="12039"/>
                  <a:pt x="24168" y="12647"/>
                </a:cubicBezTo>
                <a:cubicBezTo>
                  <a:pt x="21241" y="13254"/>
                  <a:pt x="18674" y="14254"/>
                  <a:pt x="16468" y="15648"/>
                </a:cubicBezTo>
                <a:cubicBezTo>
                  <a:pt x="14262" y="17042"/>
                  <a:pt x="12517" y="18930"/>
                  <a:pt x="11234" y="21314"/>
                </a:cubicBezTo>
                <a:cubicBezTo>
                  <a:pt x="9950" y="23697"/>
                  <a:pt x="9308" y="26665"/>
                  <a:pt x="9308" y="30217"/>
                </a:cubicBezTo>
                <a:cubicBezTo>
                  <a:pt x="9308" y="33499"/>
                  <a:pt x="9893" y="36321"/>
                  <a:pt x="11064" y="38682"/>
                </a:cubicBezTo>
                <a:cubicBezTo>
                  <a:pt x="12234" y="41042"/>
                  <a:pt x="13889" y="42987"/>
                  <a:pt x="16029" y="44516"/>
                </a:cubicBezTo>
                <a:cubicBezTo>
                  <a:pt x="18168" y="46045"/>
                  <a:pt x="20701" y="47180"/>
                  <a:pt x="23628" y="47922"/>
                </a:cubicBezTo>
                <a:cubicBezTo>
                  <a:pt x="26553" y="48664"/>
                  <a:pt x="29750" y="49035"/>
                  <a:pt x="33218" y="49035"/>
                </a:cubicBezTo>
                <a:cubicBezTo>
                  <a:pt x="36550" y="49035"/>
                  <a:pt x="39679" y="48731"/>
                  <a:pt x="42606" y="48124"/>
                </a:cubicBezTo>
                <a:cubicBezTo>
                  <a:pt x="45533" y="47517"/>
                  <a:pt x="48088" y="46506"/>
                  <a:pt x="50272" y="45089"/>
                </a:cubicBezTo>
                <a:cubicBezTo>
                  <a:pt x="52456" y="43673"/>
                  <a:pt x="54190" y="41773"/>
                  <a:pt x="55474" y="39390"/>
                </a:cubicBezTo>
                <a:cubicBezTo>
                  <a:pt x="56757" y="37007"/>
                  <a:pt x="57398" y="34039"/>
                  <a:pt x="57398" y="30487"/>
                </a:cubicBezTo>
                <a:cubicBezTo>
                  <a:pt x="57398" y="27249"/>
                  <a:pt x="56813" y="24439"/>
                  <a:pt x="55643" y="22056"/>
                </a:cubicBezTo>
                <a:cubicBezTo>
                  <a:pt x="54472" y="19672"/>
                  <a:pt x="52829" y="17716"/>
                  <a:pt x="50713" y="16188"/>
                </a:cubicBezTo>
                <a:cubicBezTo>
                  <a:pt x="48595" y="14659"/>
                  <a:pt x="46073" y="13535"/>
                  <a:pt x="43148" y="12815"/>
                </a:cubicBezTo>
                <a:cubicBezTo>
                  <a:pt x="40221" y="12096"/>
                  <a:pt x="37001" y="11736"/>
                  <a:pt x="33488" y="117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n">
            <a:extLst xmlns:a="http://schemas.openxmlformats.org/drawingml/2006/main">
              <a:ext uri="{FF2B5EF4-FFF2-40B4-BE49-F238E27FC236}">
                <a16:creationId xmlns:a16="http://schemas.microsoft.com/office/drawing/2014/main" id="{EE9D725D-7235-4E2D-A05E-1263D436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71" y="532094"/>
            <a:ext cx="65829" cy="52272"/>
          </a:xfrm>
          <a:custGeom xmlns:a="http://schemas.openxmlformats.org/drawingml/2006/main">
            <a:pathLst>
              <a:path w="65829" h="52272">
                <a:moveTo>
                  <a:pt x="63739" y="0"/>
                </a:moveTo>
                <a:cubicBezTo>
                  <a:pt x="64098" y="0"/>
                  <a:pt x="64402" y="90"/>
                  <a:pt x="64649" y="270"/>
                </a:cubicBezTo>
                <a:cubicBezTo>
                  <a:pt x="64896" y="450"/>
                  <a:pt x="65110" y="742"/>
                  <a:pt x="65290" y="1147"/>
                </a:cubicBezTo>
                <a:cubicBezTo>
                  <a:pt x="65470" y="1551"/>
                  <a:pt x="65605" y="2113"/>
                  <a:pt x="65695" y="2833"/>
                </a:cubicBezTo>
                <a:cubicBezTo>
                  <a:pt x="65784" y="3552"/>
                  <a:pt x="65829" y="4452"/>
                  <a:pt x="65829" y="5531"/>
                </a:cubicBezTo>
                <a:cubicBezTo>
                  <a:pt x="65829" y="6655"/>
                  <a:pt x="65784" y="7577"/>
                  <a:pt x="65695" y="8296"/>
                </a:cubicBezTo>
                <a:cubicBezTo>
                  <a:pt x="65605" y="9016"/>
                  <a:pt x="65470" y="9578"/>
                  <a:pt x="65290" y="9982"/>
                </a:cubicBezTo>
                <a:cubicBezTo>
                  <a:pt x="65110" y="10387"/>
                  <a:pt x="64896" y="10679"/>
                  <a:pt x="64649" y="10859"/>
                </a:cubicBezTo>
                <a:cubicBezTo>
                  <a:pt x="64402" y="11039"/>
                  <a:pt x="64098" y="11129"/>
                  <a:pt x="63739" y="11129"/>
                </a:cubicBezTo>
                <a:lnTo>
                  <a:pt x="28193" y="11129"/>
                </a:lnTo>
                <a:cubicBezTo>
                  <a:pt x="24731" y="11129"/>
                  <a:pt x="21943" y="11399"/>
                  <a:pt x="19830" y="11938"/>
                </a:cubicBezTo>
                <a:cubicBezTo>
                  <a:pt x="17716" y="12478"/>
                  <a:pt x="15895" y="13265"/>
                  <a:pt x="14366" y="14299"/>
                </a:cubicBezTo>
                <a:cubicBezTo>
                  <a:pt x="12838" y="15333"/>
                  <a:pt x="11669" y="16671"/>
                  <a:pt x="10859" y="18312"/>
                </a:cubicBezTo>
                <a:cubicBezTo>
                  <a:pt x="10050" y="19953"/>
                  <a:pt x="9645" y="21853"/>
                  <a:pt x="9645" y="24012"/>
                </a:cubicBezTo>
                <a:cubicBezTo>
                  <a:pt x="9645" y="26799"/>
                  <a:pt x="10634" y="29587"/>
                  <a:pt x="12613" y="32375"/>
                </a:cubicBezTo>
                <a:cubicBezTo>
                  <a:pt x="14591" y="35163"/>
                  <a:pt x="17492" y="38086"/>
                  <a:pt x="21314" y="41143"/>
                </a:cubicBezTo>
                <a:lnTo>
                  <a:pt x="63739" y="41143"/>
                </a:lnTo>
                <a:cubicBezTo>
                  <a:pt x="64098" y="41143"/>
                  <a:pt x="64402" y="41233"/>
                  <a:pt x="64649" y="41413"/>
                </a:cubicBezTo>
                <a:cubicBezTo>
                  <a:pt x="64896" y="41593"/>
                  <a:pt x="65110" y="41885"/>
                  <a:pt x="65290" y="42290"/>
                </a:cubicBezTo>
                <a:cubicBezTo>
                  <a:pt x="65470" y="42695"/>
                  <a:pt x="65605" y="43257"/>
                  <a:pt x="65695" y="43976"/>
                </a:cubicBezTo>
                <a:cubicBezTo>
                  <a:pt x="65784" y="44696"/>
                  <a:pt x="65829" y="45617"/>
                  <a:pt x="65829" y="46742"/>
                </a:cubicBezTo>
                <a:cubicBezTo>
                  <a:pt x="65829" y="47821"/>
                  <a:pt x="65784" y="48720"/>
                  <a:pt x="65695" y="49440"/>
                </a:cubicBezTo>
                <a:cubicBezTo>
                  <a:pt x="65605" y="50159"/>
                  <a:pt x="65470" y="50732"/>
                  <a:pt x="65290" y="51159"/>
                </a:cubicBezTo>
                <a:cubicBezTo>
                  <a:pt x="65110" y="51587"/>
                  <a:pt x="64896" y="51879"/>
                  <a:pt x="64649" y="52036"/>
                </a:cubicBezTo>
                <a:cubicBezTo>
                  <a:pt x="64402" y="52194"/>
                  <a:pt x="64098" y="52272"/>
                  <a:pt x="63739" y="52272"/>
                </a:cubicBezTo>
                <a:lnTo>
                  <a:pt x="3035" y="52272"/>
                </a:lnTo>
                <a:cubicBezTo>
                  <a:pt x="2675" y="52272"/>
                  <a:pt x="2372" y="52205"/>
                  <a:pt x="2125" y="52070"/>
                </a:cubicBezTo>
                <a:cubicBezTo>
                  <a:pt x="1877" y="51935"/>
                  <a:pt x="1652" y="51665"/>
                  <a:pt x="1450" y="51261"/>
                </a:cubicBezTo>
                <a:cubicBezTo>
                  <a:pt x="1248" y="50856"/>
                  <a:pt x="1113" y="50339"/>
                  <a:pt x="1045" y="49709"/>
                </a:cubicBezTo>
                <a:cubicBezTo>
                  <a:pt x="978" y="49080"/>
                  <a:pt x="944" y="48248"/>
                  <a:pt x="944" y="47214"/>
                </a:cubicBezTo>
                <a:cubicBezTo>
                  <a:pt x="944" y="46224"/>
                  <a:pt x="978" y="45404"/>
                  <a:pt x="1045" y="44752"/>
                </a:cubicBezTo>
                <a:cubicBezTo>
                  <a:pt x="1113" y="44100"/>
                  <a:pt x="1248" y="43594"/>
                  <a:pt x="1450" y="43234"/>
                </a:cubicBezTo>
                <a:cubicBezTo>
                  <a:pt x="1652" y="42875"/>
                  <a:pt x="1877" y="42616"/>
                  <a:pt x="2125" y="42459"/>
                </a:cubicBezTo>
                <a:cubicBezTo>
                  <a:pt x="2372" y="42301"/>
                  <a:pt x="2675" y="42223"/>
                  <a:pt x="3035" y="42223"/>
                </a:cubicBezTo>
                <a:lnTo>
                  <a:pt x="11061" y="42223"/>
                </a:lnTo>
                <a:cubicBezTo>
                  <a:pt x="7239" y="38805"/>
                  <a:pt x="4440" y="35399"/>
                  <a:pt x="2664" y="32004"/>
                </a:cubicBezTo>
                <a:cubicBezTo>
                  <a:pt x="888" y="28609"/>
                  <a:pt x="0" y="25181"/>
                  <a:pt x="0" y="21718"/>
                </a:cubicBezTo>
                <a:cubicBezTo>
                  <a:pt x="0" y="17671"/>
                  <a:pt x="686" y="14265"/>
                  <a:pt x="2057" y="11500"/>
                </a:cubicBezTo>
                <a:cubicBezTo>
                  <a:pt x="3429" y="8735"/>
                  <a:pt x="5261" y="6498"/>
                  <a:pt x="7554" y="4789"/>
                </a:cubicBezTo>
                <a:cubicBezTo>
                  <a:pt x="9847" y="3080"/>
                  <a:pt x="12534" y="1855"/>
                  <a:pt x="15614" y="1113"/>
                </a:cubicBezTo>
                <a:cubicBezTo>
                  <a:pt x="18694" y="371"/>
                  <a:pt x="22393" y="0"/>
                  <a:pt x="26709" y="0"/>
                </a:cubicBezTo>
                <a:lnTo>
                  <a:pt x="6373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3BFB3E-83CE-4BE4-BB90-D12C3E6BA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5382" y="341587"/>
            <a:ext cx="248641" cy="900402"/>
          </a:xfrm>
          <a:custGeom xmlns:a="http://schemas.openxmlformats.org/drawingml/2006/main">
            <a:pathLst>
              <a:path w="248641" h="900402">
                <a:moveTo>
                  <a:pt x="0" y="41440"/>
                </a:moveTo>
                <a:cubicBezTo>
                  <a:pt x="0" y="18571"/>
                  <a:pt x="18571" y="0"/>
                  <a:pt x="41440" y="0"/>
                </a:cubicBezTo>
                <a:lnTo>
                  <a:pt x="207201" y="0"/>
                </a:lnTo>
                <a:cubicBezTo>
                  <a:pt x="230070" y="0"/>
                  <a:pt x="248641" y="18571"/>
                  <a:pt x="248641" y="41440"/>
                </a:cubicBezTo>
                <a:lnTo>
                  <a:pt x="248641" y="858962"/>
                </a:lnTo>
                <a:cubicBezTo>
                  <a:pt x="248641" y="881831"/>
                  <a:pt x="230070" y="900402"/>
                  <a:pt x="207201" y="900402"/>
                </a:cubicBezTo>
                <a:lnTo>
                  <a:pt x="41440" y="900402"/>
                </a:lnTo>
                <a:cubicBezTo>
                  <a:pt x="18571" y="900402"/>
                  <a:pt x="0" y="881831"/>
                  <a:pt x="0" y="858962"/>
                </a:cubicBezTo>
                <a:lnTo>
                  <a:pt x="0" y="41440"/>
                </a:lnTo>
                <a:close/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705EC-B400-4DC1-9873-DAA900F0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5382" y="341587"/>
            <a:ext cx="248641" cy="900402"/>
          </a:xfrm>
          <a:custGeom xmlns:a="http://schemas.openxmlformats.org/drawingml/2006/main">
            <a:pathLst>
              <a:path w="248641" h="900402" fill="none">
                <a:moveTo>
                  <a:pt x="0" y="41440"/>
                </a:moveTo>
                <a:cubicBezTo>
                  <a:pt x="0" y="18571"/>
                  <a:pt x="18571" y="0"/>
                  <a:pt x="41440" y="0"/>
                </a:cubicBezTo>
                <a:lnTo>
                  <a:pt x="207201" y="0"/>
                </a:lnTo>
                <a:cubicBezTo>
                  <a:pt x="230070" y="0"/>
                  <a:pt x="248641" y="18571"/>
                  <a:pt x="248641" y="41440"/>
                </a:cubicBezTo>
                <a:lnTo>
                  <a:pt x="248641" y="858962"/>
                </a:lnTo>
                <a:cubicBezTo>
                  <a:pt x="248641" y="881831"/>
                  <a:pt x="230070" y="900402"/>
                  <a:pt x="207201" y="900402"/>
                </a:cubicBezTo>
                <a:lnTo>
                  <a:pt x="41440" y="900402"/>
                </a:lnTo>
                <a:cubicBezTo>
                  <a:pt x="18571" y="900402"/>
                  <a:pt x="0" y="881831"/>
                  <a:pt x="0" y="858962"/>
                </a:cubicBezTo>
                <a:lnTo>
                  <a:pt x="0" y="4144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5756" cap="flat">
            <a:solidFill>
              <a:srgbClr val="042433"/>
            </a:solidFill>
            <a:miter/>
          </a:ln>
        </p:spPr>
      </p:sp>
      <p:sp>
        <p:nvSpPr>
          <p:cNvPr id="270" name="Text L">
            <a:extLst xmlns:a="http://schemas.openxmlformats.org/drawingml/2006/main">
              <a:ext uri="{FF2B5EF4-FFF2-40B4-BE49-F238E27FC236}">
                <a16:creationId xmlns:a16="http://schemas.microsoft.com/office/drawing/2014/main" id="{DE3D196F-C128-4C7A-A227-27CF5E5E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619" y="497155"/>
            <a:ext cx="87683" cy="45258"/>
          </a:xfrm>
          <a:custGeom xmlns:a="http://schemas.openxmlformats.org/drawingml/2006/main">
            <a:pathLst>
              <a:path w="87683" h="45258">
                <a:moveTo>
                  <a:pt x="5059" y="45258"/>
                </a:moveTo>
                <a:cubicBezTo>
                  <a:pt x="4159" y="45258"/>
                  <a:pt x="3406" y="45213"/>
                  <a:pt x="2799" y="45123"/>
                </a:cubicBezTo>
                <a:cubicBezTo>
                  <a:pt x="2192" y="45033"/>
                  <a:pt x="1675" y="44887"/>
                  <a:pt x="1248" y="44684"/>
                </a:cubicBezTo>
                <a:cubicBezTo>
                  <a:pt x="821" y="44482"/>
                  <a:pt x="506" y="44235"/>
                  <a:pt x="304" y="43942"/>
                </a:cubicBezTo>
                <a:cubicBezTo>
                  <a:pt x="101" y="43650"/>
                  <a:pt x="0" y="43302"/>
                  <a:pt x="0" y="42897"/>
                </a:cubicBezTo>
                <a:lnTo>
                  <a:pt x="0" y="4317"/>
                </a:lnTo>
                <a:cubicBezTo>
                  <a:pt x="0" y="3282"/>
                  <a:pt x="348" y="2304"/>
                  <a:pt x="1045" y="1383"/>
                </a:cubicBezTo>
                <a:cubicBezTo>
                  <a:pt x="1742" y="461"/>
                  <a:pt x="2968" y="0"/>
                  <a:pt x="4721" y="0"/>
                </a:cubicBezTo>
                <a:lnTo>
                  <a:pt x="85524" y="0"/>
                </a:lnTo>
                <a:cubicBezTo>
                  <a:pt x="85884" y="0"/>
                  <a:pt x="86199" y="90"/>
                  <a:pt x="86469" y="270"/>
                </a:cubicBezTo>
                <a:cubicBezTo>
                  <a:pt x="86738" y="450"/>
                  <a:pt x="86952" y="764"/>
                  <a:pt x="87109" y="1214"/>
                </a:cubicBezTo>
                <a:cubicBezTo>
                  <a:pt x="87267" y="1664"/>
                  <a:pt x="87402" y="2271"/>
                  <a:pt x="87514" y="3035"/>
                </a:cubicBezTo>
                <a:cubicBezTo>
                  <a:pt x="87626" y="3800"/>
                  <a:pt x="87683" y="4721"/>
                  <a:pt x="87683" y="5801"/>
                </a:cubicBezTo>
                <a:cubicBezTo>
                  <a:pt x="87683" y="6925"/>
                  <a:pt x="87626" y="7858"/>
                  <a:pt x="87514" y="8600"/>
                </a:cubicBezTo>
                <a:cubicBezTo>
                  <a:pt x="87402" y="9342"/>
                  <a:pt x="87267" y="9937"/>
                  <a:pt x="87109" y="10387"/>
                </a:cubicBezTo>
                <a:cubicBezTo>
                  <a:pt x="86952" y="10837"/>
                  <a:pt x="86738" y="11151"/>
                  <a:pt x="86469" y="11331"/>
                </a:cubicBezTo>
                <a:cubicBezTo>
                  <a:pt x="86199" y="11511"/>
                  <a:pt x="85884" y="11601"/>
                  <a:pt x="85524" y="11601"/>
                </a:cubicBezTo>
                <a:lnTo>
                  <a:pt x="10050" y="11601"/>
                </a:lnTo>
                <a:lnTo>
                  <a:pt x="10050" y="42897"/>
                </a:lnTo>
                <a:cubicBezTo>
                  <a:pt x="10050" y="43302"/>
                  <a:pt x="9949" y="43650"/>
                  <a:pt x="9746" y="43942"/>
                </a:cubicBezTo>
                <a:cubicBezTo>
                  <a:pt x="9544" y="44235"/>
                  <a:pt x="9252" y="44482"/>
                  <a:pt x="8869" y="44684"/>
                </a:cubicBezTo>
                <a:cubicBezTo>
                  <a:pt x="8487" y="44887"/>
                  <a:pt x="7981" y="45033"/>
                  <a:pt x="7352" y="45123"/>
                </a:cubicBezTo>
                <a:cubicBezTo>
                  <a:pt x="6722" y="45213"/>
                  <a:pt x="5958" y="45258"/>
                  <a:pt x="5059" y="452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i">
            <a:extLst xmlns:a="http://schemas.openxmlformats.org/drawingml/2006/main">
              <a:ext uri="{FF2B5EF4-FFF2-40B4-BE49-F238E27FC236}">
                <a16:creationId xmlns:a16="http://schemas.microsoft.com/office/drawing/2014/main" id="{C3FB33A5-C81A-47B6-A9AF-1163A9A5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4" y="552540"/>
            <a:ext cx="89976" cy="13759"/>
          </a:xfrm>
          <a:custGeom xmlns:a="http://schemas.openxmlformats.org/drawingml/2006/main">
            <a:pathLst>
              <a:path w="89976" h="13759">
                <a:moveTo>
                  <a:pt x="2091" y="12478"/>
                </a:moveTo>
                <a:cubicBezTo>
                  <a:pt x="1731" y="12478"/>
                  <a:pt x="1428" y="12388"/>
                  <a:pt x="1180" y="12208"/>
                </a:cubicBezTo>
                <a:cubicBezTo>
                  <a:pt x="933" y="12028"/>
                  <a:pt x="719" y="11736"/>
                  <a:pt x="540" y="11331"/>
                </a:cubicBezTo>
                <a:cubicBezTo>
                  <a:pt x="360" y="10927"/>
                  <a:pt x="225" y="10365"/>
                  <a:pt x="135" y="9645"/>
                </a:cubicBezTo>
                <a:cubicBezTo>
                  <a:pt x="45" y="8926"/>
                  <a:pt x="0" y="8004"/>
                  <a:pt x="0" y="6880"/>
                </a:cubicBezTo>
                <a:cubicBezTo>
                  <a:pt x="0" y="5801"/>
                  <a:pt x="45" y="4901"/>
                  <a:pt x="135" y="4182"/>
                </a:cubicBezTo>
                <a:cubicBezTo>
                  <a:pt x="225" y="3462"/>
                  <a:pt x="360" y="2889"/>
                  <a:pt x="540" y="2462"/>
                </a:cubicBezTo>
                <a:cubicBezTo>
                  <a:pt x="719" y="2035"/>
                  <a:pt x="933" y="1742"/>
                  <a:pt x="1180" y="1585"/>
                </a:cubicBezTo>
                <a:cubicBezTo>
                  <a:pt x="1428" y="1428"/>
                  <a:pt x="1731" y="1349"/>
                  <a:pt x="2091" y="1349"/>
                </a:cubicBezTo>
                <a:lnTo>
                  <a:pt x="62794" y="1349"/>
                </a:lnTo>
                <a:cubicBezTo>
                  <a:pt x="63109" y="1349"/>
                  <a:pt x="63401" y="1428"/>
                  <a:pt x="63671" y="1585"/>
                </a:cubicBezTo>
                <a:cubicBezTo>
                  <a:pt x="63941" y="1742"/>
                  <a:pt x="64166" y="2035"/>
                  <a:pt x="64346" y="2462"/>
                </a:cubicBezTo>
                <a:cubicBezTo>
                  <a:pt x="64525" y="2889"/>
                  <a:pt x="64660" y="3462"/>
                  <a:pt x="64750" y="4182"/>
                </a:cubicBezTo>
                <a:cubicBezTo>
                  <a:pt x="64840" y="4901"/>
                  <a:pt x="64885" y="5801"/>
                  <a:pt x="64885" y="6880"/>
                </a:cubicBezTo>
                <a:cubicBezTo>
                  <a:pt x="64885" y="8004"/>
                  <a:pt x="64840" y="8926"/>
                  <a:pt x="64750" y="9645"/>
                </a:cubicBezTo>
                <a:cubicBezTo>
                  <a:pt x="64660" y="10365"/>
                  <a:pt x="64525" y="10927"/>
                  <a:pt x="64346" y="11331"/>
                </a:cubicBezTo>
                <a:cubicBezTo>
                  <a:pt x="64166" y="11736"/>
                  <a:pt x="63941" y="12028"/>
                  <a:pt x="63671" y="12208"/>
                </a:cubicBezTo>
                <a:cubicBezTo>
                  <a:pt x="63401" y="12388"/>
                  <a:pt x="63109" y="12478"/>
                  <a:pt x="62794" y="12478"/>
                </a:cubicBezTo>
                <a:lnTo>
                  <a:pt x="2091" y="12478"/>
                </a:lnTo>
                <a:moveTo>
                  <a:pt x="83366" y="13759"/>
                </a:moveTo>
                <a:cubicBezTo>
                  <a:pt x="80758" y="13759"/>
                  <a:pt x="78982" y="13265"/>
                  <a:pt x="78038" y="12276"/>
                </a:cubicBezTo>
                <a:cubicBezTo>
                  <a:pt x="77093" y="11286"/>
                  <a:pt x="76621" y="9465"/>
                  <a:pt x="76621" y="6812"/>
                </a:cubicBezTo>
                <a:cubicBezTo>
                  <a:pt x="76621" y="4204"/>
                  <a:pt x="77082" y="2417"/>
                  <a:pt x="78004" y="1450"/>
                </a:cubicBezTo>
                <a:cubicBezTo>
                  <a:pt x="78926" y="483"/>
                  <a:pt x="80668" y="0"/>
                  <a:pt x="83231" y="0"/>
                </a:cubicBezTo>
                <a:cubicBezTo>
                  <a:pt x="85839" y="0"/>
                  <a:pt x="87615" y="495"/>
                  <a:pt x="88559" y="1484"/>
                </a:cubicBezTo>
                <a:cubicBezTo>
                  <a:pt x="89504" y="2473"/>
                  <a:pt x="89976" y="4294"/>
                  <a:pt x="89976" y="6947"/>
                </a:cubicBezTo>
                <a:cubicBezTo>
                  <a:pt x="89976" y="9555"/>
                  <a:pt x="89515" y="11343"/>
                  <a:pt x="88593" y="12309"/>
                </a:cubicBezTo>
                <a:cubicBezTo>
                  <a:pt x="87671" y="13276"/>
                  <a:pt x="85929" y="13759"/>
                  <a:pt x="83366" y="1375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g">
            <a:extLst xmlns:a="http://schemas.openxmlformats.org/drawingml/2006/main">
              <a:ext uri="{FF2B5EF4-FFF2-40B4-BE49-F238E27FC236}">
                <a16:creationId xmlns:a16="http://schemas.microsoft.com/office/drawing/2014/main" id="{6B8C74D3-EB65-4296-88C7-99C3F428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8933" y="578916"/>
            <a:ext cx="89976" cy="57466"/>
          </a:xfrm>
          <a:custGeom xmlns:a="http://schemas.openxmlformats.org/drawingml/2006/main">
            <a:pathLst>
              <a:path w="89976" h="57466">
                <a:moveTo>
                  <a:pt x="84378" y="57466"/>
                </a:moveTo>
                <a:cubicBezTo>
                  <a:pt x="82804" y="57466"/>
                  <a:pt x="81668" y="57252"/>
                  <a:pt x="80972" y="56825"/>
                </a:cubicBezTo>
                <a:cubicBezTo>
                  <a:pt x="80275" y="56398"/>
                  <a:pt x="79926" y="55847"/>
                  <a:pt x="79926" y="55173"/>
                </a:cubicBezTo>
                <a:lnTo>
                  <a:pt x="79926" y="46472"/>
                </a:lnTo>
                <a:cubicBezTo>
                  <a:pt x="78303" y="48046"/>
                  <a:pt x="76510" y="49147"/>
                  <a:pt x="74547" y="49777"/>
                </a:cubicBezTo>
                <a:cubicBezTo>
                  <a:pt x="72585" y="50406"/>
                  <a:pt x="70545" y="50721"/>
                  <a:pt x="68426" y="50721"/>
                </a:cubicBezTo>
                <a:cubicBezTo>
                  <a:pt x="64924" y="50721"/>
                  <a:pt x="61827" y="50159"/>
                  <a:pt x="59133" y="49035"/>
                </a:cubicBezTo>
                <a:cubicBezTo>
                  <a:pt x="56439" y="47911"/>
                  <a:pt x="54161" y="46303"/>
                  <a:pt x="52298" y="44212"/>
                </a:cubicBezTo>
                <a:cubicBezTo>
                  <a:pt x="50434" y="42121"/>
                  <a:pt x="49009" y="39637"/>
                  <a:pt x="48021" y="36759"/>
                </a:cubicBezTo>
                <a:cubicBezTo>
                  <a:pt x="47033" y="33881"/>
                  <a:pt x="46539" y="30689"/>
                  <a:pt x="46539" y="27182"/>
                </a:cubicBezTo>
                <a:cubicBezTo>
                  <a:pt x="46539" y="24709"/>
                  <a:pt x="46865" y="22359"/>
                  <a:pt x="47515" y="20133"/>
                </a:cubicBezTo>
                <a:cubicBezTo>
                  <a:pt x="48166" y="17907"/>
                  <a:pt x="48985" y="16188"/>
                  <a:pt x="49973" y="14973"/>
                </a:cubicBezTo>
                <a:cubicBezTo>
                  <a:pt x="49163" y="14164"/>
                  <a:pt x="48242" y="13501"/>
                  <a:pt x="47207" y="12984"/>
                </a:cubicBezTo>
                <a:cubicBezTo>
                  <a:pt x="46175" y="12467"/>
                  <a:pt x="44984" y="12208"/>
                  <a:pt x="43637" y="12208"/>
                </a:cubicBezTo>
                <a:cubicBezTo>
                  <a:pt x="42063" y="12208"/>
                  <a:pt x="40759" y="12939"/>
                  <a:pt x="39725" y="14400"/>
                </a:cubicBezTo>
                <a:cubicBezTo>
                  <a:pt x="38692" y="15862"/>
                  <a:pt x="38131" y="17806"/>
                  <a:pt x="38041" y="20234"/>
                </a:cubicBezTo>
                <a:lnTo>
                  <a:pt x="37364" y="36085"/>
                </a:lnTo>
                <a:cubicBezTo>
                  <a:pt x="37274" y="39097"/>
                  <a:pt x="36857" y="41863"/>
                  <a:pt x="36112" y="44381"/>
                </a:cubicBezTo>
                <a:cubicBezTo>
                  <a:pt x="35367" y="46899"/>
                  <a:pt x="34307" y="49080"/>
                  <a:pt x="32929" y="50923"/>
                </a:cubicBezTo>
                <a:cubicBezTo>
                  <a:pt x="31554" y="52767"/>
                  <a:pt x="29862" y="54206"/>
                  <a:pt x="27854" y="55240"/>
                </a:cubicBezTo>
                <a:cubicBezTo>
                  <a:pt x="25846" y="56274"/>
                  <a:pt x="23511" y="56791"/>
                  <a:pt x="20848" y="56791"/>
                </a:cubicBezTo>
                <a:cubicBezTo>
                  <a:pt x="18050" y="56791"/>
                  <a:pt x="15388" y="56207"/>
                  <a:pt x="12862" y="55038"/>
                </a:cubicBezTo>
                <a:cubicBezTo>
                  <a:pt x="10334" y="53869"/>
                  <a:pt x="8111" y="52081"/>
                  <a:pt x="6195" y="49676"/>
                </a:cubicBezTo>
                <a:cubicBezTo>
                  <a:pt x="4277" y="47270"/>
                  <a:pt x="2765" y="44201"/>
                  <a:pt x="1659" y="40469"/>
                </a:cubicBezTo>
                <a:cubicBezTo>
                  <a:pt x="553" y="36737"/>
                  <a:pt x="0" y="32330"/>
                  <a:pt x="0" y="27249"/>
                </a:cubicBezTo>
                <a:cubicBezTo>
                  <a:pt x="0" y="22348"/>
                  <a:pt x="417" y="18177"/>
                  <a:pt x="1250" y="14737"/>
                </a:cubicBezTo>
                <a:cubicBezTo>
                  <a:pt x="2082" y="11298"/>
                  <a:pt x="3218" y="8476"/>
                  <a:pt x="4658" y="6273"/>
                </a:cubicBezTo>
                <a:cubicBezTo>
                  <a:pt x="6097" y="4069"/>
                  <a:pt x="7818" y="2473"/>
                  <a:pt x="9820" y="1484"/>
                </a:cubicBezTo>
                <a:cubicBezTo>
                  <a:pt x="11822" y="495"/>
                  <a:pt x="13994" y="0"/>
                  <a:pt x="16335" y="0"/>
                </a:cubicBezTo>
                <a:cubicBezTo>
                  <a:pt x="17819" y="0"/>
                  <a:pt x="19259" y="180"/>
                  <a:pt x="20654" y="540"/>
                </a:cubicBezTo>
                <a:cubicBezTo>
                  <a:pt x="22049" y="899"/>
                  <a:pt x="23377" y="1450"/>
                  <a:pt x="24638" y="2192"/>
                </a:cubicBezTo>
                <a:cubicBezTo>
                  <a:pt x="25897" y="2934"/>
                  <a:pt x="27099" y="3856"/>
                  <a:pt x="28246" y="4957"/>
                </a:cubicBezTo>
                <a:cubicBezTo>
                  <a:pt x="29394" y="6059"/>
                  <a:pt x="30531" y="7329"/>
                  <a:pt x="31656" y="8768"/>
                </a:cubicBezTo>
                <a:cubicBezTo>
                  <a:pt x="32785" y="6565"/>
                  <a:pt x="34207" y="4935"/>
                  <a:pt x="35922" y="3878"/>
                </a:cubicBezTo>
                <a:cubicBezTo>
                  <a:pt x="37640" y="2822"/>
                  <a:pt x="39492" y="2293"/>
                  <a:pt x="41479" y="2293"/>
                </a:cubicBezTo>
                <a:cubicBezTo>
                  <a:pt x="44233" y="2293"/>
                  <a:pt x="46694" y="2855"/>
                  <a:pt x="48862" y="3979"/>
                </a:cubicBezTo>
                <a:cubicBezTo>
                  <a:pt x="51030" y="5104"/>
                  <a:pt x="52972" y="6498"/>
                  <a:pt x="54688" y="8161"/>
                </a:cubicBezTo>
                <a:cubicBezTo>
                  <a:pt x="56349" y="6767"/>
                  <a:pt x="58223" y="5666"/>
                  <a:pt x="60311" y="4856"/>
                </a:cubicBezTo>
                <a:cubicBezTo>
                  <a:pt x="62399" y="4047"/>
                  <a:pt x="64924" y="3642"/>
                  <a:pt x="67887" y="3642"/>
                </a:cubicBezTo>
                <a:cubicBezTo>
                  <a:pt x="71343" y="3642"/>
                  <a:pt x="74441" y="4227"/>
                  <a:pt x="77180" y="5396"/>
                </a:cubicBezTo>
                <a:cubicBezTo>
                  <a:pt x="79918" y="6565"/>
                  <a:pt x="82231" y="8184"/>
                  <a:pt x="84116" y="10252"/>
                </a:cubicBezTo>
                <a:cubicBezTo>
                  <a:pt x="86002" y="12321"/>
                  <a:pt x="87450" y="14805"/>
                  <a:pt x="88460" y="17705"/>
                </a:cubicBezTo>
                <a:cubicBezTo>
                  <a:pt x="89471" y="20605"/>
                  <a:pt x="89976" y="23764"/>
                  <a:pt x="89976" y="27182"/>
                </a:cubicBezTo>
                <a:cubicBezTo>
                  <a:pt x="89976" y="29025"/>
                  <a:pt x="89880" y="30745"/>
                  <a:pt x="89689" y="32341"/>
                </a:cubicBezTo>
                <a:cubicBezTo>
                  <a:pt x="89499" y="33938"/>
                  <a:pt x="89235" y="35433"/>
                  <a:pt x="88897" y="36827"/>
                </a:cubicBezTo>
                <a:lnTo>
                  <a:pt x="88897" y="55173"/>
                </a:lnTo>
                <a:cubicBezTo>
                  <a:pt x="88897" y="55937"/>
                  <a:pt x="88526" y="56510"/>
                  <a:pt x="87784" y="56893"/>
                </a:cubicBezTo>
                <a:cubicBezTo>
                  <a:pt x="87042" y="57275"/>
                  <a:pt x="85906" y="57466"/>
                  <a:pt x="84378" y="57466"/>
                </a:cubicBezTo>
                <a:moveTo>
                  <a:pt x="68359" y="40064"/>
                </a:moveTo>
                <a:cubicBezTo>
                  <a:pt x="72484" y="40064"/>
                  <a:pt x="75702" y="38929"/>
                  <a:pt x="78012" y="36658"/>
                </a:cubicBezTo>
                <a:cubicBezTo>
                  <a:pt x="80322" y="34387"/>
                  <a:pt x="81477" y="31161"/>
                  <a:pt x="81477" y="26979"/>
                </a:cubicBezTo>
                <a:cubicBezTo>
                  <a:pt x="81477" y="24821"/>
                  <a:pt x="81118" y="22944"/>
                  <a:pt x="80400" y="21347"/>
                </a:cubicBezTo>
                <a:cubicBezTo>
                  <a:pt x="79684" y="19751"/>
                  <a:pt x="78697" y="18425"/>
                  <a:pt x="77441" y="17368"/>
                </a:cubicBezTo>
                <a:cubicBezTo>
                  <a:pt x="76185" y="16311"/>
                  <a:pt x="74738" y="15524"/>
                  <a:pt x="73101" y="15007"/>
                </a:cubicBezTo>
                <a:cubicBezTo>
                  <a:pt x="71464" y="14490"/>
                  <a:pt x="69748" y="14232"/>
                  <a:pt x="67954" y="14232"/>
                </a:cubicBezTo>
                <a:cubicBezTo>
                  <a:pt x="63963" y="14232"/>
                  <a:pt x="60824" y="15367"/>
                  <a:pt x="58537" y="17638"/>
                </a:cubicBezTo>
                <a:cubicBezTo>
                  <a:pt x="56249" y="19908"/>
                  <a:pt x="55105" y="23090"/>
                  <a:pt x="55105" y="27182"/>
                </a:cubicBezTo>
                <a:cubicBezTo>
                  <a:pt x="55105" y="29385"/>
                  <a:pt x="55452" y="31296"/>
                  <a:pt x="56146" y="32915"/>
                </a:cubicBezTo>
                <a:cubicBezTo>
                  <a:pt x="56842" y="34533"/>
                  <a:pt x="57807" y="35871"/>
                  <a:pt x="59040" y="36928"/>
                </a:cubicBezTo>
                <a:cubicBezTo>
                  <a:pt x="60274" y="37985"/>
                  <a:pt x="61698" y="38771"/>
                  <a:pt x="63313" y="39289"/>
                </a:cubicBezTo>
                <a:cubicBezTo>
                  <a:pt x="64927" y="39806"/>
                  <a:pt x="66609" y="40064"/>
                  <a:pt x="68359" y="40064"/>
                </a:cubicBezTo>
                <a:moveTo>
                  <a:pt x="20243" y="45662"/>
                </a:moveTo>
                <a:cubicBezTo>
                  <a:pt x="22869" y="45662"/>
                  <a:pt x="24895" y="44594"/>
                  <a:pt x="26320" y="42459"/>
                </a:cubicBezTo>
                <a:cubicBezTo>
                  <a:pt x="27746" y="40323"/>
                  <a:pt x="28504" y="37434"/>
                  <a:pt x="28594" y="33792"/>
                </a:cubicBezTo>
                <a:lnTo>
                  <a:pt x="29138" y="18076"/>
                </a:lnTo>
                <a:cubicBezTo>
                  <a:pt x="28006" y="16637"/>
                  <a:pt x="26931" y="15457"/>
                  <a:pt x="25913" y="14535"/>
                </a:cubicBezTo>
                <a:cubicBezTo>
                  <a:pt x="24894" y="13613"/>
                  <a:pt x="23921" y="12883"/>
                  <a:pt x="22994" y="12343"/>
                </a:cubicBezTo>
                <a:cubicBezTo>
                  <a:pt x="22066" y="11803"/>
                  <a:pt x="21150" y="11432"/>
                  <a:pt x="20245" y="11230"/>
                </a:cubicBezTo>
                <a:cubicBezTo>
                  <a:pt x="19339" y="11028"/>
                  <a:pt x="18411" y="10927"/>
                  <a:pt x="17461" y="10927"/>
                </a:cubicBezTo>
                <a:cubicBezTo>
                  <a:pt x="14518" y="10927"/>
                  <a:pt x="12289" y="12410"/>
                  <a:pt x="10773" y="15378"/>
                </a:cubicBezTo>
                <a:cubicBezTo>
                  <a:pt x="9257" y="18346"/>
                  <a:pt x="8498" y="22483"/>
                  <a:pt x="8498" y="27789"/>
                </a:cubicBezTo>
                <a:cubicBezTo>
                  <a:pt x="8498" y="31161"/>
                  <a:pt x="8827" y="33983"/>
                  <a:pt x="9483" y="36253"/>
                </a:cubicBezTo>
                <a:cubicBezTo>
                  <a:pt x="10139" y="38524"/>
                  <a:pt x="11010" y="40356"/>
                  <a:pt x="12096" y="41750"/>
                </a:cubicBezTo>
                <a:cubicBezTo>
                  <a:pt x="13183" y="43144"/>
                  <a:pt x="14428" y="44145"/>
                  <a:pt x="15831" y="44752"/>
                </a:cubicBezTo>
                <a:cubicBezTo>
                  <a:pt x="17234" y="45359"/>
                  <a:pt x="18704" y="45662"/>
                  <a:pt x="20243" y="456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h">
            <a:extLst xmlns:a="http://schemas.openxmlformats.org/drawingml/2006/main">
              <a:ext uri="{FF2B5EF4-FFF2-40B4-BE49-F238E27FC236}">
                <a16:creationId xmlns:a16="http://schemas.microsoft.com/office/drawing/2014/main" id="{F0FD30ED-88D1-4A5C-8372-C8EE1CA6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4" y="650722"/>
            <a:ext cx="94427" cy="52272"/>
          </a:xfrm>
          <a:custGeom xmlns:a="http://schemas.openxmlformats.org/drawingml/2006/main">
            <a:pathLst>
              <a:path w="94427" h="52272">
                <a:moveTo>
                  <a:pt x="2091" y="52272"/>
                </a:moveTo>
                <a:cubicBezTo>
                  <a:pt x="1731" y="52272"/>
                  <a:pt x="1428" y="52182"/>
                  <a:pt x="1180" y="52003"/>
                </a:cubicBezTo>
                <a:cubicBezTo>
                  <a:pt x="933" y="51823"/>
                  <a:pt x="719" y="51530"/>
                  <a:pt x="540" y="51126"/>
                </a:cubicBezTo>
                <a:cubicBezTo>
                  <a:pt x="360" y="50721"/>
                  <a:pt x="225" y="50159"/>
                  <a:pt x="135" y="49440"/>
                </a:cubicBezTo>
                <a:cubicBezTo>
                  <a:pt x="45" y="48720"/>
                  <a:pt x="0" y="47821"/>
                  <a:pt x="0" y="46742"/>
                </a:cubicBezTo>
                <a:cubicBezTo>
                  <a:pt x="0" y="45617"/>
                  <a:pt x="45" y="44696"/>
                  <a:pt x="135" y="43976"/>
                </a:cubicBezTo>
                <a:cubicBezTo>
                  <a:pt x="225" y="43257"/>
                  <a:pt x="360" y="42695"/>
                  <a:pt x="540" y="42290"/>
                </a:cubicBezTo>
                <a:cubicBezTo>
                  <a:pt x="719" y="41885"/>
                  <a:pt x="933" y="41593"/>
                  <a:pt x="1180" y="41413"/>
                </a:cubicBezTo>
                <a:cubicBezTo>
                  <a:pt x="1428" y="41233"/>
                  <a:pt x="1731" y="41143"/>
                  <a:pt x="2091" y="41143"/>
                </a:cubicBezTo>
                <a:lnTo>
                  <a:pt x="37636" y="41143"/>
                </a:lnTo>
                <a:cubicBezTo>
                  <a:pt x="41098" y="41143"/>
                  <a:pt x="43886" y="40874"/>
                  <a:pt x="46000" y="40334"/>
                </a:cubicBezTo>
                <a:cubicBezTo>
                  <a:pt x="48113" y="39794"/>
                  <a:pt x="49934" y="39008"/>
                  <a:pt x="51463" y="37973"/>
                </a:cubicBezTo>
                <a:cubicBezTo>
                  <a:pt x="52992" y="36939"/>
                  <a:pt x="54161" y="35601"/>
                  <a:pt x="54970" y="33960"/>
                </a:cubicBezTo>
                <a:cubicBezTo>
                  <a:pt x="55780" y="32319"/>
                  <a:pt x="56184" y="30419"/>
                  <a:pt x="56184" y="28261"/>
                </a:cubicBezTo>
                <a:cubicBezTo>
                  <a:pt x="56184" y="25473"/>
                  <a:pt x="55195" y="22685"/>
                  <a:pt x="53217" y="19897"/>
                </a:cubicBezTo>
                <a:cubicBezTo>
                  <a:pt x="51238" y="17109"/>
                  <a:pt x="48338" y="14187"/>
                  <a:pt x="44516" y="11129"/>
                </a:cubicBezTo>
                <a:lnTo>
                  <a:pt x="2091" y="11129"/>
                </a:lnTo>
                <a:cubicBezTo>
                  <a:pt x="1731" y="11129"/>
                  <a:pt x="1428" y="11039"/>
                  <a:pt x="1180" y="10859"/>
                </a:cubicBezTo>
                <a:cubicBezTo>
                  <a:pt x="933" y="10679"/>
                  <a:pt x="719" y="10387"/>
                  <a:pt x="540" y="9982"/>
                </a:cubicBezTo>
                <a:cubicBezTo>
                  <a:pt x="360" y="9578"/>
                  <a:pt x="225" y="9016"/>
                  <a:pt x="135" y="8296"/>
                </a:cubicBezTo>
                <a:cubicBezTo>
                  <a:pt x="45" y="7577"/>
                  <a:pt x="0" y="6655"/>
                  <a:pt x="0" y="5531"/>
                </a:cubicBezTo>
                <a:cubicBezTo>
                  <a:pt x="0" y="4452"/>
                  <a:pt x="45" y="3552"/>
                  <a:pt x="135" y="2833"/>
                </a:cubicBezTo>
                <a:cubicBezTo>
                  <a:pt x="225" y="2113"/>
                  <a:pt x="360" y="1540"/>
                  <a:pt x="540" y="1113"/>
                </a:cubicBezTo>
                <a:cubicBezTo>
                  <a:pt x="719" y="686"/>
                  <a:pt x="933" y="393"/>
                  <a:pt x="1180" y="236"/>
                </a:cubicBezTo>
                <a:cubicBezTo>
                  <a:pt x="1429" y="79"/>
                  <a:pt x="1733" y="0"/>
                  <a:pt x="2093" y="0"/>
                </a:cubicBezTo>
                <a:lnTo>
                  <a:pt x="92267" y="0"/>
                </a:lnTo>
                <a:cubicBezTo>
                  <a:pt x="92627" y="0"/>
                  <a:pt x="92941" y="79"/>
                  <a:pt x="93211" y="236"/>
                </a:cubicBezTo>
                <a:cubicBezTo>
                  <a:pt x="93482" y="393"/>
                  <a:pt x="93708" y="686"/>
                  <a:pt x="93888" y="1113"/>
                </a:cubicBezTo>
                <a:cubicBezTo>
                  <a:pt x="94068" y="1540"/>
                  <a:pt x="94203" y="2113"/>
                  <a:pt x="94293" y="2833"/>
                </a:cubicBezTo>
                <a:cubicBezTo>
                  <a:pt x="94382" y="3552"/>
                  <a:pt x="94427" y="4452"/>
                  <a:pt x="94427" y="5531"/>
                </a:cubicBezTo>
                <a:cubicBezTo>
                  <a:pt x="94427" y="6655"/>
                  <a:pt x="94382" y="7577"/>
                  <a:pt x="94293" y="8296"/>
                </a:cubicBezTo>
                <a:cubicBezTo>
                  <a:pt x="94203" y="9016"/>
                  <a:pt x="94067" y="9578"/>
                  <a:pt x="93886" y="9982"/>
                </a:cubicBezTo>
                <a:cubicBezTo>
                  <a:pt x="93706" y="10387"/>
                  <a:pt x="93481" y="10679"/>
                  <a:pt x="93211" y="10859"/>
                </a:cubicBezTo>
                <a:cubicBezTo>
                  <a:pt x="92941" y="11039"/>
                  <a:pt x="92626" y="11129"/>
                  <a:pt x="92265" y="11129"/>
                </a:cubicBezTo>
                <a:lnTo>
                  <a:pt x="55847" y="11129"/>
                </a:lnTo>
                <a:cubicBezTo>
                  <a:pt x="59219" y="14321"/>
                  <a:pt x="61726" y="17537"/>
                  <a:pt x="63368" y="20774"/>
                </a:cubicBezTo>
                <a:cubicBezTo>
                  <a:pt x="65009" y="24012"/>
                  <a:pt x="65829" y="27272"/>
                  <a:pt x="65829" y="30554"/>
                </a:cubicBezTo>
                <a:cubicBezTo>
                  <a:pt x="65829" y="34601"/>
                  <a:pt x="65144" y="38007"/>
                  <a:pt x="63772" y="40772"/>
                </a:cubicBezTo>
                <a:cubicBezTo>
                  <a:pt x="62401" y="43538"/>
                  <a:pt x="60568" y="45775"/>
                  <a:pt x="58275" y="47484"/>
                </a:cubicBezTo>
                <a:cubicBezTo>
                  <a:pt x="55982" y="49192"/>
                  <a:pt x="53295" y="50418"/>
                  <a:pt x="50215" y="51159"/>
                </a:cubicBezTo>
                <a:cubicBezTo>
                  <a:pt x="47135" y="51901"/>
                  <a:pt x="43414" y="52272"/>
                  <a:pt x="39052" y="52272"/>
                </a:cubicBezTo>
                <a:lnTo>
                  <a:pt x="2091" y="52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t">
            <a:extLst xmlns:a="http://schemas.openxmlformats.org/drawingml/2006/main">
              <a:ext uri="{FF2B5EF4-FFF2-40B4-BE49-F238E27FC236}">
                <a16:creationId xmlns:a16="http://schemas.microsoft.com/office/drawing/2014/main" id="{2A24D4A0-107B-43B3-A3F7-91A992A9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2405" y="713905"/>
            <a:ext cx="82017" cy="39660"/>
          </a:xfrm>
          <a:custGeom xmlns:a="http://schemas.openxmlformats.org/drawingml/2006/main">
            <a:pathLst>
              <a:path w="82017" h="39660">
                <a:moveTo>
                  <a:pt x="7284" y="39660"/>
                </a:moveTo>
                <a:cubicBezTo>
                  <a:pt x="5980" y="39660"/>
                  <a:pt x="4946" y="39570"/>
                  <a:pt x="4182" y="39390"/>
                </a:cubicBezTo>
                <a:cubicBezTo>
                  <a:pt x="3417" y="39210"/>
                  <a:pt x="2855" y="38940"/>
                  <a:pt x="2496" y="38580"/>
                </a:cubicBezTo>
                <a:cubicBezTo>
                  <a:pt x="2136" y="38221"/>
                  <a:pt x="1799" y="37681"/>
                  <a:pt x="1484" y="36962"/>
                </a:cubicBezTo>
                <a:cubicBezTo>
                  <a:pt x="1169" y="36242"/>
                  <a:pt x="911" y="35422"/>
                  <a:pt x="708" y="34500"/>
                </a:cubicBezTo>
                <a:cubicBezTo>
                  <a:pt x="506" y="33578"/>
                  <a:pt x="337" y="32600"/>
                  <a:pt x="202" y="31566"/>
                </a:cubicBezTo>
                <a:cubicBezTo>
                  <a:pt x="67" y="30532"/>
                  <a:pt x="0" y="29497"/>
                  <a:pt x="0" y="28463"/>
                </a:cubicBezTo>
                <a:cubicBezTo>
                  <a:pt x="0" y="25316"/>
                  <a:pt x="417" y="22618"/>
                  <a:pt x="1250" y="20369"/>
                </a:cubicBezTo>
                <a:cubicBezTo>
                  <a:pt x="2085" y="18121"/>
                  <a:pt x="3347" y="16277"/>
                  <a:pt x="5038" y="14839"/>
                </a:cubicBezTo>
                <a:cubicBezTo>
                  <a:pt x="6728" y="13400"/>
                  <a:pt x="8869" y="12354"/>
                  <a:pt x="11460" y="11702"/>
                </a:cubicBezTo>
                <a:cubicBezTo>
                  <a:pt x="14051" y="11050"/>
                  <a:pt x="17104" y="10724"/>
                  <a:pt x="20620" y="10724"/>
                </a:cubicBezTo>
                <a:lnTo>
                  <a:pt x="56184" y="10724"/>
                </a:lnTo>
                <a:lnTo>
                  <a:pt x="56184" y="2226"/>
                </a:lnTo>
                <a:cubicBezTo>
                  <a:pt x="56184" y="1551"/>
                  <a:pt x="56544" y="1012"/>
                  <a:pt x="57263" y="607"/>
                </a:cubicBezTo>
                <a:cubicBezTo>
                  <a:pt x="57983" y="202"/>
                  <a:pt x="59152" y="0"/>
                  <a:pt x="60771" y="0"/>
                </a:cubicBezTo>
                <a:cubicBezTo>
                  <a:pt x="61625" y="0"/>
                  <a:pt x="62345" y="56"/>
                  <a:pt x="62929" y="169"/>
                </a:cubicBezTo>
                <a:cubicBezTo>
                  <a:pt x="63514" y="281"/>
                  <a:pt x="63997" y="427"/>
                  <a:pt x="64379" y="607"/>
                </a:cubicBezTo>
                <a:cubicBezTo>
                  <a:pt x="64761" y="787"/>
                  <a:pt x="65031" y="1023"/>
                  <a:pt x="65189" y="1315"/>
                </a:cubicBezTo>
                <a:cubicBezTo>
                  <a:pt x="65346" y="1608"/>
                  <a:pt x="65425" y="1934"/>
                  <a:pt x="65425" y="2293"/>
                </a:cubicBezTo>
                <a:lnTo>
                  <a:pt x="65425" y="10724"/>
                </a:lnTo>
                <a:lnTo>
                  <a:pt x="79859" y="10724"/>
                </a:lnTo>
                <a:cubicBezTo>
                  <a:pt x="80173" y="10724"/>
                  <a:pt x="80466" y="10803"/>
                  <a:pt x="80735" y="10960"/>
                </a:cubicBezTo>
                <a:cubicBezTo>
                  <a:pt x="81005" y="11118"/>
                  <a:pt x="81241" y="11410"/>
                  <a:pt x="81444" y="11837"/>
                </a:cubicBezTo>
                <a:cubicBezTo>
                  <a:pt x="81646" y="12264"/>
                  <a:pt x="81792" y="12838"/>
                  <a:pt x="81882" y="13557"/>
                </a:cubicBezTo>
                <a:cubicBezTo>
                  <a:pt x="81972" y="14277"/>
                  <a:pt x="82017" y="15176"/>
                  <a:pt x="82017" y="16255"/>
                </a:cubicBezTo>
                <a:cubicBezTo>
                  <a:pt x="82017" y="17379"/>
                  <a:pt x="81972" y="18301"/>
                  <a:pt x="81882" y="19020"/>
                </a:cubicBezTo>
                <a:cubicBezTo>
                  <a:pt x="81792" y="19740"/>
                  <a:pt x="81646" y="20302"/>
                  <a:pt x="81444" y="20707"/>
                </a:cubicBezTo>
                <a:cubicBezTo>
                  <a:pt x="81241" y="21111"/>
                  <a:pt x="81005" y="21404"/>
                  <a:pt x="80735" y="21583"/>
                </a:cubicBezTo>
                <a:cubicBezTo>
                  <a:pt x="80466" y="21763"/>
                  <a:pt x="80173" y="21853"/>
                  <a:pt x="79859" y="21853"/>
                </a:cubicBezTo>
                <a:lnTo>
                  <a:pt x="65425" y="21853"/>
                </a:lnTo>
                <a:lnTo>
                  <a:pt x="65425" y="37434"/>
                </a:lnTo>
                <a:cubicBezTo>
                  <a:pt x="65425" y="37793"/>
                  <a:pt x="65346" y="38108"/>
                  <a:pt x="65189" y="38378"/>
                </a:cubicBezTo>
                <a:cubicBezTo>
                  <a:pt x="65031" y="38648"/>
                  <a:pt x="64761" y="38884"/>
                  <a:pt x="64379" y="39086"/>
                </a:cubicBezTo>
                <a:cubicBezTo>
                  <a:pt x="63997" y="39289"/>
                  <a:pt x="63514" y="39435"/>
                  <a:pt x="62929" y="39525"/>
                </a:cubicBezTo>
                <a:cubicBezTo>
                  <a:pt x="62345" y="39615"/>
                  <a:pt x="61625" y="39660"/>
                  <a:pt x="60771" y="39660"/>
                </a:cubicBezTo>
                <a:cubicBezTo>
                  <a:pt x="59152" y="39660"/>
                  <a:pt x="57983" y="39457"/>
                  <a:pt x="57263" y="39052"/>
                </a:cubicBezTo>
                <a:cubicBezTo>
                  <a:pt x="56544" y="38648"/>
                  <a:pt x="56184" y="38108"/>
                  <a:pt x="56184" y="37434"/>
                </a:cubicBezTo>
                <a:lnTo>
                  <a:pt x="56184" y="21853"/>
                </a:lnTo>
                <a:lnTo>
                  <a:pt x="22226" y="21853"/>
                </a:lnTo>
                <a:cubicBezTo>
                  <a:pt x="18033" y="21853"/>
                  <a:pt x="14865" y="22471"/>
                  <a:pt x="12722" y="23708"/>
                </a:cubicBezTo>
                <a:cubicBezTo>
                  <a:pt x="10581" y="24945"/>
                  <a:pt x="9510" y="27159"/>
                  <a:pt x="9510" y="30352"/>
                </a:cubicBezTo>
                <a:cubicBezTo>
                  <a:pt x="9510" y="31386"/>
                  <a:pt x="9611" y="32308"/>
                  <a:pt x="9814" y="33117"/>
                </a:cubicBezTo>
                <a:cubicBezTo>
                  <a:pt x="10016" y="33926"/>
                  <a:pt x="10230" y="34646"/>
                  <a:pt x="10454" y="35275"/>
                </a:cubicBezTo>
                <a:cubicBezTo>
                  <a:pt x="10679" y="35905"/>
                  <a:pt x="10893" y="36444"/>
                  <a:pt x="11095" y="36894"/>
                </a:cubicBezTo>
                <a:cubicBezTo>
                  <a:pt x="11298" y="37344"/>
                  <a:pt x="11399" y="37748"/>
                  <a:pt x="11399" y="38108"/>
                </a:cubicBezTo>
                <a:cubicBezTo>
                  <a:pt x="11399" y="38333"/>
                  <a:pt x="11343" y="38547"/>
                  <a:pt x="11230" y="38749"/>
                </a:cubicBezTo>
                <a:cubicBezTo>
                  <a:pt x="11118" y="38951"/>
                  <a:pt x="10904" y="39109"/>
                  <a:pt x="10589" y="39221"/>
                </a:cubicBezTo>
                <a:cubicBezTo>
                  <a:pt x="10275" y="39334"/>
                  <a:pt x="9847" y="39435"/>
                  <a:pt x="9308" y="39525"/>
                </a:cubicBezTo>
                <a:cubicBezTo>
                  <a:pt x="8768" y="39615"/>
                  <a:pt x="8094" y="39660"/>
                  <a:pt x="7284" y="396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h">
            <a:extLst xmlns:a="http://schemas.openxmlformats.org/drawingml/2006/main">
              <a:ext uri="{FF2B5EF4-FFF2-40B4-BE49-F238E27FC236}">
                <a16:creationId xmlns:a16="http://schemas.microsoft.com/office/drawing/2014/main" id="{31A7013A-8689-4ED9-B1FB-F39C3B9C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3214" y="768274"/>
            <a:ext cx="94427" cy="52272"/>
          </a:xfrm>
          <a:custGeom xmlns:a="http://schemas.openxmlformats.org/drawingml/2006/main">
            <a:pathLst>
              <a:path w="94427" h="52272">
                <a:moveTo>
                  <a:pt x="2091" y="52272"/>
                </a:moveTo>
                <a:cubicBezTo>
                  <a:pt x="1731" y="52272"/>
                  <a:pt x="1428" y="52182"/>
                  <a:pt x="1180" y="52003"/>
                </a:cubicBezTo>
                <a:cubicBezTo>
                  <a:pt x="933" y="51823"/>
                  <a:pt x="719" y="51530"/>
                  <a:pt x="540" y="51126"/>
                </a:cubicBezTo>
                <a:cubicBezTo>
                  <a:pt x="360" y="50721"/>
                  <a:pt x="225" y="50159"/>
                  <a:pt x="135" y="49440"/>
                </a:cubicBezTo>
                <a:cubicBezTo>
                  <a:pt x="45" y="48720"/>
                  <a:pt x="0" y="47821"/>
                  <a:pt x="0" y="46742"/>
                </a:cubicBezTo>
                <a:cubicBezTo>
                  <a:pt x="0" y="45617"/>
                  <a:pt x="45" y="44696"/>
                  <a:pt x="135" y="43976"/>
                </a:cubicBezTo>
                <a:cubicBezTo>
                  <a:pt x="225" y="43257"/>
                  <a:pt x="360" y="42695"/>
                  <a:pt x="540" y="42290"/>
                </a:cubicBezTo>
                <a:cubicBezTo>
                  <a:pt x="719" y="41885"/>
                  <a:pt x="933" y="41593"/>
                  <a:pt x="1180" y="41413"/>
                </a:cubicBezTo>
                <a:cubicBezTo>
                  <a:pt x="1428" y="41233"/>
                  <a:pt x="1731" y="41143"/>
                  <a:pt x="2091" y="41143"/>
                </a:cubicBezTo>
                <a:lnTo>
                  <a:pt x="37636" y="41143"/>
                </a:lnTo>
                <a:cubicBezTo>
                  <a:pt x="41098" y="41143"/>
                  <a:pt x="43886" y="40874"/>
                  <a:pt x="46000" y="40334"/>
                </a:cubicBezTo>
                <a:cubicBezTo>
                  <a:pt x="48113" y="39794"/>
                  <a:pt x="49934" y="39008"/>
                  <a:pt x="51463" y="37973"/>
                </a:cubicBezTo>
                <a:cubicBezTo>
                  <a:pt x="52992" y="36939"/>
                  <a:pt x="54161" y="35601"/>
                  <a:pt x="54970" y="33960"/>
                </a:cubicBezTo>
                <a:cubicBezTo>
                  <a:pt x="55780" y="32319"/>
                  <a:pt x="56184" y="30419"/>
                  <a:pt x="56184" y="28261"/>
                </a:cubicBezTo>
                <a:cubicBezTo>
                  <a:pt x="56184" y="25473"/>
                  <a:pt x="55195" y="22685"/>
                  <a:pt x="53217" y="19897"/>
                </a:cubicBezTo>
                <a:cubicBezTo>
                  <a:pt x="51238" y="17109"/>
                  <a:pt x="48338" y="14187"/>
                  <a:pt x="44516" y="11129"/>
                </a:cubicBezTo>
                <a:lnTo>
                  <a:pt x="2091" y="11129"/>
                </a:lnTo>
                <a:cubicBezTo>
                  <a:pt x="1731" y="11129"/>
                  <a:pt x="1428" y="11039"/>
                  <a:pt x="1180" y="10859"/>
                </a:cubicBezTo>
                <a:cubicBezTo>
                  <a:pt x="933" y="10679"/>
                  <a:pt x="719" y="10387"/>
                  <a:pt x="540" y="9982"/>
                </a:cubicBezTo>
                <a:cubicBezTo>
                  <a:pt x="360" y="9578"/>
                  <a:pt x="225" y="9016"/>
                  <a:pt x="135" y="8296"/>
                </a:cubicBezTo>
                <a:cubicBezTo>
                  <a:pt x="45" y="7577"/>
                  <a:pt x="0" y="6655"/>
                  <a:pt x="0" y="5531"/>
                </a:cubicBezTo>
                <a:cubicBezTo>
                  <a:pt x="0" y="4452"/>
                  <a:pt x="45" y="3552"/>
                  <a:pt x="135" y="2833"/>
                </a:cubicBezTo>
                <a:cubicBezTo>
                  <a:pt x="225" y="2113"/>
                  <a:pt x="360" y="1540"/>
                  <a:pt x="540" y="1113"/>
                </a:cubicBezTo>
                <a:cubicBezTo>
                  <a:pt x="719" y="686"/>
                  <a:pt x="933" y="393"/>
                  <a:pt x="1180" y="236"/>
                </a:cubicBezTo>
                <a:cubicBezTo>
                  <a:pt x="1429" y="79"/>
                  <a:pt x="1733" y="0"/>
                  <a:pt x="2093" y="0"/>
                </a:cubicBezTo>
                <a:lnTo>
                  <a:pt x="92267" y="0"/>
                </a:lnTo>
                <a:cubicBezTo>
                  <a:pt x="92627" y="0"/>
                  <a:pt x="92941" y="79"/>
                  <a:pt x="93211" y="236"/>
                </a:cubicBezTo>
                <a:cubicBezTo>
                  <a:pt x="93482" y="393"/>
                  <a:pt x="93708" y="686"/>
                  <a:pt x="93888" y="1113"/>
                </a:cubicBezTo>
                <a:cubicBezTo>
                  <a:pt x="94068" y="1540"/>
                  <a:pt x="94203" y="2113"/>
                  <a:pt x="94293" y="2833"/>
                </a:cubicBezTo>
                <a:cubicBezTo>
                  <a:pt x="94382" y="3552"/>
                  <a:pt x="94427" y="4452"/>
                  <a:pt x="94427" y="5531"/>
                </a:cubicBezTo>
                <a:cubicBezTo>
                  <a:pt x="94427" y="6655"/>
                  <a:pt x="94382" y="7577"/>
                  <a:pt x="94293" y="8296"/>
                </a:cubicBezTo>
                <a:cubicBezTo>
                  <a:pt x="94203" y="9016"/>
                  <a:pt x="94067" y="9578"/>
                  <a:pt x="93886" y="9982"/>
                </a:cubicBezTo>
                <a:cubicBezTo>
                  <a:pt x="93706" y="10387"/>
                  <a:pt x="93481" y="10679"/>
                  <a:pt x="93211" y="10859"/>
                </a:cubicBezTo>
                <a:cubicBezTo>
                  <a:pt x="92941" y="11039"/>
                  <a:pt x="92626" y="11129"/>
                  <a:pt x="92265" y="11129"/>
                </a:cubicBezTo>
                <a:lnTo>
                  <a:pt x="55847" y="11129"/>
                </a:lnTo>
                <a:cubicBezTo>
                  <a:pt x="59219" y="14321"/>
                  <a:pt x="61726" y="17537"/>
                  <a:pt x="63368" y="20774"/>
                </a:cubicBezTo>
                <a:cubicBezTo>
                  <a:pt x="65009" y="24012"/>
                  <a:pt x="65829" y="27272"/>
                  <a:pt x="65829" y="30554"/>
                </a:cubicBezTo>
                <a:cubicBezTo>
                  <a:pt x="65829" y="34601"/>
                  <a:pt x="65144" y="38007"/>
                  <a:pt x="63772" y="40772"/>
                </a:cubicBezTo>
                <a:cubicBezTo>
                  <a:pt x="62401" y="43538"/>
                  <a:pt x="60568" y="45775"/>
                  <a:pt x="58275" y="47484"/>
                </a:cubicBezTo>
                <a:cubicBezTo>
                  <a:pt x="55982" y="49192"/>
                  <a:pt x="53295" y="50418"/>
                  <a:pt x="50215" y="51159"/>
                </a:cubicBezTo>
                <a:cubicBezTo>
                  <a:pt x="47135" y="51901"/>
                  <a:pt x="43414" y="52272"/>
                  <a:pt x="39052" y="52272"/>
                </a:cubicBezTo>
                <a:lnTo>
                  <a:pt x="2091" y="522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o">
            <a:extLst xmlns:a="http://schemas.openxmlformats.org/drawingml/2006/main">
              <a:ext uri="{FF2B5EF4-FFF2-40B4-BE49-F238E27FC236}">
                <a16:creationId xmlns:a16="http://schemas.microsoft.com/office/drawing/2014/main" id="{407D6C8D-486B-40CE-B544-655E814E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2270" y="836545"/>
            <a:ext cx="66774" cy="60703"/>
          </a:xfrm>
          <a:custGeom xmlns:a="http://schemas.openxmlformats.org/drawingml/2006/main">
            <a:pathLst>
              <a:path w="66774" h="60703">
                <a:moveTo>
                  <a:pt x="34028" y="60703"/>
                </a:moveTo>
                <a:cubicBezTo>
                  <a:pt x="29077" y="60703"/>
                  <a:pt x="24520" y="60051"/>
                  <a:pt x="20357" y="58747"/>
                </a:cubicBezTo>
                <a:cubicBezTo>
                  <a:pt x="16193" y="57443"/>
                  <a:pt x="12603" y="55499"/>
                  <a:pt x="9586" y="52913"/>
                </a:cubicBezTo>
                <a:cubicBezTo>
                  <a:pt x="6571" y="50328"/>
                  <a:pt x="4219" y="47090"/>
                  <a:pt x="2531" y="43201"/>
                </a:cubicBezTo>
                <a:cubicBezTo>
                  <a:pt x="844" y="39311"/>
                  <a:pt x="0" y="34803"/>
                  <a:pt x="0" y="29677"/>
                </a:cubicBezTo>
                <a:cubicBezTo>
                  <a:pt x="0" y="24686"/>
                  <a:pt x="743" y="20336"/>
                  <a:pt x="2228" y="16626"/>
                </a:cubicBezTo>
                <a:cubicBezTo>
                  <a:pt x="3713" y="12916"/>
                  <a:pt x="5874" y="9825"/>
                  <a:pt x="8709" y="7352"/>
                </a:cubicBezTo>
                <a:cubicBezTo>
                  <a:pt x="11545" y="4879"/>
                  <a:pt x="14988" y="3035"/>
                  <a:pt x="19039" y="1821"/>
                </a:cubicBezTo>
                <a:cubicBezTo>
                  <a:pt x="23090" y="607"/>
                  <a:pt x="27682" y="0"/>
                  <a:pt x="32814" y="0"/>
                </a:cubicBezTo>
                <a:cubicBezTo>
                  <a:pt x="37764" y="0"/>
                  <a:pt x="42321" y="641"/>
                  <a:pt x="46484" y="1922"/>
                </a:cubicBezTo>
                <a:cubicBezTo>
                  <a:pt x="50648" y="3204"/>
                  <a:pt x="54237" y="5137"/>
                  <a:pt x="57253" y="7723"/>
                </a:cubicBezTo>
                <a:cubicBezTo>
                  <a:pt x="60270" y="10308"/>
                  <a:pt x="62611" y="13535"/>
                  <a:pt x="64276" y="17402"/>
                </a:cubicBezTo>
                <a:cubicBezTo>
                  <a:pt x="65941" y="21269"/>
                  <a:pt x="66774" y="25788"/>
                  <a:pt x="66774" y="30959"/>
                </a:cubicBezTo>
                <a:cubicBezTo>
                  <a:pt x="66774" y="35950"/>
                  <a:pt x="66031" y="40300"/>
                  <a:pt x="64546" y="44010"/>
                </a:cubicBezTo>
                <a:cubicBezTo>
                  <a:pt x="63061" y="47720"/>
                  <a:pt x="60900" y="50811"/>
                  <a:pt x="58064" y="53284"/>
                </a:cubicBezTo>
                <a:cubicBezTo>
                  <a:pt x="55229" y="55757"/>
                  <a:pt x="51785" y="57612"/>
                  <a:pt x="47734" y="58849"/>
                </a:cubicBezTo>
                <a:cubicBezTo>
                  <a:pt x="43683" y="60085"/>
                  <a:pt x="39114" y="60703"/>
                  <a:pt x="34028" y="60703"/>
                </a:cubicBezTo>
                <a:moveTo>
                  <a:pt x="33286" y="48967"/>
                </a:moveTo>
                <a:cubicBezTo>
                  <a:pt x="36572" y="48967"/>
                  <a:pt x="39679" y="48664"/>
                  <a:pt x="42606" y="48057"/>
                </a:cubicBezTo>
                <a:cubicBezTo>
                  <a:pt x="45533" y="47450"/>
                  <a:pt x="48100" y="46449"/>
                  <a:pt x="50306" y="45055"/>
                </a:cubicBezTo>
                <a:cubicBezTo>
                  <a:pt x="52512" y="43661"/>
                  <a:pt x="54256" y="41773"/>
                  <a:pt x="55539" y="39390"/>
                </a:cubicBezTo>
                <a:cubicBezTo>
                  <a:pt x="56824" y="37007"/>
                  <a:pt x="57466" y="34039"/>
                  <a:pt x="57466" y="30487"/>
                </a:cubicBezTo>
                <a:cubicBezTo>
                  <a:pt x="57466" y="27204"/>
                  <a:pt x="56881" y="24383"/>
                  <a:pt x="55710" y="22022"/>
                </a:cubicBezTo>
                <a:cubicBezTo>
                  <a:pt x="54540" y="19661"/>
                  <a:pt x="52884" y="17716"/>
                  <a:pt x="50744" y="16188"/>
                </a:cubicBezTo>
                <a:cubicBezTo>
                  <a:pt x="48606" y="14659"/>
                  <a:pt x="46073" y="13523"/>
                  <a:pt x="43146" y="12781"/>
                </a:cubicBezTo>
                <a:cubicBezTo>
                  <a:pt x="40220" y="12039"/>
                  <a:pt x="37023" y="11669"/>
                  <a:pt x="33555" y="11669"/>
                </a:cubicBezTo>
                <a:cubicBezTo>
                  <a:pt x="30224" y="11669"/>
                  <a:pt x="27094" y="11972"/>
                  <a:pt x="24168" y="12579"/>
                </a:cubicBezTo>
                <a:cubicBezTo>
                  <a:pt x="21241" y="13186"/>
                  <a:pt x="18685" y="14198"/>
                  <a:pt x="16502" y="15614"/>
                </a:cubicBezTo>
                <a:cubicBezTo>
                  <a:pt x="14318" y="17031"/>
                  <a:pt x="12584" y="18930"/>
                  <a:pt x="11300" y="21314"/>
                </a:cubicBezTo>
                <a:cubicBezTo>
                  <a:pt x="10017" y="23697"/>
                  <a:pt x="9375" y="26665"/>
                  <a:pt x="9375" y="30217"/>
                </a:cubicBezTo>
                <a:cubicBezTo>
                  <a:pt x="9375" y="33454"/>
                  <a:pt x="9961" y="36265"/>
                  <a:pt x="11131" y="38648"/>
                </a:cubicBezTo>
                <a:cubicBezTo>
                  <a:pt x="12302" y="41031"/>
                  <a:pt x="13945" y="42987"/>
                  <a:pt x="16061" y="44516"/>
                </a:cubicBezTo>
                <a:cubicBezTo>
                  <a:pt x="18179" y="46045"/>
                  <a:pt x="20700" y="47169"/>
                  <a:pt x="23626" y="47888"/>
                </a:cubicBezTo>
                <a:cubicBezTo>
                  <a:pt x="26553" y="48608"/>
                  <a:pt x="29773" y="48967"/>
                  <a:pt x="33286" y="4896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u">
            <a:extLst xmlns:a="http://schemas.openxmlformats.org/drawingml/2006/main">
              <a:ext uri="{FF2B5EF4-FFF2-40B4-BE49-F238E27FC236}">
                <a16:creationId xmlns:a16="http://schemas.microsoft.com/office/drawing/2014/main" id="{2A3AE3CC-0E89-429A-A76F-C1A25413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2270" y="913254"/>
            <a:ext cx="65829" cy="52340"/>
          </a:xfrm>
          <a:custGeom xmlns:a="http://schemas.openxmlformats.org/drawingml/2006/main">
            <a:pathLst>
              <a:path w="65829" h="52340">
                <a:moveTo>
                  <a:pt x="3035" y="52340"/>
                </a:moveTo>
                <a:cubicBezTo>
                  <a:pt x="2675" y="52340"/>
                  <a:pt x="2372" y="52261"/>
                  <a:pt x="2125" y="52104"/>
                </a:cubicBezTo>
                <a:cubicBezTo>
                  <a:pt x="1877" y="51946"/>
                  <a:pt x="1664" y="51665"/>
                  <a:pt x="1484" y="51261"/>
                </a:cubicBezTo>
                <a:cubicBezTo>
                  <a:pt x="1304" y="50856"/>
                  <a:pt x="1169" y="50328"/>
                  <a:pt x="1079" y="49676"/>
                </a:cubicBezTo>
                <a:cubicBezTo>
                  <a:pt x="989" y="49024"/>
                  <a:pt x="944" y="48225"/>
                  <a:pt x="944" y="47281"/>
                </a:cubicBezTo>
                <a:cubicBezTo>
                  <a:pt x="944" y="46247"/>
                  <a:pt x="989" y="45404"/>
                  <a:pt x="1079" y="44752"/>
                </a:cubicBezTo>
                <a:cubicBezTo>
                  <a:pt x="1169" y="44100"/>
                  <a:pt x="1304" y="43583"/>
                  <a:pt x="1484" y="43201"/>
                </a:cubicBezTo>
                <a:cubicBezTo>
                  <a:pt x="1664" y="42818"/>
                  <a:pt x="1877" y="42560"/>
                  <a:pt x="2125" y="42425"/>
                </a:cubicBezTo>
                <a:cubicBezTo>
                  <a:pt x="2372" y="42290"/>
                  <a:pt x="2675" y="42223"/>
                  <a:pt x="3035" y="42223"/>
                </a:cubicBezTo>
                <a:lnTo>
                  <a:pt x="11061" y="42223"/>
                </a:lnTo>
                <a:cubicBezTo>
                  <a:pt x="7216" y="38760"/>
                  <a:pt x="4410" y="35343"/>
                  <a:pt x="2645" y="31970"/>
                </a:cubicBezTo>
                <a:cubicBezTo>
                  <a:pt x="882" y="28598"/>
                  <a:pt x="0" y="25181"/>
                  <a:pt x="0" y="21718"/>
                </a:cubicBezTo>
                <a:cubicBezTo>
                  <a:pt x="0" y="17671"/>
                  <a:pt x="675" y="14265"/>
                  <a:pt x="2026" y="11500"/>
                </a:cubicBezTo>
                <a:cubicBezTo>
                  <a:pt x="3376" y="8735"/>
                  <a:pt x="5210" y="6498"/>
                  <a:pt x="7527" y="4789"/>
                </a:cubicBezTo>
                <a:cubicBezTo>
                  <a:pt x="9845" y="3080"/>
                  <a:pt x="12546" y="1855"/>
                  <a:pt x="15629" y="1113"/>
                </a:cubicBezTo>
                <a:cubicBezTo>
                  <a:pt x="18713" y="371"/>
                  <a:pt x="22461" y="0"/>
                  <a:pt x="26872" y="0"/>
                </a:cubicBezTo>
                <a:lnTo>
                  <a:pt x="63736" y="0"/>
                </a:lnTo>
                <a:cubicBezTo>
                  <a:pt x="64096" y="0"/>
                  <a:pt x="64400" y="79"/>
                  <a:pt x="64647" y="236"/>
                </a:cubicBezTo>
                <a:cubicBezTo>
                  <a:pt x="64896" y="393"/>
                  <a:pt x="65121" y="697"/>
                  <a:pt x="65324" y="1147"/>
                </a:cubicBezTo>
                <a:cubicBezTo>
                  <a:pt x="65526" y="1596"/>
                  <a:pt x="65661" y="2181"/>
                  <a:pt x="65728" y="2900"/>
                </a:cubicBezTo>
                <a:cubicBezTo>
                  <a:pt x="65796" y="3620"/>
                  <a:pt x="65829" y="4519"/>
                  <a:pt x="65829" y="5598"/>
                </a:cubicBezTo>
                <a:cubicBezTo>
                  <a:pt x="65829" y="6677"/>
                  <a:pt x="65796" y="7577"/>
                  <a:pt x="65728" y="8296"/>
                </a:cubicBezTo>
                <a:cubicBezTo>
                  <a:pt x="65661" y="9016"/>
                  <a:pt x="65526" y="9589"/>
                  <a:pt x="65324" y="10016"/>
                </a:cubicBezTo>
                <a:cubicBezTo>
                  <a:pt x="65121" y="10443"/>
                  <a:pt x="64896" y="10747"/>
                  <a:pt x="64647" y="10927"/>
                </a:cubicBezTo>
                <a:cubicBezTo>
                  <a:pt x="64400" y="11106"/>
                  <a:pt x="64096" y="11196"/>
                  <a:pt x="63736" y="11196"/>
                </a:cubicBezTo>
                <a:lnTo>
                  <a:pt x="28351" y="11196"/>
                </a:lnTo>
                <a:cubicBezTo>
                  <a:pt x="24795" y="11196"/>
                  <a:pt x="21947" y="11455"/>
                  <a:pt x="19809" y="11972"/>
                </a:cubicBezTo>
                <a:cubicBezTo>
                  <a:pt x="17670" y="12489"/>
                  <a:pt x="15846" y="13276"/>
                  <a:pt x="14337" y="14333"/>
                </a:cubicBezTo>
                <a:cubicBezTo>
                  <a:pt x="12829" y="15389"/>
                  <a:pt x="11659" y="16727"/>
                  <a:pt x="10825" y="18346"/>
                </a:cubicBezTo>
                <a:cubicBezTo>
                  <a:pt x="9994" y="19965"/>
                  <a:pt x="9578" y="21853"/>
                  <a:pt x="9578" y="24012"/>
                </a:cubicBezTo>
                <a:cubicBezTo>
                  <a:pt x="9578" y="26799"/>
                  <a:pt x="10572" y="29576"/>
                  <a:pt x="12562" y="32341"/>
                </a:cubicBezTo>
                <a:cubicBezTo>
                  <a:pt x="14552" y="35107"/>
                  <a:pt x="17469" y="38041"/>
                  <a:pt x="21314" y="41143"/>
                </a:cubicBezTo>
                <a:lnTo>
                  <a:pt x="63739" y="41143"/>
                </a:lnTo>
                <a:cubicBezTo>
                  <a:pt x="64098" y="41143"/>
                  <a:pt x="64402" y="41222"/>
                  <a:pt x="64649" y="41379"/>
                </a:cubicBezTo>
                <a:cubicBezTo>
                  <a:pt x="64896" y="41537"/>
                  <a:pt x="65121" y="41840"/>
                  <a:pt x="65324" y="42290"/>
                </a:cubicBezTo>
                <a:cubicBezTo>
                  <a:pt x="65526" y="42740"/>
                  <a:pt x="65661" y="43313"/>
                  <a:pt x="65728" y="44010"/>
                </a:cubicBezTo>
                <a:cubicBezTo>
                  <a:pt x="65796" y="44707"/>
                  <a:pt x="65829" y="45617"/>
                  <a:pt x="65829" y="46742"/>
                </a:cubicBezTo>
                <a:cubicBezTo>
                  <a:pt x="65829" y="47821"/>
                  <a:pt x="65796" y="48720"/>
                  <a:pt x="65728" y="49440"/>
                </a:cubicBezTo>
                <a:cubicBezTo>
                  <a:pt x="65661" y="50159"/>
                  <a:pt x="65526" y="50721"/>
                  <a:pt x="65324" y="51126"/>
                </a:cubicBezTo>
                <a:cubicBezTo>
                  <a:pt x="65121" y="51530"/>
                  <a:pt x="64896" y="51834"/>
                  <a:pt x="64649" y="52036"/>
                </a:cubicBezTo>
                <a:cubicBezTo>
                  <a:pt x="64402" y="52239"/>
                  <a:pt x="64098" y="52340"/>
                  <a:pt x="63739" y="52340"/>
                </a:cubicBezTo>
                <a:lnTo>
                  <a:pt x="3035" y="523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s">
            <a:extLst xmlns:a="http://schemas.openxmlformats.org/drawingml/2006/main">
              <a:ext uri="{FF2B5EF4-FFF2-40B4-BE49-F238E27FC236}">
                <a16:creationId xmlns:a16="http://schemas.microsoft.com/office/drawing/2014/main" id="{48286019-2AF6-4A48-B748-F1EFBB7D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2270" y="981255"/>
            <a:ext cx="66774" cy="42964"/>
          </a:xfrm>
          <a:custGeom xmlns:a="http://schemas.openxmlformats.org/drawingml/2006/main">
            <a:pathLst>
              <a:path w="66774" h="42964">
                <a:moveTo>
                  <a:pt x="19511" y="42964"/>
                </a:moveTo>
                <a:cubicBezTo>
                  <a:pt x="16406" y="42964"/>
                  <a:pt x="13638" y="42391"/>
                  <a:pt x="11207" y="41245"/>
                </a:cubicBezTo>
                <a:cubicBezTo>
                  <a:pt x="8777" y="40098"/>
                  <a:pt x="6729" y="38468"/>
                  <a:pt x="5063" y="36355"/>
                </a:cubicBezTo>
                <a:cubicBezTo>
                  <a:pt x="3398" y="34241"/>
                  <a:pt x="2138" y="31723"/>
                  <a:pt x="1284" y="28800"/>
                </a:cubicBezTo>
                <a:cubicBezTo>
                  <a:pt x="428" y="25878"/>
                  <a:pt x="0" y="22663"/>
                  <a:pt x="0" y="19155"/>
                </a:cubicBezTo>
                <a:cubicBezTo>
                  <a:pt x="0" y="16997"/>
                  <a:pt x="169" y="14940"/>
                  <a:pt x="506" y="12984"/>
                </a:cubicBezTo>
                <a:cubicBezTo>
                  <a:pt x="843" y="11028"/>
                  <a:pt x="1270" y="9274"/>
                  <a:pt x="1787" y="7723"/>
                </a:cubicBezTo>
                <a:cubicBezTo>
                  <a:pt x="2304" y="6172"/>
                  <a:pt x="2844" y="4856"/>
                  <a:pt x="3406" y="3777"/>
                </a:cubicBezTo>
                <a:cubicBezTo>
                  <a:pt x="3968" y="2698"/>
                  <a:pt x="4474" y="1911"/>
                  <a:pt x="4924" y="1416"/>
                </a:cubicBezTo>
                <a:cubicBezTo>
                  <a:pt x="5373" y="922"/>
                  <a:pt x="6003" y="562"/>
                  <a:pt x="6812" y="337"/>
                </a:cubicBezTo>
                <a:cubicBezTo>
                  <a:pt x="7622" y="112"/>
                  <a:pt x="8723" y="0"/>
                  <a:pt x="10117" y="0"/>
                </a:cubicBezTo>
                <a:cubicBezTo>
                  <a:pt x="10972" y="0"/>
                  <a:pt x="11691" y="45"/>
                  <a:pt x="12276" y="135"/>
                </a:cubicBezTo>
                <a:cubicBezTo>
                  <a:pt x="12860" y="225"/>
                  <a:pt x="13332" y="337"/>
                  <a:pt x="13692" y="472"/>
                </a:cubicBezTo>
                <a:cubicBezTo>
                  <a:pt x="14052" y="607"/>
                  <a:pt x="14310" y="798"/>
                  <a:pt x="14468" y="1045"/>
                </a:cubicBezTo>
                <a:cubicBezTo>
                  <a:pt x="14625" y="1293"/>
                  <a:pt x="14704" y="1574"/>
                  <a:pt x="14704" y="1889"/>
                </a:cubicBezTo>
                <a:cubicBezTo>
                  <a:pt x="14704" y="2383"/>
                  <a:pt x="14400" y="3114"/>
                  <a:pt x="13793" y="4081"/>
                </a:cubicBezTo>
                <a:cubicBezTo>
                  <a:pt x="13186" y="5047"/>
                  <a:pt x="12523" y="6239"/>
                  <a:pt x="11803" y="7655"/>
                </a:cubicBezTo>
                <a:cubicBezTo>
                  <a:pt x="11084" y="9072"/>
                  <a:pt x="10421" y="10747"/>
                  <a:pt x="9814" y="12680"/>
                </a:cubicBezTo>
                <a:cubicBezTo>
                  <a:pt x="9207" y="14614"/>
                  <a:pt x="8903" y="16840"/>
                  <a:pt x="8903" y="19358"/>
                </a:cubicBezTo>
                <a:cubicBezTo>
                  <a:pt x="8903" y="21246"/>
                  <a:pt x="9106" y="22955"/>
                  <a:pt x="9510" y="24484"/>
                </a:cubicBezTo>
                <a:cubicBezTo>
                  <a:pt x="9916" y="26013"/>
                  <a:pt x="10513" y="27339"/>
                  <a:pt x="11302" y="28463"/>
                </a:cubicBezTo>
                <a:cubicBezTo>
                  <a:pt x="12090" y="29587"/>
                  <a:pt x="13093" y="30453"/>
                  <a:pt x="14310" y="31060"/>
                </a:cubicBezTo>
                <a:cubicBezTo>
                  <a:pt x="15526" y="31667"/>
                  <a:pt x="16968" y="31970"/>
                  <a:pt x="18635" y="31970"/>
                </a:cubicBezTo>
                <a:cubicBezTo>
                  <a:pt x="20345" y="31970"/>
                  <a:pt x="21785" y="31532"/>
                  <a:pt x="22956" y="30655"/>
                </a:cubicBezTo>
                <a:cubicBezTo>
                  <a:pt x="24126" y="29778"/>
                  <a:pt x="25161" y="28621"/>
                  <a:pt x="26060" y="27182"/>
                </a:cubicBezTo>
                <a:cubicBezTo>
                  <a:pt x="26961" y="25743"/>
                  <a:pt x="27760" y="24124"/>
                  <a:pt x="28457" y="22325"/>
                </a:cubicBezTo>
                <a:cubicBezTo>
                  <a:pt x="29155" y="20527"/>
                  <a:pt x="29887" y="18672"/>
                  <a:pt x="30651" y="16761"/>
                </a:cubicBezTo>
                <a:cubicBezTo>
                  <a:pt x="31417" y="14850"/>
                  <a:pt x="32284" y="12984"/>
                  <a:pt x="33252" y="11163"/>
                </a:cubicBezTo>
                <a:cubicBezTo>
                  <a:pt x="34220" y="9342"/>
                  <a:pt x="35402" y="7712"/>
                  <a:pt x="36797" y="6273"/>
                </a:cubicBezTo>
                <a:cubicBezTo>
                  <a:pt x="38193" y="4834"/>
                  <a:pt x="39858" y="3676"/>
                  <a:pt x="41793" y="2799"/>
                </a:cubicBezTo>
                <a:cubicBezTo>
                  <a:pt x="43727" y="1922"/>
                  <a:pt x="46045" y="1484"/>
                  <a:pt x="48746" y="1484"/>
                </a:cubicBezTo>
                <a:cubicBezTo>
                  <a:pt x="51132" y="1484"/>
                  <a:pt x="53416" y="1945"/>
                  <a:pt x="55598" y="2867"/>
                </a:cubicBezTo>
                <a:cubicBezTo>
                  <a:pt x="57782" y="3788"/>
                  <a:pt x="59695" y="5171"/>
                  <a:pt x="61338" y="7015"/>
                </a:cubicBezTo>
                <a:cubicBezTo>
                  <a:pt x="62982" y="8858"/>
                  <a:pt x="64298" y="11163"/>
                  <a:pt x="65288" y="13928"/>
                </a:cubicBezTo>
                <a:cubicBezTo>
                  <a:pt x="66278" y="16693"/>
                  <a:pt x="66774" y="19920"/>
                  <a:pt x="66774" y="23607"/>
                </a:cubicBezTo>
                <a:cubicBezTo>
                  <a:pt x="66774" y="25226"/>
                  <a:pt x="66637" y="26844"/>
                  <a:pt x="66363" y="28463"/>
                </a:cubicBezTo>
                <a:cubicBezTo>
                  <a:pt x="66089" y="30082"/>
                  <a:pt x="65746" y="31543"/>
                  <a:pt x="65336" y="32847"/>
                </a:cubicBezTo>
                <a:cubicBezTo>
                  <a:pt x="64926" y="34151"/>
                  <a:pt x="64481" y="35264"/>
                  <a:pt x="64002" y="36186"/>
                </a:cubicBezTo>
                <a:cubicBezTo>
                  <a:pt x="63523" y="37108"/>
                  <a:pt x="63101" y="37805"/>
                  <a:pt x="62735" y="38277"/>
                </a:cubicBezTo>
                <a:cubicBezTo>
                  <a:pt x="62370" y="38749"/>
                  <a:pt x="62052" y="39064"/>
                  <a:pt x="61783" y="39221"/>
                </a:cubicBezTo>
                <a:cubicBezTo>
                  <a:pt x="61513" y="39378"/>
                  <a:pt x="61209" y="39491"/>
                  <a:pt x="60872" y="39558"/>
                </a:cubicBezTo>
                <a:cubicBezTo>
                  <a:pt x="60535" y="39626"/>
                  <a:pt x="60119" y="39693"/>
                  <a:pt x="59624" y="39761"/>
                </a:cubicBezTo>
                <a:cubicBezTo>
                  <a:pt x="59130" y="39828"/>
                  <a:pt x="58523" y="39862"/>
                  <a:pt x="57803" y="39862"/>
                </a:cubicBezTo>
                <a:cubicBezTo>
                  <a:pt x="57039" y="39862"/>
                  <a:pt x="56375" y="39828"/>
                  <a:pt x="55813" y="39761"/>
                </a:cubicBezTo>
                <a:cubicBezTo>
                  <a:pt x="55251" y="39693"/>
                  <a:pt x="54790" y="39581"/>
                  <a:pt x="54431" y="39423"/>
                </a:cubicBezTo>
                <a:cubicBezTo>
                  <a:pt x="54071" y="39266"/>
                  <a:pt x="53812" y="39075"/>
                  <a:pt x="53655" y="38850"/>
                </a:cubicBezTo>
                <a:cubicBezTo>
                  <a:pt x="53498" y="38625"/>
                  <a:pt x="53419" y="38378"/>
                  <a:pt x="53419" y="38108"/>
                </a:cubicBezTo>
                <a:cubicBezTo>
                  <a:pt x="53419" y="37704"/>
                  <a:pt x="53670" y="37119"/>
                  <a:pt x="54171" y="36355"/>
                </a:cubicBezTo>
                <a:cubicBezTo>
                  <a:pt x="54673" y="35590"/>
                  <a:pt x="55209" y="34601"/>
                  <a:pt x="55780" y="33387"/>
                </a:cubicBezTo>
                <a:cubicBezTo>
                  <a:pt x="56350" y="32173"/>
                  <a:pt x="56886" y="30745"/>
                  <a:pt x="57388" y="29104"/>
                </a:cubicBezTo>
                <a:cubicBezTo>
                  <a:pt x="57889" y="27463"/>
                  <a:pt x="58140" y="25585"/>
                  <a:pt x="58140" y="23472"/>
                </a:cubicBezTo>
                <a:cubicBezTo>
                  <a:pt x="58140" y="21583"/>
                  <a:pt x="57926" y="19920"/>
                  <a:pt x="57497" y="18481"/>
                </a:cubicBezTo>
                <a:cubicBezTo>
                  <a:pt x="57070" y="17042"/>
                  <a:pt x="56463" y="15862"/>
                  <a:pt x="55674" y="14940"/>
                </a:cubicBezTo>
                <a:cubicBezTo>
                  <a:pt x="54886" y="14018"/>
                  <a:pt x="53951" y="13321"/>
                  <a:pt x="52869" y="12849"/>
                </a:cubicBezTo>
                <a:cubicBezTo>
                  <a:pt x="51788" y="12377"/>
                  <a:pt x="50617" y="12141"/>
                  <a:pt x="49355" y="12141"/>
                </a:cubicBezTo>
                <a:cubicBezTo>
                  <a:pt x="47600" y="12141"/>
                  <a:pt x="46126" y="12590"/>
                  <a:pt x="44933" y="13490"/>
                </a:cubicBezTo>
                <a:cubicBezTo>
                  <a:pt x="43740" y="14389"/>
                  <a:pt x="42693" y="15558"/>
                  <a:pt x="41793" y="16997"/>
                </a:cubicBezTo>
                <a:cubicBezTo>
                  <a:pt x="40893" y="18436"/>
                  <a:pt x="40083" y="20077"/>
                  <a:pt x="39362" y="21921"/>
                </a:cubicBezTo>
                <a:cubicBezTo>
                  <a:pt x="38643" y="23764"/>
                  <a:pt x="37900" y="25642"/>
                  <a:pt x="37134" y="27553"/>
                </a:cubicBezTo>
                <a:cubicBezTo>
                  <a:pt x="36370" y="29464"/>
                  <a:pt x="35515" y="31352"/>
                  <a:pt x="34569" y="33218"/>
                </a:cubicBezTo>
                <a:cubicBezTo>
                  <a:pt x="33624" y="35084"/>
                  <a:pt x="32476" y="36737"/>
                  <a:pt x="31125" y="38176"/>
                </a:cubicBezTo>
                <a:cubicBezTo>
                  <a:pt x="29775" y="39615"/>
                  <a:pt x="28154" y="40772"/>
                  <a:pt x="26263" y="41649"/>
                </a:cubicBezTo>
                <a:cubicBezTo>
                  <a:pt x="24373" y="42526"/>
                  <a:pt x="22122" y="42964"/>
                  <a:pt x="19511" y="429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e">
            <a:extLst xmlns:a="http://schemas.openxmlformats.org/drawingml/2006/main">
              <a:ext uri="{FF2B5EF4-FFF2-40B4-BE49-F238E27FC236}">
                <a16:creationId xmlns:a16="http://schemas.microsoft.com/office/drawing/2014/main" id="{DDA50CE2-5AFB-40EB-BDF0-B32997A7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2270" y="1036075"/>
            <a:ext cx="66774" cy="55847"/>
          </a:xfrm>
          <a:custGeom xmlns:a="http://schemas.openxmlformats.org/drawingml/2006/main">
            <a:pathLst>
              <a:path w="66774" h="55847">
                <a:moveTo>
                  <a:pt x="36017" y="55847"/>
                </a:moveTo>
                <a:cubicBezTo>
                  <a:pt x="34264" y="55847"/>
                  <a:pt x="33016" y="55409"/>
                  <a:pt x="32274" y="54532"/>
                </a:cubicBezTo>
                <a:cubicBezTo>
                  <a:pt x="31532" y="53655"/>
                  <a:pt x="31161" y="52655"/>
                  <a:pt x="31161" y="51530"/>
                </a:cubicBezTo>
                <a:lnTo>
                  <a:pt x="31161" y="11736"/>
                </a:lnTo>
                <a:cubicBezTo>
                  <a:pt x="27779" y="11736"/>
                  <a:pt x="24735" y="12073"/>
                  <a:pt x="22028" y="12748"/>
                </a:cubicBezTo>
                <a:cubicBezTo>
                  <a:pt x="19322" y="13422"/>
                  <a:pt x="16999" y="14546"/>
                  <a:pt x="15060" y="16120"/>
                </a:cubicBezTo>
                <a:cubicBezTo>
                  <a:pt x="13121" y="17694"/>
                  <a:pt x="11632" y="19740"/>
                  <a:pt x="10594" y="22258"/>
                </a:cubicBezTo>
                <a:cubicBezTo>
                  <a:pt x="9557" y="24776"/>
                  <a:pt x="9038" y="27856"/>
                  <a:pt x="9038" y="31498"/>
                </a:cubicBezTo>
                <a:cubicBezTo>
                  <a:pt x="9038" y="34376"/>
                  <a:pt x="9274" y="36939"/>
                  <a:pt x="9746" y="39187"/>
                </a:cubicBezTo>
                <a:cubicBezTo>
                  <a:pt x="10218" y="41436"/>
                  <a:pt x="10747" y="43380"/>
                  <a:pt x="11331" y="45022"/>
                </a:cubicBezTo>
                <a:cubicBezTo>
                  <a:pt x="11916" y="46663"/>
                  <a:pt x="12444" y="48012"/>
                  <a:pt x="12916" y="49069"/>
                </a:cubicBezTo>
                <a:cubicBezTo>
                  <a:pt x="13388" y="50125"/>
                  <a:pt x="13625" y="50923"/>
                  <a:pt x="13625" y="51463"/>
                </a:cubicBezTo>
                <a:cubicBezTo>
                  <a:pt x="13625" y="51778"/>
                  <a:pt x="13546" y="52059"/>
                  <a:pt x="13388" y="52306"/>
                </a:cubicBezTo>
                <a:cubicBezTo>
                  <a:pt x="13231" y="52553"/>
                  <a:pt x="12995" y="52744"/>
                  <a:pt x="12680" y="52879"/>
                </a:cubicBezTo>
                <a:cubicBezTo>
                  <a:pt x="12365" y="53014"/>
                  <a:pt x="11927" y="53115"/>
                  <a:pt x="11365" y="53183"/>
                </a:cubicBezTo>
                <a:cubicBezTo>
                  <a:pt x="10803" y="53250"/>
                  <a:pt x="10117" y="53284"/>
                  <a:pt x="9308" y="53284"/>
                </a:cubicBezTo>
                <a:cubicBezTo>
                  <a:pt x="8723" y="53284"/>
                  <a:pt x="8217" y="53262"/>
                  <a:pt x="7790" y="53217"/>
                </a:cubicBezTo>
                <a:cubicBezTo>
                  <a:pt x="7363" y="53172"/>
                  <a:pt x="6981" y="53115"/>
                  <a:pt x="6644" y="53048"/>
                </a:cubicBezTo>
                <a:cubicBezTo>
                  <a:pt x="6306" y="52981"/>
                  <a:pt x="6003" y="52868"/>
                  <a:pt x="5733" y="52711"/>
                </a:cubicBezTo>
                <a:cubicBezTo>
                  <a:pt x="5463" y="52553"/>
                  <a:pt x="5205" y="52351"/>
                  <a:pt x="4957" y="52104"/>
                </a:cubicBezTo>
                <a:cubicBezTo>
                  <a:pt x="4710" y="51856"/>
                  <a:pt x="4305" y="51126"/>
                  <a:pt x="3743" y="49912"/>
                </a:cubicBezTo>
                <a:cubicBezTo>
                  <a:pt x="3181" y="48698"/>
                  <a:pt x="2630" y="47124"/>
                  <a:pt x="2091" y="45190"/>
                </a:cubicBezTo>
                <a:cubicBezTo>
                  <a:pt x="1551" y="43257"/>
                  <a:pt x="1068" y="41020"/>
                  <a:pt x="641" y="38479"/>
                </a:cubicBezTo>
                <a:cubicBezTo>
                  <a:pt x="214" y="35939"/>
                  <a:pt x="0" y="33229"/>
                  <a:pt x="0" y="30352"/>
                </a:cubicBezTo>
                <a:cubicBezTo>
                  <a:pt x="0" y="25361"/>
                  <a:pt x="698" y="20988"/>
                  <a:pt x="2093" y="17233"/>
                </a:cubicBezTo>
                <a:cubicBezTo>
                  <a:pt x="3488" y="13478"/>
                  <a:pt x="5559" y="10320"/>
                  <a:pt x="8305" y="7757"/>
                </a:cubicBezTo>
                <a:cubicBezTo>
                  <a:pt x="11050" y="5194"/>
                  <a:pt x="14494" y="3260"/>
                  <a:pt x="18635" y="1956"/>
                </a:cubicBezTo>
                <a:cubicBezTo>
                  <a:pt x="22776" y="652"/>
                  <a:pt x="27592" y="0"/>
                  <a:pt x="33083" y="0"/>
                </a:cubicBezTo>
                <a:cubicBezTo>
                  <a:pt x="38305" y="0"/>
                  <a:pt x="42998" y="674"/>
                  <a:pt x="47161" y="2023"/>
                </a:cubicBezTo>
                <a:cubicBezTo>
                  <a:pt x="51325" y="3372"/>
                  <a:pt x="54858" y="5317"/>
                  <a:pt x="57761" y="7858"/>
                </a:cubicBezTo>
                <a:cubicBezTo>
                  <a:pt x="60664" y="10398"/>
                  <a:pt x="62892" y="13467"/>
                  <a:pt x="64445" y="17064"/>
                </a:cubicBezTo>
                <a:cubicBezTo>
                  <a:pt x="65997" y="20662"/>
                  <a:pt x="66774" y="24686"/>
                  <a:pt x="66774" y="29138"/>
                </a:cubicBezTo>
                <a:cubicBezTo>
                  <a:pt x="66774" y="33904"/>
                  <a:pt x="66009" y="37962"/>
                  <a:pt x="64480" y="41312"/>
                </a:cubicBezTo>
                <a:cubicBezTo>
                  <a:pt x="62952" y="44662"/>
                  <a:pt x="60894" y="47416"/>
                  <a:pt x="58309" y="49574"/>
                </a:cubicBezTo>
                <a:cubicBezTo>
                  <a:pt x="55723" y="51733"/>
                  <a:pt x="52688" y="53318"/>
                  <a:pt x="49203" y="54329"/>
                </a:cubicBezTo>
                <a:cubicBezTo>
                  <a:pt x="45719" y="55341"/>
                  <a:pt x="41998" y="55847"/>
                  <a:pt x="38041" y="55847"/>
                </a:cubicBezTo>
                <a:lnTo>
                  <a:pt x="36017" y="55847"/>
                </a:lnTo>
                <a:moveTo>
                  <a:pt x="39322" y="44651"/>
                </a:moveTo>
                <a:cubicBezTo>
                  <a:pt x="45168" y="44786"/>
                  <a:pt x="49754" y="43493"/>
                  <a:pt x="53082" y="40772"/>
                </a:cubicBezTo>
                <a:cubicBezTo>
                  <a:pt x="56409" y="38052"/>
                  <a:pt x="58073" y="34016"/>
                  <a:pt x="58073" y="28665"/>
                </a:cubicBezTo>
                <a:cubicBezTo>
                  <a:pt x="58073" y="25923"/>
                  <a:pt x="57556" y="23517"/>
                  <a:pt x="56522" y="21449"/>
                </a:cubicBezTo>
                <a:cubicBezTo>
                  <a:pt x="55487" y="19380"/>
                  <a:pt x="54116" y="17649"/>
                  <a:pt x="52407" y="16255"/>
                </a:cubicBezTo>
                <a:cubicBezTo>
                  <a:pt x="50699" y="14861"/>
                  <a:pt x="48709" y="13782"/>
                  <a:pt x="46438" y="13017"/>
                </a:cubicBezTo>
                <a:cubicBezTo>
                  <a:pt x="44167" y="12253"/>
                  <a:pt x="41795" y="11826"/>
                  <a:pt x="39322" y="11736"/>
                </a:cubicBezTo>
                <a:lnTo>
                  <a:pt x="39322" y="446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56A09-D9AE-415F-85F8-37E4173F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361" y="2416741"/>
            <a:ext cx="237437" cy="126623"/>
          </a:xfrm>
          <a:custGeom xmlns:a="http://schemas.openxmlformats.org/drawingml/2006/main">
            <a:pathLst>
              <a:path w="237437" h="126623">
                <a:moveTo>
                  <a:pt x="111006" y="126623"/>
                </a:moveTo>
                <a:lnTo>
                  <a:pt x="237437" y="62889"/>
                </a:lnTo>
                <a:lnTo>
                  <a:pt x="110584" y="0"/>
                </a:lnTo>
                <a:lnTo>
                  <a:pt x="110724" y="42205"/>
                </a:lnTo>
                <a:lnTo>
                  <a:pt x="0" y="42591"/>
                </a:lnTo>
                <a:lnTo>
                  <a:pt x="153" y="84799"/>
                </a:lnTo>
                <a:lnTo>
                  <a:pt x="110865" y="84412"/>
                </a:lnTo>
                <a:lnTo>
                  <a:pt x="111006" y="1266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DB76C1-1F30-49FF-95B5-668BAA7F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8109" y="2941803"/>
            <a:ext cx="980750" cy="234828"/>
          </a:xfrm>
          <a:custGeom xmlns:a="http://schemas.openxmlformats.org/drawingml/2006/main">
            <a:pathLst>
              <a:path w="980750" h="234828">
                <a:moveTo>
                  <a:pt x="0" y="39138"/>
                </a:moveTo>
                <a:cubicBezTo>
                  <a:pt x="0" y="17535"/>
                  <a:pt x="17535" y="0"/>
                  <a:pt x="39138" y="0"/>
                </a:cubicBezTo>
                <a:lnTo>
                  <a:pt x="941612" y="0"/>
                </a:lnTo>
                <a:cubicBezTo>
                  <a:pt x="963215" y="0"/>
                  <a:pt x="980750" y="17535"/>
                  <a:pt x="980750" y="39138"/>
                </a:cubicBezTo>
                <a:lnTo>
                  <a:pt x="980750" y="195690"/>
                </a:lnTo>
                <a:cubicBezTo>
                  <a:pt x="980750" y="217292"/>
                  <a:pt x="963215" y="234828"/>
                  <a:pt x="941612" y="234828"/>
                </a:cubicBezTo>
                <a:lnTo>
                  <a:pt x="39138" y="234828"/>
                </a:lnTo>
                <a:cubicBezTo>
                  <a:pt x="17535" y="234828"/>
                  <a:pt x="0" y="217292"/>
                  <a:pt x="0" y="195690"/>
                </a:cubicBezTo>
                <a:lnTo>
                  <a:pt x="0" y="39138"/>
                </a:lnTo>
                <a:close/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ElementMap">
            <a:extLst xmlns:a="http://schemas.openxmlformats.org/drawingml/2006/main">
              <a:ext uri="{FF2B5EF4-FFF2-40B4-BE49-F238E27FC236}">
                <a16:creationId xmlns:a16="http://schemas.microsoft.com/office/drawing/2014/main" id="{D4A92281-4AF1-4BC9-9B95-5484AFB8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6643" y="3011929"/>
            <a:ext cx="704497" cy="118574"/>
          </a:xfrm>
          <a:custGeom xmlns:a="http://schemas.openxmlformats.org/drawingml/2006/main">
            <a:pathLst>
              <a:path w="704497" h="118574">
                <a:moveTo>
                  <a:pt x="64008" y="8971"/>
                </a:moveTo>
                <a:cubicBezTo>
                  <a:pt x="64008" y="9195"/>
                  <a:pt x="63997" y="9544"/>
                  <a:pt x="63975" y="10016"/>
                </a:cubicBezTo>
                <a:cubicBezTo>
                  <a:pt x="63952" y="10488"/>
                  <a:pt x="63885" y="10994"/>
                  <a:pt x="63772" y="11534"/>
                </a:cubicBezTo>
                <a:cubicBezTo>
                  <a:pt x="63660" y="12073"/>
                  <a:pt x="63525" y="12635"/>
                  <a:pt x="63368" y="13220"/>
                </a:cubicBezTo>
                <a:cubicBezTo>
                  <a:pt x="63210" y="13804"/>
                  <a:pt x="62997" y="14333"/>
                  <a:pt x="62727" y="14805"/>
                </a:cubicBezTo>
                <a:cubicBezTo>
                  <a:pt x="62457" y="15277"/>
                  <a:pt x="62131" y="15659"/>
                  <a:pt x="61749" y="15951"/>
                </a:cubicBezTo>
                <a:cubicBezTo>
                  <a:pt x="61367" y="16244"/>
                  <a:pt x="60951" y="16390"/>
                  <a:pt x="60501" y="16390"/>
                </a:cubicBezTo>
                <a:lnTo>
                  <a:pt x="26440" y="16390"/>
                </a:lnTo>
                <a:lnTo>
                  <a:pt x="20909" y="43774"/>
                </a:lnTo>
                <a:lnTo>
                  <a:pt x="50249" y="43774"/>
                </a:lnTo>
                <a:cubicBezTo>
                  <a:pt x="50788" y="43774"/>
                  <a:pt x="51193" y="43954"/>
                  <a:pt x="51463" y="44313"/>
                </a:cubicBezTo>
                <a:cubicBezTo>
                  <a:pt x="51733" y="44673"/>
                  <a:pt x="51868" y="45213"/>
                  <a:pt x="51868" y="45932"/>
                </a:cubicBezTo>
                <a:cubicBezTo>
                  <a:pt x="51868" y="46157"/>
                  <a:pt x="51834" y="46506"/>
                  <a:pt x="51766" y="46978"/>
                </a:cubicBezTo>
                <a:cubicBezTo>
                  <a:pt x="51699" y="47450"/>
                  <a:pt x="51620" y="47967"/>
                  <a:pt x="51530" y="48529"/>
                </a:cubicBezTo>
                <a:cubicBezTo>
                  <a:pt x="51440" y="49091"/>
                  <a:pt x="51306" y="49642"/>
                  <a:pt x="51126" y="50181"/>
                </a:cubicBezTo>
                <a:cubicBezTo>
                  <a:pt x="50946" y="50721"/>
                  <a:pt x="50732" y="51204"/>
                  <a:pt x="50485" y="51632"/>
                </a:cubicBezTo>
                <a:cubicBezTo>
                  <a:pt x="50238" y="52059"/>
                  <a:pt x="49934" y="52418"/>
                  <a:pt x="49574" y="52711"/>
                </a:cubicBezTo>
                <a:cubicBezTo>
                  <a:pt x="49215" y="53003"/>
                  <a:pt x="48810" y="53149"/>
                  <a:pt x="48360" y="53149"/>
                </a:cubicBezTo>
                <a:lnTo>
                  <a:pt x="19088" y="53149"/>
                </a:lnTo>
                <a:lnTo>
                  <a:pt x="12748" y="84378"/>
                </a:lnTo>
                <a:lnTo>
                  <a:pt x="47484" y="84378"/>
                </a:lnTo>
                <a:cubicBezTo>
                  <a:pt x="47933" y="84378"/>
                  <a:pt x="48304" y="84558"/>
                  <a:pt x="48596" y="84917"/>
                </a:cubicBezTo>
                <a:cubicBezTo>
                  <a:pt x="48889" y="85277"/>
                  <a:pt x="49035" y="85839"/>
                  <a:pt x="49035" y="86603"/>
                </a:cubicBezTo>
                <a:cubicBezTo>
                  <a:pt x="49035" y="86873"/>
                  <a:pt x="49012" y="87255"/>
                  <a:pt x="48967" y="87750"/>
                </a:cubicBezTo>
                <a:cubicBezTo>
                  <a:pt x="48922" y="88245"/>
                  <a:pt x="48844" y="88762"/>
                  <a:pt x="48731" y="89301"/>
                </a:cubicBezTo>
                <a:cubicBezTo>
                  <a:pt x="48619" y="89841"/>
                  <a:pt x="48484" y="90392"/>
                  <a:pt x="48327" y="90954"/>
                </a:cubicBezTo>
                <a:cubicBezTo>
                  <a:pt x="48169" y="91516"/>
                  <a:pt x="47956" y="92033"/>
                  <a:pt x="47686" y="92505"/>
                </a:cubicBezTo>
                <a:cubicBezTo>
                  <a:pt x="47416" y="92977"/>
                  <a:pt x="47090" y="93348"/>
                  <a:pt x="46708" y="93618"/>
                </a:cubicBezTo>
                <a:cubicBezTo>
                  <a:pt x="46326" y="93888"/>
                  <a:pt x="45910" y="94023"/>
                  <a:pt x="45460" y="94023"/>
                </a:cubicBezTo>
                <a:lnTo>
                  <a:pt x="3507" y="94023"/>
                </a:lnTo>
                <a:cubicBezTo>
                  <a:pt x="3013" y="94023"/>
                  <a:pt x="2529" y="93944"/>
                  <a:pt x="2057" y="93787"/>
                </a:cubicBezTo>
                <a:cubicBezTo>
                  <a:pt x="1585" y="93629"/>
                  <a:pt x="1180" y="93359"/>
                  <a:pt x="843" y="92977"/>
                </a:cubicBezTo>
                <a:cubicBezTo>
                  <a:pt x="506" y="92595"/>
                  <a:pt x="270" y="92100"/>
                  <a:pt x="135" y="91493"/>
                </a:cubicBezTo>
                <a:cubicBezTo>
                  <a:pt x="0" y="90886"/>
                  <a:pt x="45" y="90156"/>
                  <a:pt x="270" y="89301"/>
                </a:cubicBezTo>
                <a:lnTo>
                  <a:pt x="15850" y="11466"/>
                </a:lnTo>
                <a:cubicBezTo>
                  <a:pt x="16165" y="9713"/>
                  <a:pt x="16862" y="8487"/>
                  <a:pt x="17941" y="7790"/>
                </a:cubicBezTo>
                <a:cubicBezTo>
                  <a:pt x="19020" y="7093"/>
                  <a:pt x="20077" y="6745"/>
                  <a:pt x="21111" y="6745"/>
                </a:cubicBezTo>
                <a:lnTo>
                  <a:pt x="62457" y="6745"/>
                </a:lnTo>
                <a:cubicBezTo>
                  <a:pt x="63491" y="6745"/>
                  <a:pt x="64008" y="7487"/>
                  <a:pt x="64008" y="8971"/>
                </a:cubicBezTo>
                <a:close/>
                <a:moveTo>
                  <a:pt x="76919" y="92334"/>
                </a:moveTo>
                <a:cubicBezTo>
                  <a:pt x="76830" y="92694"/>
                  <a:pt x="76672" y="92998"/>
                  <a:pt x="76447" y="93247"/>
                </a:cubicBezTo>
                <a:cubicBezTo>
                  <a:pt x="76223" y="93494"/>
                  <a:pt x="75885" y="93708"/>
                  <a:pt x="75436" y="93888"/>
                </a:cubicBezTo>
                <a:cubicBezTo>
                  <a:pt x="74986" y="94068"/>
                  <a:pt x="74390" y="94203"/>
                  <a:pt x="73648" y="94293"/>
                </a:cubicBezTo>
                <a:cubicBezTo>
                  <a:pt x="72906" y="94382"/>
                  <a:pt x="71996" y="94427"/>
                  <a:pt x="70917" y="94427"/>
                </a:cubicBezTo>
                <a:cubicBezTo>
                  <a:pt x="69792" y="94427"/>
                  <a:pt x="68882" y="94382"/>
                  <a:pt x="68185" y="94293"/>
                </a:cubicBezTo>
                <a:cubicBezTo>
                  <a:pt x="67488" y="94203"/>
                  <a:pt x="66948" y="94068"/>
                  <a:pt x="66566" y="93888"/>
                </a:cubicBezTo>
                <a:cubicBezTo>
                  <a:pt x="66184" y="93708"/>
                  <a:pt x="65937" y="93494"/>
                  <a:pt x="65824" y="93247"/>
                </a:cubicBezTo>
                <a:cubicBezTo>
                  <a:pt x="65712" y="92998"/>
                  <a:pt x="65701" y="92694"/>
                  <a:pt x="65791" y="92334"/>
                </a:cubicBezTo>
                <a:lnTo>
                  <a:pt x="83732" y="2160"/>
                </a:lnTo>
                <a:cubicBezTo>
                  <a:pt x="83822" y="1801"/>
                  <a:pt x="83968" y="1486"/>
                  <a:pt x="84170" y="1216"/>
                </a:cubicBezTo>
                <a:cubicBezTo>
                  <a:pt x="84372" y="945"/>
                  <a:pt x="84710" y="719"/>
                  <a:pt x="85182" y="540"/>
                </a:cubicBezTo>
                <a:cubicBezTo>
                  <a:pt x="85654" y="360"/>
                  <a:pt x="86261" y="225"/>
                  <a:pt x="87003" y="135"/>
                </a:cubicBezTo>
                <a:cubicBezTo>
                  <a:pt x="87745" y="45"/>
                  <a:pt x="88678" y="0"/>
                  <a:pt x="89802" y="0"/>
                </a:cubicBezTo>
                <a:cubicBezTo>
                  <a:pt x="90881" y="0"/>
                  <a:pt x="91769" y="45"/>
                  <a:pt x="92466" y="135"/>
                </a:cubicBezTo>
                <a:cubicBezTo>
                  <a:pt x="93163" y="225"/>
                  <a:pt x="93703" y="360"/>
                  <a:pt x="94085" y="540"/>
                </a:cubicBezTo>
                <a:cubicBezTo>
                  <a:pt x="94467" y="719"/>
                  <a:pt x="94703" y="945"/>
                  <a:pt x="94793" y="1216"/>
                </a:cubicBezTo>
                <a:cubicBezTo>
                  <a:pt x="94883" y="1486"/>
                  <a:pt x="94906" y="1801"/>
                  <a:pt x="94861" y="2160"/>
                </a:cubicBezTo>
                <a:lnTo>
                  <a:pt x="76919" y="92334"/>
                </a:lnTo>
                <a:close/>
                <a:moveTo>
                  <a:pt x="155567" y="44044"/>
                </a:moveTo>
                <a:cubicBezTo>
                  <a:pt x="155567" y="47146"/>
                  <a:pt x="154847" y="49934"/>
                  <a:pt x="153408" y="52407"/>
                </a:cubicBezTo>
                <a:cubicBezTo>
                  <a:pt x="151970" y="54880"/>
                  <a:pt x="149721" y="56994"/>
                  <a:pt x="146664" y="58747"/>
                </a:cubicBezTo>
                <a:cubicBezTo>
                  <a:pt x="143606" y="60501"/>
                  <a:pt x="139694" y="61850"/>
                  <a:pt x="134928" y="62794"/>
                </a:cubicBezTo>
                <a:cubicBezTo>
                  <a:pt x="130161" y="63739"/>
                  <a:pt x="124451" y="64211"/>
                  <a:pt x="117796" y="64211"/>
                </a:cubicBezTo>
                <a:lnTo>
                  <a:pt x="110646" y="64211"/>
                </a:lnTo>
                <a:cubicBezTo>
                  <a:pt x="110332" y="65699"/>
                  <a:pt x="110118" y="67142"/>
                  <a:pt x="110006" y="68540"/>
                </a:cubicBezTo>
                <a:cubicBezTo>
                  <a:pt x="109893" y="69938"/>
                  <a:pt x="109837" y="71246"/>
                  <a:pt x="109837" y="72465"/>
                </a:cubicBezTo>
                <a:cubicBezTo>
                  <a:pt x="109837" y="76975"/>
                  <a:pt x="110950" y="80426"/>
                  <a:pt x="113176" y="82816"/>
                </a:cubicBezTo>
                <a:cubicBezTo>
                  <a:pt x="115401" y="85206"/>
                  <a:pt x="119010" y="86401"/>
                  <a:pt x="124001" y="86401"/>
                </a:cubicBezTo>
                <a:cubicBezTo>
                  <a:pt x="126879" y="86401"/>
                  <a:pt x="129464" y="86184"/>
                  <a:pt x="131758" y="85750"/>
                </a:cubicBezTo>
                <a:cubicBezTo>
                  <a:pt x="134051" y="85316"/>
                  <a:pt x="136041" y="84847"/>
                  <a:pt x="137727" y="84344"/>
                </a:cubicBezTo>
                <a:cubicBezTo>
                  <a:pt x="139413" y="83841"/>
                  <a:pt x="140796" y="83372"/>
                  <a:pt x="141875" y="82938"/>
                </a:cubicBezTo>
                <a:cubicBezTo>
                  <a:pt x="142954" y="82504"/>
                  <a:pt x="143696" y="82287"/>
                  <a:pt x="144101" y="82287"/>
                </a:cubicBezTo>
                <a:cubicBezTo>
                  <a:pt x="144505" y="82287"/>
                  <a:pt x="144809" y="82434"/>
                  <a:pt x="145011" y="82727"/>
                </a:cubicBezTo>
                <a:cubicBezTo>
                  <a:pt x="145213" y="83021"/>
                  <a:pt x="145315" y="83439"/>
                  <a:pt x="145315" y="83981"/>
                </a:cubicBezTo>
                <a:cubicBezTo>
                  <a:pt x="145315" y="84434"/>
                  <a:pt x="145270" y="84976"/>
                  <a:pt x="145180" y="85609"/>
                </a:cubicBezTo>
                <a:cubicBezTo>
                  <a:pt x="145090" y="86241"/>
                  <a:pt x="144955" y="86885"/>
                  <a:pt x="144775" y="87541"/>
                </a:cubicBezTo>
                <a:cubicBezTo>
                  <a:pt x="144595" y="88196"/>
                  <a:pt x="144359" y="88818"/>
                  <a:pt x="144067" y="89407"/>
                </a:cubicBezTo>
                <a:cubicBezTo>
                  <a:pt x="143775" y="89994"/>
                  <a:pt x="143449" y="90491"/>
                  <a:pt x="143089" y="90897"/>
                </a:cubicBezTo>
                <a:cubicBezTo>
                  <a:pt x="142549" y="91439"/>
                  <a:pt x="141594" y="91970"/>
                  <a:pt x="140222" y="92490"/>
                </a:cubicBezTo>
                <a:cubicBezTo>
                  <a:pt x="138851" y="93010"/>
                  <a:pt x="137221" y="93485"/>
                  <a:pt x="135332" y="93915"/>
                </a:cubicBezTo>
                <a:cubicBezTo>
                  <a:pt x="133444" y="94344"/>
                  <a:pt x="131375" y="94694"/>
                  <a:pt x="129127" y="94965"/>
                </a:cubicBezTo>
                <a:cubicBezTo>
                  <a:pt x="126879" y="95236"/>
                  <a:pt x="124631" y="95372"/>
                  <a:pt x="122382" y="95372"/>
                </a:cubicBezTo>
                <a:cubicBezTo>
                  <a:pt x="118380" y="95372"/>
                  <a:pt x="114873" y="94922"/>
                  <a:pt x="111860" y="94023"/>
                </a:cubicBezTo>
                <a:cubicBezTo>
                  <a:pt x="108848" y="93122"/>
                  <a:pt x="106341" y="91738"/>
                  <a:pt x="104340" y="89870"/>
                </a:cubicBezTo>
                <a:cubicBezTo>
                  <a:pt x="102339" y="88002"/>
                  <a:pt x="100844" y="85672"/>
                  <a:pt x="99855" y="82881"/>
                </a:cubicBezTo>
                <a:cubicBezTo>
                  <a:pt x="98865" y="80090"/>
                  <a:pt x="98371" y="76804"/>
                  <a:pt x="98371" y="73023"/>
                </a:cubicBezTo>
                <a:cubicBezTo>
                  <a:pt x="98371" y="70098"/>
                  <a:pt x="98652" y="66958"/>
                  <a:pt x="99214" y="63606"/>
                </a:cubicBezTo>
                <a:cubicBezTo>
                  <a:pt x="99776" y="60252"/>
                  <a:pt x="100664" y="56932"/>
                  <a:pt x="101878" y="53647"/>
                </a:cubicBezTo>
                <a:cubicBezTo>
                  <a:pt x="103092" y="50361"/>
                  <a:pt x="104666" y="47211"/>
                  <a:pt x="106599" y="44195"/>
                </a:cubicBezTo>
                <a:cubicBezTo>
                  <a:pt x="108533" y="41179"/>
                  <a:pt x="110837" y="38523"/>
                  <a:pt x="113513" y="36228"/>
                </a:cubicBezTo>
                <a:cubicBezTo>
                  <a:pt x="116188" y="33932"/>
                  <a:pt x="119280" y="32086"/>
                  <a:pt x="122787" y="30691"/>
                </a:cubicBezTo>
                <a:cubicBezTo>
                  <a:pt x="126294" y="29296"/>
                  <a:pt x="130251" y="28598"/>
                  <a:pt x="134658" y="28598"/>
                </a:cubicBezTo>
                <a:cubicBezTo>
                  <a:pt x="138435" y="28598"/>
                  <a:pt x="141639" y="29070"/>
                  <a:pt x="144269" y="30014"/>
                </a:cubicBezTo>
                <a:cubicBezTo>
                  <a:pt x="146900" y="30959"/>
                  <a:pt x="149058" y="32173"/>
                  <a:pt x="150744" y="33657"/>
                </a:cubicBezTo>
                <a:cubicBezTo>
                  <a:pt x="152430" y="35140"/>
                  <a:pt x="153656" y="36793"/>
                  <a:pt x="154420" y="38614"/>
                </a:cubicBezTo>
                <a:cubicBezTo>
                  <a:pt x="155185" y="40435"/>
                  <a:pt x="155567" y="42245"/>
                  <a:pt x="155567" y="44044"/>
                </a:cubicBezTo>
                <a:moveTo>
                  <a:pt x="144168" y="45055"/>
                </a:moveTo>
                <a:cubicBezTo>
                  <a:pt x="144168" y="42762"/>
                  <a:pt x="143269" y="40907"/>
                  <a:pt x="141470" y="39491"/>
                </a:cubicBezTo>
                <a:cubicBezTo>
                  <a:pt x="139671" y="38074"/>
                  <a:pt x="137108" y="37366"/>
                  <a:pt x="133781" y="37366"/>
                </a:cubicBezTo>
                <a:cubicBezTo>
                  <a:pt x="130858" y="37366"/>
                  <a:pt x="128273" y="37872"/>
                  <a:pt x="126024" y="38884"/>
                </a:cubicBezTo>
                <a:cubicBezTo>
                  <a:pt x="123776" y="39896"/>
                  <a:pt x="121786" y="41256"/>
                  <a:pt x="120055" y="42964"/>
                </a:cubicBezTo>
                <a:cubicBezTo>
                  <a:pt x="118324" y="44673"/>
                  <a:pt x="116840" y="46663"/>
                  <a:pt x="115604" y="48934"/>
                </a:cubicBezTo>
                <a:cubicBezTo>
                  <a:pt x="114367" y="51204"/>
                  <a:pt x="113367" y="53599"/>
                  <a:pt x="112602" y="56117"/>
                </a:cubicBezTo>
                <a:lnTo>
                  <a:pt x="119482" y="56117"/>
                </a:lnTo>
                <a:cubicBezTo>
                  <a:pt x="124203" y="56117"/>
                  <a:pt x="128149" y="55825"/>
                  <a:pt x="131319" y="55240"/>
                </a:cubicBezTo>
                <a:cubicBezTo>
                  <a:pt x="134489" y="54655"/>
                  <a:pt x="137030" y="53857"/>
                  <a:pt x="138941" y="52846"/>
                </a:cubicBezTo>
                <a:cubicBezTo>
                  <a:pt x="140852" y="51834"/>
                  <a:pt x="142201" y="50654"/>
                  <a:pt x="142988" y="49305"/>
                </a:cubicBezTo>
                <a:cubicBezTo>
                  <a:pt x="143775" y="47956"/>
                  <a:pt x="144168" y="46539"/>
                  <a:pt x="144168" y="45055"/>
                </a:cubicBezTo>
                <a:close/>
                <a:moveTo>
                  <a:pt x="252486" y="92337"/>
                </a:moveTo>
                <a:cubicBezTo>
                  <a:pt x="252441" y="92696"/>
                  <a:pt x="252306" y="93000"/>
                  <a:pt x="252082" y="93247"/>
                </a:cubicBezTo>
                <a:cubicBezTo>
                  <a:pt x="251857" y="93494"/>
                  <a:pt x="251508" y="93708"/>
                  <a:pt x="251036" y="93888"/>
                </a:cubicBezTo>
                <a:cubicBezTo>
                  <a:pt x="250564" y="94068"/>
                  <a:pt x="249957" y="94203"/>
                  <a:pt x="249215" y="94293"/>
                </a:cubicBezTo>
                <a:cubicBezTo>
                  <a:pt x="248473" y="94382"/>
                  <a:pt x="247563" y="94427"/>
                  <a:pt x="246483" y="94427"/>
                </a:cubicBezTo>
                <a:cubicBezTo>
                  <a:pt x="245404" y="94427"/>
                  <a:pt x="244516" y="94382"/>
                  <a:pt x="243819" y="94293"/>
                </a:cubicBezTo>
                <a:cubicBezTo>
                  <a:pt x="243122" y="94203"/>
                  <a:pt x="242583" y="94068"/>
                  <a:pt x="242200" y="93888"/>
                </a:cubicBezTo>
                <a:cubicBezTo>
                  <a:pt x="241818" y="93708"/>
                  <a:pt x="241560" y="93494"/>
                  <a:pt x="241425" y="93247"/>
                </a:cubicBezTo>
                <a:cubicBezTo>
                  <a:pt x="241290" y="93000"/>
                  <a:pt x="241267" y="92696"/>
                  <a:pt x="241357" y="92337"/>
                </a:cubicBezTo>
                <a:lnTo>
                  <a:pt x="248844" y="54835"/>
                </a:lnTo>
                <a:cubicBezTo>
                  <a:pt x="249069" y="53531"/>
                  <a:pt x="249260" y="52295"/>
                  <a:pt x="249417" y="51126"/>
                </a:cubicBezTo>
                <a:cubicBezTo>
                  <a:pt x="249575" y="49957"/>
                  <a:pt x="249653" y="48788"/>
                  <a:pt x="249653" y="47618"/>
                </a:cubicBezTo>
                <a:cubicBezTo>
                  <a:pt x="249653" y="44741"/>
                  <a:pt x="249103" y="42447"/>
                  <a:pt x="248001" y="40739"/>
                </a:cubicBezTo>
                <a:cubicBezTo>
                  <a:pt x="246899" y="39030"/>
                  <a:pt x="244977" y="38176"/>
                  <a:pt x="242234" y="38176"/>
                </a:cubicBezTo>
                <a:cubicBezTo>
                  <a:pt x="239986" y="38176"/>
                  <a:pt x="237659" y="38861"/>
                  <a:pt x="235253" y="40233"/>
                </a:cubicBezTo>
                <a:cubicBezTo>
                  <a:pt x="232848" y="41604"/>
                  <a:pt x="230566" y="43493"/>
                  <a:pt x="228407" y="45898"/>
                </a:cubicBezTo>
                <a:cubicBezTo>
                  <a:pt x="226249" y="48304"/>
                  <a:pt x="224338" y="51159"/>
                  <a:pt x="222674" y="54464"/>
                </a:cubicBezTo>
                <a:cubicBezTo>
                  <a:pt x="221010" y="57769"/>
                  <a:pt x="219796" y="61355"/>
                  <a:pt x="219032" y="65222"/>
                </a:cubicBezTo>
                <a:lnTo>
                  <a:pt x="213636" y="92337"/>
                </a:lnTo>
                <a:cubicBezTo>
                  <a:pt x="213546" y="92696"/>
                  <a:pt x="213389" y="93000"/>
                  <a:pt x="213164" y="93247"/>
                </a:cubicBezTo>
                <a:cubicBezTo>
                  <a:pt x="212939" y="93494"/>
                  <a:pt x="212591" y="93708"/>
                  <a:pt x="212119" y="93888"/>
                </a:cubicBezTo>
                <a:cubicBezTo>
                  <a:pt x="211646" y="94068"/>
                  <a:pt x="211039" y="94203"/>
                  <a:pt x="210297" y="94293"/>
                </a:cubicBezTo>
                <a:cubicBezTo>
                  <a:pt x="209556" y="94382"/>
                  <a:pt x="208645" y="94427"/>
                  <a:pt x="207566" y="94427"/>
                </a:cubicBezTo>
                <a:cubicBezTo>
                  <a:pt x="206487" y="94427"/>
                  <a:pt x="205599" y="94382"/>
                  <a:pt x="204902" y="94293"/>
                </a:cubicBezTo>
                <a:cubicBezTo>
                  <a:pt x="204205" y="94203"/>
                  <a:pt x="203676" y="94068"/>
                  <a:pt x="203317" y="93888"/>
                </a:cubicBezTo>
                <a:cubicBezTo>
                  <a:pt x="202957" y="93708"/>
                  <a:pt x="202710" y="93494"/>
                  <a:pt x="202575" y="93247"/>
                </a:cubicBezTo>
                <a:cubicBezTo>
                  <a:pt x="202440" y="93000"/>
                  <a:pt x="202395" y="92696"/>
                  <a:pt x="202440" y="92337"/>
                </a:cubicBezTo>
                <a:lnTo>
                  <a:pt x="209926" y="54835"/>
                </a:lnTo>
                <a:cubicBezTo>
                  <a:pt x="210241" y="53486"/>
                  <a:pt x="210455" y="52160"/>
                  <a:pt x="210567" y="50856"/>
                </a:cubicBezTo>
                <a:cubicBezTo>
                  <a:pt x="210680" y="49552"/>
                  <a:pt x="210736" y="48338"/>
                  <a:pt x="210736" y="47214"/>
                </a:cubicBezTo>
                <a:cubicBezTo>
                  <a:pt x="210736" y="44471"/>
                  <a:pt x="210174" y="42279"/>
                  <a:pt x="209050" y="40638"/>
                </a:cubicBezTo>
                <a:cubicBezTo>
                  <a:pt x="207926" y="38996"/>
                  <a:pt x="206015" y="38176"/>
                  <a:pt x="203317" y="38176"/>
                </a:cubicBezTo>
                <a:cubicBezTo>
                  <a:pt x="201023" y="38176"/>
                  <a:pt x="198685" y="38861"/>
                  <a:pt x="196302" y="40233"/>
                </a:cubicBezTo>
                <a:cubicBezTo>
                  <a:pt x="193919" y="41604"/>
                  <a:pt x="191648" y="43493"/>
                  <a:pt x="189490" y="45898"/>
                </a:cubicBezTo>
                <a:cubicBezTo>
                  <a:pt x="187331" y="48304"/>
                  <a:pt x="185420" y="51159"/>
                  <a:pt x="183757" y="54464"/>
                </a:cubicBezTo>
                <a:cubicBezTo>
                  <a:pt x="182093" y="57769"/>
                  <a:pt x="180879" y="61355"/>
                  <a:pt x="180114" y="65222"/>
                </a:cubicBezTo>
                <a:lnTo>
                  <a:pt x="174719" y="92337"/>
                </a:lnTo>
                <a:cubicBezTo>
                  <a:pt x="174629" y="92696"/>
                  <a:pt x="174471" y="93000"/>
                  <a:pt x="174246" y="93247"/>
                </a:cubicBezTo>
                <a:cubicBezTo>
                  <a:pt x="174022" y="93494"/>
                  <a:pt x="173684" y="93708"/>
                  <a:pt x="173235" y="93888"/>
                </a:cubicBezTo>
                <a:cubicBezTo>
                  <a:pt x="172785" y="94068"/>
                  <a:pt x="172189" y="94203"/>
                  <a:pt x="171447" y="94293"/>
                </a:cubicBezTo>
                <a:cubicBezTo>
                  <a:pt x="170705" y="94382"/>
                  <a:pt x="169795" y="94427"/>
                  <a:pt x="168716" y="94427"/>
                </a:cubicBezTo>
                <a:cubicBezTo>
                  <a:pt x="167592" y="94427"/>
                  <a:pt x="166681" y="94382"/>
                  <a:pt x="165984" y="94293"/>
                </a:cubicBezTo>
                <a:cubicBezTo>
                  <a:pt x="165287" y="94203"/>
                  <a:pt x="164747" y="94068"/>
                  <a:pt x="164365" y="93888"/>
                </a:cubicBezTo>
                <a:cubicBezTo>
                  <a:pt x="163983" y="93708"/>
                  <a:pt x="163736" y="93494"/>
                  <a:pt x="163623" y="93247"/>
                </a:cubicBezTo>
                <a:cubicBezTo>
                  <a:pt x="163511" y="93000"/>
                  <a:pt x="163500" y="92696"/>
                  <a:pt x="163590" y="92337"/>
                </a:cubicBezTo>
                <a:lnTo>
                  <a:pt x="175798" y="31566"/>
                </a:lnTo>
                <a:cubicBezTo>
                  <a:pt x="175843" y="31251"/>
                  <a:pt x="175966" y="30959"/>
                  <a:pt x="176169" y="30689"/>
                </a:cubicBezTo>
                <a:cubicBezTo>
                  <a:pt x="176371" y="30419"/>
                  <a:pt x="176686" y="30194"/>
                  <a:pt x="177113" y="30014"/>
                </a:cubicBezTo>
                <a:cubicBezTo>
                  <a:pt x="177540" y="29835"/>
                  <a:pt x="178080" y="29711"/>
                  <a:pt x="178732" y="29643"/>
                </a:cubicBezTo>
                <a:cubicBezTo>
                  <a:pt x="179384" y="29576"/>
                  <a:pt x="180159" y="29542"/>
                  <a:pt x="181059" y="29542"/>
                </a:cubicBezTo>
                <a:cubicBezTo>
                  <a:pt x="182003" y="29542"/>
                  <a:pt x="182779" y="29576"/>
                  <a:pt x="183386" y="29643"/>
                </a:cubicBezTo>
                <a:cubicBezTo>
                  <a:pt x="183993" y="29711"/>
                  <a:pt x="184465" y="29835"/>
                  <a:pt x="184802" y="30014"/>
                </a:cubicBezTo>
                <a:cubicBezTo>
                  <a:pt x="185139" y="30194"/>
                  <a:pt x="185353" y="30419"/>
                  <a:pt x="185443" y="30689"/>
                </a:cubicBezTo>
                <a:cubicBezTo>
                  <a:pt x="185533" y="30959"/>
                  <a:pt x="185555" y="31251"/>
                  <a:pt x="185510" y="31566"/>
                </a:cubicBezTo>
                <a:lnTo>
                  <a:pt x="183217" y="43167"/>
                </a:lnTo>
                <a:cubicBezTo>
                  <a:pt x="183892" y="41638"/>
                  <a:pt x="185004" y="40019"/>
                  <a:pt x="186556" y="38311"/>
                </a:cubicBezTo>
                <a:cubicBezTo>
                  <a:pt x="188107" y="36602"/>
                  <a:pt x="189917" y="35028"/>
                  <a:pt x="191985" y="33589"/>
                </a:cubicBezTo>
                <a:cubicBezTo>
                  <a:pt x="194054" y="32150"/>
                  <a:pt x="196313" y="30959"/>
                  <a:pt x="198764" y="30014"/>
                </a:cubicBezTo>
                <a:cubicBezTo>
                  <a:pt x="201214" y="29070"/>
                  <a:pt x="203721" y="28598"/>
                  <a:pt x="206284" y="28598"/>
                </a:cubicBezTo>
                <a:cubicBezTo>
                  <a:pt x="208982" y="28598"/>
                  <a:pt x="211298" y="28969"/>
                  <a:pt x="213231" y="29711"/>
                </a:cubicBezTo>
                <a:cubicBezTo>
                  <a:pt x="215165" y="30453"/>
                  <a:pt x="216750" y="31465"/>
                  <a:pt x="217987" y="32746"/>
                </a:cubicBezTo>
                <a:cubicBezTo>
                  <a:pt x="219223" y="34028"/>
                  <a:pt x="220134" y="35556"/>
                  <a:pt x="220718" y="37333"/>
                </a:cubicBezTo>
                <a:cubicBezTo>
                  <a:pt x="221303" y="39109"/>
                  <a:pt x="221662" y="41053"/>
                  <a:pt x="221797" y="43167"/>
                </a:cubicBezTo>
                <a:cubicBezTo>
                  <a:pt x="222697" y="41593"/>
                  <a:pt x="223933" y="39952"/>
                  <a:pt x="225507" y="38243"/>
                </a:cubicBezTo>
                <a:cubicBezTo>
                  <a:pt x="227081" y="36534"/>
                  <a:pt x="228902" y="34972"/>
                  <a:pt x="230970" y="33555"/>
                </a:cubicBezTo>
                <a:cubicBezTo>
                  <a:pt x="233039" y="32139"/>
                  <a:pt x="235287" y="30959"/>
                  <a:pt x="237715" y="30014"/>
                </a:cubicBezTo>
                <a:cubicBezTo>
                  <a:pt x="240143" y="29070"/>
                  <a:pt x="242616" y="28598"/>
                  <a:pt x="245134" y="28598"/>
                </a:cubicBezTo>
                <a:cubicBezTo>
                  <a:pt x="248147" y="28598"/>
                  <a:pt x="250665" y="29025"/>
                  <a:pt x="252689" y="29880"/>
                </a:cubicBezTo>
                <a:cubicBezTo>
                  <a:pt x="254712" y="30734"/>
                  <a:pt x="256353" y="31903"/>
                  <a:pt x="257612" y="33387"/>
                </a:cubicBezTo>
                <a:cubicBezTo>
                  <a:pt x="258871" y="34871"/>
                  <a:pt x="259771" y="36602"/>
                  <a:pt x="260310" y="38580"/>
                </a:cubicBezTo>
                <a:cubicBezTo>
                  <a:pt x="260850" y="40559"/>
                  <a:pt x="261120" y="42717"/>
                  <a:pt x="261120" y="45055"/>
                </a:cubicBezTo>
                <a:cubicBezTo>
                  <a:pt x="261120" y="46629"/>
                  <a:pt x="261030" y="48180"/>
                  <a:pt x="260850" y="49709"/>
                </a:cubicBezTo>
                <a:cubicBezTo>
                  <a:pt x="260670" y="51238"/>
                  <a:pt x="260423" y="52812"/>
                  <a:pt x="260108" y="54431"/>
                </a:cubicBezTo>
                <a:lnTo>
                  <a:pt x="252486" y="92337"/>
                </a:lnTo>
                <a:close/>
                <a:moveTo>
                  <a:pt x="330306" y="44044"/>
                </a:moveTo>
                <a:cubicBezTo>
                  <a:pt x="330306" y="47146"/>
                  <a:pt x="329587" y="49934"/>
                  <a:pt x="328148" y="52407"/>
                </a:cubicBezTo>
                <a:cubicBezTo>
                  <a:pt x="326709" y="54880"/>
                  <a:pt x="324461" y="56994"/>
                  <a:pt x="321403" y="58747"/>
                </a:cubicBezTo>
                <a:cubicBezTo>
                  <a:pt x="318345" y="60501"/>
                  <a:pt x="314433" y="61850"/>
                  <a:pt x="309667" y="62794"/>
                </a:cubicBezTo>
                <a:cubicBezTo>
                  <a:pt x="304901" y="63739"/>
                  <a:pt x="299190" y="64211"/>
                  <a:pt x="292535" y="64211"/>
                </a:cubicBezTo>
                <a:lnTo>
                  <a:pt x="285386" y="64211"/>
                </a:lnTo>
                <a:cubicBezTo>
                  <a:pt x="285071" y="65699"/>
                  <a:pt x="284857" y="67142"/>
                  <a:pt x="284745" y="68540"/>
                </a:cubicBezTo>
                <a:cubicBezTo>
                  <a:pt x="284632" y="69938"/>
                  <a:pt x="284576" y="71246"/>
                  <a:pt x="284576" y="72465"/>
                </a:cubicBezTo>
                <a:cubicBezTo>
                  <a:pt x="284576" y="76975"/>
                  <a:pt x="285689" y="80426"/>
                  <a:pt x="287915" y="82816"/>
                </a:cubicBezTo>
                <a:cubicBezTo>
                  <a:pt x="290141" y="85206"/>
                  <a:pt x="293749" y="86401"/>
                  <a:pt x="298740" y="86401"/>
                </a:cubicBezTo>
                <a:cubicBezTo>
                  <a:pt x="301618" y="86401"/>
                  <a:pt x="304204" y="86184"/>
                  <a:pt x="306497" y="85750"/>
                </a:cubicBezTo>
                <a:cubicBezTo>
                  <a:pt x="308790" y="85316"/>
                  <a:pt x="310780" y="84847"/>
                  <a:pt x="312466" y="84344"/>
                </a:cubicBezTo>
                <a:cubicBezTo>
                  <a:pt x="314152" y="83841"/>
                  <a:pt x="315535" y="83372"/>
                  <a:pt x="316614" y="82938"/>
                </a:cubicBezTo>
                <a:cubicBezTo>
                  <a:pt x="317693" y="82504"/>
                  <a:pt x="318435" y="82287"/>
                  <a:pt x="318840" y="82287"/>
                </a:cubicBezTo>
                <a:cubicBezTo>
                  <a:pt x="319245" y="82287"/>
                  <a:pt x="319548" y="82434"/>
                  <a:pt x="319750" y="82727"/>
                </a:cubicBezTo>
                <a:cubicBezTo>
                  <a:pt x="319953" y="83021"/>
                  <a:pt x="320054" y="83439"/>
                  <a:pt x="320054" y="83981"/>
                </a:cubicBezTo>
                <a:cubicBezTo>
                  <a:pt x="320054" y="84434"/>
                  <a:pt x="320009" y="84976"/>
                  <a:pt x="319919" y="85609"/>
                </a:cubicBezTo>
                <a:cubicBezTo>
                  <a:pt x="319829" y="86241"/>
                  <a:pt x="319694" y="86885"/>
                  <a:pt x="319514" y="87541"/>
                </a:cubicBezTo>
                <a:cubicBezTo>
                  <a:pt x="319334" y="88196"/>
                  <a:pt x="319098" y="88818"/>
                  <a:pt x="318806" y="89407"/>
                </a:cubicBezTo>
                <a:cubicBezTo>
                  <a:pt x="318514" y="89994"/>
                  <a:pt x="318188" y="90491"/>
                  <a:pt x="317828" y="90897"/>
                </a:cubicBezTo>
                <a:cubicBezTo>
                  <a:pt x="317289" y="91439"/>
                  <a:pt x="316333" y="91970"/>
                  <a:pt x="314962" y="92490"/>
                </a:cubicBezTo>
                <a:cubicBezTo>
                  <a:pt x="313590" y="93010"/>
                  <a:pt x="311960" y="93485"/>
                  <a:pt x="310072" y="93915"/>
                </a:cubicBezTo>
                <a:cubicBezTo>
                  <a:pt x="308183" y="94344"/>
                  <a:pt x="306115" y="94694"/>
                  <a:pt x="303866" y="94965"/>
                </a:cubicBezTo>
                <a:cubicBezTo>
                  <a:pt x="301618" y="95236"/>
                  <a:pt x="299370" y="95372"/>
                  <a:pt x="297122" y="95372"/>
                </a:cubicBezTo>
                <a:cubicBezTo>
                  <a:pt x="293120" y="95372"/>
                  <a:pt x="289612" y="94922"/>
                  <a:pt x="286600" y="94023"/>
                </a:cubicBezTo>
                <a:cubicBezTo>
                  <a:pt x="283587" y="93122"/>
                  <a:pt x="281080" y="91738"/>
                  <a:pt x="279079" y="89870"/>
                </a:cubicBezTo>
                <a:cubicBezTo>
                  <a:pt x="277078" y="88002"/>
                  <a:pt x="275583" y="85672"/>
                  <a:pt x="274594" y="82881"/>
                </a:cubicBezTo>
                <a:cubicBezTo>
                  <a:pt x="273605" y="80090"/>
                  <a:pt x="273110" y="76804"/>
                  <a:pt x="273110" y="73023"/>
                </a:cubicBezTo>
                <a:cubicBezTo>
                  <a:pt x="273110" y="70098"/>
                  <a:pt x="273391" y="66958"/>
                  <a:pt x="273953" y="63606"/>
                </a:cubicBezTo>
                <a:cubicBezTo>
                  <a:pt x="274515" y="60252"/>
                  <a:pt x="275403" y="56932"/>
                  <a:pt x="276617" y="53647"/>
                </a:cubicBezTo>
                <a:cubicBezTo>
                  <a:pt x="277831" y="50361"/>
                  <a:pt x="279405" y="47211"/>
                  <a:pt x="281339" y="44195"/>
                </a:cubicBezTo>
                <a:cubicBezTo>
                  <a:pt x="283272" y="41179"/>
                  <a:pt x="285577" y="38523"/>
                  <a:pt x="288252" y="36228"/>
                </a:cubicBezTo>
                <a:cubicBezTo>
                  <a:pt x="290928" y="33932"/>
                  <a:pt x="294019" y="32086"/>
                  <a:pt x="297526" y="30691"/>
                </a:cubicBezTo>
                <a:cubicBezTo>
                  <a:pt x="301034" y="29296"/>
                  <a:pt x="304991" y="28598"/>
                  <a:pt x="309397" y="28598"/>
                </a:cubicBezTo>
                <a:cubicBezTo>
                  <a:pt x="313174" y="28598"/>
                  <a:pt x="316378" y="29070"/>
                  <a:pt x="319008" y="30014"/>
                </a:cubicBezTo>
                <a:cubicBezTo>
                  <a:pt x="321639" y="30959"/>
                  <a:pt x="323797" y="32173"/>
                  <a:pt x="325483" y="33657"/>
                </a:cubicBezTo>
                <a:cubicBezTo>
                  <a:pt x="327170" y="35140"/>
                  <a:pt x="328395" y="36793"/>
                  <a:pt x="329159" y="38614"/>
                </a:cubicBezTo>
                <a:cubicBezTo>
                  <a:pt x="329924" y="40435"/>
                  <a:pt x="330306" y="42245"/>
                  <a:pt x="330306" y="44044"/>
                </a:cubicBezTo>
                <a:moveTo>
                  <a:pt x="318907" y="45055"/>
                </a:moveTo>
                <a:cubicBezTo>
                  <a:pt x="318907" y="42762"/>
                  <a:pt x="318008" y="40907"/>
                  <a:pt x="316209" y="39491"/>
                </a:cubicBezTo>
                <a:cubicBezTo>
                  <a:pt x="314411" y="38074"/>
                  <a:pt x="311848" y="37366"/>
                  <a:pt x="308520" y="37366"/>
                </a:cubicBezTo>
                <a:cubicBezTo>
                  <a:pt x="305598" y="37366"/>
                  <a:pt x="303012" y="37872"/>
                  <a:pt x="300764" y="38884"/>
                </a:cubicBezTo>
                <a:cubicBezTo>
                  <a:pt x="298515" y="39896"/>
                  <a:pt x="296526" y="41256"/>
                  <a:pt x="294795" y="42964"/>
                </a:cubicBezTo>
                <a:cubicBezTo>
                  <a:pt x="293063" y="44673"/>
                  <a:pt x="291580" y="46663"/>
                  <a:pt x="290343" y="48934"/>
                </a:cubicBezTo>
                <a:cubicBezTo>
                  <a:pt x="289106" y="51204"/>
                  <a:pt x="288106" y="53599"/>
                  <a:pt x="287342" y="56117"/>
                </a:cubicBezTo>
                <a:lnTo>
                  <a:pt x="294221" y="56117"/>
                </a:lnTo>
                <a:cubicBezTo>
                  <a:pt x="298943" y="56117"/>
                  <a:pt x="302888" y="55825"/>
                  <a:pt x="306058" y="55240"/>
                </a:cubicBezTo>
                <a:cubicBezTo>
                  <a:pt x="309228" y="54655"/>
                  <a:pt x="311769" y="53857"/>
                  <a:pt x="313680" y="52846"/>
                </a:cubicBezTo>
                <a:cubicBezTo>
                  <a:pt x="315591" y="51834"/>
                  <a:pt x="316940" y="50654"/>
                  <a:pt x="317727" y="49305"/>
                </a:cubicBezTo>
                <a:cubicBezTo>
                  <a:pt x="318514" y="47956"/>
                  <a:pt x="318907" y="46539"/>
                  <a:pt x="318907" y="45055"/>
                </a:cubicBezTo>
                <a:close/>
                <a:moveTo>
                  <a:pt x="397615" y="45055"/>
                </a:moveTo>
                <a:cubicBezTo>
                  <a:pt x="397615" y="46629"/>
                  <a:pt x="397525" y="48180"/>
                  <a:pt x="397345" y="49709"/>
                </a:cubicBezTo>
                <a:cubicBezTo>
                  <a:pt x="397166" y="51238"/>
                  <a:pt x="396918" y="52812"/>
                  <a:pt x="396604" y="54431"/>
                </a:cubicBezTo>
                <a:lnTo>
                  <a:pt x="388982" y="92337"/>
                </a:lnTo>
                <a:cubicBezTo>
                  <a:pt x="388892" y="92696"/>
                  <a:pt x="388746" y="93000"/>
                  <a:pt x="388543" y="93247"/>
                </a:cubicBezTo>
                <a:cubicBezTo>
                  <a:pt x="388341" y="93494"/>
                  <a:pt x="388004" y="93708"/>
                  <a:pt x="387532" y="93888"/>
                </a:cubicBezTo>
                <a:cubicBezTo>
                  <a:pt x="387060" y="94068"/>
                  <a:pt x="386464" y="94203"/>
                  <a:pt x="385744" y="94293"/>
                </a:cubicBezTo>
                <a:cubicBezTo>
                  <a:pt x="385025" y="94382"/>
                  <a:pt x="384103" y="94427"/>
                  <a:pt x="382979" y="94427"/>
                </a:cubicBezTo>
                <a:cubicBezTo>
                  <a:pt x="381900" y="94427"/>
                  <a:pt x="381012" y="94382"/>
                  <a:pt x="380315" y="94293"/>
                </a:cubicBezTo>
                <a:cubicBezTo>
                  <a:pt x="379618" y="94203"/>
                  <a:pt x="379078" y="94068"/>
                  <a:pt x="378696" y="93888"/>
                </a:cubicBezTo>
                <a:cubicBezTo>
                  <a:pt x="378314" y="93708"/>
                  <a:pt x="378067" y="93494"/>
                  <a:pt x="377954" y="93247"/>
                </a:cubicBezTo>
                <a:cubicBezTo>
                  <a:pt x="377842" y="93000"/>
                  <a:pt x="377808" y="92696"/>
                  <a:pt x="377853" y="92337"/>
                </a:cubicBezTo>
                <a:lnTo>
                  <a:pt x="385340" y="54835"/>
                </a:lnTo>
                <a:cubicBezTo>
                  <a:pt x="385654" y="53441"/>
                  <a:pt x="385868" y="52092"/>
                  <a:pt x="385980" y="50788"/>
                </a:cubicBezTo>
                <a:cubicBezTo>
                  <a:pt x="386093" y="49484"/>
                  <a:pt x="386149" y="48338"/>
                  <a:pt x="386149" y="47349"/>
                </a:cubicBezTo>
                <a:cubicBezTo>
                  <a:pt x="386149" y="44606"/>
                  <a:pt x="385564" y="42391"/>
                  <a:pt x="384395" y="40705"/>
                </a:cubicBezTo>
                <a:cubicBezTo>
                  <a:pt x="383226" y="39019"/>
                  <a:pt x="381270" y="38176"/>
                  <a:pt x="378527" y="38176"/>
                </a:cubicBezTo>
                <a:cubicBezTo>
                  <a:pt x="376144" y="38176"/>
                  <a:pt x="373705" y="38861"/>
                  <a:pt x="371209" y="40233"/>
                </a:cubicBezTo>
                <a:cubicBezTo>
                  <a:pt x="368714" y="41604"/>
                  <a:pt x="366398" y="43493"/>
                  <a:pt x="364262" y="45898"/>
                </a:cubicBezTo>
                <a:cubicBezTo>
                  <a:pt x="362126" y="48304"/>
                  <a:pt x="360215" y="51159"/>
                  <a:pt x="358529" y="54464"/>
                </a:cubicBezTo>
                <a:cubicBezTo>
                  <a:pt x="356843" y="57769"/>
                  <a:pt x="355618" y="61355"/>
                  <a:pt x="354853" y="65222"/>
                </a:cubicBezTo>
                <a:lnTo>
                  <a:pt x="349457" y="92337"/>
                </a:lnTo>
                <a:cubicBezTo>
                  <a:pt x="349367" y="92696"/>
                  <a:pt x="349210" y="93000"/>
                  <a:pt x="348985" y="93247"/>
                </a:cubicBezTo>
                <a:cubicBezTo>
                  <a:pt x="348760" y="93494"/>
                  <a:pt x="348423" y="93708"/>
                  <a:pt x="347973" y="93888"/>
                </a:cubicBezTo>
                <a:cubicBezTo>
                  <a:pt x="347524" y="94068"/>
                  <a:pt x="346928" y="94203"/>
                  <a:pt x="346186" y="94293"/>
                </a:cubicBezTo>
                <a:cubicBezTo>
                  <a:pt x="345444" y="94382"/>
                  <a:pt x="344534" y="94427"/>
                  <a:pt x="343454" y="94427"/>
                </a:cubicBezTo>
                <a:cubicBezTo>
                  <a:pt x="342330" y="94427"/>
                  <a:pt x="341420" y="94382"/>
                  <a:pt x="340723" y="94293"/>
                </a:cubicBezTo>
                <a:cubicBezTo>
                  <a:pt x="340026" y="94203"/>
                  <a:pt x="339486" y="94068"/>
                  <a:pt x="339104" y="93888"/>
                </a:cubicBezTo>
                <a:cubicBezTo>
                  <a:pt x="338722" y="93708"/>
                  <a:pt x="338474" y="93494"/>
                  <a:pt x="338362" y="93247"/>
                </a:cubicBezTo>
                <a:cubicBezTo>
                  <a:pt x="338250" y="93000"/>
                  <a:pt x="338238" y="92696"/>
                  <a:pt x="338328" y="92337"/>
                </a:cubicBezTo>
                <a:lnTo>
                  <a:pt x="350536" y="31566"/>
                </a:lnTo>
                <a:cubicBezTo>
                  <a:pt x="350581" y="31251"/>
                  <a:pt x="350705" y="30959"/>
                  <a:pt x="350907" y="30689"/>
                </a:cubicBezTo>
                <a:cubicBezTo>
                  <a:pt x="351110" y="30419"/>
                  <a:pt x="351424" y="30194"/>
                  <a:pt x="351852" y="30014"/>
                </a:cubicBezTo>
                <a:cubicBezTo>
                  <a:pt x="352279" y="29835"/>
                  <a:pt x="352818" y="29711"/>
                  <a:pt x="353470" y="29643"/>
                </a:cubicBezTo>
                <a:cubicBezTo>
                  <a:pt x="354122" y="29576"/>
                  <a:pt x="354898" y="29542"/>
                  <a:pt x="355797" y="29542"/>
                </a:cubicBezTo>
                <a:cubicBezTo>
                  <a:pt x="356742" y="29542"/>
                  <a:pt x="357517" y="29576"/>
                  <a:pt x="358124" y="29643"/>
                </a:cubicBezTo>
                <a:cubicBezTo>
                  <a:pt x="358731" y="29711"/>
                  <a:pt x="359204" y="29835"/>
                  <a:pt x="359541" y="30014"/>
                </a:cubicBezTo>
                <a:cubicBezTo>
                  <a:pt x="359878" y="30194"/>
                  <a:pt x="360092" y="30419"/>
                  <a:pt x="360182" y="30689"/>
                </a:cubicBezTo>
                <a:cubicBezTo>
                  <a:pt x="360271" y="30959"/>
                  <a:pt x="360294" y="31251"/>
                  <a:pt x="360249" y="31566"/>
                </a:cubicBezTo>
                <a:lnTo>
                  <a:pt x="357956" y="43167"/>
                </a:lnTo>
                <a:cubicBezTo>
                  <a:pt x="358630" y="41638"/>
                  <a:pt x="359732" y="40019"/>
                  <a:pt x="361261" y="38311"/>
                </a:cubicBezTo>
                <a:cubicBezTo>
                  <a:pt x="362790" y="36602"/>
                  <a:pt x="364611" y="35028"/>
                  <a:pt x="366724" y="33589"/>
                </a:cubicBezTo>
                <a:cubicBezTo>
                  <a:pt x="368837" y="32150"/>
                  <a:pt x="371164" y="30959"/>
                  <a:pt x="373705" y="30014"/>
                </a:cubicBezTo>
                <a:cubicBezTo>
                  <a:pt x="376245" y="29070"/>
                  <a:pt x="378887" y="28598"/>
                  <a:pt x="381630" y="28598"/>
                </a:cubicBezTo>
                <a:cubicBezTo>
                  <a:pt x="384643" y="28598"/>
                  <a:pt x="387161" y="29059"/>
                  <a:pt x="389184" y="29981"/>
                </a:cubicBezTo>
                <a:cubicBezTo>
                  <a:pt x="391208" y="30903"/>
                  <a:pt x="392849" y="32117"/>
                  <a:pt x="394108" y="33623"/>
                </a:cubicBezTo>
                <a:cubicBezTo>
                  <a:pt x="395367" y="35129"/>
                  <a:pt x="396266" y="36872"/>
                  <a:pt x="396806" y="38850"/>
                </a:cubicBezTo>
                <a:cubicBezTo>
                  <a:pt x="397345" y="40829"/>
                  <a:pt x="397615" y="42897"/>
                  <a:pt x="397615" y="45055"/>
                </a:cubicBezTo>
                <a:close/>
                <a:moveTo>
                  <a:pt x="451108" y="32240"/>
                </a:moveTo>
                <a:cubicBezTo>
                  <a:pt x="451108" y="32645"/>
                  <a:pt x="451086" y="33083"/>
                  <a:pt x="451041" y="33555"/>
                </a:cubicBezTo>
                <a:cubicBezTo>
                  <a:pt x="450996" y="34028"/>
                  <a:pt x="450906" y="34511"/>
                  <a:pt x="450771" y="35006"/>
                </a:cubicBezTo>
                <a:cubicBezTo>
                  <a:pt x="450636" y="35500"/>
                  <a:pt x="450456" y="35995"/>
                  <a:pt x="450231" y="36489"/>
                </a:cubicBezTo>
                <a:cubicBezTo>
                  <a:pt x="450007" y="36984"/>
                  <a:pt x="449770" y="37422"/>
                  <a:pt x="449523" y="37805"/>
                </a:cubicBezTo>
                <a:cubicBezTo>
                  <a:pt x="449276" y="38187"/>
                  <a:pt x="448995" y="38490"/>
                  <a:pt x="448680" y="38715"/>
                </a:cubicBezTo>
                <a:cubicBezTo>
                  <a:pt x="448365" y="38940"/>
                  <a:pt x="448006" y="39052"/>
                  <a:pt x="447601" y="39052"/>
                </a:cubicBezTo>
                <a:lnTo>
                  <a:pt x="432088" y="39052"/>
                </a:lnTo>
                <a:lnTo>
                  <a:pt x="425276" y="73000"/>
                </a:lnTo>
                <a:cubicBezTo>
                  <a:pt x="425096" y="73947"/>
                  <a:pt x="424938" y="75008"/>
                  <a:pt x="424803" y="76183"/>
                </a:cubicBezTo>
                <a:cubicBezTo>
                  <a:pt x="424668" y="77356"/>
                  <a:pt x="424601" y="78326"/>
                  <a:pt x="424601" y="79094"/>
                </a:cubicBezTo>
                <a:cubicBezTo>
                  <a:pt x="424601" y="81395"/>
                  <a:pt x="425084" y="83076"/>
                  <a:pt x="426051" y="84137"/>
                </a:cubicBezTo>
                <a:cubicBezTo>
                  <a:pt x="427018" y="85197"/>
                  <a:pt x="428580" y="85727"/>
                  <a:pt x="430739" y="85727"/>
                </a:cubicBezTo>
                <a:cubicBezTo>
                  <a:pt x="431953" y="85727"/>
                  <a:pt x="433010" y="85625"/>
                  <a:pt x="433909" y="85423"/>
                </a:cubicBezTo>
                <a:cubicBezTo>
                  <a:pt x="434808" y="85221"/>
                  <a:pt x="435584" y="85007"/>
                  <a:pt x="436236" y="84782"/>
                </a:cubicBezTo>
                <a:cubicBezTo>
                  <a:pt x="436888" y="84558"/>
                  <a:pt x="437461" y="84344"/>
                  <a:pt x="437956" y="84142"/>
                </a:cubicBezTo>
                <a:cubicBezTo>
                  <a:pt x="438450" y="83939"/>
                  <a:pt x="438878" y="83838"/>
                  <a:pt x="439237" y="83838"/>
                </a:cubicBezTo>
                <a:cubicBezTo>
                  <a:pt x="439597" y="83838"/>
                  <a:pt x="439878" y="83962"/>
                  <a:pt x="440080" y="84209"/>
                </a:cubicBezTo>
                <a:cubicBezTo>
                  <a:pt x="440283" y="84456"/>
                  <a:pt x="440384" y="84917"/>
                  <a:pt x="440384" y="85592"/>
                </a:cubicBezTo>
                <a:cubicBezTo>
                  <a:pt x="440384" y="86176"/>
                  <a:pt x="440328" y="86817"/>
                  <a:pt x="440215" y="87514"/>
                </a:cubicBezTo>
                <a:cubicBezTo>
                  <a:pt x="440103" y="88211"/>
                  <a:pt x="439957" y="88897"/>
                  <a:pt x="439777" y="89571"/>
                </a:cubicBezTo>
                <a:cubicBezTo>
                  <a:pt x="439597" y="90246"/>
                  <a:pt x="439372" y="90853"/>
                  <a:pt x="439102" y="91392"/>
                </a:cubicBezTo>
                <a:cubicBezTo>
                  <a:pt x="438833" y="91932"/>
                  <a:pt x="438540" y="92359"/>
                  <a:pt x="438226" y="92674"/>
                </a:cubicBezTo>
                <a:cubicBezTo>
                  <a:pt x="437866" y="92989"/>
                  <a:pt x="437326" y="93303"/>
                  <a:pt x="436607" y="93618"/>
                </a:cubicBezTo>
                <a:cubicBezTo>
                  <a:pt x="435887" y="93933"/>
                  <a:pt x="435055" y="94214"/>
                  <a:pt x="434111" y="94461"/>
                </a:cubicBezTo>
                <a:cubicBezTo>
                  <a:pt x="433167" y="94708"/>
                  <a:pt x="432166" y="94900"/>
                  <a:pt x="431110" y="95034"/>
                </a:cubicBezTo>
                <a:cubicBezTo>
                  <a:pt x="430053" y="95169"/>
                  <a:pt x="429008" y="95237"/>
                  <a:pt x="427973" y="95237"/>
                </a:cubicBezTo>
                <a:cubicBezTo>
                  <a:pt x="425455" y="95237"/>
                  <a:pt x="423275" y="94966"/>
                  <a:pt x="421431" y="94425"/>
                </a:cubicBezTo>
                <a:cubicBezTo>
                  <a:pt x="419587" y="93884"/>
                  <a:pt x="418036" y="93040"/>
                  <a:pt x="416777" y="91892"/>
                </a:cubicBezTo>
                <a:cubicBezTo>
                  <a:pt x="415518" y="90742"/>
                  <a:pt x="414585" y="89301"/>
                  <a:pt x="413978" y="87567"/>
                </a:cubicBezTo>
                <a:cubicBezTo>
                  <a:pt x="413371" y="85831"/>
                  <a:pt x="413067" y="83747"/>
                  <a:pt x="413067" y="81315"/>
                </a:cubicBezTo>
                <a:cubicBezTo>
                  <a:pt x="413067" y="80774"/>
                  <a:pt x="413090" y="80177"/>
                  <a:pt x="413135" y="79523"/>
                </a:cubicBezTo>
                <a:cubicBezTo>
                  <a:pt x="413180" y="78870"/>
                  <a:pt x="413258" y="78183"/>
                  <a:pt x="413371" y="77462"/>
                </a:cubicBezTo>
                <a:cubicBezTo>
                  <a:pt x="413483" y="76741"/>
                  <a:pt x="413596" y="76020"/>
                  <a:pt x="413708" y="75300"/>
                </a:cubicBezTo>
                <a:cubicBezTo>
                  <a:pt x="413821" y="74579"/>
                  <a:pt x="413944" y="73903"/>
                  <a:pt x="414079" y="73272"/>
                </a:cubicBezTo>
                <a:lnTo>
                  <a:pt x="420891" y="39052"/>
                </a:lnTo>
                <a:lnTo>
                  <a:pt x="412460" y="39052"/>
                </a:lnTo>
                <a:cubicBezTo>
                  <a:pt x="411966" y="39052"/>
                  <a:pt x="411584" y="38906"/>
                  <a:pt x="411314" y="38614"/>
                </a:cubicBezTo>
                <a:cubicBezTo>
                  <a:pt x="411044" y="38322"/>
                  <a:pt x="410909" y="37748"/>
                  <a:pt x="410909" y="36894"/>
                </a:cubicBezTo>
                <a:cubicBezTo>
                  <a:pt x="410909" y="36265"/>
                  <a:pt x="410977" y="35534"/>
                  <a:pt x="411111" y="34702"/>
                </a:cubicBezTo>
                <a:cubicBezTo>
                  <a:pt x="411246" y="33870"/>
                  <a:pt x="411449" y="33095"/>
                  <a:pt x="411718" y="32375"/>
                </a:cubicBezTo>
                <a:cubicBezTo>
                  <a:pt x="411988" y="31656"/>
                  <a:pt x="412337" y="31049"/>
                  <a:pt x="412764" y="30554"/>
                </a:cubicBezTo>
                <a:cubicBezTo>
                  <a:pt x="413191" y="30059"/>
                  <a:pt x="413697" y="29812"/>
                  <a:pt x="414281" y="29812"/>
                </a:cubicBezTo>
                <a:lnTo>
                  <a:pt x="422780" y="29812"/>
                </a:lnTo>
                <a:lnTo>
                  <a:pt x="425680" y="15378"/>
                </a:lnTo>
                <a:cubicBezTo>
                  <a:pt x="425725" y="15063"/>
                  <a:pt x="425871" y="14771"/>
                  <a:pt x="426119" y="14501"/>
                </a:cubicBezTo>
                <a:cubicBezTo>
                  <a:pt x="426366" y="14232"/>
                  <a:pt x="426714" y="13995"/>
                  <a:pt x="427164" y="13793"/>
                </a:cubicBezTo>
                <a:cubicBezTo>
                  <a:pt x="427614" y="13591"/>
                  <a:pt x="428210" y="13445"/>
                  <a:pt x="428951" y="13355"/>
                </a:cubicBezTo>
                <a:cubicBezTo>
                  <a:pt x="429693" y="13265"/>
                  <a:pt x="430604" y="13220"/>
                  <a:pt x="431683" y="13220"/>
                </a:cubicBezTo>
                <a:cubicBezTo>
                  <a:pt x="432762" y="13220"/>
                  <a:pt x="433650" y="13265"/>
                  <a:pt x="434347" y="13355"/>
                </a:cubicBezTo>
                <a:cubicBezTo>
                  <a:pt x="435044" y="13445"/>
                  <a:pt x="435584" y="13591"/>
                  <a:pt x="435966" y="13793"/>
                </a:cubicBezTo>
                <a:cubicBezTo>
                  <a:pt x="436348" y="13995"/>
                  <a:pt x="436596" y="14232"/>
                  <a:pt x="436708" y="14501"/>
                </a:cubicBezTo>
                <a:cubicBezTo>
                  <a:pt x="436820" y="14771"/>
                  <a:pt x="436854" y="15063"/>
                  <a:pt x="436809" y="15378"/>
                </a:cubicBezTo>
                <a:lnTo>
                  <a:pt x="433909" y="29812"/>
                </a:lnTo>
                <a:lnTo>
                  <a:pt x="449422" y="29812"/>
                </a:lnTo>
                <a:cubicBezTo>
                  <a:pt x="450096" y="29812"/>
                  <a:pt x="450546" y="30059"/>
                  <a:pt x="450771" y="30554"/>
                </a:cubicBezTo>
                <a:cubicBezTo>
                  <a:pt x="450996" y="31049"/>
                  <a:pt x="451108" y="31611"/>
                  <a:pt x="451108" y="32240"/>
                </a:cubicBezTo>
                <a:close/>
                <a:moveTo>
                  <a:pt x="550128" y="92337"/>
                </a:moveTo>
                <a:cubicBezTo>
                  <a:pt x="550038" y="92651"/>
                  <a:pt x="549881" y="92944"/>
                  <a:pt x="549656" y="93213"/>
                </a:cubicBezTo>
                <a:cubicBezTo>
                  <a:pt x="549431" y="93483"/>
                  <a:pt x="549094" y="93697"/>
                  <a:pt x="548644" y="93854"/>
                </a:cubicBezTo>
                <a:cubicBezTo>
                  <a:pt x="548195" y="94011"/>
                  <a:pt x="547599" y="94146"/>
                  <a:pt x="546857" y="94259"/>
                </a:cubicBezTo>
                <a:cubicBezTo>
                  <a:pt x="546115" y="94371"/>
                  <a:pt x="545182" y="94427"/>
                  <a:pt x="544058" y="94427"/>
                </a:cubicBezTo>
                <a:cubicBezTo>
                  <a:pt x="542979" y="94427"/>
                  <a:pt x="542079" y="94371"/>
                  <a:pt x="541360" y="94259"/>
                </a:cubicBezTo>
                <a:cubicBezTo>
                  <a:pt x="540640" y="94146"/>
                  <a:pt x="540078" y="94011"/>
                  <a:pt x="539674" y="93854"/>
                </a:cubicBezTo>
                <a:cubicBezTo>
                  <a:pt x="539269" y="93697"/>
                  <a:pt x="539010" y="93483"/>
                  <a:pt x="538898" y="93213"/>
                </a:cubicBezTo>
                <a:cubicBezTo>
                  <a:pt x="538786" y="92944"/>
                  <a:pt x="538774" y="92651"/>
                  <a:pt x="538864" y="92337"/>
                </a:cubicBezTo>
                <a:lnTo>
                  <a:pt x="554040" y="16322"/>
                </a:lnTo>
                <a:lnTo>
                  <a:pt x="553905" y="16322"/>
                </a:lnTo>
                <a:lnTo>
                  <a:pt x="507433" y="92606"/>
                </a:lnTo>
                <a:cubicBezTo>
                  <a:pt x="507074" y="93236"/>
                  <a:pt x="506422" y="93697"/>
                  <a:pt x="505477" y="93989"/>
                </a:cubicBezTo>
                <a:cubicBezTo>
                  <a:pt x="504533" y="94281"/>
                  <a:pt x="503162" y="94427"/>
                  <a:pt x="501363" y="94427"/>
                </a:cubicBezTo>
                <a:cubicBezTo>
                  <a:pt x="499520" y="94427"/>
                  <a:pt x="498216" y="94259"/>
                  <a:pt x="497451" y="93922"/>
                </a:cubicBezTo>
                <a:cubicBezTo>
                  <a:pt x="496687" y="93584"/>
                  <a:pt x="496282" y="93146"/>
                  <a:pt x="496237" y="92606"/>
                </a:cubicBezTo>
                <a:lnTo>
                  <a:pt x="481736" y="16255"/>
                </a:lnTo>
                <a:lnTo>
                  <a:pt x="481601" y="16255"/>
                </a:lnTo>
                <a:lnTo>
                  <a:pt x="466425" y="92337"/>
                </a:lnTo>
                <a:cubicBezTo>
                  <a:pt x="466335" y="92651"/>
                  <a:pt x="466178" y="92944"/>
                  <a:pt x="465953" y="93213"/>
                </a:cubicBezTo>
                <a:cubicBezTo>
                  <a:pt x="465728" y="93483"/>
                  <a:pt x="465391" y="93697"/>
                  <a:pt x="464941" y="93854"/>
                </a:cubicBezTo>
                <a:cubicBezTo>
                  <a:pt x="464491" y="94011"/>
                  <a:pt x="463896" y="94146"/>
                  <a:pt x="463154" y="94259"/>
                </a:cubicBezTo>
                <a:cubicBezTo>
                  <a:pt x="462412" y="94371"/>
                  <a:pt x="461479" y="94427"/>
                  <a:pt x="460355" y="94427"/>
                </a:cubicBezTo>
                <a:cubicBezTo>
                  <a:pt x="459275" y="94427"/>
                  <a:pt x="458376" y="94371"/>
                  <a:pt x="457657" y="94259"/>
                </a:cubicBezTo>
                <a:cubicBezTo>
                  <a:pt x="456937" y="94146"/>
                  <a:pt x="456386" y="94011"/>
                  <a:pt x="456004" y="93854"/>
                </a:cubicBezTo>
                <a:cubicBezTo>
                  <a:pt x="455622" y="93697"/>
                  <a:pt x="455375" y="93483"/>
                  <a:pt x="455262" y="93213"/>
                </a:cubicBezTo>
                <a:cubicBezTo>
                  <a:pt x="455150" y="92944"/>
                  <a:pt x="455139" y="92651"/>
                  <a:pt x="455229" y="92337"/>
                </a:cubicBezTo>
                <a:lnTo>
                  <a:pt x="471214" y="12006"/>
                </a:lnTo>
                <a:cubicBezTo>
                  <a:pt x="471394" y="11106"/>
                  <a:pt x="471686" y="10320"/>
                  <a:pt x="472091" y="9645"/>
                </a:cubicBezTo>
                <a:cubicBezTo>
                  <a:pt x="472495" y="8971"/>
                  <a:pt x="472967" y="8420"/>
                  <a:pt x="473507" y="7993"/>
                </a:cubicBezTo>
                <a:cubicBezTo>
                  <a:pt x="474047" y="7565"/>
                  <a:pt x="474620" y="7251"/>
                  <a:pt x="475227" y="7048"/>
                </a:cubicBezTo>
                <a:cubicBezTo>
                  <a:pt x="475834" y="6846"/>
                  <a:pt x="476452" y="6745"/>
                  <a:pt x="477082" y="6745"/>
                </a:cubicBezTo>
                <a:lnTo>
                  <a:pt x="483827" y="6745"/>
                </a:lnTo>
                <a:cubicBezTo>
                  <a:pt x="485265" y="6745"/>
                  <a:pt x="486468" y="6891"/>
                  <a:pt x="487435" y="7183"/>
                </a:cubicBezTo>
                <a:cubicBezTo>
                  <a:pt x="488402" y="7476"/>
                  <a:pt x="489211" y="7914"/>
                  <a:pt x="489863" y="8498"/>
                </a:cubicBezTo>
                <a:cubicBezTo>
                  <a:pt x="490515" y="9083"/>
                  <a:pt x="491021" y="9825"/>
                  <a:pt x="491381" y="10724"/>
                </a:cubicBezTo>
                <a:cubicBezTo>
                  <a:pt x="491740" y="11624"/>
                  <a:pt x="492010" y="12703"/>
                  <a:pt x="492190" y="13962"/>
                </a:cubicBezTo>
                <a:lnTo>
                  <a:pt x="504803" y="77026"/>
                </a:lnTo>
                <a:lnTo>
                  <a:pt x="505140" y="77026"/>
                </a:lnTo>
                <a:lnTo>
                  <a:pt x="544125" y="13962"/>
                </a:lnTo>
                <a:cubicBezTo>
                  <a:pt x="544800" y="12748"/>
                  <a:pt x="545474" y="11702"/>
                  <a:pt x="546149" y="10825"/>
                </a:cubicBezTo>
                <a:cubicBezTo>
                  <a:pt x="546823" y="9949"/>
                  <a:pt x="547576" y="9207"/>
                  <a:pt x="548408" y="8600"/>
                </a:cubicBezTo>
                <a:cubicBezTo>
                  <a:pt x="549240" y="7993"/>
                  <a:pt x="550162" y="7532"/>
                  <a:pt x="551174" y="7217"/>
                </a:cubicBezTo>
                <a:cubicBezTo>
                  <a:pt x="552185" y="6902"/>
                  <a:pt x="553321" y="6745"/>
                  <a:pt x="554580" y="6745"/>
                </a:cubicBezTo>
                <a:lnTo>
                  <a:pt x="562269" y="6745"/>
                </a:lnTo>
                <a:cubicBezTo>
                  <a:pt x="562943" y="6745"/>
                  <a:pt x="563550" y="6846"/>
                  <a:pt x="564090" y="7048"/>
                </a:cubicBezTo>
                <a:cubicBezTo>
                  <a:pt x="564629" y="7251"/>
                  <a:pt x="565090" y="7565"/>
                  <a:pt x="565473" y="7993"/>
                </a:cubicBezTo>
                <a:cubicBezTo>
                  <a:pt x="565855" y="8420"/>
                  <a:pt x="566102" y="8959"/>
                  <a:pt x="566215" y="9611"/>
                </a:cubicBezTo>
                <a:cubicBezTo>
                  <a:pt x="566327" y="10263"/>
                  <a:pt x="566293" y="11061"/>
                  <a:pt x="566113" y="12006"/>
                </a:cubicBezTo>
                <a:lnTo>
                  <a:pt x="550128" y="92337"/>
                </a:lnTo>
                <a:close/>
                <a:moveTo>
                  <a:pt x="622435" y="92337"/>
                </a:moveTo>
                <a:cubicBezTo>
                  <a:pt x="622255" y="93101"/>
                  <a:pt x="621761" y="93641"/>
                  <a:pt x="620951" y="93955"/>
                </a:cubicBezTo>
                <a:cubicBezTo>
                  <a:pt x="620142" y="94270"/>
                  <a:pt x="618793" y="94427"/>
                  <a:pt x="616904" y="94427"/>
                </a:cubicBezTo>
                <a:cubicBezTo>
                  <a:pt x="616005" y="94427"/>
                  <a:pt x="615263" y="94382"/>
                  <a:pt x="614678" y="94293"/>
                </a:cubicBezTo>
                <a:cubicBezTo>
                  <a:pt x="614094" y="94203"/>
                  <a:pt x="613622" y="94079"/>
                  <a:pt x="613262" y="93922"/>
                </a:cubicBezTo>
                <a:cubicBezTo>
                  <a:pt x="612902" y="93764"/>
                  <a:pt x="612655" y="93562"/>
                  <a:pt x="612520" y="93315"/>
                </a:cubicBezTo>
                <a:cubicBezTo>
                  <a:pt x="612385" y="93067"/>
                  <a:pt x="612385" y="92741"/>
                  <a:pt x="612520" y="92337"/>
                </a:cubicBezTo>
                <a:lnTo>
                  <a:pt x="614746" y="80870"/>
                </a:lnTo>
                <a:cubicBezTo>
                  <a:pt x="614161" y="82316"/>
                  <a:pt x="613105" y="83898"/>
                  <a:pt x="611576" y="85615"/>
                </a:cubicBezTo>
                <a:cubicBezTo>
                  <a:pt x="610047" y="87331"/>
                  <a:pt x="608237" y="88911"/>
                  <a:pt x="606146" y="90357"/>
                </a:cubicBezTo>
                <a:cubicBezTo>
                  <a:pt x="604055" y="91803"/>
                  <a:pt x="601728" y="93000"/>
                  <a:pt x="599165" y="93949"/>
                </a:cubicBezTo>
                <a:cubicBezTo>
                  <a:pt x="596602" y="94897"/>
                  <a:pt x="593994" y="95372"/>
                  <a:pt x="591341" y="95372"/>
                </a:cubicBezTo>
                <a:cubicBezTo>
                  <a:pt x="587744" y="95372"/>
                  <a:pt x="584765" y="94741"/>
                  <a:pt x="582405" y="93481"/>
                </a:cubicBezTo>
                <a:cubicBezTo>
                  <a:pt x="580044" y="92221"/>
                  <a:pt x="578167" y="90555"/>
                  <a:pt x="576773" y="88486"/>
                </a:cubicBezTo>
                <a:cubicBezTo>
                  <a:pt x="575379" y="86414"/>
                  <a:pt x="574423" y="84073"/>
                  <a:pt x="573906" y="81463"/>
                </a:cubicBezTo>
                <a:cubicBezTo>
                  <a:pt x="573389" y="78852"/>
                  <a:pt x="573130" y="76174"/>
                  <a:pt x="573130" y="73428"/>
                </a:cubicBezTo>
                <a:cubicBezTo>
                  <a:pt x="573130" y="70908"/>
                  <a:pt x="573366" y="68051"/>
                  <a:pt x="573839" y="64856"/>
                </a:cubicBezTo>
                <a:cubicBezTo>
                  <a:pt x="574311" y="61659"/>
                  <a:pt x="575075" y="58395"/>
                  <a:pt x="576132" y="55065"/>
                </a:cubicBezTo>
                <a:cubicBezTo>
                  <a:pt x="577189" y="51733"/>
                  <a:pt x="578560" y="48492"/>
                  <a:pt x="580246" y="45342"/>
                </a:cubicBezTo>
                <a:cubicBezTo>
                  <a:pt x="581932" y="42192"/>
                  <a:pt x="583967" y="39367"/>
                  <a:pt x="586350" y="36869"/>
                </a:cubicBezTo>
                <a:cubicBezTo>
                  <a:pt x="588733" y="34370"/>
                  <a:pt x="591499" y="32367"/>
                  <a:pt x="594646" y="30860"/>
                </a:cubicBezTo>
                <a:cubicBezTo>
                  <a:pt x="597794" y="29352"/>
                  <a:pt x="601369" y="28598"/>
                  <a:pt x="605371" y="28598"/>
                </a:cubicBezTo>
                <a:cubicBezTo>
                  <a:pt x="609373" y="28598"/>
                  <a:pt x="612801" y="29407"/>
                  <a:pt x="615656" y="31026"/>
                </a:cubicBezTo>
                <a:cubicBezTo>
                  <a:pt x="618512" y="32645"/>
                  <a:pt x="621064" y="34871"/>
                  <a:pt x="623312" y="37704"/>
                </a:cubicBezTo>
                <a:lnTo>
                  <a:pt x="624593" y="31566"/>
                </a:lnTo>
                <a:cubicBezTo>
                  <a:pt x="624773" y="30846"/>
                  <a:pt x="625290" y="30329"/>
                  <a:pt x="626145" y="30014"/>
                </a:cubicBezTo>
                <a:cubicBezTo>
                  <a:pt x="626999" y="29700"/>
                  <a:pt x="628325" y="29542"/>
                  <a:pt x="630124" y="29542"/>
                </a:cubicBezTo>
                <a:cubicBezTo>
                  <a:pt x="631023" y="29542"/>
                  <a:pt x="631777" y="29576"/>
                  <a:pt x="632384" y="29643"/>
                </a:cubicBezTo>
                <a:cubicBezTo>
                  <a:pt x="632991" y="29711"/>
                  <a:pt x="633474" y="29835"/>
                  <a:pt x="633834" y="30014"/>
                </a:cubicBezTo>
                <a:cubicBezTo>
                  <a:pt x="634193" y="30194"/>
                  <a:pt x="634418" y="30419"/>
                  <a:pt x="634508" y="30689"/>
                </a:cubicBezTo>
                <a:cubicBezTo>
                  <a:pt x="634598" y="30959"/>
                  <a:pt x="634621" y="31251"/>
                  <a:pt x="634576" y="31566"/>
                </a:cubicBezTo>
                <a:lnTo>
                  <a:pt x="622435" y="92337"/>
                </a:lnTo>
                <a:moveTo>
                  <a:pt x="620344" y="47484"/>
                </a:moveTo>
                <a:cubicBezTo>
                  <a:pt x="618231" y="44381"/>
                  <a:pt x="615949" y="42054"/>
                  <a:pt x="613498" y="40503"/>
                </a:cubicBezTo>
                <a:cubicBezTo>
                  <a:pt x="611048" y="38951"/>
                  <a:pt x="608293" y="38176"/>
                  <a:pt x="605236" y="38176"/>
                </a:cubicBezTo>
                <a:cubicBezTo>
                  <a:pt x="602808" y="38176"/>
                  <a:pt x="600616" y="38750"/>
                  <a:pt x="598660" y="39898"/>
                </a:cubicBezTo>
                <a:cubicBezTo>
                  <a:pt x="596704" y="41046"/>
                  <a:pt x="594972" y="42565"/>
                  <a:pt x="593466" y="44457"/>
                </a:cubicBezTo>
                <a:cubicBezTo>
                  <a:pt x="591960" y="46348"/>
                  <a:pt x="590656" y="48499"/>
                  <a:pt x="589554" y="50909"/>
                </a:cubicBezTo>
                <a:cubicBezTo>
                  <a:pt x="588452" y="53317"/>
                  <a:pt x="587553" y="55805"/>
                  <a:pt x="586856" y="58372"/>
                </a:cubicBezTo>
                <a:cubicBezTo>
                  <a:pt x="586159" y="60938"/>
                  <a:pt x="585642" y="63460"/>
                  <a:pt x="585305" y="65937"/>
                </a:cubicBezTo>
                <a:cubicBezTo>
                  <a:pt x="584968" y="68413"/>
                  <a:pt x="584799" y="70641"/>
                  <a:pt x="584799" y="72623"/>
                </a:cubicBezTo>
                <a:cubicBezTo>
                  <a:pt x="584799" y="74199"/>
                  <a:pt x="584923" y="75765"/>
                  <a:pt x="585170" y="77319"/>
                </a:cubicBezTo>
                <a:cubicBezTo>
                  <a:pt x="585417" y="78871"/>
                  <a:pt x="585889" y="80289"/>
                  <a:pt x="586586" y="81572"/>
                </a:cubicBezTo>
                <a:cubicBezTo>
                  <a:pt x="587283" y="82855"/>
                  <a:pt x="588239" y="83891"/>
                  <a:pt x="589453" y="84679"/>
                </a:cubicBezTo>
                <a:cubicBezTo>
                  <a:pt x="590667" y="85467"/>
                  <a:pt x="592241" y="85862"/>
                  <a:pt x="594174" y="85862"/>
                </a:cubicBezTo>
                <a:cubicBezTo>
                  <a:pt x="596647" y="85862"/>
                  <a:pt x="599132" y="85174"/>
                  <a:pt x="601627" y="83800"/>
                </a:cubicBezTo>
                <a:cubicBezTo>
                  <a:pt x="604123" y="82424"/>
                  <a:pt x="606450" y="80520"/>
                  <a:pt x="608608" y="78086"/>
                </a:cubicBezTo>
                <a:cubicBezTo>
                  <a:pt x="610766" y="75652"/>
                  <a:pt x="612678" y="72790"/>
                  <a:pt x="614341" y="69499"/>
                </a:cubicBezTo>
                <a:cubicBezTo>
                  <a:pt x="616005" y="66208"/>
                  <a:pt x="617241" y="62579"/>
                  <a:pt x="618051" y="58612"/>
                </a:cubicBezTo>
                <a:lnTo>
                  <a:pt x="620344" y="47484"/>
                </a:lnTo>
                <a:close/>
                <a:moveTo>
                  <a:pt x="704497" y="50609"/>
                </a:moveTo>
                <a:cubicBezTo>
                  <a:pt x="704497" y="53219"/>
                  <a:pt x="704250" y="56156"/>
                  <a:pt x="703755" y="59420"/>
                </a:cubicBezTo>
                <a:cubicBezTo>
                  <a:pt x="703261" y="62683"/>
                  <a:pt x="702474" y="65980"/>
                  <a:pt x="701395" y="69311"/>
                </a:cubicBezTo>
                <a:cubicBezTo>
                  <a:pt x="700316" y="72642"/>
                  <a:pt x="698933" y="75871"/>
                  <a:pt x="697247" y="78999"/>
                </a:cubicBezTo>
                <a:cubicBezTo>
                  <a:pt x="695560" y="82127"/>
                  <a:pt x="693526" y="84906"/>
                  <a:pt x="691143" y="87337"/>
                </a:cubicBezTo>
                <a:cubicBezTo>
                  <a:pt x="688759" y="89768"/>
                  <a:pt x="686005" y="91715"/>
                  <a:pt x="682880" y="93178"/>
                </a:cubicBezTo>
                <a:cubicBezTo>
                  <a:pt x="679755" y="94640"/>
                  <a:pt x="676214" y="95372"/>
                  <a:pt x="672257" y="95372"/>
                </a:cubicBezTo>
                <a:cubicBezTo>
                  <a:pt x="670234" y="95372"/>
                  <a:pt x="668390" y="95169"/>
                  <a:pt x="666726" y="94763"/>
                </a:cubicBezTo>
                <a:cubicBezTo>
                  <a:pt x="665063" y="94358"/>
                  <a:pt x="663534" y="93796"/>
                  <a:pt x="662140" y="93076"/>
                </a:cubicBezTo>
                <a:cubicBezTo>
                  <a:pt x="660746" y="92356"/>
                  <a:pt x="659464" y="91512"/>
                  <a:pt x="658295" y="90545"/>
                </a:cubicBezTo>
                <a:cubicBezTo>
                  <a:pt x="657126" y="89577"/>
                  <a:pt x="656047" y="88507"/>
                  <a:pt x="655058" y="87337"/>
                </a:cubicBezTo>
                <a:lnTo>
                  <a:pt x="649325" y="116416"/>
                </a:lnTo>
                <a:cubicBezTo>
                  <a:pt x="649235" y="116775"/>
                  <a:pt x="649089" y="117090"/>
                  <a:pt x="648886" y="117360"/>
                </a:cubicBezTo>
                <a:cubicBezTo>
                  <a:pt x="648684" y="117630"/>
                  <a:pt x="648358" y="117854"/>
                  <a:pt x="647908" y="118034"/>
                </a:cubicBezTo>
                <a:cubicBezTo>
                  <a:pt x="647459" y="118214"/>
                  <a:pt x="646863" y="118349"/>
                  <a:pt x="646121" y="118439"/>
                </a:cubicBezTo>
                <a:cubicBezTo>
                  <a:pt x="645379" y="118529"/>
                  <a:pt x="644446" y="118574"/>
                  <a:pt x="643322" y="118574"/>
                </a:cubicBezTo>
                <a:cubicBezTo>
                  <a:pt x="642288" y="118574"/>
                  <a:pt x="641422" y="118529"/>
                  <a:pt x="640725" y="118439"/>
                </a:cubicBezTo>
                <a:cubicBezTo>
                  <a:pt x="640028" y="118349"/>
                  <a:pt x="639477" y="118214"/>
                  <a:pt x="639073" y="118034"/>
                </a:cubicBezTo>
                <a:cubicBezTo>
                  <a:pt x="638668" y="117854"/>
                  <a:pt x="638409" y="117630"/>
                  <a:pt x="638297" y="117360"/>
                </a:cubicBezTo>
                <a:cubicBezTo>
                  <a:pt x="638185" y="117090"/>
                  <a:pt x="638151" y="116775"/>
                  <a:pt x="638196" y="116416"/>
                </a:cubicBezTo>
                <a:lnTo>
                  <a:pt x="655260" y="31566"/>
                </a:lnTo>
                <a:cubicBezTo>
                  <a:pt x="655350" y="30846"/>
                  <a:pt x="655800" y="30329"/>
                  <a:pt x="656609" y="30014"/>
                </a:cubicBezTo>
                <a:cubicBezTo>
                  <a:pt x="657419" y="29700"/>
                  <a:pt x="658768" y="29542"/>
                  <a:pt x="660656" y="29542"/>
                </a:cubicBezTo>
                <a:cubicBezTo>
                  <a:pt x="661600" y="29542"/>
                  <a:pt x="662365" y="29576"/>
                  <a:pt x="662949" y="29643"/>
                </a:cubicBezTo>
                <a:cubicBezTo>
                  <a:pt x="663534" y="29711"/>
                  <a:pt x="664006" y="29823"/>
                  <a:pt x="664366" y="29981"/>
                </a:cubicBezTo>
                <a:cubicBezTo>
                  <a:pt x="664725" y="30138"/>
                  <a:pt x="664950" y="30352"/>
                  <a:pt x="665040" y="30621"/>
                </a:cubicBezTo>
                <a:cubicBezTo>
                  <a:pt x="665130" y="30891"/>
                  <a:pt x="665153" y="31206"/>
                  <a:pt x="665108" y="31566"/>
                </a:cubicBezTo>
                <a:lnTo>
                  <a:pt x="662814" y="43114"/>
                </a:lnTo>
                <a:cubicBezTo>
                  <a:pt x="663444" y="41629"/>
                  <a:pt x="664512" y="40042"/>
                  <a:pt x="666018" y="38355"/>
                </a:cubicBezTo>
                <a:cubicBezTo>
                  <a:pt x="667525" y="36666"/>
                  <a:pt x="669323" y="35090"/>
                  <a:pt x="671414" y="33627"/>
                </a:cubicBezTo>
                <a:cubicBezTo>
                  <a:pt x="673505" y="32164"/>
                  <a:pt x="675832" y="30961"/>
                  <a:pt x="678395" y="30017"/>
                </a:cubicBezTo>
                <a:cubicBezTo>
                  <a:pt x="680958" y="29071"/>
                  <a:pt x="683566" y="28598"/>
                  <a:pt x="686219" y="28598"/>
                </a:cubicBezTo>
                <a:cubicBezTo>
                  <a:pt x="689636" y="28598"/>
                  <a:pt x="692503" y="29183"/>
                  <a:pt x="694819" y="30354"/>
                </a:cubicBezTo>
                <a:cubicBezTo>
                  <a:pt x="697134" y="31524"/>
                  <a:pt x="699012" y="33089"/>
                  <a:pt x="700450" y="35048"/>
                </a:cubicBezTo>
                <a:cubicBezTo>
                  <a:pt x="701889" y="37005"/>
                  <a:pt x="702924" y="39323"/>
                  <a:pt x="703553" y="42001"/>
                </a:cubicBezTo>
                <a:cubicBezTo>
                  <a:pt x="704183" y="44678"/>
                  <a:pt x="704497" y="47547"/>
                  <a:pt x="704497" y="50609"/>
                </a:cubicBezTo>
                <a:moveTo>
                  <a:pt x="692829" y="51347"/>
                </a:moveTo>
                <a:cubicBezTo>
                  <a:pt x="692829" y="49411"/>
                  <a:pt x="692660" y="47632"/>
                  <a:pt x="692323" y="46012"/>
                </a:cubicBezTo>
                <a:cubicBezTo>
                  <a:pt x="691986" y="44391"/>
                  <a:pt x="691446" y="42995"/>
                  <a:pt x="690704" y="41824"/>
                </a:cubicBezTo>
                <a:cubicBezTo>
                  <a:pt x="689962" y="40652"/>
                  <a:pt x="688996" y="39752"/>
                  <a:pt x="687804" y="39122"/>
                </a:cubicBezTo>
                <a:cubicBezTo>
                  <a:pt x="686612" y="38491"/>
                  <a:pt x="685140" y="38176"/>
                  <a:pt x="683386" y="38176"/>
                </a:cubicBezTo>
                <a:cubicBezTo>
                  <a:pt x="680958" y="38176"/>
                  <a:pt x="678485" y="38852"/>
                  <a:pt x="675967" y="40203"/>
                </a:cubicBezTo>
                <a:cubicBezTo>
                  <a:pt x="673449" y="41554"/>
                  <a:pt x="671111" y="43445"/>
                  <a:pt x="668952" y="45877"/>
                </a:cubicBezTo>
                <a:cubicBezTo>
                  <a:pt x="666794" y="48308"/>
                  <a:pt x="664872" y="51178"/>
                  <a:pt x="663185" y="54488"/>
                </a:cubicBezTo>
                <a:cubicBezTo>
                  <a:pt x="661499" y="57797"/>
                  <a:pt x="660274" y="61410"/>
                  <a:pt x="659509" y="65328"/>
                </a:cubicBezTo>
                <a:lnTo>
                  <a:pt x="657284" y="76467"/>
                </a:lnTo>
                <a:cubicBezTo>
                  <a:pt x="659397" y="79622"/>
                  <a:pt x="661668" y="81976"/>
                  <a:pt x="664096" y="83530"/>
                </a:cubicBezTo>
                <a:cubicBezTo>
                  <a:pt x="666524" y="85084"/>
                  <a:pt x="669267" y="85862"/>
                  <a:pt x="672325" y="85862"/>
                </a:cubicBezTo>
                <a:cubicBezTo>
                  <a:pt x="674708" y="85862"/>
                  <a:pt x="676877" y="85299"/>
                  <a:pt x="678833" y="84173"/>
                </a:cubicBezTo>
                <a:cubicBezTo>
                  <a:pt x="680789" y="83048"/>
                  <a:pt x="682521" y="81539"/>
                  <a:pt x="684027" y="79648"/>
                </a:cubicBezTo>
                <a:cubicBezTo>
                  <a:pt x="685533" y="77756"/>
                  <a:pt x="686837" y="75618"/>
                  <a:pt x="687939" y="73232"/>
                </a:cubicBezTo>
                <a:cubicBezTo>
                  <a:pt x="689041" y="70844"/>
                  <a:pt x="689962" y="68368"/>
                  <a:pt x="690704" y="65802"/>
                </a:cubicBezTo>
                <a:cubicBezTo>
                  <a:pt x="691446" y="63235"/>
                  <a:pt x="691986" y="60691"/>
                  <a:pt x="692323" y="58170"/>
                </a:cubicBezTo>
                <a:cubicBezTo>
                  <a:pt x="692660" y="55648"/>
                  <a:pt x="692829" y="53373"/>
                  <a:pt x="692829" y="513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A622EC-1704-4FB7-9624-E7474F75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859" y="2735562"/>
            <a:ext cx="588373" cy="234828"/>
          </a:xfrm>
          <a:custGeom xmlns:a="http://schemas.openxmlformats.org/drawingml/2006/main">
            <a:pathLst>
              <a:path w="588373" h="234828">
                <a:moveTo>
                  <a:pt x="0" y="39138"/>
                </a:moveTo>
                <a:cubicBezTo>
                  <a:pt x="0" y="17535"/>
                  <a:pt x="17497" y="0"/>
                  <a:pt x="39138" y="0"/>
                </a:cubicBezTo>
                <a:lnTo>
                  <a:pt x="549235" y="0"/>
                </a:lnTo>
                <a:cubicBezTo>
                  <a:pt x="570838" y="0"/>
                  <a:pt x="588373" y="17535"/>
                  <a:pt x="588373" y="39138"/>
                </a:cubicBezTo>
                <a:lnTo>
                  <a:pt x="588373" y="195690"/>
                </a:lnTo>
                <a:cubicBezTo>
                  <a:pt x="588373" y="217292"/>
                  <a:pt x="570838" y="234828"/>
                  <a:pt x="549235" y="234828"/>
                </a:cubicBezTo>
                <a:lnTo>
                  <a:pt x="39138" y="234828"/>
                </a:lnTo>
                <a:cubicBezTo>
                  <a:pt x="17497" y="234828"/>
                  <a:pt x="0" y="217292"/>
                  <a:pt x="0" y="195690"/>
                </a:cubicBezTo>
                <a:lnTo>
                  <a:pt x="0" y="39138"/>
                </a:lnTo>
                <a:close/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LLM">
            <a:extLst xmlns:a="http://schemas.openxmlformats.org/drawingml/2006/main">
              <a:ext uri="{FF2B5EF4-FFF2-40B4-BE49-F238E27FC236}">
                <a16:creationId xmlns:a16="http://schemas.microsoft.com/office/drawing/2014/main" id="{449073A8-AFDE-4303-ADD6-C2D4D8DB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7038" y="2802614"/>
            <a:ext cx="257911" cy="107760"/>
          </a:xfrm>
          <a:custGeom xmlns:a="http://schemas.openxmlformats.org/drawingml/2006/main">
            <a:pathLst>
              <a:path w="257911" h="107760">
                <a:moveTo>
                  <a:pt x="55365" y="101077"/>
                </a:moveTo>
                <a:cubicBezTo>
                  <a:pt x="55365" y="102177"/>
                  <a:pt x="55310" y="103098"/>
                  <a:pt x="55200" y="103841"/>
                </a:cubicBezTo>
                <a:cubicBezTo>
                  <a:pt x="55090" y="104583"/>
                  <a:pt x="54911" y="105216"/>
                  <a:pt x="54664" y="105739"/>
                </a:cubicBezTo>
                <a:cubicBezTo>
                  <a:pt x="54416" y="106261"/>
                  <a:pt x="54114" y="106646"/>
                  <a:pt x="53756" y="106894"/>
                </a:cubicBezTo>
                <a:cubicBezTo>
                  <a:pt x="53399" y="107141"/>
                  <a:pt x="52972" y="107265"/>
                  <a:pt x="52477" y="107265"/>
                </a:cubicBezTo>
                <a:lnTo>
                  <a:pt x="5281" y="107265"/>
                </a:lnTo>
                <a:cubicBezTo>
                  <a:pt x="4016" y="107265"/>
                  <a:pt x="2819" y="106839"/>
                  <a:pt x="1691" y="105986"/>
                </a:cubicBezTo>
                <a:cubicBezTo>
                  <a:pt x="564" y="105134"/>
                  <a:pt x="0" y="103635"/>
                  <a:pt x="0" y="101489"/>
                </a:cubicBezTo>
                <a:lnTo>
                  <a:pt x="0" y="2640"/>
                </a:lnTo>
                <a:cubicBezTo>
                  <a:pt x="0" y="2200"/>
                  <a:pt x="110" y="1815"/>
                  <a:pt x="330" y="1485"/>
                </a:cubicBezTo>
                <a:cubicBezTo>
                  <a:pt x="550" y="1155"/>
                  <a:pt x="935" y="894"/>
                  <a:pt x="1485" y="701"/>
                </a:cubicBezTo>
                <a:cubicBezTo>
                  <a:pt x="2035" y="509"/>
                  <a:pt x="2778" y="344"/>
                  <a:pt x="3713" y="206"/>
                </a:cubicBezTo>
                <a:cubicBezTo>
                  <a:pt x="4648" y="69"/>
                  <a:pt x="5776" y="0"/>
                  <a:pt x="7096" y="0"/>
                </a:cubicBezTo>
                <a:cubicBezTo>
                  <a:pt x="8471" y="0"/>
                  <a:pt x="9613" y="69"/>
                  <a:pt x="10520" y="206"/>
                </a:cubicBezTo>
                <a:cubicBezTo>
                  <a:pt x="11428" y="344"/>
                  <a:pt x="12157" y="509"/>
                  <a:pt x="12707" y="701"/>
                </a:cubicBezTo>
                <a:cubicBezTo>
                  <a:pt x="13257" y="894"/>
                  <a:pt x="13642" y="1155"/>
                  <a:pt x="13862" y="1485"/>
                </a:cubicBezTo>
                <a:cubicBezTo>
                  <a:pt x="14082" y="1815"/>
                  <a:pt x="14192" y="2200"/>
                  <a:pt x="14192" y="2640"/>
                </a:cubicBezTo>
                <a:lnTo>
                  <a:pt x="14192" y="94971"/>
                </a:lnTo>
                <a:lnTo>
                  <a:pt x="52477" y="94971"/>
                </a:lnTo>
                <a:cubicBezTo>
                  <a:pt x="52972" y="94971"/>
                  <a:pt x="53399" y="95095"/>
                  <a:pt x="53756" y="95342"/>
                </a:cubicBezTo>
                <a:cubicBezTo>
                  <a:pt x="54114" y="95590"/>
                  <a:pt x="54416" y="95947"/>
                  <a:pt x="54664" y="96415"/>
                </a:cubicBezTo>
                <a:cubicBezTo>
                  <a:pt x="54911" y="96882"/>
                  <a:pt x="55090" y="97501"/>
                  <a:pt x="55200" y="98271"/>
                </a:cubicBezTo>
                <a:cubicBezTo>
                  <a:pt x="55310" y="99041"/>
                  <a:pt x="55365" y="99977"/>
                  <a:pt x="55365" y="101077"/>
                </a:cubicBezTo>
                <a:close/>
                <a:moveTo>
                  <a:pt x="126273" y="101077"/>
                </a:moveTo>
                <a:cubicBezTo>
                  <a:pt x="126273" y="102177"/>
                  <a:pt x="126218" y="103098"/>
                  <a:pt x="126108" y="103841"/>
                </a:cubicBezTo>
                <a:cubicBezTo>
                  <a:pt x="125998" y="104583"/>
                  <a:pt x="125819" y="105216"/>
                  <a:pt x="125572" y="105739"/>
                </a:cubicBezTo>
                <a:cubicBezTo>
                  <a:pt x="125324" y="106261"/>
                  <a:pt x="125022" y="106646"/>
                  <a:pt x="124664" y="106894"/>
                </a:cubicBezTo>
                <a:cubicBezTo>
                  <a:pt x="124307" y="107141"/>
                  <a:pt x="123880" y="107265"/>
                  <a:pt x="123385" y="107265"/>
                </a:cubicBezTo>
                <a:lnTo>
                  <a:pt x="76189" y="107265"/>
                </a:lnTo>
                <a:cubicBezTo>
                  <a:pt x="74924" y="107265"/>
                  <a:pt x="73727" y="106839"/>
                  <a:pt x="72599" y="105986"/>
                </a:cubicBezTo>
                <a:cubicBezTo>
                  <a:pt x="71472" y="105134"/>
                  <a:pt x="70908" y="103635"/>
                  <a:pt x="70908" y="101489"/>
                </a:cubicBezTo>
                <a:lnTo>
                  <a:pt x="70908" y="2640"/>
                </a:lnTo>
                <a:cubicBezTo>
                  <a:pt x="70908" y="2200"/>
                  <a:pt x="71018" y="1815"/>
                  <a:pt x="71238" y="1485"/>
                </a:cubicBezTo>
                <a:cubicBezTo>
                  <a:pt x="71458" y="1155"/>
                  <a:pt x="71843" y="894"/>
                  <a:pt x="72393" y="701"/>
                </a:cubicBezTo>
                <a:cubicBezTo>
                  <a:pt x="72943" y="509"/>
                  <a:pt x="73686" y="344"/>
                  <a:pt x="74621" y="206"/>
                </a:cubicBezTo>
                <a:cubicBezTo>
                  <a:pt x="75556" y="69"/>
                  <a:pt x="76684" y="0"/>
                  <a:pt x="78004" y="0"/>
                </a:cubicBezTo>
                <a:cubicBezTo>
                  <a:pt x="79379" y="0"/>
                  <a:pt x="80521" y="69"/>
                  <a:pt x="81428" y="206"/>
                </a:cubicBezTo>
                <a:cubicBezTo>
                  <a:pt x="82336" y="344"/>
                  <a:pt x="83065" y="509"/>
                  <a:pt x="83615" y="701"/>
                </a:cubicBezTo>
                <a:cubicBezTo>
                  <a:pt x="84165" y="894"/>
                  <a:pt x="84550" y="1155"/>
                  <a:pt x="84770" y="1485"/>
                </a:cubicBezTo>
                <a:cubicBezTo>
                  <a:pt x="84990" y="1815"/>
                  <a:pt x="85100" y="2200"/>
                  <a:pt x="85100" y="2640"/>
                </a:cubicBezTo>
                <a:lnTo>
                  <a:pt x="85100" y="94971"/>
                </a:lnTo>
                <a:lnTo>
                  <a:pt x="123385" y="94971"/>
                </a:lnTo>
                <a:cubicBezTo>
                  <a:pt x="123880" y="94971"/>
                  <a:pt x="124307" y="95095"/>
                  <a:pt x="124664" y="95342"/>
                </a:cubicBezTo>
                <a:cubicBezTo>
                  <a:pt x="125022" y="95590"/>
                  <a:pt x="125324" y="95947"/>
                  <a:pt x="125572" y="96415"/>
                </a:cubicBezTo>
                <a:cubicBezTo>
                  <a:pt x="125819" y="96882"/>
                  <a:pt x="125998" y="97501"/>
                  <a:pt x="126108" y="98271"/>
                </a:cubicBezTo>
                <a:cubicBezTo>
                  <a:pt x="126218" y="99041"/>
                  <a:pt x="126273" y="99977"/>
                  <a:pt x="126273" y="101077"/>
                </a:cubicBezTo>
                <a:close/>
                <a:moveTo>
                  <a:pt x="257911" y="105120"/>
                </a:moveTo>
                <a:cubicBezTo>
                  <a:pt x="257911" y="105560"/>
                  <a:pt x="257801" y="105945"/>
                  <a:pt x="257581" y="106275"/>
                </a:cubicBezTo>
                <a:cubicBezTo>
                  <a:pt x="257361" y="106605"/>
                  <a:pt x="256976" y="106866"/>
                  <a:pt x="256426" y="107059"/>
                </a:cubicBezTo>
                <a:cubicBezTo>
                  <a:pt x="255876" y="107251"/>
                  <a:pt x="255174" y="107416"/>
                  <a:pt x="254322" y="107554"/>
                </a:cubicBezTo>
                <a:cubicBezTo>
                  <a:pt x="253469" y="107691"/>
                  <a:pt x="252355" y="107760"/>
                  <a:pt x="250980" y="107760"/>
                </a:cubicBezTo>
                <a:cubicBezTo>
                  <a:pt x="249715" y="107760"/>
                  <a:pt x="248628" y="107691"/>
                  <a:pt x="247721" y="107554"/>
                </a:cubicBezTo>
                <a:cubicBezTo>
                  <a:pt x="246813" y="107416"/>
                  <a:pt x="246098" y="107251"/>
                  <a:pt x="245575" y="107059"/>
                </a:cubicBezTo>
                <a:cubicBezTo>
                  <a:pt x="245053" y="106866"/>
                  <a:pt x="244682" y="106605"/>
                  <a:pt x="244462" y="106275"/>
                </a:cubicBezTo>
                <a:cubicBezTo>
                  <a:pt x="244242" y="105945"/>
                  <a:pt x="244132" y="105560"/>
                  <a:pt x="244132" y="105120"/>
                </a:cubicBezTo>
                <a:lnTo>
                  <a:pt x="244132" y="12129"/>
                </a:lnTo>
                <a:lnTo>
                  <a:pt x="243966" y="12129"/>
                </a:lnTo>
                <a:lnTo>
                  <a:pt x="205929" y="105532"/>
                </a:lnTo>
                <a:cubicBezTo>
                  <a:pt x="205764" y="105917"/>
                  <a:pt x="205530" y="106247"/>
                  <a:pt x="205227" y="106522"/>
                </a:cubicBezTo>
                <a:cubicBezTo>
                  <a:pt x="204925" y="106797"/>
                  <a:pt x="204485" y="107031"/>
                  <a:pt x="203907" y="107224"/>
                </a:cubicBezTo>
                <a:cubicBezTo>
                  <a:pt x="203330" y="107416"/>
                  <a:pt x="202642" y="107554"/>
                  <a:pt x="201844" y="107636"/>
                </a:cubicBezTo>
                <a:cubicBezTo>
                  <a:pt x="201047" y="107719"/>
                  <a:pt x="200098" y="107760"/>
                  <a:pt x="198998" y="107760"/>
                </a:cubicBezTo>
                <a:cubicBezTo>
                  <a:pt x="197843" y="107760"/>
                  <a:pt x="196852" y="107705"/>
                  <a:pt x="196027" y="107595"/>
                </a:cubicBezTo>
                <a:cubicBezTo>
                  <a:pt x="195202" y="107485"/>
                  <a:pt x="194515" y="107334"/>
                  <a:pt x="193964" y="107141"/>
                </a:cubicBezTo>
                <a:cubicBezTo>
                  <a:pt x="193414" y="106949"/>
                  <a:pt x="192988" y="106715"/>
                  <a:pt x="192686" y="106440"/>
                </a:cubicBezTo>
                <a:cubicBezTo>
                  <a:pt x="192383" y="106165"/>
                  <a:pt x="192177" y="105862"/>
                  <a:pt x="192067" y="105532"/>
                </a:cubicBezTo>
                <a:lnTo>
                  <a:pt x="155679" y="12129"/>
                </a:lnTo>
                <a:lnTo>
                  <a:pt x="155597" y="12129"/>
                </a:lnTo>
                <a:lnTo>
                  <a:pt x="155597" y="105120"/>
                </a:lnTo>
                <a:cubicBezTo>
                  <a:pt x="155597" y="105560"/>
                  <a:pt x="155487" y="105945"/>
                  <a:pt x="155267" y="106275"/>
                </a:cubicBezTo>
                <a:cubicBezTo>
                  <a:pt x="155047" y="106605"/>
                  <a:pt x="154661" y="106866"/>
                  <a:pt x="154111" y="107059"/>
                </a:cubicBezTo>
                <a:cubicBezTo>
                  <a:pt x="153561" y="107251"/>
                  <a:pt x="152846" y="107416"/>
                  <a:pt x="151966" y="107554"/>
                </a:cubicBezTo>
                <a:cubicBezTo>
                  <a:pt x="151086" y="107691"/>
                  <a:pt x="149958" y="107760"/>
                  <a:pt x="148583" y="107760"/>
                </a:cubicBezTo>
                <a:cubicBezTo>
                  <a:pt x="147263" y="107760"/>
                  <a:pt x="146163" y="107691"/>
                  <a:pt x="145283" y="107554"/>
                </a:cubicBezTo>
                <a:cubicBezTo>
                  <a:pt x="144403" y="107416"/>
                  <a:pt x="143701" y="107251"/>
                  <a:pt x="143179" y="107059"/>
                </a:cubicBezTo>
                <a:cubicBezTo>
                  <a:pt x="142656" y="106866"/>
                  <a:pt x="142298" y="106605"/>
                  <a:pt x="142106" y="106275"/>
                </a:cubicBezTo>
                <a:cubicBezTo>
                  <a:pt x="141913" y="105945"/>
                  <a:pt x="141817" y="105560"/>
                  <a:pt x="141817" y="105120"/>
                </a:cubicBezTo>
                <a:lnTo>
                  <a:pt x="141817" y="6931"/>
                </a:lnTo>
                <a:cubicBezTo>
                  <a:pt x="141817" y="4621"/>
                  <a:pt x="142422" y="2970"/>
                  <a:pt x="143632" y="1980"/>
                </a:cubicBezTo>
                <a:cubicBezTo>
                  <a:pt x="144843" y="990"/>
                  <a:pt x="146190" y="495"/>
                  <a:pt x="147675" y="495"/>
                </a:cubicBezTo>
                <a:lnTo>
                  <a:pt x="156257" y="495"/>
                </a:lnTo>
                <a:cubicBezTo>
                  <a:pt x="158017" y="495"/>
                  <a:pt x="159557" y="660"/>
                  <a:pt x="160877" y="990"/>
                </a:cubicBezTo>
                <a:cubicBezTo>
                  <a:pt x="162198" y="1320"/>
                  <a:pt x="163353" y="1843"/>
                  <a:pt x="164343" y="2558"/>
                </a:cubicBezTo>
                <a:cubicBezTo>
                  <a:pt x="165333" y="3273"/>
                  <a:pt x="166158" y="4181"/>
                  <a:pt x="166818" y="5281"/>
                </a:cubicBezTo>
                <a:cubicBezTo>
                  <a:pt x="167478" y="6381"/>
                  <a:pt x="168056" y="7674"/>
                  <a:pt x="168551" y="9159"/>
                </a:cubicBezTo>
                <a:lnTo>
                  <a:pt x="199493" y="86472"/>
                </a:lnTo>
                <a:lnTo>
                  <a:pt x="199905" y="86472"/>
                </a:lnTo>
                <a:lnTo>
                  <a:pt x="232085" y="9406"/>
                </a:lnTo>
                <a:cubicBezTo>
                  <a:pt x="232690" y="7756"/>
                  <a:pt x="233350" y="6353"/>
                  <a:pt x="234065" y="5198"/>
                </a:cubicBezTo>
                <a:cubicBezTo>
                  <a:pt x="234780" y="4043"/>
                  <a:pt x="235564" y="3122"/>
                  <a:pt x="236417" y="2434"/>
                </a:cubicBezTo>
                <a:cubicBezTo>
                  <a:pt x="237269" y="1746"/>
                  <a:pt x="238218" y="1251"/>
                  <a:pt x="239263" y="949"/>
                </a:cubicBezTo>
                <a:cubicBezTo>
                  <a:pt x="240308" y="646"/>
                  <a:pt x="241519" y="495"/>
                  <a:pt x="242894" y="495"/>
                </a:cubicBezTo>
                <a:lnTo>
                  <a:pt x="251888" y="495"/>
                </a:lnTo>
                <a:cubicBezTo>
                  <a:pt x="252713" y="495"/>
                  <a:pt x="253497" y="619"/>
                  <a:pt x="254239" y="866"/>
                </a:cubicBezTo>
                <a:cubicBezTo>
                  <a:pt x="254982" y="1114"/>
                  <a:pt x="255614" y="1499"/>
                  <a:pt x="256137" y="2022"/>
                </a:cubicBezTo>
                <a:cubicBezTo>
                  <a:pt x="256660" y="2544"/>
                  <a:pt x="257086" y="3204"/>
                  <a:pt x="257416" y="4002"/>
                </a:cubicBezTo>
                <a:cubicBezTo>
                  <a:pt x="257746" y="4799"/>
                  <a:pt x="257911" y="5776"/>
                  <a:pt x="257911" y="6931"/>
                </a:cubicBezTo>
                <a:lnTo>
                  <a:pt x="257911" y="1051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2A758-017D-4C03-B1FC-37DB82E8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931" y="3302870"/>
            <a:ext cx="2444201" cy="234828"/>
          </a:xfrm>
          <a:custGeom xmlns:a="http://schemas.openxmlformats.org/drawingml/2006/main">
            <a:pathLst>
              <a:path w="2444201" h="234828">
                <a:moveTo>
                  <a:pt x="0" y="39138"/>
                </a:moveTo>
                <a:cubicBezTo>
                  <a:pt x="0" y="17535"/>
                  <a:pt x="17497" y="0"/>
                  <a:pt x="39138" y="0"/>
                </a:cubicBezTo>
                <a:lnTo>
                  <a:pt x="2405064" y="0"/>
                </a:lnTo>
                <a:cubicBezTo>
                  <a:pt x="2426666" y="0"/>
                  <a:pt x="2444201" y="17535"/>
                  <a:pt x="2444201" y="39138"/>
                </a:cubicBezTo>
                <a:lnTo>
                  <a:pt x="2444201" y="195690"/>
                </a:lnTo>
                <a:cubicBezTo>
                  <a:pt x="2444201" y="217331"/>
                  <a:pt x="2426666" y="234828"/>
                  <a:pt x="2405064" y="234828"/>
                </a:cubicBezTo>
                <a:lnTo>
                  <a:pt x="39138" y="234828"/>
                </a:lnTo>
                <a:cubicBezTo>
                  <a:pt x="17497" y="234828"/>
                  <a:pt x="0" y="217331"/>
                  <a:pt x="0" y="195690"/>
                </a:cubicBezTo>
                <a:lnTo>
                  <a:pt x="0" y="39138"/>
                </a:lnTo>
                <a:close/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ClassificationswithReasoning">
            <a:extLst xmlns:a="http://schemas.openxmlformats.org/drawingml/2006/main">
              <a:ext uri="{FF2B5EF4-FFF2-40B4-BE49-F238E27FC236}">
                <a16:creationId xmlns:a16="http://schemas.microsoft.com/office/drawing/2014/main" id="{559B3B36-A2E0-4B58-88D9-7885DF8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272" y="3361748"/>
            <a:ext cx="2034318" cy="145715"/>
          </a:xfrm>
          <a:custGeom xmlns:a="http://schemas.openxmlformats.org/drawingml/2006/main">
            <a:pathLst>
              <a:path w="2034318" h="145715">
                <a:moveTo>
                  <a:pt x="77478" y="100334"/>
                </a:moveTo>
                <a:cubicBezTo>
                  <a:pt x="77478" y="101214"/>
                  <a:pt x="77451" y="101984"/>
                  <a:pt x="77396" y="102644"/>
                </a:cubicBezTo>
                <a:cubicBezTo>
                  <a:pt x="77341" y="103305"/>
                  <a:pt x="77245" y="103882"/>
                  <a:pt x="77107" y="104377"/>
                </a:cubicBezTo>
                <a:cubicBezTo>
                  <a:pt x="76970" y="104872"/>
                  <a:pt x="76791" y="105312"/>
                  <a:pt x="76571" y="105697"/>
                </a:cubicBezTo>
                <a:cubicBezTo>
                  <a:pt x="76351" y="106082"/>
                  <a:pt x="75966" y="106553"/>
                  <a:pt x="75416" y="107108"/>
                </a:cubicBezTo>
                <a:cubicBezTo>
                  <a:pt x="74866" y="107661"/>
                  <a:pt x="73710" y="108506"/>
                  <a:pt x="71950" y="109642"/>
                </a:cubicBezTo>
                <a:cubicBezTo>
                  <a:pt x="70190" y="110779"/>
                  <a:pt x="68003" y="111887"/>
                  <a:pt x="65390" y="112969"/>
                </a:cubicBezTo>
                <a:cubicBezTo>
                  <a:pt x="62778" y="114050"/>
                  <a:pt x="59780" y="114964"/>
                  <a:pt x="56397" y="115712"/>
                </a:cubicBezTo>
                <a:cubicBezTo>
                  <a:pt x="53014" y="116462"/>
                  <a:pt x="49314" y="116836"/>
                  <a:pt x="45299" y="116836"/>
                </a:cubicBezTo>
                <a:cubicBezTo>
                  <a:pt x="38368" y="116836"/>
                  <a:pt x="32111" y="115681"/>
                  <a:pt x="26527" y="113371"/>
                </a:cubicBezTo>
                <a:cubicBezTo>
                  <a:pt x="20944" y="111061"/>
                  <a:pt x="16186" y="107650"/>
                  <a:pt x="12253" y="103139"/>
                </a:cubicBezTo>
                <a:cubicBezTo>
                  <a:pt x="8320" y="98629"/>
                  <a:pt x="5294" y="93059"/>
                  <a:pt x="3177" y="86431"/>
                </a:cubicBezTo>
                <a:cubicBezTo>
                  <a:pt x="1059" y="79802"/>
                  <a:pt x="0" y="72170"/>
                  <a:pt x="0" y="63534"/>
                </a:cubicBezTo>
                <a:cubicBezTo>
                  <a:pt x="0" y="54678"/>
                  <a:pt x="1141" y="46784"/>
                  <a:pt x="3424" y="39853"/>
                </a:cubicBezTo>
                <a:cubicBezTo>
                  <a:pt x="5707" y="32922"/>
                  <a:pt x="8911" y="27050"/>
                  <a:pt x="13037" y="22237"/>
                </a:cubicBezTo>
                <a:cubicBezTo>
                  <a:pt x="17162" y="17424"/>
                  <a:pt x="22099" y="13752"/>
                  <a:pt x="27848" y="11222"/>
                </a:cubicBezTo>
                <a:cubicBezTo>
                  <a:pt x="33596" y="8691"/>
                  <a:pt x="39963" y="7426"/>
                  <a:pt x="46949" y="7426"/>
                </a:cubicBezTo>
                <a:cubicBezTo>
                  <a:pt x="50030" y="7426"/>
                  <a:pt x="53027" y="7717"/>
                  <a:pt x="55943" y="8300"/>
                </a:cubicBezTo>
                <a:cubicBezTo>
                  <a:pt x="58858" y="8883"/>
                  <a:pt x="61554" y="9618"/>
                  <a:pt x="64029" y="10505"/>
                </a:cubicBezTo>
                <a:cubicBezTo>
                  <a:pt x="66504" y="11392"/>
                  <a:pt x="68705" y="12418"/>
                  <a:pt x="70630" y="13583"/>
                </a:cubicBezTo>
                <a:cubicBezTo>
                  <a:pt x="72555" y="14747"/>
                  <a:pt x="73889" y="15704"/>
                  <a:pt x="74632" y="16453"/>
                </a:cubicBezTo>
                <a:cubicBezTo>
                  <a:pt x="75374" y="17201"/>
                  <a:pt x="75856" y="17768"/>
                  <a:pt x="76076" y="18153"/>
                </a:cubicBezTo>
                <a:cubicBezTo>
                  <a:pt x="76296" y="18538"/>
                  <a:pt x="76474" y="18991"/>
                  <a:pt x="76612" y="19514"/>
                </a:cubicBezTo>
                <a:cubicBezTo>
                  <a:pt x="76750" y="20037"/>
                  <a:pt x="76860" y="20655"/>
                  <a:pt x="76942" y="21371"/>
                </a:cubicBezTo>
                <a:cubicBezTo>
                  <a:pt x="77025" y="22086"/>
                  <a:pt x="77066" y="22938"/>
                  <a:pt x="77066" y="23928"/>
                </a:cubicBezTo>
                <a:cubicBezTo>
                  <a:pt x="77066" y="25029"/>
                  <a:pt x="77011" y="25964"/>
                  <a:pt x="76901" y="26734"/>
                </a:cubicBezTo>
                <a:cubicBezTo>
                  <a:pt x="76791" y="27504"/>
                  <a:pt x="76626" y="28150"/>
                  <a:pt x="76406" y="28673"/>
                </a:cubicBezTo>
                <a:cubicBezTo>
                  <a:pt x="76186" y="29195"/>
                  <a:pt x="75924" y="29580"/>
                  <a:pt x="75622" y="29828"/>
                </a:cubicBezTo>
                <a:cubicBezTo>
                  <a:pt x="75319" y="30075"/>
                  <a:pt x="74948" y="30199"/>
                  <a:pt x="74508" y="30199"/>
                </a:cubicBezTo>
                <a:cubicBezTo>
                  <a:pt x="73738" y="30199"/>
                  <a:pt x="72665" y="29659"/>
                  <a:pt x="71290" y="28577"/>
                </a:cubicBezTo>
                <a:cubicBezTo>
                  <a:pt x="69915" y="27496"/>
                  <a:pt x="68141" y="26304"/>
                  <a:pt x="65968" y="25001"/>
                </a:cubicBezTo>
                <a:cubicBezTo>
                  <a:pt x="63795" y="23698"/>
                  <a:pt x="61155" y="22506"/>
                  <a:pt x="58047" y="21425"/>
                </a:cubicBezTo>
                <a:cubicBezTo>
                  <a:pt x="54939" y="20343"/>
                  <a:pt x="51212" y="19803"/>
                  <a:pt x="46867" y="19803"/>
                </a:cubicBezTo>
                <a:cubicBezTo>
                  <a:pt x="42136" y="19803"/>
                  <a:pt x="37832" y="20752"/>
                  <a:pt x="33954" y="22649"/>
                </a:cubicBezTo>
                <a:cubicBezTo>
                  <a:pt x="30075" y="24547"/>
                  <a:pt x="26761" y="27339"/>
                  <a:pt x="24011" y="31024"/>
                </a:cubicBezTo>
                <a:cubicBezTo>
                  <a:pt x="21260" y="34710"/>
                  <a:pt x="19129" y="39207"/>
                  <a:pt x="17616" y="44515"/>
                </a:cubicBezTo>
                <a:cubicBezTo>
                  <a:pt x="16104" y="49823"/>
                  <a:pt x="15347" y="55888"/>
                  <a:pt x="15347" y="62709"/>
                </a:cubicBezTo>
                <a:cubicBezTo>
                  <a:pt x="15347" y="69475"/>
                  <a:pt x="16076" y="75457"/>
                  <a:pt x="17534" y="80655"/>
                </a:cubicBezTo>
                <a:cubicBezTo>
                  <a:pt x="18991" y="85853"/>
                  <a:pt x="21082" y="90199"/>
                  <a:pt x="23805" y="93692"/>
                </a:cubicBezTo>
                <a:cubicBezTo>
                  <a:pt x="26527" y="97185"/>
                  <a:pt x="29869" y="99825"/>
                  <a:pt x="33830" y="101613"/>
                </a:cubicBezTo>
                <a:cubicBezTo>
                  <a:pt x="37790" y="103401"/>
                  <a:pt x="42273" y="104295"/>
                  <a:pt x="47279" y="104295"/>
                </a:cubicBezTo>
                <a:cubicBezTo>
                  <a:pt x="51515" y="104295"/>
                  <a:pt x="55214" y="103768"/>
                  <a:pt x="58377" y="102714"/>
                </a:cubicBezTo>
                <a:cubicBezTo>
                  <a:pt x="61540" y="101660"/>
                  <a:pt x="64235" y="100482"/>
                  <a:pt x="66463" y="99179"/>
                </a:cubicBezTo>
                <a:cubicBezTo>
                  <a:pt x="68691" y="97876"/>
                  <a:pt x="70520" y="96698"/>
                  <a:pt x="71950" y="95644"/>
                </a:cubicBezTo>
                <a:cubicBezTo>
                  <a:pt x="73380" y="94590"/>
                  <a:pt x="74508" y="94063"/>
                  <a:pt x="75333" y="94063"/>
                </a:cubicBezTo>
                <a:cubicBezTo>
                  <a:pt x="75718" y="94063"/>
                  <a:pt x="76048" y="94146"/>
                  <a:pt x="76323" y="94311"/>
                </a:cubicBezTo>
                <a:cubicBezTo>
                  <a:pt x="76598" y="94476"/>
                  <a:pt x="76818" y="94792"/>
                  <a:pt x="76983" y="95260"/>
                </a:cubicBezTo>
                <a:cubicBezTo>
                  <a:pt x="77148" y="95727"/>
                  <a:pt x="77272" y="96374"/>
                  <a:pt x="77355" y="97199"/>
                </a:cubicBezTo>
                <a:cubicBezTo>
                  <a:pt x="77437" y="98024"/>
                  <a:pt x="77478" y="99069"/>
                  <a:pt x="77478" y="100334"/>
                </a:cubicBezTo>
                <a:close/>
                <a:moveTo>
                  <a:pt x="108304" y="113451"/>
                </a:moveTo>
                <a:cubicBezTo>
                  <a:pt x="108304" y="113891"/>
                  <a:pt x="108194" y="114263"/>
                  <a:pt x="107974" y="114567"/>
                </a:cubicBezTo>
                <a:cubicBezTo>
                  <a:pt x="107754" y="114870"/>
                  <a:pt x="107397" y="115131"/>
                  <a:pt x="106902" y="115351"/>
                </a:cubicBezTo>
                <a:cubicBezTo>
                  <a:pt x="106407" y="115571"/>
                  <a:pt x="105719" y="115736"/>
                  <a:pt x="104839" y="115846"/>
                </a:cubicBezTo>
                <a:cubicBezTo>
                  <a:pt x="103959" y="115956"/>
                  <a:pt x="102831" y="116011"/>
                  <a:pt x="101456" y="116011"/>
                </a:cubicBezTo>
                <a:cubicBezTo>
                  <a:pt x="100136" y="116011"/>
                  <a:pt x="99036" y="115956"/>
                  <a:pt x="98155" y="115846"/>
                </a:cubicBezTo>
                <a:cubicBezTo>
                  <a:pt x="97275" y="115736"/>
                  <a:pt x="96574" y="115571"/>
                  <a:pt x="96051" y="115351"/>
                </a:cubicBezTo>
                <a:cubicBezTo>
                  <a:pt x="95529" y="115131"/>
                  <a:pt x="95171" y="114870"/>
                  <a:pt x="94979" y="114567"/>
                </a:cubicBezTo>
                <a:cubicBezTo>
                  <a:pt x="94786" y="114263"/>
                  <a:pt x="94690" y="113891"/>
                  <a:pt x="94690" y="113451"/>
                </a:cubicBezTo>
                <a:lnTo>
                  <a:pt x="94690" y="3138"/>
                </a:lnTo>
                <a:cubicBezTo>
                  <a:pt x="94690" y="2698"/>
                  <a:pt x="94786" y="2313"/>
                  <a:pt x="94979" y="1983"/>
                </a:cubicBezTo>
                <a:cubicBezTo>
                  <a:pt x="95171" y="1651"/>
                  <a:pt x="95529" y="1375"/>
                  <a:pt x="96051" y="1155"/>
                </a:cubicBezTo>
                <a:cubicBezTo>
                  <a:pt x="96574" y="935"/>
                  <a:pt x="97275" y="770"/>
                  <a:pt x="98155" y="660"/>
                </a:cubicBezTo>
                <a:cubicBezTo>
                  <a:pt x="99036" y="550"/>
                  <a:pt x="100136" y="495"/>
                  <a:pt x="101456" y="495"/>
                </a:cubicBezTo>
                <a:cubicBezTo>
                  <a:pt x="102831" y="495"/>
                  <a:pt x="103959" y="550"/>
                  <a:pt x="104839" y="660"/>
                </a:cubicBezTo>
                <a:cubicBezTo>
                  <a:pt x="105719" y="770"/>
                  <a:pt x="106407" y="935"/>
                  <a:pt x="106902" y="1155"/>
                </a:cubicBezTo>
                <a:cubicBezTo>
                  <a:pt x="107397" y="1375"/>
                  <a:pt x="107754" y="1651"/>
                  <a:pt x="107974" y="1983"/>
                </a:cubicBezTo>
                <a:cubicBezTo>
                  <a:pt x="108194" y="2313"/>
                  <a:pt x="108304" y="2698"/>
                  <a:pt x="108304" y="3138"/>
                </a:cubicBezTo>
                <a:lnTo>
                  <a:pt x="108304" y="113451"/>
                </a:lnTo>
                <a:close/>
                <a:moveTo>
                  <a:pt x="189499" y="113536"/>
                </a:moveTo>
                <a:cubicBezTo>
                  <a:pt x="189499" y="114196"/>
                  <a:pt x="189279" y="114691"/>
                  <a:pt x="188839" y="115021"/>
                </a:cubicBezTo>
                <a:cubicBezTo>
                  <a:pt x="188399" y="115351"/>
                  <a:pt x="187794" y="115599"/>
                  <a:pt x="187023" y="115764"/>
                </a:cubicBezTo>
                <a:cubicBezTo>
                  <a:pt x="186253" y="115929"/>
                  <a:pt x="185126" y="116011"/>
                  <a:pt x="183640" y="116011"/>
                </a:cubicBezTo>
                <a:cubicBezTo>
                  <a:pt x="182210" y="116011"/>
                  <a:pt x="181069" y="115929"/>
                  <a:pt x="180216" y="115764"/>
                </a:cubicBezTo>
                <a:cubicBezTo>
                  <a:pt x="179364" y="115599"/>
                  <a:pt x="178745" y="115351"/>
                  <a:pt x="178360" y="115021"/>
                </a:cubicBezTo>
                <a:cubicBezTo>
                  <a:pt x="177975" y="114691"/>
                  <a:pt x="177782" y="114196"/>
                  <a:pt x="177782" y="113536"/>
                </a:cubicBezTo>
                <a:lnTo>
                  <a:pt x="177782" y="106110"/>
                </a:lnTo>
                <a:cubicBezTo>
                  <a:pt x="174537" y="109575"/>
                  <a:pt x="170920" y="112285"/>
                  <a:pt x="166932" y="114237"/>
                </a:cubicBezTo>
                <a:cubicBezTo>
                  <a:pt x="162944" y="116190"/>
                  <a:pt x="158722" y="117166"/>
                  <a:pt x="154266" y="117166"/>
                </a:cubicBezTo>
                <a:cubicBezTo>
                  <a:pt x="150361" y="117166"/>
                  <a:pt x="146827" y="116656"/>
                  <a:pt x="143664" y="115635"/>
                </a:cubicBezTo>
                <a:cubicBezTo>
                  <a:pt x="140501" y="114614"/>
                  <a:pt x="137805" y="113137"/>
                  <a:pt x="135577" y="111205"/>
                </a:cubicBezTo>
                <a:cubicBezTo>
                  <a:pt x="133350" y="109273"/>
                  <a:pt x="131617" y="106900"/>
                  <a:pt x="130379" y="104086"/>
                </a:cubicBezTo>
                <a:cubicBezTo>
                  <a:pt x="129142" y="101270"/>
                  <a:pt x="128523" y="98068"/>
                  <a:pt x="128523" y="94478"/>
                </a:cubicBezTo>
                <a:cubicBezTo>
                  <a:pt x="128523" y="90284"/>
                  <a:pt x="129375" y="86641"/>
                  <a:pt x="131081" y="83551"/>
                </a:cubicBezTo>
                <a:cubicBezTo>
                  <a:pt x="132786" y="80458"/>
                  <a:pt x="135234" y="77891"/>
                  <a:pt x="138424" y="75849"/>
                </a:cubicBezTo>
                <a:cubicBezTo>
                  <a:pt x="141615" y="73807"/>
                  <a:pt x="145520" y="72275"/>
                  <a:pt x="150141" y="71254"/>
                </a:cubicBezTo>
                <a:cubicBezTo>
                  <a:pt x="154761" y="70233"/>
                  <a:pt x="159960" y="69722"/>
                  <a:pt x="165735" y="69722"/>
                </a:cubicBezTo>
                <a:lnTo>
                  <a:pt x="175967" y="69722"/>
                </a:lnTo>
                <a:lnTo>
                  <a:pt x="175967" y="63967"/>
                </a:lnTo>
                <a:cubicBezTo>
                  <a:pt x="175967" y="61117"/>
                  <a:pt x="175664" y="58596"/>
                  <a:pt x="175059" y="56404"/>
                </a:cubicBezTo>
                <a:cubicBezTo>
                  <a:pt x="174454" y="54211"/>
                  <a:pt x="173478" y="52388"/>
                  <a:pt x="172130" y="50935"/>
                </a:cubicBezTo>
                <a:cubicBezTo>
                  <a:pt x="170782" y="49483"/>
                  <a:pt x="169036" y="48387"/>
                  <a:pt x="166891" y="47648"/>
                </a:cubicBezTo>
                <a:cubicBezTo>
                  <a:pt x="164745" y="46907"/>
                  <a:pt x="162105" y="46537"/>
                  <a:pt x="158969" y="46537"/>
                </a:cubicBezTo>
                <a:cubicBezTo>
                  <a:pt x="155614" y="46537"/>
                  <a:pt x="152602" y="46931"/>
                  <a:pt x="149934" y="47720"/>
                </a:cubicBezTo>
                <a:cubicBezTo>
                  <a:pt x="147267" y="48509"/>
                  <a:pt x="144929" y="49380"/>
                  <a:pt x="142921" y="50332"/>
                </a:cubicBezTo>
                <a:cubicBezTo>
                  <a:pt x="140913" y="51284"/>
                  <a:pt x="139235" y="52155"/>
                  <a:pt x="137888" y="52944"/>
                </a:cubicBezTo>
                <a:cubicBezTo>
                  <a:pt x="136540" y="53733"/>
                  <a:pt x="135536" y="54128"/>
                  <a:pt x="134876" y="54128"/>
                </a:cubicBezTo>
                <a:cubicBezTo>
                  <a:pt x="134436" y="54128"/>
                  <a:pt x="134051" y="54018"/>
                  <a:pt x="133721" y="53798"/>
                </a:cubicBezTo>
                <a:cubicBezTo>
                  <a:pt x="133391" y="53578"/>
                  <a:pt x="133102" y="53247"/>
                  <a:pt x="132855" y="52807"/>
                </a:cubicBezTo>
                <a:cubicBezTo>
                  <a:pt x="132607" y="52367"/>
                  <a:pt x="132428" y="51804"/>
                  <a:pt x="132318" y="51116"/>
                </a:cubicBezTo>
                <a:cubicBezTo>
                  <a:pt x="132208" y="50428"/>
                  <a:pt x="132153" y="49672"/>
                  <a:pt x="132153" y="48847"/>
                </a:cubicBezTo>
                <a:cubicBezTo>
                  <a:pt x="132153" y="47472"/>
                  <a:pt x="132249" y="46385"/>
                  <a:pt x="132442" y="45588"/>
                </a:cubicBezTo>
                <a:cubicBezTo>
                  <a:pt x="132635" y="44790"/>
                  <a:pt x="133102" y="44034"/>
                  <a:pt x="133845" y="43319"/>
                </a:cubicBezTo>
                <a:cubicBezTo>
                  <a:pt x="134587" y="42603"/>
                  <a:pt x="135866" y="41771"/>
                  <a:pt x="137681" y="40820"/>
                </a:cubicBezTo>
                <a:cubicBezTo>
                  <a:pt x="139497" y="39868"/>
                  <a:pt x="141587" y="38998"/>
                  <a:pt x="143952" y="38211"/>
                </a:cubicBezTo>
                <a:cubicBezTo>
                  <a:pt x="146318" y="37423"/>
                  <a:pt x="148903" y="36772"/>
                  <a:pt x="151708" y="36256"/>
                </a:cubicBezTo>
                <a:cubicBezTo>
                  <a:pt x="154514" y="35739"/>
                  <a:pt x="157347" y="35480"/>
                  <a:pt x="160207" y="35480"/>
                </a:cubicBezTo>
                <a:cubicBezTo>
                  <a:pt x="165543" y="35480"/>
                  <a:pt x="170081" y="36085"/>
                  <a:pt x="173822" y="37295"/>
                </a:cubicBezTo>
                <a:cubicBezTo>
                  <a:pt x="177562" y="38505"/>
                  <a:pt x="180588" y="40279"/>
                  <a:pt x="182898" y="42617"/>
                </a:cubicBezTo>
                <a:cubicBezTo>
                  <a:pt x="185208" y="44955"/>
                  <a:pt x="186886" y="47857"/>
                  <a:pt x="187931" y="51322"/>
                </a:cubicBezTo>
                <a:cubicBezTo>
                  <a:pt x="188976" y="54788"/>
                  <a:pt x="189499" y="58831"/>
                  <a:pt x="189499" y="63451"/>
                </a:cubicBezTo>
                <a:lnTo>
                  <a:pt x="189499" y="113536"/>
                </a:lnTo>
                <a:moveTo>
                  <a:pt x="175967" y="79541"/>
                </a:moveTo>
                <a:lnTo>
                  <a:pt x="164333" y="79541"/>
                </a:lnTo>
                <a:cubicBezTo>
                  <a:pt x="160592" y="79541"/>
                  <a:pt x="157347" y="79860"/>
                  <a:pt x="154596" y="80498"/>
                </a:cubicBezTo>
                <a:cubicBezTo>
                  <a:pt x="151846" y="81134"/>
                  <a:pt x="149563" y="82074"/>
                  <a:pt x="147748" y="83319"/>
                </a:cubicBezTo>
                <a:cubicBezTo>
                  <a:pt x="145933" y="84563"/>
                  <a:pt x="144599" y="86058"/>
                  <a:pt x="143746" y="87803"/>
                </a:cubicBezTo>
                <a:cubicBezTo>
                  <a:pt x="142893" y="89546"/>
                  <a:pt x="142467" y="91552"/>
                  <a:pt x="142467" y="93821"/>
                </a:cubicBezTo>
                <a:cubicBezTo>
                  <a:pt x="142467" y="97695"/>
                  <a:pt x="143691" y="100781"/>
                  <a:pt x="146139" y="103078"/>
                </a:cubicBezTo>
                <a:cubicBezTo>
                  <a:pt x="148587" y="105374"/>
                  <a:pt x="152011" y="106522"/>
                  <a:pt x="156412" y="106522"/>
                </a:cubicBezTo>
                <a:cubicBezTo>
                  <a:pt x="159987" y="106522"/>
                  <a:pt x="163301" y="105610"/>
                  <a:pt x="166354" y="103784"/>
                </a:cubicBezTo>
                <a:cubicBezTo>
                  <a:pt x="169407" y="101957"/>
                  <a:pt x="172611" y="99162"/>
                  <a:pt x="175967" y="95399"/>
                </a:cubicBezTo>
                <a:lnTo>
                  <a:pt x="175967" y="79541"/>
                </a:lnTo>
                <a:close/>
                <a:moveTo>
                  <a:pt x="261117" y="93297"/>
                </a:moveTo>
                <a:cubicBezTo>
                  <a:pt x="261117" y="97096"/>
                  <a:pt x="260416" y="100483"/>
                  <a:pt x="259013" y="103457"/>
                </a:cubicBezTo>
                <a:cubicBezTo>
                  <a:pt x="257611" y="106429"/>
                  <a:pt x="255617" y="108934"/>
                  <a:pt x="253031" y="110973"/>
                </a:cubicBezTo>
                <a:cubicBezTo>
                  <a:pt x="250446" y="113010"/>
                  <a:pt x="247365" y="114551"/>
                  <a:pt x="243790" y="115596"/>
                </a:cubicBezTo>
                <a:cubicBezTo>
                  <a:pt x="240214" y="116643"/>
                  <a:pt x="236281" y="117166"/>
                  <a:pt x="231991" y="117166"/>
                </a:cubicBezTo>
                <a:cubicBezTo>
                  <a:pt x="229350" y="117166"/>
                  <a:pt x="226834" y="116960"/>
                  <a:pt x="224441" y="116548"/>
                </a:cubicBezTo>
                <a:cubicBezTo>
                  <a:pt x="222048" y="116135"/>
                  <a:pt x="219903" y="115612"/>
                  <a:pt x="218005" y="114980"/>
                </a:cubicBezTo>
                <a:cubicBezTo>
                  <a:pt x="216107" y="114347"/>
                  <a:pt x="214498" y="113687"/>
                  <a:pt x="213178" y="113000"/>
                </a:cubicBezTo>
                <a:cubicBezTo>
                  <a:pt x="211858" y="112312"/>
                  <a:pt x="210895" y="111693"/>
                  <a:pt x="210290" y="111143"/>
                </a:cubicBezTo>
                <a:cubicBezTo>
                  <a:pt x="209685" y="110593"/>
                  <a:pt x="209245" y="109823"/>
                  <a:pt x="208970" y="108833"/>
                </a:cubicBezTo>
                <a:cubicBezTo>
                  <a:pt x="208695" y="107843"/>
                  <a:pt x="208557" y="106495"/>
                  <a:pt x="208557" y="104790"/>
                </a:cubicBezTo>
                <a:cubicBezTo>
                  <a:pt x="208557" y="103745"/>
                  <a:pt x="208612" y="102864"/>
                  <a:pt x="208722" y="102149"/>
                </a:cubicBezTo>
                <a:cubicBezTo>
                  <a:pt x="208833" y="101434"/>
                  <a:pt x="208970" y="100857"/>
                  <a:pt x="209135" y="100417"/>
                </a:cubicBezTo>
                <a:cubicBezTo>
                  <a:pt x="209300" y="99977"/>
                  <a:pt x="209534" y="99660"/>
                  <a:pt x="209836" y="99468"/>
                </a:cubicBezTo>
                <a:cubicBezTo>
                  <a:pt x="210139" y="99275"/>
                  <a:pt x="210483" y="99179"/>
                  <a:pt x="210868" y="99179"/>
                </a:cubicBezTo>
                <a:cubicBezTo>
                  <a:pt x="211473" y="99179"/>
                  <a:pt x="212367" y="99550"/>
                  <a:pt x="213549" y="100293"/>
                </a:cubicBezTo>
                <a:cubicBezTo>
                  <a:pt x="214732" y="101035"/>
                  <a:pt x="216190" y="101847"/>
                  <a:pt x="217923" y="102727"/>
                </a:cubicBezTo>
                <a:cubicBezTo>
                  <a:pt x="219655" y="103607"/>
                  <a:pt x="221704" y="104418"/>
                  <a:pt x="224070" y="105161"/>
                </a:cubicBezTo>
                <a:cubicBezTo>
                  <a:pt x="226435" y="105904"/>
                  <a:pt x="229158" y="106275"/>
                  <a:pt x="232238" y="106275"/>
                </a:cubicBezTo>
                <a:cubicBezTo>
                  <a:pt x="234549" y="106275"/>
                  <a:pt x="236639" y="106027"/>
                  <a:pt x="238509" y="105532"/>
                </a:cubicBezTo>
                <a:cubicBezTo>
                  <a:pt x="240379" y="105036"/>
                  <a:pt x="242002" y="104305"/>
                  <a:pt x="243377" y="103341"/>
                </a:cubicBezTo>
                <a:cubicBezTo>
                  <a:pt x="244753" y="102376"/>
                  <a:pt x="245811" y="101150"/>
                  <a:pt x="246554" y="99661"/>
                </a:cubicBezTo>
                <a:cubicBezTo>
                  <a:pt x="247297" y="98172"/>
                  <a:pt x="247668" y="96409"/>
                  <a:pt x="247668" y="94370"/>
                </a:cubicBezTo>
                <a:cubicBezTo>
                  <a:pt x="247668" y="92278"/>
                  <a:pt x="247132" y="90516"/>
                  <a:pt x="246059" y="89084"/>
                </a:cubicBezTo>
                <a:cubicBezTo>
                  <a:pt x="244986" y="87652"/>
                  <a:pt x="243570" y="86386"/>
                  <a:pt x="241810" y="85286"/>
                </a:cubicBezTo>
                <a:cubicBezTo>
                  <a:pt x="240049" y="84184"/>
                  <a:pt x="238069" y="83207"/>
                  <a:pt x="235869" y="82354"/>
                </a:cubicBezTo>
                <a:cubicBezTo>
                  <a:pt x="233669" y="81500"/>
                  <a:pt x="231399" y="80605"/>
                  <a:pt x="229062" y="79670"/>
                </a:cubicBezTo>
                <a:cubicBezTo>
                  <a:pt x="226724" y="78733"/>
                  <a:pt x="224441" y="77673"/>
                  <a:pt x="222213" y="76488"/>
                </a:cubicBezTo>
                <a:cubicBezTo>
                  <a:pt x="219985" y="75304"/>
                  <a:pt x="217991" y="73858"/>
                  <a:pt x="216231" y="72151"/>
                </a:cubicBezTo>
                <a:cubicBezTo>
                  <a:pt x="214471" y="70444"/>
                  <a:pt x="213054" y="68407"/>
                  <a:pt x="211982" y="66040"/>
                </a:cubicBezTo>
                <a:cubicBezTo>
                  <a:pt x="210909" y="63673"/>
                  <a:pt x="210373" y="60838"/>
                  <a:pt x="210373" y="57534"/>
                </a:cubicBezTo>
                <a:cubicBezTo>
                  <a:pt x="210373" y="54615"/>
                  <a:pt x="210937" y="51821"/>
                  <a:pt x="212064" y="49151"/>
                </a:cubicBezTo>
                <a:cubicBezTo>
                  <a:pt x="213192" y="46480"/>
                  <a:pt x="214883" y="44139"/>
                  <a:pt x="217139" y="42130"/>
                </a:cubicBezTo>
                <a:cubicBezTo>
                  <a:pt x="219394" y="40119"/>
                  <a:pt x="222213" y="38508"/>
                  <a:pt x="225596" y="37298"/>
                </a:cubicBezTo>
                <a:cubicBezTo>
                  <a:pt x="228979" y="36086"/>
                  <a:pt x="232926" y="35480"/>
                  <a:pt x="237437" y="35480"/>
                </a:cubicBezTo>
                <a:cubicBezTo>
                  <a:pt x="239417" y="35480"/>
                  <a:pt x="241397" y="35648"/>
                  <a:pt x="243377" y="35983"/>
                </a:cubicBezTo>
                <a:cubicBezTo>
                  <a:pt x="245358" y="36318"/>
                  <a:pt x="247145" y="36737"/>
                  <a:pt x="248741" y="37239"/>
                </a:cubicBezTo>
                <a:cubicBezTo>
                  <a:pt x="250336" y="37740"/>
                  <a:pt x="251697" y="38285"/>
                  <a:pt x="252825" y="38871"/>
                </a:cubicBezTo>
                <a:cubicBezTo>
                  <a:pt x="253953" y="39457"/>
                  <a:pt x="254805" y="39973"/>
                  <a:pt x="255383" y="40420"/>
                </a:cubicBezTo>
                <a:cubicBezTo>
                  <a:pt x="255960" y="40867"/>
                  <a:pt x="256345" y="41256"/>
                  <a:pt x="256538" y="41586"/>
                </a:cubicBezTo>
                <a:cubicBezTo>
                  <a:pt x="256730" y="41916"/>
                  <a:pt x="256868" y="42287"/>
                  <a:pt x="256951" y="42700"/>
                </a:cubicBezTo>
                <a:cubicBezTo>
                  <a:pt x="257033" y="43112"/>
                  <a:pt x="257116" y="43621"/>
                  <a:pt x="257198" y="44226"/>
                </a:cubicBezTo>
                <a:cubicBezTo>
                  <a:pt x="257281" y="44831"/>
                  <a:pt x="257322" y="45574"/>
                  <a:pt x="257322" y="46454"/>
                </a:cubicBezTo>
                <a:cubicBezTo>
                  <a:pt x="257322" y="47389"/>
                  <a:pt x="257281" y="48201"/>
                  <a:pt x="257198" y="48888"/>
                </a:cubicBezTo>
                <a:cubicBezTo>
                  <a:pt x="257116" y="49576"/>
                  <a:pt x="256978" y="50140"/>
                  <a:pt x="256785" y="50580"/>
                </a:cubicBezTo>
                <a:cubicBezTo>
                  <a:pt x="256593" y="51020"/>
                  <a:pt x="256359" y="51336"/>
                  <a:pt x="256084" y="51528"/>
                </a:cubicBezTo>
                <a:cubicBezTo>
                  <a:pt x="255809" y="51721"/>
                  <a:pt x="255507" y="51817"/>
                  <a:pt x="255177" y="51817"/>
                </a:cubicBezTo>
                <a:cubicBezTo>
                  <a:pt x="254681" y="51817"/>
                  <a:pt x="253966" y="51510"/>
                  <a:pt x="253031" y="50897"/>
                </a:cubicBezTo>
                <a:cubicBezTo>
                  <a:pt x="252096" y="50283"/>
                  <a:pt x="250886" y="49627"/>
                  <a:pt x="249401" y="48929"/>
                </a:cubicBezTo>
                <a:cubicBezTo>
                  <a:pt x="247916" y="48231"/>
                  <a:pt x="246169" y="47576"/>
                  <a:pt x="244161" y="46962"/>
                </a:cubicBezTo>
                <a:cubicBezTo>
                  <a:pt x="242153" y="46348"/>
                  <a:pt x="239857" y="46041"/>
                  <a:pt x="237272" y="46041"/>
                </a:cubicBezTo>
                <a:cubicBezTo>
                  <a:pt x="234961" y="46041"/>
                  <a:pt x="232926" y="46304"/>
                  <a:pt x="231166" y="46828"/>
                </a:cubicBezTo>
                <a:cubicBezTo>
                  <a:pt x="229405" y="47350"/>
                  <a:pt x="227961" y="48094"/>
                  <a:pt x="226834" y="49058"/>
                </a:cubicBezTo>
                <a:cubicBezTo>
                  <a:pt x="225706" y="50023"/>
                  <a:pt x="224854" y="51167"/>
                  <a:pt x="224276" y="52490"/>
                </a:cubicBezTo>
                <a:cubicBezTo>
                  <a:pt x="223698" y="53812"/>
                  <a:pt x="223410" y="55245"/>
                  <a:pt x="223410" y="56789"/>
                </a:cubicBezTo>
                <a:cubicBezTo>
                  <a:pt x="223410" y="58936"/>
                  <a:pt x="223960" y="60739"/>
                  <a:pt x="225060" y="62198"/>
                </a:cubicBezTo>
                <a:cubicBezTo>
                  <a:pt x="226160" y="63658"/>
                  <a:pt x="227590" y="64938"/>
                  <a:pt x="229350" y="66040"/>
                </a:cubicBezTo>
                <a:cubicBezTo>
                  <a:pt x="231111" y="67140"/>
                  <a:pt x="233118" y="68131"/>
                  <a:pt x="235374" y="69013"/>
                </a:cubicBezTo>
                <a:cubicBezTo>
                  <a:pt x="237629" y="69893"/>
                  <a:pt x="239926" y="70802"/>
                  <a:pt x="242263" y="71739"/>
                </a:cubicBezTo>
                <a:cubicBezTo>
                  <a:pt x="244601" y="72674"/>
                  <a:pt x="246912" y="73720"/>
                  <a:pt x="249194" y="74877"/>
                </a:cubicBezTo>
                <a:cubicBezTo>
                  <a:pt x="251477" y="76034"/>
                  <a:pt x="253499" y="77438"/>
                  <a:pt x="255259" y="79090"/>
                </a:cubicBezTo>
                <a:cubicBezTo>
                  <a:pt x="257019" y="80742"/>
                  <a:pt x="258436" y="82725"/>
                  <a:pt x="259508" y="85039"/>
                </a:cubicBezTo>
                <a:cubicBezTo>
                  <a:pt x="260581" y="87351"/>
                  <a:pt x="261117" y="90104"/>
                  <a:pt x="261117" y="93297"/>
                </a:cubicBezTo>
                <a:close/>
                <a:moveTo>
                  <a:pt x="327191" y="93297"/>
                </a:moveTo>
                <a:cubicBezTo>
                  <a:pt x="327191" y="97096"/>
                  <a:pt x="326490" y="100483"/>
                  <a:pt x="325087" y="103457"/>
                </a:cubicBezTo>
                <a:cubicBezTo>
                  <a:pt x="323684" y="106429"/>
                  <a:pt x="321690" y="108934"/>
                  <a:pt x="319105" y="110973"/>
                </a:cubicBezTo>
                <a:cubicBezTo>
                  <a:pt x="316520" y="113010"/>
                  <a:pt x="313439" y="114551"/>
                  <a:pt x="309864" y="115596"/>
                </a:cubicBezTo>
                <a:cubicBezTo>
                  <a:pt x="306288" y="116643"/>
                  <a:pt x="302355" y="117166"/>
                  <a:pt x="298064" y="117166"/>
                </a:cubicBezTo>
                <a:cubicBezTo>
                  <a:pt x="295424" y="117166"/>
                  <a:pt x="292907" y="116960"/>
                  <a:pt x="290515" y="116548"/>
                </a:cubicBezTo>
                <a:cubicBezTo>
                  <a:pt x="288122" y="116135"/>
                  <a:pt x="285977" y="115612"/>
                  <a:pt x="284079" y="114980"/>
                </a:cubicBezTo>
                <a:cubicBezTo>
                  <a:pt x="282181" y="114347"/>
                  <a:pt x="280572" y="113687"/>
                  <a:pt x="279252" y="113000"/>
                </a:cubicBezTo>
                <a:cubicBezTo>
                  <a:pt x="277932" y="112312"/>
                  <a:pt x="276969" y="111693"/>
                  <a:pt x="276364" y="111143"/>
                </a:cubicBezTo>
                <a:cubicBezTo>
                  <a:pt x="275759" y="110593"/>
                  <a:pt x="275319" y="109823"/>
                  <a:pt x="275044" y="108833"/>
                </a:cubicBezTo>
                <a:cubicBezTo>
                  <a:pt x="274769" y="107843"/>
                  <a:pt x="274631" y="106495"/>
                  <a:pt x="274631" y="104790"/>
                </a:cubicBezTo>
                <a:cubicBezTo>
                  <a:pt x="274631" y="103745"/>
                  <a:pt x="274686" y="102864"/>
                  <a:pt x="274796" y="102149"/>
                </a:cubicBezTo>
                <a:cubicBezTo>
                  <a:pt x="274906" y="101434"/>
                  <a:pt x="275044" y="100857"/>
                  <a:pt x="275209" y="100417"/>
                </a:cubicBezTo>
                <a:cubicBezTo>
                  <a:pt x="275374" y="99977"/>
                  <a:pt x="275608" y="99660"/>
                  <a:pt x="275910" y="99468"/>
                </a:cubicBezTo>
                <a:cubicBezTo>
                  <a:pt x="276213" y="99275"/>
                  <a:pt x="276556" y="99179"/>
                  <a:pt x="276941" y="99179"/>
                </a:cubicBezTo>
                <a:cubicBezTo>
                  <a:pt x="277547" y="99179"/>
                  <a:pt x="278440" y="99550"/>
                  <a:pt x="279623" y="100293"/>
                </a:cubicBezTo>
                <a:cubicBezTo>
                  <a:pt x="280806" y="101035"/>
                  <a:pt x="282263" y="101847"/>
                  <a:pt x="283996" y="102727"/>
                </a:cubicBezTo>
                <a:cubicBezTo>
                  <a:pt x="285729" y="103607"/>
                  <a:pt x="287778" y="104418"/>
                  <a:pt x="290143" y="105161"/>
                </a:cubicBezTo>
                <a:cubicBezTo>
                  <a:pt x="292509" y="105904"/>
                  <a:pt x="295232" y="106275"/>
                  <a:pt x="298312" y="106275"/>
                </a:cubicBezTo>
                <a:cubicBezTo>
                  <a:pt x="300622" y="106275"/>
                  <a:pt x="302713" y="106027"/>
                  <a:pt x="304583" y="105532"/>
                </a:cubicBezTo>
                <a:cubicBezTo>
                  <a:pt x="306453" y="105036"/>
                  <a:pt x="308076" y="104305"/>
                  <a:pt x="309451" y="103341"/>
                </a:cubicBezTo>
                <a:cubicBezTo>
                  <a:pt x="310826" y="102376"/>
                  <a:pt x="311885" y="101150"/>
                  <a:pt x="312628" y="99661"/>
                </a:cubicBezTo>
                <a:cubicBezTo>
                  <a:pt x="313370" y="98172"/>
                  <a:pt x="313742" y="96409"/>
                  <a:pt x="313742" y="94370"/>
                </a:cubicBezTo>
                <a:cubicBezTo>
                  <a:pt x="313742" y="92278"/>
                  <a:pt x="313205" y="90516"/>
                  <a:pt x="312133" y="89084"/>
                </a:cubicBezTo>
                <a:cubicBezTo>
                  <a:pt x="311060" y="87652"/>
                  <a:pt x="309644" y="86386"/>
                  <a:pt x="307883" y="85286"/>
                </a:cubicBezTo>
                <a:cubicBezTo>
                  <a:pt x="306123" y="84184"/>
                  <a:pt x="304143" y="83207"/>
                  <a:pt x="301942" y="82354"/>
                </a:cubicBezTo>
                <a:cubicBezTo>
                  <a:pt x="299742" y="81500"/>
                  <a:pt x="297473" y="80605"/>
                  <a:pt x="295135" y="79670"/>
                </a:cubicBezTo>
                <a:cubicBezTo>
                  <a:pt x="292797" y="78733"/>
                  <a:pt x="290515" y="77673"/>
                  <a:pt x="288287" y="76488"/>
                </a:cubicBezTo>
                <a:cubicBezTo>
                  <a:pt x="286059" y="75304"/>
                  <a:pt x="284065" y="73858"/>
                  <a:pt x="282305" y="72151"/>
                </a:cubicBezTo>
                <a:cubicBezTo>
                  <a:pt x="280544" y="70444"/>
                  <a:pt x="279128" y="68407"/>
                  <a:pt x="278055" y="66040"/>
                </a:cubicBezTo>
                <a:cubicBezTo>
                  <a:pt x="276983" y="63673"/>
                  <a:pt x="276446" y="60838"/>
                  <a:pt x="276446" y="57534"/>
                </a:cubicBezTo>
                <a:cubicBezTo>
                  <a:pt x="276446" y="54615"/>
                  <a:pt x="277010" y="51821"/>
                  <a:pt x="278138" y="49151"/>
                </a:cubicBezTo>
                <a:cubicBezTo>
                  <a:pt x="279266" y="46480"/>
                  <a:pt x="280957" y="44139"/>
                  <a:pt x="283212" y="42130"/>
                </a:cubicBezTo>
                <a:cubicBezTo>
                  <a:pt x="285468" y="40119"/>
                  <a:pt x="288287" y="38508"/>
                  <a:pt x="291670" y="37298"/>
                </a:cubicBezTo>
                <a:cubicBezTo>
                  <a:pt x="295053" y="36086"/>
                  <a:pt x="299000" y="35480"/>
                  <a:pt x="303510" y="35480"/>
                </a:cubicBezTo>
                <a:cubicBezTo>
                  <a:pt x="305490" y="35480"/>
                  <a:pt x="307471" y="35648"/>
                  <a:pt x="309451" y="35983"/>
                </a:cubicBezTo>
                <a:cubicBezTo>
                  <a:pt x="311431" y="36318"/>
                  <a:pt x="313219" y="36737"/>
                  <a:pt x="314814" y="37239"/>
                </a:cubicBezTo>
                <a:cubicBezTo>
                  <a:pt x="316410" y="37740"/>
                  <a:pt x="317771" y="38285"/>
                  <a:pt x="318899" y="38871"/>
                </a:cubicBezTo>
                <a:cubicBezTo>
                  <a:pt x="320026" y="39457"/>
                  <a:pt x="320879" y="39973"/>
                  <a:pt x="321456" y="40420"/>
                </a:cubicBezTo>
                <a:cubicBezTo>
                  <a:pt x="322034" y="40867"/>
                  <a:pt x="322419" y="41256"/>
                  <a:pt x="322612" y="41586"/>
                </a:cubicBezTo>
                <a:cubicBezTo>
                  <a:pt x="322804" y="41916"/>
                  <a:pt x="322942" y="42287"/>
                  <a:pt x="323024" y="42700"/>
                </a:cubicBezTo>
                <a:cubicBezTo>
                  <a:pt x="323107" y="43112"/>
                  <a:pt x="323189" y="43621"/>
                  <a:pt x="323272" y="44226"/>
                </a:cubicBezTo>
                <a:cubicBezTo>
                  <a:pt x="323354" y="44831"/>
                  <a:pt x="323396" y="45574"/>
                  <a:pt x="323396" y="46454"/>
                </a:cubicBezTo>
                <a:cubicBezTo>
                  <a:pt x="323396" y="47389"/>
                  <a:pt x="323354" y="48201"/>
                  <a:pt x="323272" y="48888"/>
                </a:cubicBezTo>
                <a:cubicBezTo>
                  <a:pt x="323189" y="49576"/>
                  <a:pt x="323052" y="50140"/>
                  <a:pt x="322859" y="50580"/>
                </a:cubicBezTo>
                <a:cubicBezTo>
                  <a:pt x="322667" y="51020"/>
                  <a:pt x="322433" y="51336"/>
                  <a:pt x="322158" y="51528"/>
                </a:cubicBezTo>
                <a:cubicBezTo>
                  <a:pt x="321883" y="51721"/>
                  <a:pt x="321580" y="51817"/>
                  <a:pt x="321250" y="51817"/>
                </a:cubicBezTo>
                <a:cubicBezTo>
                  <a:pt x="320755" y="51817"/>
                  <a:pt x="320040" y="51510"/>
                  <a:pt x="319105" y="50897"/>
                </a:cubicBezTo>
                <a:cubicBezTo>
                  <a:pt x="318170" y="50283"/>
                  <a:pt x="316960" y="49627"/>
                  <a:pt x="315474" y="48929"/>
                </a:cubicBezTo>
                <a:cubicBezTo>
                  <a:pt x="313989" y="48231"/>
                  <a:pt x="312243" y="47576"/>
                  <a:pt x="310235" y="46962"/>
                </a:cubicBezTo>
                <a:cubicBezTo>
                  <a:pt x="308227" y="46348"/>
                  <a:pt x="305931" y="46041"/>
                  <a:pt x="303345" y="46041"/>
                </a:cubicBezTo>
                <a:cubicBezTo>
                  <a:pt x="301035" y="46041"/>
                  <a:pt x="299000" y="46304"/>
                  <a:pt x="297239" y="46828"/>
                </a:cubicBezTo>
                <a:cubicBezTo>
                  <a:pt x="295479" y="47350"/>
                  <a:pt x="294035" y="48094"/>
                  <a:pt x="292907" y="49058"/>
                </a:cubicBezTo>
                <a:cubicBezTo>
                  <a:pt x="291780" y="50023"/>
                  <a:pt x="290927" y="51167"/>
                  <a:pt x="290350" y="52490"/>
                </a:cubicBezTo>
                <a:cubicBezTo>
                  <a:pt x="289772" y="53812"/>
                  <a:pt x="289483" y="55245"/>
                  <a:pt x="289483" y="56789"/>
                </a:cubicBezTo>
                <a:cubicBezTo>
                  <a:pt x="289483" y="58936"/>
                  <a:pt x="290033" y="60739"/>
                  <a:pt x="291133" y="62198"/>
                </a:cubicBezTo>
                <a:cubicBezTo>
                  <a:pt x="292234" y="63658"/>
                  <a:pt x="293664" y="64938"/>
                  <a:pt x="295424" y="66040"/>
                </a:cubicBezTo>
                <a:cubicBezTo>
                  <a:pt x="297184" y="67140"/>
                  <a:pt x="299192" y="68131"/>
                  <a:pt x="301447" y="69013"/>
                </a:cubicBezTo>
                <a:cubicBezTo>
                  <a:pt x="303703" y="69893"/>
                  <a:pt x="305999" y="70802"/>
                  <a:pt x="308337" y="71739"/>
                </a:cubicBezTo>
                <a:cubicBezTo>
                  <a:pt x="310675" y="72674"/>
                  <a:pt x="312985" y="73720"/>
                  <a:pt x="315268" y="74877"/>
                </a:cubicBezTo>
                <a:cubicBezTo>
                  <a:pt x="317551" y="76034"/>
                  <a:pt x="319572" y="77438"/>
                  <a:pt x="321333" y="79090"/>
                </a:cubicBezTo>
                <a:cubicBezTo>
                  <a:pt x="323093" y="80742"/>
                  <a:pt x="324509" y="82725"/>
                  <a:pt x="325582" y="85039"/>
                </a:cubicBezTo>
                <a:cubicBezTo>
                  <a:pt x="326655" y="87351"/>
                  <a:pt x="327191" y="90104"/>
                  <a:pt x="327191" y="93297"/>
                </a:cubicBezTo>
                <a:close/>
                <a:moveTo>
                  <a:pt x="360598" y="113453"/>
                </a:moveTo>
                <a:cubicBezTo>
                  <a:pt x="360598" y="113893"/>
                  <a:pt x="360488" y="114265"/>
                  <a:pt x="360268" y="114567"/>
                </a:cubicBezTo>
                <a:cubicBezTo>
                  <a:pt x="360047" y="114870"/>
                  <a:pt x="359690" y="115131"/>
                  <a:pt x="359195" y="115351"/>
                </a:cubicBezTo>
                <a:cubicBezTo>
                  <a:pt x="358700" y="115571"/>
                  <a:pt x="358012" y="115736"/>
                  <a:pt x="357132" y="115846"/>
                </a:cubicBezTo>
                <a:cubicBezTo>
                  <a:pt x="356252" y="115956"/>
                  <a:pt x="355124" y="116011"/>
                  <a:pt x="353749" y="116011"/>
                </a:cubicBezTo>
                <a:cubicBezTo>
                  <a:pt x="352429" y="116011"/>
                  <a:pt x="351329" y="115956"/>
                  <a:pt x="350449" y="115846"/>
                </a:cubicBezTo>
                <a:cubicBezTo>
                  <a:pt x="349569" y="115736"/>
                  <a:pt x="348867" y="115571"/>
                  <a:pt x="348345" y="115351"/>
                </a:cubicBezTo>
                <a:cubicBezTo>
                  <a:pt x="347822" y="115131"/>
                  <a:pt x="347464" y="114870"/>
                  <a:pt x="347272" y="114567"/>
                </a:cubicBezTo>
                <a:cubicBezTo>
                  <a:pt x="347079" y="114265"/>
                  <a:pt x="346983" y="113893"/>
                  <a:pt x="346983" y="113453"/>
                </a:cubicBezTo>
                <a:lnTo>
                  <a:pt x="346983" y="39193"/>
                </a:lnTo>
                <a:cubicBezTo>
                  <a:pt x="346983" y="38808"/>
                  <a:pt x="347079" y="38450"/>
                  <a:pt x="347272" y="38120"/>
                </a:cubicBezTo>
                <a:cubicBezTo>
                  <a:pt x="347464" y="37790"/>
                  <a:pt x="347822" y="37515"/>
                  <a:pt x="348345" y="37295"/>
                </a:cubicBezTo>
                <a:cubicBezTo>
                  <a:pt x="348867" y="37075"/>
                  <a:pt x="349569" y="36910"/>
                  <a:pt x="350449" y="36800"/>
                </a:cubicBezTo>
                <a:cubicBezTo>
                  <a:pt x="351329" y="36690"/>
                  <a:pt x="352429" y="36635"/>
                  <a:pt x="353749" y="36635"/>
                </a:cubicBezTo>
                <a:cubicBezTo>
                  <a:pt x="355124" y="36635"/>
                  <a:pt x="356252" y="36690"/>
                  <a:pt x="357132" y="36800"/>
                </a:cubicBezTo>
                <a:cubicBezTo>
                  <a:pt x="358012" y="36910"/>
                  <a:pt x="358700" y="37075"/>
                  <a:pt x="359195" y="37295"/>
                </a:cubicBezTo>
                <a:cubicBezTo>
                  <a:pt x="359690" y="37515"/>
                  <a:pt x="360047" y="37790"/>
                  <a:pt x="360268" y="38120"/>
                </a:cubicBezTo>
                <a:cubicBezTo>
                  <a:pt x="360488" y="38450"/>
                  <a:pt x="360598" y="38808"/>
                  <a:pt x="360598" y="39193"/>
                </a:cubicBezTo>
                <a:lnTo>
                  <a:pt x="360598" y="113453"/>
                </a:lnTo>
                <a:moveTo>
                  <a:pt x="362165" y="14027"/>
                </a:moveTo>
                <a:cubicBezTo>
                  <a:pt x="362165" y="17217"/>
                  <a:pt x="361560" y="19390"/>
                  <a:pt x="360350" y="20545"/>
                </a:cubicBezTo>
                <a:cubicBezTo>
                  <a:pt x="359140" y="21701"/>
                  <a:pt x="356912" y="22278"/>
                  <a:pt x="353667" y="22278"/>
                </a:cubicBezTo>
                <a:cubicBezTo>
                  <a:pt x="350476" y="22278"/>
                  <a:pt x="348290" y="21714"/>
                  <a:pt x="347107" y="20587"/>
                </a:cubicBezTo>
                <a:cubicBezTo>
                  <a:pt x="345924" y="19459"/>
                  <a:pt x="345333" y="17327"/>
                  <a:pt x="345333" y="14192"/>
                </a:cubicBezTo>
                <a:cubicBezTo>
                  <a:pt x="345333" y="11002"/>
                  <a:pt x="345938" y="8829"/>
                  <a:pt x="347148" y="7674"/>
                </a:cubicBezTo>
                <a:cubicBezTo>
                  <a:pt x="348358" y="6518"/>
                  <a:pt x="350586" y="5941"/>
                  <a:pt x="353832" y="5941"/>
                </a:cubicBezTo>
                <a:cubicBezTo>
                  <a:pt x="357022" y="5941"/>
                  <a:pt x="359209" y="6505"/>
                  <a:pt x="360391" y="7632"/>
                </a:cubicBezTo>
                <a:cubicBezTo>
                  <a:pt x="361574" y="8760"/>
                  <a:pt x="362165" y="10892"/>
                  <a:pt x="362165" y="14027"/>
                </a:cubicBezTo>
                <a:close/>
                <a:moveTo>
                  <a:pt x="426527" y="8664"/>
                </a:moveTo>
                <a:cubicBezTo>
                  <a:pt x="426527" y="9709"/>
                  <a:pt x="426472" y="10548"/>
                  <a:pt x="426362" y="11180"/>
                </a:cubicBezTo>
                <a:cubicBezTo>
                  <a:pt x="426252" y="11813"/>
                  <a:pt x="426129" y="12322"/>
                  <a:pt x="425991" y="12707"/>
                </a:cubicBezTo>
                <a:cubicBezTo>
                  <a:pt x="425854" y="13092"/>
                  <a:pt x="425675" y="13353"/>
                  <a:pt x="425455" y="13491"/>
                </a:cubicBezTo>
                <a:cubicBezTo>
                  <a:pt x="425235" y="13628"/>
                  <a:pt x="424960" y="13697"/>
                  <a:pt x="424630" y="13697"/>
                </a:cubicBezTo>
                <a:cubicBezTo>
                  <a:pt x="424245" y="13697"/>
                  <a:pt x="423763" y="13573"/>
                  <a:pt x="423186" y="13326"/>
                </a:cubicBezTo>
                <a:cubicBezTo>
                  <a:pt x="422608" y="13078"/>
                  <a:pt x="421907" y="12803"/>
                  <a:pt x="421082" y="12501"/>
                </a:cubicBezTo>
                <a:cubicBezTo>
                  <a:pt x="420256" y="12198"/>
                  <a:pt x="419280" y="11923"/>
                  <a:pt x="418152" y="11675"/>
                </a:cubicBezTo>
                <a:cubicBezTo>
                  <a:pt x="417025" y="11428"/>
                  <a:pt x="415718" y="11304"/>
                  <a:pt x="414233" y="11304"/>
                </a:cubicBezTo>
                <a:cubicBezTo>
                  <a:pt x="412198" y="11304"/>
                  <a:pt x="410465" y="11633"/>
                  <a:pt x="409035" y="12292"/>
                </a:cubicBezTo>
                <a:cubicBezTo>
                  <a:pt x="407605" y="12950"/>
                  <a:pt x="406450" y="13978"/>
                  <a:pt x="405569" y="15376"/>
                </a:cubicBezTo>
                <a:cubicBezTo>
                  <a:pt x="404689" y="16773"/>
                  <a:pt x="404057" y="18582"/>
                  <a:pt x="403672" y="20803"/>
                </a:cubicBezTo>
                <a:cubicBezTo>
                  <a:pt x="403287" y="23024"/>
                  <a:pt x="403094" y="25725"/>
                  <a:pt x="403094" y="28905"/>
                </a:cubicBezTo>
                <a:lnTo>
                  <a:pt x="403094" y="36965"/>
                </a:lnTo>
                <a:lnTo>
                  <a:pt x="419679" y="36965"/>
                </a:lnTo>
                <a:cubicBezTo>
                  <a:pt x="420119" y="36965"/>
                  <a:pt x="420490" y="37061"/>
                  <a:pt x="420793" y="37254"/>
                </a:cubicBezTo>
                <a:cubicBezTo>
                  <a:pt x="421095" y="37447"/>
                  <a:pt x="421370" y="37777"/>
                  <a:pt x="421618" y="38244"/>
                </a:cubicBezTo>
                <a:cubicBezTo>
                  <a:pt x="421865" y="38712"/>
                  <a:pt x="422058" y="39303"/>
                  <a:pt x="422196" y="40018"/>
                </a:cubicBezTo>
                <a:cubicBezTo>
                  <a:pt x="422333" y="40733"/>
                  <a:pt x="422402" y="41613"/>
                  <a:pt x="422402" y="42658"/>
                </a:cubicBezTo>
                <a:cubicBezTo>
                  <a:pt x="422402" y="44639"/>
                  <a:pt x="422154" y="46069"/>
                  <a:pt x="421659" y="46949"/>
                </a:cubicBezTo>
                <a:cubicBezTo>
                  <a:pt x="421164" y="47829"/>
                  <a:pt x="420504" y="48269"/>
                  <a:pt x="419679" y="48269"/>
                </a:cubicBezTo>
                <a:lnTo>
                  <a:pt x="403094" y="48269"/>
                </a:lnTo>
                <a:lnTo>
                  <a:pt x="403094" y="113451"/>
                </a:lnTo>
                <a:cubicBezTo>
                  <a:pt x="403094" y="113891"/>
                  <a:pt x="402984" y="114263"/>
                  <a:pt x="402764" y="114567"/>
                </a:cubicBezTo>
                <a:cubicBezTo>
                  <a:pt x="402544" y="114870"/>
                  <a:pt x="402173" y="115131"/>
                  <a:pt x="401650" y="115351"/>
                </a:cubicBezTo>
                <a:cubicBezTo>
                  <a:pt x="401128" y="115571"/>
                  <a:pt x="400426" y="115736"/>
                  <a:pt x="399546" y="115846"/>
                </a:cubicBezTo>
                <a:cubicBezTo>
                  <a:pt x="398666" y="115956"/>
                  <a:pt x="397566" y="116011"/>
                  <a:pt x="396246" y="116011"/>
                </a:cubicBezTo>
                <a:cubicBezTo>
                  <a:pt x="394925" y="116011"/>
                  <a:pt x="393825" y="115956"/>
                  <a:pt x="392945" y="115846"/>
                </a:cubicBezTo>
                <a:cubicBezTo>
                  <a:pt x="392065" y="115736"/>
                  <a:pt x="391364" y="115571"/>
                  <a:pt x="390841" y="115351"/>
                </a:cubicBezTo>
                <a:cubicBezTo>
                  <a:pt x="390319" y="115131"/>
                  <a:pt x="389947" y="114870"/>
                  <a:pt x="389727" y="114567"/>
                </a:cubicBezTo>
                <a:cubicBezTo>
                  <a:pt x="389507" y="114263"/>
                  <a:pt x="389397" y="113891"/>
                  <a:pt x="389397" y="113451"/>
                </a:cubicBezTo>
                <a:lnTo>
                  <a:pt x="389397" y="48269"/>
                </a:lnTo>
                <a:lnTo>
                  <a:pt x="378918" y="48269"/>
                </a:lnTo>
                <a:cubicBezTo>
                  <a:pt x="378038" y="48269"/>
                  <a:pt x="377378" y="47829"/>
                  <a:pt x="376938" y="46949"/>
                </a:cubicBezTo>
                <a:cubicBezTo>
                  <a:pt x="376498" y="46069"/>
                  <a:pt x="376278" y="44639"/>
                  <a:pt x="376278" y="42658"/>
                </a:cubicBezTo>
                <a:cubicBezTo>
                  <a:pt x="376278" y="41613"/>
                  <a:pt x="376333" y="40733"/>
                  <a:pt x="376443" y="40018"/>
                </a:cubicBezTo>
                <a:cubicBezTo>
                  <a:pt x="376553" y="39303"/>
                  <a:pt x="376718" y="38712"/>
                  <a:pt x="376938" y="38244"/>
                </a:cubicBezTo>
                <a:cubicBezTo>
                  <a:pt x="377158" y="37777"/>
                  <a:pt x="377433" y="37447"/>
                  <a:pt x="377763" y="37254"/>
                </a:cubicBezTo>
                <a:cubicBezTo>
                  <a:pt x="378093" y="37061"/>
                  <a:pt x="378478" y="36965"/>
                  <a:pt x="378918" y="36965"/>
                </a:cubicBezTo>
                <a:lnTo>
                  <a:pt x="389397" y="36965"/>
                </a:lnTo>
                <a:lnTo>
                  <a:pt x="389397" y="29310"/>
                </a:lnTo>
                <a:cubicBezTo>
                  <a:pt x="389397" y="24149"/>
                  <a:pt x="389878" y="19717"/>
                  <a:pt x="390841" y="16012"/>
                </a:cubicBezTo>
                <a:cubicBezTo>
                  <a:pt x="391804" y="12308"/>
                  <a:pt x="393275" y="9276"/>
                  <a:pt x="395255" y="6916"/>
                </a:cubicBezTo>
                <a:cubicBezTo>
                  <a:pt x="397236" y="4555"/>
                  <a:pt x="399725" y="2813"/>
                  <a:pt x="402723" y="1689"/>
                </a:cubicBezTo>
                <a:cubicBezTo>
                  <a:pt x="405721" y="563"/>
                  <a:pt x="409255" y="0"/>
                  <a:pt x="413326" y="0"/>
                </a:cubicBezTo>
                <a:cubicBezTo>
                  <a:pt x="415251" y="0"/>
                  <a:pt x="417121" y="179"/>
                  <a:pt x="418936" y="536"/>
                </a:cubicBezTo>
                <a:cubicBezTo>
                  <a:pt x="420752" y="894"/>
                  <a:pt x="422154" y="1279"/>
                  <a:pt x="423144" y="1691"/>
                </a:cubicBezTo>
                <a:cubicBezTo>
                  <a:pt x="424135" y="2104"/>
                  <a:pt x="424795" y="2475"/>
                  <a:pt x="425125" y="2805"/>
                </a:cubicBezTo>
                <a:cubicBezTo>
                  <a:pt x="425455" y="3135"/>
                  <a:pt x="425730" y="3562"/>
                  <a:pt x="425950" y="4084"/>
                </a:cubicBezTo>
                <a:cubicBezTo>
                  <a:pt x="426170" y="4607"/>
                  <a:pt x="426321" y="5239"/>
                  <a:pt x="426404" y="5982"/>
                </a:cubicBezTo>
                <a:cubicBezTo>
                  <a:pt x="426486" y="6725"/>
                  <a:pt x="426527" y="7619"/>
                  <a:pt x="426527" y="8664"/>
                </a:cubicBezTo>
                <a:close/>
                <a:moveTo>
                  <a:pt x="451003" y="113453"/>
                </a:moveTo>
                <a:cubicBezTo>
                  <a:pt x="451003" y="113893"/>
                  <a:pt x="450893" y="114265"/>
                  <a:pt x="450673" y="114567"/>
                </a:cubicBezTo>
                <a:cubicBezTo>
                  <a:pt x="450453" y="114870"/>
                  <a:pt x="450095" y="115131"/>
                  <a:pt x="449600" y="115351"/>
                </a:cubicBezTo>
                <a:cubicBezTo>
                  <a:pt x="449105" y="115571"/>
                  <a:pt x="448418" y="115736"/>
                  <a:pt x="447537" y="115846"/>
                </a:cubicBezTo>
                <a:cubicBezTo>
                  <a:pt x="446657" y="115956"/>
                  <a:pt x="445530" y="116011"/>
                  <a:pt x="444154" y="116011"/>
                </a:cubicBezTo>
                <a:cubicBezTo>
                  <a:pt x="442834" y="116011"/>
                  <a:pt x="441734" y="115956"/>
                  <a:pt x="440854" y="115846"/>
                </a:cubicBezTo>
                <a:cubicBezTo>
                  <a:pt x="439974" y="115736"/>
                  <a:pt x="439272" y="115571"/>
                  <a:pt x="438750" y="115351"/>
                </a:cubicBezTo>
                <a:cubicBezTo>
                  <a:pt x="438227" y="115131"/>
                  <a:pt x="437870" y="114870"/>
                  <a:pt x="437677" y="114567"/>
                </a:cubicBezTo>
                <a:cubicBezTo>
                  <a:pt x="437485" y="114265"/>
                  <a:pt x="437388" y="113893"/>
                  <a:pt x="437388" y="113453"/>
                </a:cubicBezTo>
                <a:lnTo>
                  <a:pt x="437388" y="39193"/>
                </a:lnTo>
                <a:cubicBezTo>
                  <a:pt x="437388" y="38808"/>
                  <a:pt x="437485" y="38450"/>
                  <a:pt x="437677" y="38120"/>
                </a:cubicBezTo>
                <a:cubicBezTo>
                  <a:pt x="437870" y="37790"/>
                  <a:pt x="438227" y="37515"/>
                  <a:pt x="438750" y="37295"/>
                </a:cubicBezTo>
                <a:cubicBezTo>
                  <a:pt x="439272" y="37075"/>
                  <a:pt x="439974" y="36910"/>
                  <a:pt x="440854" y="36800"/>
                </a:cubicBezTo>
                <a:cubicBezTo>
                  <a:pt x="441734" y="36690"/>
                  <a:pt x="442834" y="36635"/>
                  <a:pt x="444154" y="36635"/>
                </a:cubicBezTo>
                <a:cubicBezTo>
                  <a:pt x="445530" y="36635"/>
                  <a:pt x="446657" y="36690"/>
                  <a:pt x="447537" y="36800"/>
                </a:cubicBezTo>
                <a:cubicBezTo>
                  <a:pt x="448418" y="36910"/>
                  <a:pt x="449105" y="37075"/>
                  <a:pt x="449600" y="37295"/>
                </a:cubicBezTo>
                <a:cubicBezTo>
                  <a:pt x="450095" y="37515"/>
                  <a:pt x="450453" y="37790"/>
                  <a:pt x="450673" y="38120"/>
                </a:cubicBezTo>
                <a:cubicBezTo>
                  <a:pt x="450893" y="38450"/>
                  <a:pt x="451003" y="38808"/>
                  <a:pt x="451003" y="39193"/>
                </a:cubicBezTo>
                <a:lnTo>
                  <a:pt x="451003" y="113453"/>
                </a:lnTo>
                <a:moveTo>
                  <a:pt x="452571" y="14027"/>
                </a:moveTo>
                <a:cubicBezTo>
                  <a:pt x="452571" y="17217"/>
                  <a:pt x="451965" y="19390"/>
                  <a:pt x="450755" y="20545"/>
                </a:cubicBezTo>
                <a:cubicBezTo>
                  <a:pt x="449545" y="21701"/>
                  <a:pt x="447317" y="22278"/>
                  <a:pt x="444072" y="22278"/>
                </a:cubicBezTo>
                <a:cubicBezTo>
                  <a:pt x="440881" y="22278"/>
                  <a:pt x="438695" y="21714"/>
                  <a:pt x="437512" y="20587"/>
                </a:cubicBezTo>
                <a:cubicBezTo>
                  <a:pt x="436330" y="19459"/>
                  <a:pt x="435738" y="17327"/>
                  <a:pt x="435738" y="14192"/>
                </a:cubicBezTo>
                <a:cubicBezTo>
                  <a:pt x="435738" y="11002"/>
                  <a:pt x="436343" y="8829"/>
                  <a:pt x="437553" y="7674"/>
                </a:cubicBezTo>
                <a:cubicBezTo>
                  <a:pt x="438764" y="6518"/>
                  <a:pt x="440991" y="5941"/>
                  <a:pt x="444237" y="5941"/>
                </a:cubicBezTo>
                <a:cubicBezTo>
                  <a:pt x="447427" y="5941"/>
                  <a:pt x="449614" y="6505"/>
                  <a:pt x="450797" y="7632"/>
                </a:cubicBezTo>
                <a:cubicBezTo>
                  <a:pt x="451979" y="8760"/>
                  <a:pt x="452571" y="10892"/>
                  <a:pt x="452571" y="14027"/>
                </a:cubicBezTo>
                <a:close/>
                <a:moveTo>
                  <a:pt x="529640" y="102232"/>
                </a:moveTo>
                <a:cubicBezTo>
                  <a:pt x="529640" y="103167"/>
                  <a:pt x="529613" y="103978"/>
                  <a:pt x="529558" y="104666"/>
                </a:cubicBezTo>
                <a:cubicBezTo>
                  <a:pt x="529503" y="105354"/>
                  <a:pt x="529407" y="105931"/>
                  <a:pt x="529269" y="106399"/>
                </a:cubicBezTo>
                <a:cubicBezTo>
                  <a:pt x="529131" y="106866"/>
                  <a:pt x="528966" y="107279"/>
                  <a:pt x="528774" y="107636"/>
                </a:cubicBezTo>
                <a:cubicBezTo>
                  <a:pt x="528581" y="107994"/>
                  <a:pt x="528141" y="108516"/>
                  <a:pt x="527454" y="109204"/>
                </a:cubicBezTo>
                <a:cubicBezTo>
                  <a:pt x="526766" y="109892"/>
                  <a:pt x="525597" y="110744"/>
                  <a:pt x="523947" y="111762"/>
                </a:cubicBezTo>
                <a:cubicBezTo>
                  <a:pt x="522297" y="112780"/>
                  <a:pt x="520440" y="113687"/>
                  <a:pt x="518377" y="114485"/>
                </a:cubicBezTo>
                <a:cubicBezTo>
                  <a:pt x="516315" y="115282"/>
                  <a:pt x="514073" y="115929"/>
                  <a:pt x="511653" y="116424"/>
                </a:cubicBezTo>
                <a:cubicBezTo>
                  <a:pt x="509232" y="116919"/>
                  <a:pt x="506730" y="117166"/>
                  <a:pt x="504144" y="117166"/>
                </a:cubicBezTo>
                <a:cubicBezTo>
                  <a:pt x="498808" y="117166"/>
                  <a:pt x="494078" y="116285"/>
                  <a:pt x="489952" y="114521"/>
                </a:cubicBezTo>
                <a:cubicBezTo>
                  <a:pt x="485827" y="112757"/>
                  <a:pt x="482375" y="110180"/>
                  <a:pt x="479597" y="106791"/>
                </a:cubicBezTo>
                <a:cubicBezTo>
                  <a:pt x="476819" y="103401"/>
                  <a:pt x="474701" y="99239"/>
                  <a:pt x="473244" y="94306"/>
                </a:cubicBezTo>
                <a:cubicBezTo>
                  <a:pt x="471786" y="89372"/>
                  <a:pt x="471057" y="83681"/>
                  <a:pt x="471057" y="77233"/>
                </a:cubicBezTo>
                <a:cubicBezTo>
                  <a:pt x="471057" y="69902"/>
                  <a:pt x="471951" y="63604"/>
                  <a:pt x="473739" y="58341"/>
                </a:cubicBezTo>
                <a:cubicBezTo>
                  <a:pt x="475526" y="53077"/>
                  <a:pt x="477974" y="48764"/>
                  <a:pt x="481082" y="45402"/>
                </a:cubicBezTo>
                <a:cubicBezTo>
                  <a:pt x="484190" y="42040"/>
                  <a:pt x="487848" y="39545"/>
                  <a:pt x="492056" y="37919"/>
                </a:cubicBezTo>
                <a:cubicBezTo>
                  <a:pt x="496264" y="36293"/>
                  <a:pt x="500816" y="35480"/>
                  <a:pt x="505712" y="35480"/>
                </a:cubicBezTo>
                <a:cubicBezTo>
                  <a:pt x="508077" y="35480"/>
                  <a:pt x="510374" y="35700"/>
                  <a:pt x="512602" y="36140"/>
                </a:cubicBezTo>
                <a:cubicBezTo>
                  <a:pt x="514829" y="36580"/>
                  <a:pt x="516879" y="37158"/>
                  <a:pt x="518749" y="37873"/>
                </a:cubicBezTo>
                <a:cubicBezTo>
                  <a:pt x="520619" y="38588"/>
                  <a:pt x="522283" y="39413"/>
                  <a:pt x="523741" y="40348"/>
                </a:cubicBezTo>
                <a:cubicBezTo>
                  <a:pt x="525198" y="41283"/>
                  <a:pt x="526257" y="42081"/>
                  <a:pt x="526917" y="42741"/>
                </a:cubicBezTo>
                <a:cubicBezTo>
                  <a:pt x="527578" y="43401"/>
                  <a:pt x="528031" y="43924"/>
                  <a:pt x="528279" y="44309"/>
                </a:cubicBezTo>
                <a:cubicBezTo>
                  <a:pt x="528526" y="44694"/>
                  <a:pt x="528733" y="45148"/>
                  <a:pt x="528898" y="45670"/>
                </a:cubicBezTo>
                <a:cubicBezTo>
                  <a:pt x="529063" y="46193"/>
                  <a:pt x="529173" y="46784"/>
                  <a:pt x="529228" y="47444"/>
                </a:cubicBezTo>
                <a:cubicBezTo>
                  <a:pt x="529283" y="48104"/>
                  <a:pt x="529310" y="48929"/>
                  <a:pt x="529310" y="49920"/>
                </a:cubicBezTo>
                <a:cubicBezTo>
                  <a:pt x="529310" y="52065"/>
                  <a:pt x="529063" y="53564"/>
                  <a:pt x="528568" y="54416"/>
                </a:cubicBezTo>
                <a:cubicBezTo>
                  <a:pt x="528073" y="55269"/>
                  <a:pt x="527468" y="55695"/>
                  <a:pt x="526752" y="55695"/>
                </a:cubicBezTo>
                <a:cubicBezTo>
                  <a:pt x="525927" y="55695"/>
                  <a:pt x="524978" y="55242"/>
                  <a:pt x="523906" y="54334"/>
                </a:cubicBezTo>
                <a:cubicBezTo>
                  <a:pt x="522833" y="53426"/>
                  <a:pt x="521472" y="52422"/>
                  <a:pt x="519821" y="51322"/>
                </a:cubicBezTo>
                <a:cubicBezTo>
                  <a:pt x="518171" y="50222"/>
                  <a:pt x="516177" y="49218"/>
                  <a:pt x="513839" y="48311"/>
                </a:cubicBezTo>
                <a:cubicBezTo>
                  <a:pt x="511502" y="47403"/>
                  <a:pt x="508737" y="46949"/>
                  <a:pt x="505547" y="46949"/>
                </a:cubicBezTo>
                <a:cubicBezTo>
                  <a:pt x="499001" y="46949"/>
                  <a:pt x="493982" y="49473"/>
                  <a:pt x="490489" y="54522"/>
                </a:cubicBezTo>
                <a:cubicBezTo>
                  <a:pt x="486996" y="59569"/>
                  <a:pt x="485249" y="66891"/>
                  <a:pt x="485249" y="76488"/>
                </a:cubicBezTo>
                <a:cubicBezTo>
                  <a:pt x="485249" y="81288"/>
                  <a:pt x="485703" y="85494"/>
                  <a:pt x="486611" y="89107"/>
                </a:cubicBezTo>
                <a:cubicBezTo>
                  <a:pt x="487518" y="92721"/>
                  <a:pt x="488852" y="95741"/>
                  <a:pt x="490612" y="98168"/>
                </a:cubicBezTo>
                <a:cubicBezTo>
                  <a:pt x="492373" y="100595"/>
                  <a:pt x="494532" y="102402"/>
                  <a:pt x="497089" y="103588"/>
                </a:cubicBezTo>
                <a:cubicBezTo>
                  <a:pt x="499647" y="104774"/>
                  <a:pt x="502577" y="105367"/>
                  <a:pt x="505877" y="105367"/>
                </a:cubicBezTo>
                <a:cubicBezTo>
                  <a:pt x="509012" y="105367"/>
                  <a:pt x="511763" y="104872"/>
                  <a:pt x="514128" y="103882"/>
                </a:cubicBezTo>
                <a:cubicBezTo>
                  <a:pt x="516493" y="102892"/>
                  <a:pt x="518542" y="101806"/>
                  <a:pt x="520275" y="100623"/>
                </a:cubicBezTo>
                <a:cubicBezTo>
                  <a:pt x="522008" y="99440"/>
                  <a:pt x="523466" y="98368"/>
                  <a:pt x="524648" y="97405"/>
                </a:cubicBezTo>
                <a:cubicBezTo>
                  <a:pt x="525831" y="96442"/>
                  <a:pt x="526752" y="95961"/>
                  <a:pt x="527412" y="95961"/>
                </a:cubicBezTo>
                <a:cubicBezTo>
                  <a:pt x="527798" y="95961"/>
                  <a:pt x="528128" y="96071"/>
                  <a:pt x="528403" y="96291"/>
                </a:cubicBezTo>
                <a:cubicBezTo>
                  <a:pt x="528678" y="96511"/>
                  <a:pt x="528911" y="96882"/>
                  <a:pt x="529104" y="97405"/>
                </a:cubicBezTo>
                <a:cubicBezTo>
                  <a:pt x="529297" y="97927"/>
                  <a:pt x="529434" y="98588"/>
                  <a:pt x="529517" y="99385"/>
                </a:cubicBezTo>
                <a:cubicBezTo>
                  <a:pt x="529599" y="100183"/>
                  <a:pt x="529640" y="101132"/>
                  <a:pt x="529640" y="102232"/>
                </a:cubicBezTo>
                <a:close/>
                <a:moveTo>
                  <a:pt x="601819" y="113536"/>
                </a:moveTo>
                <a:cubicBezTo>
                  <a:pt x="601819" y="114196"/>
                  <a:pt x="601599" y="114691"/>
                  <a:pt x="601159" y="115021"/>
                </a:cubicBezTo>
                <a:cubicBezTo>
                  <a:pt x="600719" y="115351"/>
                  <a:pt x="600114" y="115599"/>
                  <a:pt x="599344" y="115764"/>
                </a:cubicBezTo>
                <a:cubicBezTo>
                  <a:pt x="598574" y="115929"/>
                  <a:pt x="597446" y="116011"/>
                  <a:pt x="595961" y="116011"/>
                </a:cubicBezTo>
                <a:cubicBezTo>
                  <a:pt x="594531" y="116011"/>
                  <a:pt x="593389" y="115929"/>
                  <a:pt x="592537" y="115764"/>
                </a:cubicBezTo>
                <a:cubicBezTo>
                  <a:pt x="591684" y="115599"/>
                  <a:pt x="591065" y="115351"/>
                  <a:pt x="590680" y="115021"/>
                </a:cubicBezTo>
                <a:cubicBezTo>
                  <a:pt x="590295" y="114691"/>
                  <a:pt x="590103" y="114196"/>
                  <a:pt x="590103" y="113536"/>
                </a:cubicBezTo>
                <a:lnTo>
                  <a:pt x="590103" y="106110"/>
                </a:lnTo>
                <a:cubicBezTo>
                  <a:pt x="586857" y="109575"/>
                  <a:pt x="583240" y="112285"/>
                  <a:pt x="579252" y="114237"/>
                </a:cubicBezTo>
                <a:cubicBezTo>
                  <a:pt x="575264" y="116190"/>
                  <a:pt x="571042" y="117166"/>
                  <a:pt x="566587" y="117166"/>
                </a:cubicBezTo>
                <a:cubicBezTo>
                  <a:pt x="562681" y="117166"/>
                  <a:pt x="559147" y="116656"/>
                  <a:pt x="555984" y="115635"/>
                </a:cubicBezTo>
                <a:cubicBezTo>
                  <a:pt x="552821" y="114614"/>
                  <a:pt x="550126" y="113137"/>
                  <a:pt x="547898" y="111205"/>
                </a:cubicBezTo>
                <a:cubicBezTo>
                  <a:pt x="545670" y="109273"/>
                  <a:pt x="543937" y="106900"/>
                  <a:pt x="542700" y="104086"/>
                </a:cubicBezTo>
                <a:cubicBezTo>
                  <a:pt x="541462" y="101270"/>
                  <a:pt x="540843" y="98068"/>
                  <a:pt x="540843" y="94478"/>
                </a:cubicBezTo>
                <a:cubicBezTo>
                  <a:pt x="540843" y="90284"/>
                  <a:pt x="541696" y="86641"/>
                  <a:pt x="543401" y="83551"/>
                </a:cubicBezTo>
                <a:cubicBezTo>
                  <a:pt x="545106" y="80458"/>
                  <a:pt x="547554" y="77891"/>
                  <a:pt x="550744" y="75849"/>
                </a:cubicBezTo>
                <a:cubicBezTo>
                  <a:pt x="553935" y="73807"/>
                  <a:pt x="557840" y="72275"/>
                  <a:pt x="562461" y="71254"/>
                </a:cubicBezTo>
                <a:cubicBezTo>
                  <a:pt x="567082" y="70233"/>
                  <a:pt x="572280" y="69722"/>
                  <a:pt x="578056" y="69722"/>
                </a:cubicBezTo>
                <a:lnTo>
                  <a:pt x="588287" y="69722"/>
                </a:lnTo>
                <a:lnTo>
                  <a:pt x="588287" y="63967"/>
                </a:lnTo>
                <a:cubicBezTo>
                  <a:pt x="588287" y="61117"/>
                  <a:pt x="587985" y="58596"/>
                  <a:pt x="587380" y="56404"/>
                </a:cubicBezTo>
                <a:cubicBezTo>
                  <a:pt x="586775" y="54211"/>
                  <a:pt x="585798" y="52388"/>
                  <a:pt x="584450" y="50935"/>
                </a:cubicBezTo>
                <a:cubicBezTo>
                  <a:pt x="583103" y="49483"/>
                  <a:pt x="581356" y="48387"/>
                  <a:pt x="579211" y="47648"/>
                </a:cubicBezTo>
                <a:cubicBezTo>
                  <a:pt x="577066" y="46907"/>
                  <a:pt x="574425" y="46537"/>
                  <a:pt x="571290" y="46537"/>
                </a:cubicBezTo>
                <a:cubicBezTo>
                  <a:pt x="567934" y="46537"/>
                  <a:pt x="564923" y="46931"/>
                  <a:pt x="562255" y="47720"/>
                </a:cubicBezTo>
                <a:cubicBezTo>
                  <a:pt x="559587" y="48509"/>
                  <a:pt x="557249" y="49380"/>
                  <a:pt x="555241" y="50332"/>
                </a:cubicBezTo>
                <a:cubicBezTo>
                  <a:pt x="553234" y="51284"/>
                  <a:pt x="551556" y="52155"/>
                  <a:pt x="550208" y="52944"/>
                </a:cubicBezTo>
                <a:cubicBezTo>
                  <a:pt x="548860" y="53733"/>
                  <a:pt x="547857" y="54128"/>
                  <a:pt x="547196" y="54128"/>
                </a:cubicBezTo>
                <a:cubicBezTo>
                  <a:pt x="546756" y="54128"/>
                  <a:pt x="546371" y="54018"/>
                  <a:pt x="546041" y="53798"/>
                </a:cubicBezTo>
                <a:cubicBezTo>
                  <a:pt x="545711" y="53578"/>
                  <a:pt x="545422" y="53247"/>
                  <a:pt x="545175" y="52807"/>
                </a:cubicBezTo>
                <a:cubicBezTo>
                  <a:pt x="544927" y="52367"/>
                  <a:pt x="544749" y="51804"/>
                  <a:pt x="544639" y="51116"/>
                </a:cubicBezTo>
                <a:cubicBezTo>
                  <a:pt x="544529" y="50428"/>
                  <a:pt x="544474" y="49672"/>
                  <a:pt x="544474" y="48847"/>
                </a:cubicBezTo>
                <a:cubicBezTo>
                  <a:pt x="544474" y="47472"/>
                  <a:pt x="544570" y="46385"/>
                  <a:pt x="544762" y="45588"/>
                </a:cubicBezTo>
                <a:cubicBezTo>
                  <a:pt x="544955" y="44790"/>
                  <a:pt x="545422" y="44034"/>
                  <a:pt x="546165" y="43319"/>
                </a:cubicBezTo>
                <a:cubicBezTo>
                  <a:pt x="546908" y="42603"/>
                  <a:pt x="548187" y="41771"/>
                  <a:pt x="550002" y="40820"/>
                </a:cubicBezTo>
                <a:cubicBezTo>
                  <a:pt x="551817" y="39868"/>
                  <a:pt x="553907" y="38998"/>
                  <a:pt x="556273" y="38211"/>
                </a:cubicBezTo>
                <a:cubicBezTo>
                  <a:pt x="558638" y="37423"/>
                  <a:pt x="561223" y="36772"/>
                  <a:pt x="564029" y="36256"/>
                </a:cubicBezTo>
                <a:cubicBezTo>
                  <a:pt x="566834" y="35739"/>
                  <a:pt x="569667" y="35480"/>
                  <a:pt x="572528" y="35480"/>
                </a:cubicBezTo>
                <a:cubicBezTo>
                  <a:pt x="577863" y="35480"/>
                  <a:pt x="582401" y="36085"/>
                  <a:pt x="586142" y="37295"/>
                </a:cubicBezTo>
                <a:cubicBezTo>
                  <a:pt x="589882" y="38505"/>
                  <a:pt x="592908" y="40279"/>
                  <a:pt x="595218" y="42617"/>
                </a:cubicBezTo>
                <a:cubicBezTo>
                  <a:pt x="597529" y="44955"/>
                  <a:pt x="599206" y="47857"/>
                  <a:pt x="600251" y="51322"/>
                </a:cubicBezTo>
                <a:cubicBezTo>
                  <a:pt x="601297" y="54788"/>
                  <a:pt x="601819" y="58831"/>
                  <a:pt x="601819" y="63451"/>
                </a:cubicBezTo>
                <a:lnTo>
                  <a:pt x="601819" y="113536"/>
                </a:lnTo>
                <a:moveTo>
                  <a:pt x="588287" y="79541"/>
                </a:moveTo>
                <a:lnTo>
                  <a:pt x="576653" y="79541"/>
                </a:lnTo>
                <a:cubicBezTo>
                  <a:pt x="572913" y="79541"/>
                  <a:pt x="569667" y="79860"/>
                  <a:pt x="566917" y="80498"/>
                </a:cubicBezTo>
                <a:cubicBezTo>
                  <a:pt x="564166" y="81134"/>
                  <a:pt x="561884" y="82074"/>
                  <a:pt x="560068" y="83319"/>
                </a:cubicBezTo>
                <a:cubicBezTo>
                  <a:pt x="558253" y="84563"/>
                  <a:pt x="556919" y="86058"/>
                  <a:pt x="556066" y="87803"/>
                </a:cubicBezTo>
                <a:cubicBezTo>
                  <a:pt x="555214" y="89546"/>
                  <a:pt x="554788" y="91552"/>
                  <a:pt x="554788" y="93821"/>
                </a:cubicBezTo>
                <a:cubicBezTo>
                  <a:pt x="554788" y="97695"/>
                  <a:pt x="556011" y="100781"/>
                  <a:pt x="558459" y="103078"/>
                </a:cubicBezTo>
                <a:cubicBezTo>
                  <a:pt x="560907" y="105374"/>
                  <a:pt x="564331" y="106522"/>
                  <a:pt x="568732" y="106522"/>
                </a:cubicBezTo>
                <a:cubicBezTo>
                  <a:pt x="572308" y="106522"/>
                  <a:pt x="575622" y="105610"/>
                  <a:pt x="578675" y="103784"/>
                </a:cubicBezTo>
                <a:cubicBezTo>
                  <a:pt x="581728" y="101957"/>
                  <a:pt x="584932" y="99162"/>
                  <a:pt x="588287" y="95399"/>
                </a:cubicBezTo>
                <a:lnTo>
                  <a:pt x="588287" y="79541"/>
                </a:lnTo>
                <a:close/>
                <a:moveTo>
                  <a:pt x="664084" y="108090"/>
                </a:moveTo>
                <a:cubicBezTo>
                  <a:pt x="664084" y="109685"/>
                  <a:pt x="663974" y="110951"/>
                  <a:pt x="663754" y="111886"/>
                </a:cubicBezTo>
                <a:cubicBezTo>
                  <a:pt x="663534" y="112821"/>
                  <a:pt x="663204" y="113508"/>
                  <a:pt x="662763" y="113948"/>
                </a:cubicBezTo>
                <a:cubicBezTo>
                  <a:pt x="662323" y="114389"/>
                  <a:pt x="661663" y="114801"/>
                  <a:pt x="660783" y="115186"/>
                </a:cubicBezTo>
                <a:cubicBezTo>
                  <a:pt x="659903" y="115571"/>
                  <a:pt x="658899" y="115888"/>
                  <a:pt x="657772" y="116135"/>
                </a:cubicBezTo>
                <a:cubicBezTo>
                  <a:pt x="656644" y="116383"/>
                  <a:pt x="655447" y="116589"/>
                  <a:pt x="654182" y="116754"/>
                </a:cubicBezTo>
                <a:cubicBezTo>
                  <a:pt x="652917" y="116919"/>
                  <a:pt x="651652" y="117001"/>
                  <a:pt x="650387" y="117001"/>
                </a:cubicBezTo>
                <a:cubicBezTo>
                  <a:pt x="646536" y="117001"/>
                  <a:pt x="643236" y="116492"/>
                  <a:pt x="640485" y="115472"/>
                </a:cubicBezTo>
                <a:cubicBezTo>
                  <a:pt x="637735" y="114451"/>
                  <a:pt x="635480" y="112907"/>
                  <a:pt x="633719" y="110839"/>
                </a:cubicBezTo>
                <a:cubicBezTo>
                  <a:pt x="631959" y="108771"/>
                  <a:pt x="630680" y="106152"/>
                  <a:pt x="629883" y="102982"/>
                </a:cubicBezTo>
                <a:cubicBezTo>
                  <a:pt x="629085" y="99812"/>
                  <a:pt x="628686" y="96077"/>
                  <a:pt x="628686" y="91776"/>
                </a:cubicBezTo>
                <a:lnTo>
                  <a:pt x="628686" y="48269"/>
                </a:lnTo>
                <a:lnTo>
                  <a:pt x="618290" y="48269"/>
                </a:lnTo>
                <a:cubicBezTo>
                  <a:pt x="617465" y="48269"/>
                  <a:pt x="616805" y="47829"/>
                  <a:pt x="616309" y="46949"/>
                </a:cubicBezTo>
                <a:cubicBezTo>
                  <a:pt x="615814" y="46069"/>
                  <a:pt x="615567" y="44639"/>
                  <a:pt x="615567" y="42658"/>
                </a:cubicBezTo>
                <a:cubicBezTo>
                  <a:pt x="615567" y="41613"/>
                  <a:pt x="615636" y="40733"/>
                  <a:pt x="615773" y="40018"/>
                </a:cubicBezTo>
                <a:cubicBezTo>
                  <a:pt x="615911" y="39303"/>
                  <a:pt x="616089" y="38712"/>
                  <a:pt x="616309" y="38244"/>
                </a:cubicBezTo>
                <a:cubicBezTo>
                  <a:pt x="616529" y="37777"/>
                  <a:pt x="616818" y="37447"/>
                  <a:pt x="617176" y="37254"/>
                </a:cubicBezTo>
                <a:cubicBezTo>
                  <a:pt x="617533" y="37061"/>
                  <a:pt x="617932" y="36965"/>
                  <a:pt x="618372" y="36965"/>
                </a:cubicBezTo>
                <a:lnTo>
                  <a:pt x="628686" y="36965"/>
                </a:lnTo>
                <a:lnTo>
                  <a:pt x="628686" y="19308"/>
                </a:lnTo>
                <a:cubicBezTo>
                  <a:pt x="628686" y="18923"/>
                  <a:pt x="628782" y="18565"/>
                  <a:pt x="628975" y="18235"/>
                </a:cubicBezTo>
                <a:cubicBezTo>
                  <a:pt x="629168" y="17905"/>
                  <a:pt x="629525" y="17616"/>
                  <a:pt x="630048" y="17369"/>
                </a:cubicBezTo>
                <a:cubicBezTo>
                  <a:pt x="630570" y="17121"/>
                  <a:pt x="631272" y="16942"/>
                  <a:pt x="632152" y="16832"/>
                </a:cubicBezTo>
                <a:cubicBezTo>
                  <a:pt x="633032" y="16722"/>
                  <a:pt x="634132" y="16667"/>
                  <a:pt x="635452" y="16667"/>
                </a:cubicBezTo>
                <a:cubicBezTo>
                  <a:pt x="636827" y="16667"/>
                  <a:pt x="637955" y="16722"/>
                  <a:pt x="638835" y="16832"/>
                </a:cubicBezTo>
                <a:cubicBezTo>
                  <a:pt x="639715" y="16942"/>
                  <a:pt x="640403" y="17121"/>
                  <a:pt x="640898" y="17369"/>
                </a:cubicBezTo>
                <a:cubicBezTo>
                  <a:pt x="641393" y="17616"/>
                  <a:pt x="641751" y="17905"/>
                  <a:pt x="641971" y="18235"/>
                </a:cubicBezTo>
                <a:cubicBezTo>
                  <a:pt x="642191" y="18565"/>
                  <a:pt x="642301" y="18923"/>
                  <a:pt x="642301" y="19308"/>
                </a:cubicBezTo>
                <a:lnTo>
                  <a:pt x="642301" y="36965"/>
                </a:lnTo>
                <a:lnTo>
                  <a:pt x="661361" y="36965"/>
                </a:lnTo>
                <a:cubicBezTo>
                  <a:pt x="661801" y="36965"/>
                  <a:pt x="662186" y="37061"/>
                  <a:pt x="662516" y="37254"/>
                </a:cubicBezTo>
                <a:cubicBezTo>
                  <a:pt x="662846" y="37447"/>
                  <a:pt x="663135" y="37777"/>
                  <a:pt x="663382" y="38244"/>
                </a:cubicBezTo>
                <a:cubicBezTo>
                  <a:pt x="663630" y="38712"/>
                  <a:pt x="663809" y="39303"/>
                  <a:pt x="663919" y="40018"/>
                </a:cubicBezTo>
                <a:cubicBezTo>
                  <a:pt x="664029" y="40733"/>
                  <a:pt x="664084" y="41613"/>
                  <a:pt x="664084" y="42658"/>
                </a:cubicBezTo>
                <a:cubicBezTo>
                  <a:pt x="664084" y="44639"/>
                  <a:pt x="663836" y="46069"/>
                  <a:pt x="663341" y="46949"/>
                </a:cubicBezTo>
                <a:cubicBezTo>
                  <a:pt x="662846" y="47829"/>
                  <a:pt x="662186" y="48269"/>
                  <a:pt x="661361" y="48269"/>
                </a:cubicBezTo>
                <a:lnTo>
                  <a:pt x="642301" y="48269"/>
                </a:lnTo>
                <a:lnTo>
                  <a:pt x="642301" y="89811"/>
                </a:lnTo>
                <a:cubicBezTo>
                  <a:pt x="642301" y="94941"/>
                  <a:pt x="643057" y="98816"/>
                  <a:pt x="644570" y="101438"/>
                </a:cubicBezTo>
                <a:cubicBezTo>
                  <a:pt x="646082" y="104057"/>
                  <a:pt x="648792" y="105367"/>
                  <a:pt x="652697" y="105367"/>
                </a:cubicBezTo>
                <a:cubicBezTo>
                  <a:pt x="653962" y="105367"/>
                  <a:pt x="655090" y="105244"/>
                  <a:pt x="656080" y="104996"/>
                </a:cubicBezTo>
                <a:cubicBezTo>
                  <a:pt x="657070" y="104748"/>
                  <a:pt x="657950" y="104487"/>
                  <a:pt x="658720" y="104212"/>
                </a:cubicBezTo>
                <a:cubicBezTo>
                  <a:pt x="659491" y="103937"/>
                  <a:pt x="660151" y="103676"/>
                  <a:pt x="660701" y="103428"/>
                </a:cubicBezTo>
                <a:cubicBezTo>
                  <a:pt x="661251" y="103181"/>
                  <a:pt x="661746" y="103057"/>
                  <a:pt x="662186" y="103057"/>
                </a:cubicBezTo>
                <a:cubicBezTo>
                  <a:pt x="662461" y="103057"/>
                  <a:pt x="662722" y="103126"/>
                  <a:pt x="662970" y="103263"/>
                </a:cubicBezTo>
                <a:cubicBezTo>
                  <a:pt x="663217" y="103401"/>
                  <a:pt x="663410" y="103662"/>
                  <a:pt x="663547" y="104047"/>
                </a:cubicBezTo>
                <a:cubicBezTo>
                  <a:pt x="663685" y="104432"/>
                  <a:pt x="663809" y="104955"/>
                  <a:pt x="663919" y="105615"/>
                </a:cubicBezTo>
                <a:cubicBezTo>
                  <a:pt x="664029" y="106275"/>
                  <a:pt x="664084" y="107100"/>
                  <a:pt x="664084" y="108090"/>
                </a:cubicBezTo>
                <a:close/>
                <a:moveTo>
                  <a:pt x="695692" y="113453"/>
                </a:moveTo>
                <a:cubicBezTo>
                  <a:pt x="695692" y="113893"/>
                  <a:pt x="695582" y="114265"/>
                  <a:pt x="695362" y="114567"/>
                </a:cubicBezTo>
                <a:cubicBezTo>
                  <a:pt x="695142" y="114870"/>
                  <a:pt x="694784" y="115131"/>
                  <a:pt x="694289" y="115351"/>
                </a:cubicBezTo>
                <a:cubicBezTo>
                  <a:pt x="693794" y="115571"/>
                  <a:pt x="693107" y="115736"/>
                  <a:pt x="692227" y="115846"/>
                </a:cubicBezTo>
                <a:cubicBezTo>
                  <a:pt x="691346" y="115956"/>
                  <a:pt x="690219" y="116011"/>
                  <a:pt x="688844" y="116011"/>
                </a:cubicBezTo>
                <a:cubicBezTo>
                  <a:pt x="687523" y="116011"/>
                  <a:pt x="686423" y="115956"/>
                  <a:pt x="685543" y="115846"/>
                </a:cubicBezTo>
                <a:cubicBezTo>
                  <a:pt x="684663" y="115736"/>
                  <a:pt x="683962" y="115571"/>
                  <a:pt x="683439" y="115351"/>
                </a:cubicBezTo>
                <a:cubicBezTo>
                  <a:pt x="682916" y="115131"/>
                  <a:pt x="682559" y="114870"/>
                  <a:pt x="682366" y="114567"/>
                </a:cubicBezTo>
                <a:cubicBezTo>
                  <a:pt x="682174" y="114265"/>
                  <a:pt x="682078" y="113893"/>
                  <a:pt x="682078" y="113453"/>
                </a:cubicBezTo>
                <a:lnTo>
                  <a:pt x="682078" y="39193"/>
                </a:lnTo>
                <a:cubicBezTo>
                  <a:pt x="682078" y="38808"/>
                  <a:pt x="682174" y="38450"/>
                  <a:pt x="682366" y="38120"/>
                </a:cubicBezTo>
                <a:cubicBezTo>
                  <a:pt x="682559" y="37790"/>
                  <a:pt x="682916" y="37515"/>
                  <a:pt x="683439" y="37295"/>
                </a:cubicBezTo>
                <a:cubicBezTo>
                  <a:pt x="683962" y="37075"/>
                  <a:pt x="684663" y="36910"/>
                  <a:pt x="685543" y="36800"/>
                </a:cubicBezTo>
                <a:cubicBezTo>
                  <a:pt x="686423" y="36690"/>
                  <a:pt x="687523" y="36635"/>
                  <a:pt x="688844" y="36635"/>
                </a:cubicBezTo>
                <a:cubicBezTo>
                  <a:pt x="690219" y="36635"/>
                  <a:pt x="691346" y="36690"/>
                  <a:pt x="692227" y="36800"/>
                </a:cubicBezTo>
                <a:cubicBezTo>
                  <a:pt x="693107" y="36910"/>
                  <a:pt x="693794" y="37075"/>
                  <a:pt x="694289" y="37295"/>
                </a:cubicBezTo>
                <a:cubicBezTo>
                  <a:pt x="694784" y="37515"/>
                  <a:pt x="695142" y="37790"/>
                  <a:pt x="695362" y="38120"/>
                </a:cubicBezTo>
                <a:cubicBezTo>
                  <a:pt x="695582" y="38450"/>
                  <a:pt x="695692" y="38808"/>
                  <a:pt x="695692" y="39193"/>
                </a:cubicBezTo>
                <a:lnTo>
                  <a:pt x="695692" y="113453"/>
                </a:lnTo>
                <a:moveTo>
                  <a:pt x="697260" y="14027"/>
                </a:moveTo>
                <a:cubicBezTo>
                  <a:pt x="697260" y="17217"/>
                  <a:pt x="696655" y="19390"/>
                  <a:pt x="695444" y="20545"/>
                </a:cubicBezTo>
                <a:cubicBezTo>
                  <a:pt x="694234" y="21701"/>
                  <a:pt x="692007" y="22278"/>
                  <a:pt x="688761" y="22278"/>
                </a:cubicBezTo>
                <a:cubicBezTo>
                  <a:pt x="685571" y="22278"/>
                  <a:pt x="683384" y="21714"/>
                  <a:pt x="682201" y="20587"/>
                </a:cubicBezTo>
                <a:cubicBezTo>
                  <a:pt x="681019" y="19459"/>
                  <a:pt x="680427" y="17327"/>
                  <a:pt x="680427" y="14192"/>
                </a:cubicBezTo>
                <a:cubicBezTo>
                  <a:pt x="680427" y="11002"/>
                  <a:pt x="681032" y="8829"/>
                  <a:pt x="682243" y="7674"/>
                </a:cubicBezTo>
                <a:cubicBezTo>
                  <a:pt x="683453" y="6518"/>
                  <a:pt x="685681" y="5941"/>
                  <a:pt x="688926" y="5941"/>
                </a:cubicBezTo>
                <a:cubicBezTo>
                  <a:pt x="692117" y="5941"/>
                  <a:pt x="694303" y="6505"/>
                  <a:pt x="695486" y="7632"/>
                </a:cubicBezTo>
                <a:cubicBezTo>
                  <a:pt x="696668" y="8760"/>
                  <a:pt x="697260" y="10892"/>
                  <a:pt x="697260" y="14027"/>
                </a:cubicBezTo>
                <a:close/>
                <a:moveTo>
                  <a:pt x="790006" y="75539"/>
                </a:moveTo>
                <a:cubicBezTo>
                  <a:pt x="790006" y="81595"/>
                  <a:pt x="789208" y="87170"/>
                  <a:pt x="787613" y="92263"/>
                </a:cubicBezTo>
                <a:cubicBezTo>
                  <a:pt x="786018" y="97357"/>
                  <a:pt x="783639" y="101749"/>
                  <a:pt x="780476" y="105439"/>
                </a:cubicBezTo>
                <a:cubicBezTo>
                  <a:pt x="777313" y="109128"/>
                  <a:pt x="773352" y="112005"/>
                  <a:pt x="768594" y="114070"/>
                </a:cubicBezTo>
                <a:cubicBezTo>
                  <a:pt x="763836" y="116134"/>
                  <a:pt x="758321" y="117166"/>
                  <a:pt x="752050" y="117166"/>
                </a:cubicBezTo>
                <a:cubicBezTo>
                  <a:pt x="745945" y="117166"/>
                  <a:pt x="740623" y="116258"/>
                  <a:pt x="736084" y="114441"/>
                </a:cubicBezTo>
                <a:cubicBezTo>
                  <a:pt x="731546" y="112624"/>
                  <a:pt x="727765" y="109981"/>
                  <a:pt x="724739" y="106512"/>
                </a:cubicBezTo>
                <a:cubicBezTo>
                  <a:pt x="721714" y="103043"/>
                  <a:pt x="719458" y="98831"/>
                  <a:pt x="717973" y="93875"/>
                </a:cubicBezTo>
                <a:cubicBezTo>
                  <a:pt x="716488" y="88919"/>
                  <a:pt x="715745" y="83302"/>
                  <a:pt x="715745" y="77025"/>
                </a:cubicBezTo>
                <a:cubicBezTo>
                  <a:pt x="715745" y="70969"/>
                  <a:pt x="716529" y="65394"/>
                  <a:pt x="718097" y="60301"/>
                </a:cubicBezTo>
                <a:cubicBezTo>
                  <a:pt x="719665" y="55207"/>
                  <a:pt x="722030" y="50816"/>
                  <a:pt x="725193" y="47127"/>
                </a:cubicBezTo>
                <a:cubicBezTo>
                  <a:pt x="728356" y="43436"/>
                  <a:pt x="732303" y="40572"/>
                  <a:pt x="737033" y="38535"/>
                </a:cubicBezTo>
                <a:cubicBezTo>
                  <a:pt x="741764" y="36498"/>
                  <a:pt x="747292" y="35480"/>
                  <a:pt x="753618" y="35480"/>
                </a:cubicBezTo>
                <a:cubicBezTo>
                  <a:pt x="759724" y="35480"/>
                  <a:pt x="765046" y="36388"/>
                  <a:pt x="769584" y="38205"/>
                </a:cubicBezTo>
                <a:cubicBezTo>
                  <a:pt x="774122" y="40022"/>
                  <a:pt x="777904" y="42665"/>
                  <a:pt x="780930" y="46134"/>
                </a:cubicBezTo>
                <a:cubicBezTo>
                  <a:pt x="783955" y="49603"/>
                  <a:pt x="786224" y="53816"/>
                  <a:pt x="787737" y="58771"/>
                </a:cubicBezTo>
                <a:cubicBezTo>
                  <a:pt x="789249" y="63727"/>
                  <a:pt x="790006" y="69317"/>
                  <a:pt x="790006" y="75539"/>
                </a:cubicBezTo>
                <a:moveTo>
                  <a:pt x="775649" y="76447"/>
                </a:moveTo>
                <a:cubicBezTo>
                  <a:pt x="775649" y="72426"/>
                  <a:pt x="775277" y="68626"/>
                  <a:pt x="774535" y="65045"/>
                </a:cubicBezTo>
                <a:cubicBezTo>
                  <a:pt x="773792" y="61464"/>
                  <a:pt x="772568" y="58325"/>
                  <a:pt x="770863" y="55626"/>
                </a:cubicBezTo>
                <a:cubicBezTo>
                  <a:pt x="769158" y="52927"/>
                  <a:pt x="766848" y="50793"/>
                  <a:pt x="763932" y="49223"/>
                </a:cubicBezTo>
                <a:cubicBezTo>
                  <a:pt x="761017" y="47652"/>
                  <a:pt x="757386" y="46867"/>
                  <a:pt x="753041" y="46867"/>
                </a:cubicBezTo>
                <a:cubicBezTo>
                  <a:pt x="749025" y="46867"/>
                  <a:pt x="745573" y="47583"/>
                  <a:pt x="742685" y="49014"/>
                </a:cubicBezTo>
                <a:cubicBezTo>
                  <a:pt x="739798" y="50446"/>
                  <a:pt x="737418" y="52471"/>
                  <a:pt x="735548" y="55089"/>
                </a:cubicBezTo>
                <a:cubicBezTo>
                  <a:pt x="733678" y="57706"/>
                  <a:pt x="732289" y="60804"/>
                  <a:pt x="731381" y="64385"/>
                </a:cubicBezTo>
                <a:cubicBezTo>
                  <a:pt x="730474" y="67964"/>
                  <a:pt x="730020" y="71874"/>
                  <a:pt x="730020" y="76117"/>
                </a:cubicBezTo>
                <a:cubicBezTo>
                  <a:pt x="730020" y="80193"/>
                  <a:pt x="730391" y="84021"/>
                  <a:pt x="731134" y="87602"/>
                </a:cubicBezTo>
                <a:cubicBezTo>
                  <a:pt x="731876" y="91182"/>
                  <a:pt x="733114" y="94308"/>
                  <a:pt x="734847" y="96979"/>
                </a:cubicBezTo>
                <a:cubicBezTo>
                  <a:pt x="736580" y="99651"/>
                  <a:pt x="738904" y="101772"/>
                  <a:pt x="741819" y="103343"/>
                </a:cubicBezTo>
                <a:cubicBezTo>
                  <a:pt x="744734" y="104913"/>
                  <a:pt x="748365" y="105697"/>
                  <a:pt x="752711" y="105697"/>
                </a:cubicBezTo>
                <a:cubicBezTo>
                  <a:pt x="756671" y="105697"/>
                  <a:pt x="760109" y="104981"/>
                  <a:pt x="763025" y="103549"/>
                </a:cubicBezTo>
                <a:cubicBezTo>
                  <a:pt x="765940" y="102118"/>
                  <a:pt x="768333" y="100107"/>
                  <a:pt x="770203" y="97518"/>
                </a:cubicBezTo>
                <a:cubicBezTo>
                  <a:pt x="772073" y="94928"/>
                  <a:pt x="773448" y="91843"/>
                  <a:pt x="774329" y="88264"/>
                </a:cubicBezTo>
                <a:cubicBezTo>
                  <a:pt x="775209" y="84684"/>
                  <a:pt x="775649" y="80744"/>
                  <a:pt x="775649" y="76447"/>
                </a:cubicBezTo>
                <a:close/>
                <a:moveTo>
                  <a:pt x="873944" y="113453"/>
                </a:moveTo>
                <a:cubicBezTo>
                  <a:pt x="873944" y="113893"/>
                  <a:pt x="873834" y="114265"/>
                  <a:pt x="873614" y="114567"/>
                </a:cubicBezTo>
                <a:cubicBezTo>
                  <a:pt x="873394" y="114870"/>
                  <a:pt x="873037" y="115131"/>
                  <a:pt x="872542" y="115351"/>
                </a:cubicBezTo>
                <a:cubicBezTo>
                  <a:pt x="872047" y="115571"/>
                  <a:pt x="871359" y="115736"/>
                  <a:pt x="870479" y="115846"/>
                </a:cubicBezTo>
                <a:cubicBezTo>
                  <a:pt x="869599" y="115956"/>
                  <a:pt x="868499" y="116011"/>
                  <a:pt x="867178" y="116011"/>
                </a:cubicBezTo>
                <a:cubicBezTo>
                  <a:pt x="865803" y="116011"/>
                  <a:pt x="864676" y="115956"/>
                  <a:pt x="863795" y="115846"/>
                </a:cubicBezTo>
                <a:cubicBezTo>
                  <a:pt x="862915" y="115736"/>
                  <a:pt x="862228" y="115571"/>
                  <a:pt x="861733" y="115351"/>
                </a:cubicBezTo>
                <a:cubicBezTo>
                  <a:pt x="861238" y="115131"/>
                  <a:pt x="860880" y="114870"/>
                  <a:pt x="860660" y="114567"/>
                </a:cubicBezTo>
                <a:cubicBezTo>
                  <a:pt x="860440" y="114265"/>
                  <a:pt x="860330" y="113893"/>
                  <a:pt x="860330" y="113453"/>
                </a:cubicBezTo>
                <a:lnTo>
                  <a:pt x="860330" y="69970"/>
                </a:lnTo>
                <a:cubicBezTo>
                  <a:pt x="860330" y="65734"/>
                  <a:pt x="860000" y="62324"/>
                  <a:pt x="859340" y="59738"/>
                </a:cubicBezTo>
                <a:cubicBezTo>
                  <a:pt x="858680" y="57153"/>
                  <a:pt x="857717" y="54925"/>
                  <a:pt x="856452" y="53055"/>
                </a:cubicBezTo>
                <a:cubicBezTo>
                  <a:pt x="855187" y="51185"/>
                  <a:pt x="853550" y="49754"/>
                  <a:pt x="851542" y="48764"/>
                </a:cubicBezTo>
                <a:cubicBezTo>
                  <a:pt x="849535" y="47774"/>
                  <a:pt x="847211" y="47279"/>
                  <a:pt x="844570" y="47279"/>
                </a:cubicBezTo>
                <a:cubicBezTo>
                  <a:pt x="841160" y="47279"/>
                  <a:pt x="837749" y="48489"/>
                  <a:pt x="834339" y="50910"/>
                </a:cubicBezTo>
                <a:cubicBezTo>
                  <a:pt x="830928" y="53330"/>
                  <a:pt x="827353" y="56878"/>
                  <a:pt x="823612" y="61554"/>
                </a:cubicBezTo>
                <a:lnTo>
                  <a:pt x="823612" y="113453"/>
                </a:lnTo>
                <a:cubicBezTo>
                  <a:pt x="823612" y="113893"/>
                  <a:pt x="823502" y="114265"/>
                  <a:pt x="823282" y="114567"/>
                </a:cubicBezTo>
                <a:cubicBezTo>
                  <a:pt x="823062" y="114870"/>
                  <a:pt x="822705" y="115131"/>
                  <a:pt x="822210" y="115351"/>
                </a:cubicBezTo>
                <a:cubicBezTo>
                  <a:pt x="821715" y="115571"/>
                  <a:pt x="821027" y="115736"/>
                  <a:pt x="820147" y="115846"/>
                </a:cubicBezTo>
                <a:cubicBezTo>
                  <a:pt x="819267" y="115956"/>
                  <a:pt x="818139" y="116011"/>
                  <a:pt x="816764" y="116011"/>
                </a:cubicBezTo>
                <a:cubicBezTo>
                  <a:pt x="815444" y="116011"/>
                  <a:pt x="814343" y="115956"/>
                  <a:pt x="813463" y="115846"/>
                </a:cubicBezTo>
                <a:cubicBezTo>
                  <a:pt x="812583" y="115736"/>
                  <a:pt x="811882" y="115571"/>
                  <a:pt x="811359" y="115351"/>
                </a:cubicBezTo>
                <a:cubicBezTo>
                  <a:pt x="810837" y="115131"/>
                  <a:pt x="810479" y="114870"/>
                  <a:pt x="810287" y="114567"/>
                </a:cubicBezTo>
                <a:cubicBezTo>
                  <a:pt x="810094" y="114265"/>
                  <a:pt x="809998" y="113893"/>
                  <a:pt x="809998" y="113453"/>
                </a:cubicBezTo>
                <a:lnTo>
                  <a:pt x="809998" y="39193"/>
                </a:lnTo>
                <a:cubicBezTo>
                  <a:pt x="809998" y="38753"/>
                  <a:pt x="810080" y="38382"/>
                  <a:pt x="810245" y="38079"/>
                </a:cubicBezTo>
                <a:cubicBezTo>
                  <a:pt x="810410" y="37777"/>
                  <a:pt x="810740" y="37502"/>
                  <a:pt x="811236" y="37254"/>
                </a:cubicBezTo>
                <a:cubicBezTo>
                  <a:pt x="811731" y="37006"/>
                  <a:pt x="812363" y="36841"/>
                  <a:pt x="813133" y="36759"/>
                </a:cubicBezTo>
                <a:cubicBezTo>
                  <a:pt x="813903" y="36676"/>
                  <a:pt x="814921" y="36635"/>
                  <a:pt x="816186" y="36635"/>
                </a:cubicBezTo>
                <a:cubicBezTo>
                  <a:pt x="817396" y="36635"/>
                  <a:pt x="818400" y="36676"/>
                  <a:pt x="819198" y="36759"/>
                </a:cubicBezTo>
                <a:cubicBezTo>
                  <a:pt x="819996" y="36841"/>
                  <a:pt x="820614" y="37006"/>
                  <a:pt x="821054" y="37254"/>
                </a:cubicBezTo>
                <a:cubicBezTo>
                  <a:pt x="821494" y="37502"/>
                  <a:pt x="821811" y="37777"/>
                  <a:pt x="822003" y="38079"/>
                </a:cubicBezTo>
                <a:cubicBezTo>
                  <a:pt x="822196" y="38382"/>
                  <a:pt x="822292" y="38753"/>
                  <a:pt x="822292" y="39193"/>
                </a:cubicBezTo>
                <a:lnTo>
                  <a:pt x="822292" y="49012"/>
                </a:lnTo>
                <a:cubicBezTo>
                  <a:pt x="826473" y="44336"/>
                  <a:pt x="830640" y="40912"/>
                  <a:pt x="834793" y="38739"/>
                </a:cubicBezTo>
                <a:cubicBezTo>
                  <a:pt x="838946" y="36566"/>
                  <a:pt x="843140" y="35480"/>
                  <a:pt x="847376" y="35480"/>
                </a:cubicBezTo>
                <a:cubicBezTo>
                  <a:pt x="852326" y="35480"/>
                  <a:pt x="856493" y="36319"/>
                  <a:pt x="859876" y="37997"/>
                </a:cubicBezTo>
                <a:cubicBezTo>
                  <a:pt x="863259" y="39674"/>
                  <a:pt x="865996" y="41916"/>
                  <a:pt x="868086" y="44721"/>
                </a:cubicBezTo>
                <a:cubicBezTo>
                  <a:pt x="870176" y="47527"/>
                  <a:pt x="871675" y="50813"/>
                  <a:pt x="872583" y="54581"/>
                </a:cubicBezTo>
                <a:cubicBezTo>
                  <a:pt x="873491" y="58349"/>
                  <a:pt x="873944" y="62874"/>
                  <a:pt x="873944" y="68155"/>
                </a:cubicBezTo>
                <a:lnTo>
                  <a:pt x="873944" y="113453"/>
                </a:lnTo>
                <a:close/>
                <a:moveTo>
                  <a:pt x="945334" y="93297"/>
                </a:moveTo>
                <a:cubicBezTo>
                  <a:pt x="945334" y="97096"/>
                  <a:pt x="944633" y="100483"/>
                  <a:pt x="943230" y="103457"/>
                </a:cubicBezTo>
                <a:cubicBezTo>
                  <a:pt x="941827" y="106429"/>
                  <a:pt x="939833" y="108934"/>
                  <a:pt x="937248" y="110973"/>
                </a:cubicBezTo>
                <a:cubicBezTo>
                  <a:pt x="934663" y="113010"/>
                  <a:pt x="931582" y="114551"/>
                  <a:pt x="928007" y="115596"/>
                </a:cubicBezTo>
                <a:cubicBezTo>
                  <a:pt x="924431" y="116643"/>
                  <a:pt x="920498" y="117166"/>
                  <a:pt x="916207" y="117166"/>
                </a:cubicBezTo>
                <a:cubicBezTo>
                  <a:pt x="913567" y="117166"/>
                  <a:pt x="911050" y="116960"/>
                  <a:pt x="908658" y="116548"/>
                </a:cubicBezTo>
                <a:cubicBezTo>
                  <a:pt x="906265" y="116135"/>
                  <a:pt x="904119" y="115612"/>
                  <a:pt x="902222" y="114980"/>
                </a:cubicBezTo>
                <a:cubicBezTo>
                  <a:pt x="900324" y="114347"/>
                  <a:pt x="898715" y="113687"/>
                  <a:pt x="897395" y="113000"/>
                </a:cubicBezTo>
                <a:cubicBezTo>
                  <a:pt x="896075" y="112312"/>
                  <a:pt x="895112" y="111693"/>
                  <a:pt x="894507" y="111143"/>
                </a:cubicBezTo>
                <a:cubicBezTo>
                  <a:pt x="893902" y="110593"/>
                  <a:pt x="893462" y="109823"/>
                  <a:pt x="893187" y="108833"/>
                </a:cubicBezTo>
                <a:cubicBezTo>
                  <a:pt x="892912" y="107843"/>
                  <a:pt x="892774" y="106495"/>
                  <a:pt x="892774" y="104790"/>
                </a:cubicBezTo>
                <a:cubicBezTo>
                  <a:pt x="892774" y="103745"/>
                  <a:pt x="892829" y="102864"/>
                  <a:pt x="892939" y="102149"/>
                </a:cubicBezTo>
                <a:cubicBezTo>
                  <a:pt x="893049" y="101434"/>
                  <a:pt x="893187" y="100857"/>
                  <a:pt x="893352" y="100417"/>
                </a:cubicBezTo>
                <a:cubicBezTo>
                  <a:pt x="893517" y="99977"/>
                  <a:pt x="893751" y="99660"/>
                  <a:pt x="894053" y="99468"/>
                </a:cubicBezTo>
                <a:cubicBezTo>
                  <a:pt x="894356" y="99275"/>
                  <a:pt x="894699" y="99179"/>
                  <a:pt x="895084" y="99179"/>
                </a:cubicBezTo>
                <a:cubicBezTo>
                  <a:pt x="895690" y="99179"/>
                  <a:pt x="896583" y="99550"/>
                  <a:pt x="897766" y="100293"/>
                </a:cubicBezTo>
                <a:cubicBezTo>
                  <a:pt x="898949" y="101035"/>
                  <a:pt x="900406" y="101847"/>
                  <a:pt x="902139" y="102727"/>
                </a:cubicBezTo>
                <a:cubicBezTo>
                  <a:pt x="903872" y="103607"/>
                  <a:pt x="905921" y="104418"/>
                  <a:pt x="908286" y="105161"/>
                </a:cubicBezTo>
                <a:cubicBezTo>
                  <a:pt x="910652" y="105904"/>
                  <a:pt x="913375" y="106275"/>
                  <a:pt x="916455" y="106275"/>
                </a:cubicBezTo>
                <a:cubicBezTo>
                  <a:pt x="918765" y="106275"/>
                  <a:pt x="920856" y="106027"/>
                  <a:pt x="922726" y="105532"/>
                </a:cubicBezTo>
                <a:cubicBezTo>
                  <a:pt x="924596" y="105036"/>
                  <a:pt x="926219" y="104305"/>
                  <a:pt x="927594" y="103341"/>
                </a:cubicBezTo>
                <a:cubicBezTo>
                  <a:pt x="928969" y="102376"/>
                  <a:pt x="930028" y="101150"/>
                  <a:pt x="930771" y="99661"/>
                </a:cubicBezTo>
                <a:cubicBezTo>
                  <a:pt x="931513" y="98172"/>
                  <a:pt x="931885" y="96409"/>
                  <a:pt x="931885" y="94370"/>
                </a:cubicBezTo>
                <a:cubicBezTo>
                  <a:pt x="931885" y="92278"/>
                  <a:pt x="931348" y="90516"/>
                  <a:pt x="930276" y="89084"/>
                </a:cubicBezTo>
                <a:cubicBezTo>
                  <a:pt x="929203" y="87652"/>
                  <a:pt x="927787" y="86386"/>
                  <a:pt x="926026" y="85286"/>
                </a:cubicBezTo>
                <a:cubicBezTo>
                  <a:pt x="924266" y="84184"/>
                  <a:pt x="922286" y="83207"/>
                  <a:pt x="920085" y="82354"/>
                </a:cubicBezTo>
                <a:cubicBezTo>
                  <a:pt x="917885" y="81500"/>
                  <a:pt x="915616" y="80605"/>
                  <a:pt x="913278" y="79670"/>
                </a:cubicBezTo>
                <a:cubicBezTo>
                  <a:pt x="910940" y="78733"/>
                  <a:pt x="908658" y="77673"/>
                  <a:pt x="906430" y="76488"/>
                </a:cubicBezTo>
                <a:cubicBezTo>
                  <a:pt x="904202" y="75304"/>
                  <a:pt x="902208" y="73858"/>
                  <a:pt x="900448" y="72151"/>
                </a:cubicBezTo>
                <a:cubicBezTo>
                  <a:pt x="898687" y="70444"/>
                  <a:pt x="897271" y="68407"/>
                  <a:pt x="896198" y="66040"/>
                </a:cubicBezTo>
                <a:cubicBezTo>
                  <a:pt x="895126" y="63673"/>
                  <a:pt x="894589" y="60838"/>
                  <a:pt x="894589" y="57534"/>
                </a:cubicBezTo>
                <a:cubicBezTo>
                  <a:pt x="894589" y="54615"/>
                  <a:pt x="895153" y="51821"/>
                  <a:pt x="896281" y="49151"/>
                </a:cubicBezTo>
                <a:cubicBezTo>
                  <a:pt x="897409" y="46480"/>
                  <a:pt x="899100" y="44139"/>
                  <a:pt x="901355" y="42130"/>
                </a:cubicBezTo>
                <a:cubicBezTo>
                  <a:pt x="903611" y="40119"/>
                  <a:pt x="906430" y="38508"/>
                  <a:pt x="909813" y="37298"/>
                </a:cubicBezTo>
                <a:cubicBezTo>
                  <a:pt x="913196" y="36086"/>
                  <a:pt x="917143" y="35480"/>
                  <a:pt x="921653" y="35480"/>
                </a:cubicBezTo>
                <a:cubicBezTo>
                  <a:pt x="923633" y="35480"/>
                  <a:pt x="925614" y="35648"/>
                  <a:pt x="927594" y="35983"/>
                </a:cubicBezTo>
                <a:cubicBezTo>
                  <a:pt x="929574" y="36318"/>
                  <a:pt x="931362" y="36737"/>
                  <a:pt x="932957" y="37239"/>
                </a:cubicBezTo>
                <a:cubicBezTo>
                  <a:pt x="934552" y="37740"/>
                  <a:pt x="935914" y="38285"/>
                  <a:pt x="937042" y="38871"/>
                </a:cubicBezTo>
                <a:cubicBezTo>
                  <a:pt x="938169" y="39457"/>
                  <a:pt x="939022" y="39973"/>
                  <a:pt x="939599" y="40420"/>
                </a:cubicBezTo>
                <a:cubicBezTo>
                  <a:pt x="940177" y="40867"/>
                  <a:pt x="940562" y="41256"/>
                  <a:pt x="940755" y="41586"/>
                </a:cubicBezTo>
                <a:cubicBezTo>
                  <a:pt x="940947" y="41916"/>
                  <a:pt x="941085" y="42287"/>
                  <a:pt x="941167" y="42700"/>
                </a:cubicBezTo>
                <a:cubicBezTo>
                  <a:pt x="941250" y="43112"/>
                  <a:pt x="941332" y="43621"/>
                  <a:pt x="941415" y="44226"/>
                </a:cubicBezTo>
                <a:cubicBezTo>
                  <a:pt x="941497" y="44831"/>
                  <a:pt x="941538" y="45574"/>
                  <a:pt x="941538" y="46454"/>
                </a:cubicBezTo>
                <a:cubicBezTo>
                  <a:pt x="941538" y="47389"/>
                  <a:pt x="941497" y="48201"/>
                  <a:pt x="941415" y="48888"/>
                </a:cubicBezTo>
                <a:cubicBezTo>
                  <a:pt x="941332" y="49576"/>
                  <a:pt x="941195" y="50140"/>
                  <a:pt x="941002" y="50580"/>
                </a:cubicBezTo>
                <a:cubicBezTo>
                  <a:pt x="940810" y="51020"/>
                  <a:pt x="940576" y="51336"/>
                  <a:pt x="940301" y="51528"/>
                </a:cubicBezTo>
                <a:cubicBezTo>
                  <a:pt x="940026" y="51721"/>
                  <a:pt x="939723" y="51817"/>
                  <a:pt x="939393" y="51817"/>
                </a:cubicBezTo>
                <a:cubicBezTo>
                  <a:pt x="938898" y="51817"/>
                  <a:pt x="938183" y="51510"/>
                  <a:pt x="937248" y="50897"/>
                </a:cubicBezTo>
                <a:cubicBezTo>
                  <a:pt x="936313" y="50283"/>
                  <a:pt x="935103" y="49627"/>
                  <a:pt x="933617" y="48929"/>
                </a:cubicBezTo>
                <a:cubicBezTo>
                  <a:pt x="932132" y="48231"/>
                  <a:pt x="930386" y="47576"/>
                  <a:pt x="928378" y="46962"/>
                </a:cubicBezTo>
                <a:cubicBezTo>
                  <a:pt x="926370" y="46348"/>
                  <a:pt x="924074" y="46041"/>
                  <a:pt x="921488" y="46041"/>
                </a:cubicBezTo>
                <a:cubicBezTo>
                  <a:pt x="919178" y="46041"/>
                  <a:pt x="917143" y="46304"/>
                  <a:pt x="915382" y="46828"/>
                </a:cubicBezTo>
                <a:cubicBezTo>
                  <a:pt x="913622" y="47350"/>
                  <a:pt x="912178" y="48094"/>
                  <a:pt x="911050" y="49058"/>
                </a:cubicBezTo>
                <a:cubicBezTo>
                  <a:pt x="909923" y="50023"/>
                  <a:pt x="909070" y="51167"/>
                  <a:pt x="908493" y="52490"/>
                </a:cubicBezTo>
                <a:cubicBezTo>
                  <a:pt x="907915" y="53812"/>
                  <a:pt x="907626" y="55245"/>
                  <a:pt x="907626" y="56789"/>
                </a:cubicBezTo>
                <a:cubicBezTo>
                  <a:pt x="907626" y="58936"/>
                  <a:pt x="908176" y="60739"/>
                  <a:pt x="909276" y="62198"/>
                </a:cubicBezTo>
                <a:cubicBezTo>
                  <a:pt x="910377" y="63658"/>
                  <a:pt x="911807" y="64938"/>
                  <a:pt x="913567" y="66040"/>
                </a:cubicBezTo>
                <a:cubicBezTo>
                  <a:pt x="915327" y="67140"/>
                  <a:pt x="917335" y="68131"/>
                  <a:pt x="919590" y="69013"/>
                </a:cubicBezTo>
                <a:cubicBezTo>
                  <a:pt x="921846" y="69893"/>
                  <a:pt x="924142" y="70802"/>
                  <a:pt x="926480" y="71739"/>
                </a:cubicBezTo>
                <a:cubicBezTo>
                  <a:pt x="928818" y="72674"/>
                  <a:pt x="931128" y="73720"/>
                  <a:pt x="933411" y="74877"/>
                </a:cubicBezTo>
                <a:cubicBezTo>
                  <a:pt x="935694" y="76034"/>
                  <a:pt x="937715" y="77438"/>
                  <a:pt x="939476" y="79090"/>
                </a:cubicBezTo>
                <a:cubicBezTo>
                  <a:pt x="941236" y="80742"/>
                  <a:pt x="942652" y="82725"/>
                  <a:pt x="943725" y="85039"/>
                </a:cubicBezTo>
                <a:cubicBezTo>
                  <a:pt x="944798" y="87351"/>
                  <a:pt x="945334" y="90104"/>
                  <a:pt x="945334" y="93297"/>
                </a:cubicBezTo>
                <a:close/>
                <a:moveTo>
                  <a:pt x="1107198" y="39028"/>
                </a:moveTo>
                <a:cubicBezTo>
                  <a:pt x="1107198" y="39413"/>
                  <a:pt x="1107143" y="39881"/>
                  <a:pt x="1107033" y="40431"/>
                </a:cubicBezTo>
                <a:cubicBezTo>
                  <a:pt x="1106923" y="40981"/>
                  <a:pt x="1106731" y="41668"/>
                  <a:pt x="1106456" y="42493"/>
                </a:cubicBezTo>
                <a:lnTo>
                  <a:pt x="1084590" y="113041"/>
                </a:lnTo>
                <a:cubicBezTo>
                  <a:pt x="1084425" y="113646"/>
                  <a:pt x="1084164" y="114141"/>
                  <a:pt x="1083806" y="114526"/>
                </a:cubicBezTo>
                <a:cubicBezTo>
                  <a:pt x="1083449" y="114911"/>
                  <a:pt x="1082953" y="115214"/>
                  <a:pt x="1082321" y="115434"/>
                </a:cubicBezTo>
                <a:cubicBezTo>
                  <a:pt x="1081688" y="115654"/>
                  <a:pt x="1080822" y="115805"/>
                  <a:pt x="1079722" y="115888"/>
                </a:cubicBezTo>
                <a:cubicBezTo>
                  <a:pt x="1078622" y="115970"/>
                  <a:pt x="1077246" y="116011"/>
                  <a:pt x="1075596" y="116011"/>
                </a:cubicBezTo>
                <a:cubicBezTo>
                  <a:pt x="1073891" y="116011"/>
                  <a:pt x="1072461" y="115956"/>
                  <a:pt x="1071306" y="115846"/>
                </a:cubicBezTo>
                <a:cubicBezTo>
                  <a:pt x="1070150" y="115736"/>
                  <a:pt x="1069229" y="115571"/>
                  <a:pt x="1068541" y="115351"/>
                </a:cubicBezTo>
                <a:cubicBezTo>
                  <a:pt x="1067854" y="115131"/>
                  <a:pt x="1067345" y="114829"/>
                  <a:pt x="1067015" y="114444"/>
                </a:cubicBezTo>
                <a:cubicBezTo>
                  <a:pt x="1066685" y="114059"/>
                  <a:pt x="1066437" y="113591"/>
                  <a:pt x="1066272" y="113041"/>
                </a:cubicBezTo>
                <a:lnTo>
                  <a:pt x="1050678" y="59161"/>
                </a:lnTo>
                <a:lnTo>
                  <a:pt x="1050513" y="58418"/>
                </a:lnTo>
                <a:lnTo>
                  <a:pt x="1050348" y="59161"/>
                </a:lnTo>
                <a:lnTo>
                  <a:pt x="1035908" y="113041"/>
                </a:lnTo>
                <a:cubicBezTo>
                  <a:pt x="1035743" y="113646"/>
                  <a:pt x="1035482" y="114141"/>
                  <a:pt x="1035124" y="114526"/>
                </a:cubicBezTo>
                <a:cubicBezTo>
                  <a:pt x="1034767" y="114911"/>
                  <a:pt x="1034230" y="115214"/>
                  <a:pt x="1033515" y="115434"/>
                </a:cubicBezTo>
                <a:cubicBezTo>
                  <a:pt x="1032800" y="115654"/>
                  <a:pt x="1031879" y="115805"/>
                  <a:pt x="1030751" y="115888"/>
                </a:cubicBezTo>
                <a:cubicBezTo>
                  <a:pt x="1029623" y="115970"/>
                  <a:pt x="1028235" y="116011"/>
                  <a:pt x="1026584" y="116011"/>
                </a:cubicBezTo>
                <a:cubicBezTo>
                  <a:pt x="1024879" y="116011"/>
                  <a:pt x="1023490" y="115956"/>
                  <a:pt x="1022417" y="115846"/>
                </a:cubicBezTo>
                <a:cubicBezTo>
                  <a:pt x="1021345" y="115736"/>
                  <a:pt x="1020465" y="115571"/>
                  <a:pt x="1019777" y="115351"/>
                </a:cubicBezTo>
                <a:cubicBezTo>
                  <a:pt x="1019090" y="115131"/>
                  <a:pt x="1018581" y="114829"/>
                  <a:pt x="1018251" y="114444"/>
                </a:cubicBezTo>
                <a:cubicBezTo>
                  <a:pt x="1017921" y="114059"/>
                  <a:pt x="1017673" y="113591"/>
                  <a:pt x="1017508" y="113041"/>
                </a:cubicBezTo>
                <a:lnTo>
                  <a:pt x="995807" y="42493"/>
                </a:lnTo>
                <a:cubicBezTo>
                  <a:pt x="995532" y="41668"/>
                  <a:pt x="995340" y="40981"/>
                  <a:pt x="995230" y="40431"/>
                </a:cubicBezTo>
                <a:cubicBezTo>
                  <a:pt x="995120" y="39881"/>
                  <a:pt x="995065" y="39413"/>
                  <a:pt x="995065" y="39028"/>
                </a:cubicBezTo>
                <a:cubicBezTo>
                  <a:pt x="995065" y="38533"/>
                  <a:pt x="995175" y="38134"/>
                  <a:pt x="995395" y="37832"/>
                </a:cubicBezTo>
                <a:cubicBezTo>
                  <a:pt x="995615" y="37529"/>
                  <a:pt x="995986" y="37281"/>
                  <a:pt x="996509" y="37089"/>
                </a:cubicBezTo>
                <a:cubicBezTo>
                  <a:pt x="997031" y="36896"/>
                  <a:pt x="997733" y="36773"/>
                  <a:pt x="998613" y="36718"/>
                </a:cubicBezTo>
                <a:cubicBezTo>
                  <a:pt x="999493" y="36663"/>
                  <a:pt x="1000566" y="36635"/>
                  <a:pt x="1001831" y="36635"/>
                </a:cubicBezTo>
                <a:cubicBezTo>
                  <a:pt x="1003371" y="36635"/>
                  <a:pt x="1004609" y="36676"/>
                  <a:pt x="1005544" y="36759"/>
                </a:cubicBezTo>
                <a:cubicBezTo>
                  <a:pt x="1006479" y="36841"/>
                  <a:pt x="1007194" y="36979"/>
                  <a:pt x="1007689" y="37171"/>
                </a:cubicBezTo>
                <a:cubicBezTo>
                  <a:pt x="1008184" y="37364"/>
                  <a:pt x="1008542" y="37639"/>
                  <a:pt x="1008762" y="37997"/>
                </a:cubicBezTo>
                <a:cubicBezTo>
                  <a:pt x="1008982" y="38352"/>
                  <a:pt x="1009174" y="38778"/>
                  <a:pt x="1009339" y="39273"/>
                </a:cubicBezTo>
                <a:lnTo>
                  <a:pt x="1027244" y="100417"/>
                </a:lnTo>
                <a:lnTo>
                  <a:pt x="1027409" y="101159"/>
                </a:lnTo>
                <a:lnTo>
                  <a:pt x="1027574" y="100417"/>
                </a:lnTo>
                <a:lnTo>
                  <a:pt x="1043994" y="39273"/>
                </a:lnTo>
                <a:cubicBezTo>
                  <a:pt x="1044104" y="38778"/>
                  <a:pt x="1044283" y="38352"/>
                  <a:pt x="1044531" y="37997"/>
                </a:cubicBezTo>
                <a:cubicBezTo>
                  <a:pt x="1044778" y="37639"/>
                  <a:pt x="1045149" y="37364"/>
                  <a:pt x="1045644" y="37171"/>
                </a:cubicBezTo>
                <a:cubicBezTo>
                  <a:pt x="1046140" y="36979"/>
                  <a:pt x="1046813" y="36841"/>
                  <a:pt x="1047666" y="36759"/>
                </a:cubicBezTo>
                <a:cubicBezTo>
                  <a:pt x="1048519" y="36676"/>
                  <a:pt x="1049633" y="36635"/>
                  <a:pt x="1051008" y="36635"/>
                </a:cubicBezTo>
                <a:cubicBezTo>
                  <a:pt x="1052328" y="36635"/>
                  <a:pt x="1053414" y="36676"/>
                  <a:pt x="1054267" y="36759"/>
                </a:cubicBezTo>
                <a:cubicBezTo>
                  <a:pt x="1055120" y="36841"/>
                  <a:pt x="1055793" y="36979"/>
                  <a:pt x="1056288" y="37171"/>
                </a:cubicBezTo>
                <a:cubicBezTo>
                  <a:pt x="1056784" y="37364"/>
                  <a:pt x="1057141" y="37625"/>
                  <a:pt x="1057361" y="37955"/>
                </a:cubicBezTo>
                <a:cubicBezTo>
                  <a:pt x="1057581" y="38284"/>
                  <a:pt x="1057746" y="38668"/>
                  <a:pt x="1057856" y="39108"/>
                </a:cubicBezTo>
                <a:lnTo>
                  <a:pt x="1075596" y="100417"/>
                </a:lnTo>
                <a:lnTo>
                  <a:pt x="1075761" y="101159"/>
                </a:lnTo>
                <a:lnTo>
                  <a:pt x="1075844" y="100417"/>
                </a:lnTo>
                <a:lnTo>
                  <a:pt x="1093501" y="39273"/>
                </a:lnTo>
                <a:cubicBezTo>
                  <a:pt x="1093611" y="38778"/>
                  <a:pt x="1093790" y="38352"/>
                  <a:pt x="1094038" y="37997"/>
                </a:cubicBezTo>
                <a:cubicBezTo>
                  <a:pt x="1094285" y="37639"/>
                  <a:pt x="1094670" y="37364"/>
                  <a:pt x="1095193" y="37171"/>
                </a:cubicBezTo>
                <a:cubicBezTo>
                  <a:pt x="1095715" y="36979"/>
                  <a:pt x="1096430" y="36841"/>
                  <a:pt x="1097338" y="36759"/>
                </a:cubicBezTo>
                <a:cubicBezTo>
                  <a:pt x="1098246" y="36676"/>
                  <a:pt x="1099415" y="36635"/>
                  <a:pt x="1100845" y="36635"/>
                </a:cubicBezTo>
                <a:cubicBezTo>
                  <a:pt x="1102165" y="36635"/>
                  <a:pt x="1103224" y="36663"/>
                  <a:pt x="1104021" y="36718"/>
                </a:cubicBezTo>
                <a:cubicBezTo>
                  <a:pt x="1104819" y="36773"/>
                  <a:pt x="1105452" y="36910"/>
                  <a:pt x="1105919" y="37130"/>
                </a:cubicBezTo>
                <a:cubicBezTo>
                  <a:pt x="1106387" y="37350"/>
                  <a:pt x="1106717" y="37598"/>
                  <a:pt x="1106909" y="37873"/>
                </a:cubicBezTo>
                <a:cubicBezTo>
                  <a:pt x="1107102" y="38148"/>
                  <a:pt x="1107198" y="38533"/>
                  <a:pt x="1107198" y="39028"/>
                </a:cubicBezTo>
                <a:close/>
                <a:moveTo>
                  <a:pt x="1137754" y="113453"/>
                </a:moveTo>
                <a:cubicBezTo>
                  <a:pt x="1137754" y="113893"/>
                  <a:pt x="1137644" y="114265"/>
                  <a:pt x="1137424" y="114567"/>
                </a:cubicBezTo>
                <a:cubicBezTo>
                  <a:pt x="1137204" y="114870"/>
                  <a:pt x="1136846" y="115131"/>
                  <a:pt x="1136351" y="115351"/>
                </a:cubicBezTo>
                <a:cubicBezTo>
                  <a:pt x="1135856" y="115571"/>
                  <a:pt x="1135169" y="115736"/>
                  <a:pt x="1134289" y="115846"/>
                </a:cubicBezTo>
                <a:cubicBezTo>
                  <a:pt x="1133409" y="115956"/>
                  <a:pt x="1132281" y="116011"/>
                  <a:pt x="1130906" y="116011"/>
                </a:cubicBezTo>
                <a:cubicBezTo>
                  <a:pt x="1129585" y="116011"/>
                  <a:pt x="1128485" y="115956"/>
                  <a:pt x="1127605" y="115846"/>
                </a:cubicBezTo>
                <a:cubicBezTo>
                  <a:pt x="1126725" y="115736"/>
                  <a:pt x="1126024" y="115571"/>
                  <a:pt x="1125501" y="115351"/>
                </a:cubicBezTo>
                <a:cubicBezTo>
                  <a:pt x="1124979" y="115131"/>
                  <a:pt x="1124621" y="114870"/>
                  <a:pt x="1124429" y="114567"/>
                </a:cubicBezTo>
                <a:cubicBezTo>
                  <a:pt x="1124236" y="114265"/>
                  <a:pt x="1124140" y="113893"/>
                  <a:pt x="1124140" y="113453"/>
                </a:cubicBezTo>
                <a:lnTo>
                  <a:pt x="1124140" y="39193"/>
                </a:lnTo>
                <a:cubicBezTo>
                  <a:pt x="1124140" y="38808"/>
                  <a:pt x="1124236" y="38450"/>
                  <a:pt x="1124429" y="38120"/>
                </a:cubicBezTo>
                <a:cubicBezTo>
                  <a:pt x="1124621" y="37790"/>
                  <a:pt x="1124979" y="37515"/>
                  <a:pt x="1125501" y="37295"/>
                </a:cubicBezTo>
                <a:cubicBezTo>
                  <a:pt x="1126024" y="37075"/>
                  <a:pt x="1126725" y="36910"/>
                  <a:pt x="1127605" y="36800"/>
                </a:cubicBezTo>
                <a:cubicBezTo>
                  <a:pt x="1128485" y="36690"/>
                  <a:pt x="1129585" y="36635"/>
                  <a:pt x="1130906" y="36635"/>
                </a:cubicBezTo>
                <a:cubicBezTo>
                  <a:pt x="1132281" y="36635"/>
                  <a:pt x="1133409" y="36690"/>
                  <a:pt x="1134289" y="36800"/>
                </a:cubicBezTo>
                <a:cubicBezTo>
                  <a:pt x="1135169" y="36910"/>
                  <a:pt x="1135856" y="37075"/>
                  <a:pt x="1136351" y="37295"/>
                </a:cubicBezTo>
                <a:cubicBezTo>
                  <a:pt x="1136846" y="37515"/>
                  <a:pt x="1137204" y="37790"/>
                  <a:pt x="1137424" y="38120"/>
                </a:cubicBezTo>
                <a:cubicBezTo>
                  <a:pt x="1137644" y="38450"/>
                  <a:pt x="1137754" y="38808"/>
                  <a:pt x="1137754" y="39193"/>
                </a:cubicBezTo>
                <a:lnTo>
                  <a:pt x="1137754" y="113453"/>
                </a:lnTo>
                <a:moveTo>
                  <a:pt x="1139322" y="14027"/>
                </a:moveTo>
                <a:cubicBezTo>
                  <a:pt x="1139322" y="17217"/>
                  <a:pt x="1138717" y="19390"/>
                  <a:pt x="1137507" y="20545"/>
                </a:cubicBezTo>
                <a:cubicBezTo>
                  <a:pt x="1136296" y="21701"/>
                  <a:pt x="1134069" y="22278"/>
                  <a:pt x="1130823" y="22278"/>
                </a:cubicBezTo>
                <a:cubicBezTo>
                  <a:pt x="1127633" y="22278"/>
                  <a:pt x="1125446" y="21714"/>
                  <a:pt x="1124263" y="20587"/>
                </a:cubicBezTo>
                <a:cubicBezTo>
                  <a:pt x="1123081" y="19459"/>
                  <a:pt x="1122489" y="17327"/>
                  <a:pt x="1122489" y="14192"/>
                </a:cubicBezTo>
                <a:cubicBezTo>
                  <a:pt x="1122489" y="11002"/>
                  <a:pt x="1123095" y="8829"/>
                  <a:pt x="1124305" y="7674"/>
                </a:cubicBezTo>
                <a:cubicBezTo>
                  <a:pt x="1125515" y="6518"/>
                  <a:pt x="1127743" y="5941"/>
                  <a:pt x="1130988" y="5941"/>
                </a:cubicBezTo>
                <a:cubicBezTo>
                  <a:pt x="1134179" y="5941"/>
                  <a:pt x="1136365" y="6505"/>
                  <a:pt x="1137548" y="7632"/>
                </a:cubicBezTo>
                <a:cubicBezTo>
                  <a:pt x="1138731" y="8760"/>
                  <a:pt x="1139322" y="10892"/>
                  <a:pt x="1139322" y="14027"/>
                </a:cubicBezTo>
                <a:close/>
                <a:moveTo>
                  <a:pt x="1201621" y="108090"/>
                </a:moveTo>
                <a:cubicBezTo>
                  <a:pt x="1201621" y="109685"/>
                  <a:pt x="1201511" y="110951"/>
                  <a:pt x="1201291" y="111886"/>
                </a:cubicBezTo>
                <a:cubicBezTo>
                  <a:pt x="1201071" y="112821"/>
                  <a:pt x="1200741" y="113508"/>
                  <a:pt x="1200301" y="113948"/>
                </a:cubicBezTo>
                <a:cubicBezTo>
                  <a:pt x="1199861" y="114389"/>
                  <a:pt x="1199201" y="114801"/>
                  <a:pt x="1198320" y="115186"/>
                </a:cubicBezTo>
                <a:cubicBezTo>
                  <a:pt x="1197440" y="115571"/>
                  <a:pt x="1196436" y="115888"/>
                  <a:pt x="1195309" y="116135"/>
                </a:cubicBezTo>
                <a:cubicBezTo>
                  <a:pt x="1194181" y="116383"/>
                  <a:pt x="1192985" y="116589"/>
                  <a:pt x="1191719" y="116754"/>
                </a:cubicBezTo>
                <a:cubicBezTo>
                  <a:pt x="1190454" y="116919"/>
                  <a:pt x="1189189" y="117001"/>
                  <a:pt x="1187924" y="117001"/>
                </a:cubicBezTo>
                <a:cubicBezTo>
                  <a:pt x="1184073" y="117001"/>
                  <a:pt x="1180773" y="116492"/>
                  <a:pt x="1178023" y="115472"/>
                </a:cubicBezTo>
                <a:cubicBezTo>
                  <a:pt x="1175272" y="114451"/>
                  <a:pt x="1173017" y="112907"/>
                  <a:pt x="1171257" y="110839"/>
                </a:cubicBezTo>
                <a:cubicBezTo>
                  <a:pt x="1169496" y="108771"/>
                  <a:pt x="1168217" y="106152"/>
                  <a:pt x="1167420" y="102982"/>
                </a:cubicBezTo>
                <a:cubicBezTo>
                  <a:pt x="1166622" y="99812"/>
                  <a:pt x="1166223" y="96077"/>
                  <a:pt x="1166223" y="91776"/>
                </a:cubicBezTo>
                <a:lnTo>
                  <a:pt x="1166223" y="48269"/>
                </a:lnTo>
                <a:lnTo>
                  <a:pt x="1155827" y="48269"/>
                </a:lnTo>
                <a:cubicBezTo>
                  <a:pt x="1155002" y="48269"/>
                  <a:pt x="1154342" y="47829"/>
                  <a:pt x="1153847" y="46949"/>
                </a:cubicBezTo>
                <a:cubicBezTo>
                  <a:pt x="1153352" y="46069"/>
                  <a:pt x="1153104" y="44639"/>
                  <a:pt x="1153104" y="42658"/>
                </a:cubicBezTo>
                <a:cubicBezTo>
                  <a:pt x="1153104" y="41613"/>
                  <a:pt x="1153173" y="40733"/>
                  <a:pt x="1153310" y="40018"/>
                </a:cubicBezTo>
                <a:cubicBezTo>
                  <a:pt x="1153448" y="39303"/>
                  <a:pt x="1153627" y="38712"/>
                  <a:pt x="1153847" y="38244"/>
                </a:cubicBezTo>
                <a:cubicBezTo>
                  <a:pt x="1154067" y="37777"/>
                  <a:pt x="1154355" y="37447"/>
                  <a:pt x="1154713" y="37254"/>
                </a:cubicBezTo>
                <a:cubicBezTo>
                  <a:pt x="1155071" y="37061"/>
                  <a:pt x="1155469" y="36965"/>
                  <a:pt x="1155909" y="36965"/>
                </a:cubicBezTo>
                <a:lnTo>
                  <a:pt x="1166223" y="36965"/>
                </a:lnTo>
                <a:lnTo>
                  <a:pt x="1166223" y="19308"/>
                </a:lnTo>
                <a:cubicBezTo>
                  <a:pt x="1166223" y="18923"/>
                  <a:pt x="1166320" y="18565"/>
                  <a:pt x="1166512" y="18235"/>
                </a:cubicBezTo>
                <a:cubicBezTo>
                  <a:pt x="1166705" y="17905"/>
                  <a:pt x="1167062" y="17616"/>
                  <a:pt x="1167585" y="17369"/>
                </a:cubicBezTo>
                <a:cubicBezTo>
                  <a:pt x="1168107" y="17121"/>
                  <a:pt x="1168809" y="16942"/>
                  <a:pt x="1169689" y="16832"/>
                </a:cubicBezTo>
                <a:cubicBezTo>
                  <a:pt x="1170569" y="16722"/>
                  <a:pt x="1171669" y="16667"/>
                  <a:pt x="1172989" y="16667"/>
                </a:cubicBezTo>
                <a:cubicBezTo>
                  <a:pt x="1174365" y="16667"/>
                  <a:pt x="1175492" y="16722"/>
                  <a:pt x="1176372" y="16832"/>
                </a:cubicBezTo>
                <a:cubicBezTo>
                  <a:pt x="1177252" y="16942"/>
                  <a:pt x="1177940" y="17121"/>
                  <a:pt x="1178435" y="17369"/>
                </a:cubicBezTo>
                <a:cubicBezTo>
                  <a:pt x="1178930" y="17616"/>
                  <a:pt x="1179288" y="17905"/>
                  <a:pt x="1179508" y="18235"/>
                </a:cubicBezTo>
                <a:cubicBezTo>
                  <a:pt x="1179728" y="18565"/>
                  <a:pt x="1179838" y="18923"/>
                  <a:pt x="1179838" y="19308"/>
                </a:cubicBezTo>
                <a:lnTo>
                  <a:pt x="1179838" y="36965"/>
                </a:lnTo>
                <a:lnTo>
                  <a:pt x="1198898" y="36965"/>
                </a:lnTo>
                <a:cubicBezTo>
                  <a:pt x="1199338" y="36965"/>
                  <a:pt x="1199723" y="37061"/>
                  <a:pt x="1200053" y="37254"/>
                </a:cubicBezTo>
                <a:cubicBezTo>
                  <a:pt x="1200383" y="37447"/>
                  <a:pt x="1200672" y="37777"/>
                  <a:pt x="1200920" y="38244"/>
                </a:cubicBezTo>
                <a:cubicBezTo>
                  <a:pt x="1201167" y="38712"/>
                  <a:pt x="1201346" y="39303"/>
                  <a:pt x="1201456" y="40018"/>
                </a:cubicBezTo>
                <a:cubicBezTo>
                  <a:pt x="1201566" y="40733"/>
                  <a:pt x="1201621" y="41613"/>
                  <a:pt x="1201621" y="42658"/>
                </a:cubicBezTo>
                <a:cubicBezTo>
                  <a:pt x="1201621" y="44639"/>
                  <a:pt x="1201373" y="46069"/>
                  <a:pt x="1200878" y="46949"/>
                </a:cubicBezTo>
                <a:cubicBezTo>
                  <a:pt x="1200383" y="47829"/>
                  <a:pt x="1199723" y="48269"/>
                  <a:pt x="1198898" y="48269"/>
                </a:cubicBezTo>
                <a:lnTo>
                  <a:pt x="1179838" y="48269"/>
                </a:lnTo>
                <a:lnTo>
                  <a:pt x="1179838" y="89811"/>
                </a:lnTo>
                <a:cubicBezTo>
                  <a:pt x="1179838" y="94941"/>
                  <a:pt x="1180594" y="98816"/>
                  <a:pt x="1182107" y="101438"/>
                </a:cubicBezTo>
                <a:cubicBezTo>
                  <a:pt x="1183620" y="104057"/>
                  <a:pt x="1186329" y="105367"/>
                  <a:pt x="1190234" y="105367"/>
                </a:cubicBezTo>
                <a:cubicBezTo>
                  <a:pt x="1191499" y="105367"/>
                  <a:pt x="1192627" y="105244"/>
                  <a:pt x="1193617" y="104996"/>
                </a:cubicBezTo>
                <a:cubicBezTo>
                  <a:pt x="1194607" y="104748"/>
                  <a:pt x="1195487" y="104487"/>
                  <a:pt x="1196258" y="104212"/>
                </a:cubicBezTo>
                <a:cubicBezTo>
                  <a:pt x="1197028" y="103937"/>
                  <a:pt x="1197688" y="103676"/>
                  <a:pt x="1198238" y="103428"/>
                </a:cubicBezTo>
                <a:cubicBezTo>
                  <a:pt x="1198788" y="103181"/>
                  <a:pt x="1199283" y="103057"/>
                  <a:pt x="1199723" y="103057"/>
                </a:cubicBezTo>
                <a:cubicBezTo>
                  <a:pt x="1199998" y="103057"/>
                  <a:pt x="1200259" y="103126"/>
                  <a:pt x="1200507" y="103263"/>
                </a:cubicBezTo>
                <a:cubicBezTo>
                  <a:pt x="1200754" y="103401"/>
                  <a:pt x="1200947" y="103662"/>
                  <a:pt x="1201085" y="104047"/>
                </a:cubicBezTo>
                <a:cubicBezTo>
                  <a:pt x="1201222" y="104432"/>
                  <a:pt x="1201346" y="104955"/>
                  <a:pt x="1201456" y="105615"/>
                </a:cubicBezTo>
                <a:cubicBezTo>
                  <a:pt x="1201566" y="106275"/>
                  <a:pt x="1201621" y="107100"/>
                  <a:pt x="1201621" y="108090"/>
                </a:cubicBezTo>
                <a:close/>
                <a:moveTo>
                  <a:pt x="1283562" y="113453"/>
                </a:moveTo>
                <a:cubicBezTo>
                  <a:pt x="1283562" y="113893"/>
                  <a:pt x="1283452" y="114265"/>
                  <a:pt x="1283232" y="114567"/>
                </a:cubicBezTo>
                <a:cubicBezTo>
                  <a:pt x="1283011" y="114870"/>
                  <a:pt x="1282654" y="115131"/>
                  <a:pt x="1282159" y="115351"/>
                </a:cubicBezTo>
                <a:cubicBezTo>
                  <a:pt x="1281664" y="115571"/>
                  <a:pt x="1280976" y="115736"/>
                  <a:pt x="1280096" y="115846"/>
                </a:cubicBezTo>
                <a:cubicBezTo>
                  <a:pt x="1279216" y="115956"/>
                  <a:pt x="1278116" y="116011"/>
                  <a:pt x="1276796" y="116011"/>
                </a:cubicBezTo>
                <a:cubicBezTo>
                  <a:pt x="1275420" y="116011"/>
                  <a:pt x="1274293" y="115956"/>
                  <a:pt x="1273413" y="115846"/>
                </a:cubicBezTo>
                <a:cubicBezTo>
                  <a:pt x="1272533" y="115736"/>
                  <a:pt x="1271845" y="115571"/>
                  <a:pt x="1271350" y="115351"/>
                </a:cubicBezTo>
                <a:cubicBezTo>
                  <a:pt x="1270855" y="115131"/>
                  <a:pt x="1270497" y="114870"/>
                  <a:pt x="1270277" y="114567"/>
                </a:cubicBezTo>
                <a:cubicBezTo>
                  <a:pt x="1270057" y="114265"/>
                  <a:pt x="1269947" y="113893"/>
                  <a:pt x="1269947" y="113453"/>
                </a:cubicBezTo>
                <a:lnTo>
                  <a:pt x="1269947" y="69970"/>
                </a:lnTo>
                <a:cubicBezTo>
                  <a:pt x="1269947" y="65734"/>
                  <a:pt x="1269617" y="62324"/>
                  <a:pt x="1268957" y="59738"/>
                </a:cubicBezTo>
                <a:cubicBezTo>
                  <a:pt x="1268297" y="57153"/>
                  <a:pt x="1267334" y="54925"/>
                  <a:pt x="1266069" y="53055"/>
                </a:cubicBezTo>
                <a:cubicBezTo>
                  <a:pt x="1264804" y="51185"/>
                  <a:pt x="1263167" y="49754"/>
                  <a:pt x="1261160" y="48764"/>
                </a:cubicBezTo>
                <a:cubicBezTo>
                  <a:pt x="1259152" y="47774"/>
                  <a:pt x="1256828" y="47279"/>
                  <a:pt x="1254187" y="47279"/>
                </a:cubicBezTo>
                <a:cubicBezTo>
                  <a:pt x="1250777" y="47279"/>
                  <a:pt x="1247366" y="48489"/>
                  <a:pt x="1243956" y="50910"/>
                </a:cubicBezTo>
                <a:cubicBezTo>
                  <a:pt x="1240546" y="53330"/>
                  <a:pt x="1236970" y="56878"/>
                  <a:pt x="1233229" y="61554"/>
                </a:cubicBezTo>
                <a:lnTo>
                  <a:pt x="1233229" y="113453"/>
                </a:lnTo>
                <a:cubicBezTo>
                  <a:pt x="1233229" y="113893"/>
                  <a:pt x="1233119" y="114265"/>
                  <a:pt x="1232899" y="114567"/>
                </a:cubicBezTo>
                <a:cubicBezTo>
                  <a:pt x="1232679" y="114870"/>
                  <a:pt x="1232322" y="115131"/>
                  <a:pt x="1231827" y="115351"/>
                </a:cubicBezTo>
                <a:cubicBezTo>
                  <a:pt x="1231332" y="115571"/>
                  <a:pt x="1230644" y="115736"/>
                  <a:pt x="1229764" y="115846"/>
                </a:cubicBezTo>
                <a:cubicBezTo>
                  <a:pt x="1228884" y="115956"/>
                  <a:pt x="1227756" y="116011"/>
                  <a:pt x="1226381" y="116011"/>
                </a:cubicBezTo>
                <a:cubicBezTo>
                  <a:pt x="1225061" y="116011"/>
                  <a:pt x="1223961" y="115956"/>
                  <a:pt x="1223081" y="115846"/>
                </a:cubicBezTo>
                <a:cubicBezTo>
                  <a:pt x="1222200" y="115736"/>
                  <a:pt x="1221499" y="115571"/>
                  <a:pt x="1220977" y="115351"/>
                </a:cubicBezTo>
                <a:cubicBezTo>
                  <a:pt x="1220454" y="115131"/>
                  <a:pt x="1220096" y="114870"/>
                  <a:pt x="1219904" y="114567"/>
                </a:cubicBezTo>
                <a:cubicBezTo>
                  <a:pt x="1219711" y="114263"/>
                  <a:pt x="1219615" y="113891"/>
                  <a:pt x="1219615" y="113451"/>
                </a:cubicBezTo>
                <a:lnTo>
                  <a:pt x="1219615" y="3138"/>
                </a:lnTo>
                <a:cubicBezTo>
                  <a:pt x="1219615" y="2698"/>
                  <a:pt x="1219711" y="2313"/>
                  <a:pt x="1219904" y="1983"/>
                </a:cubicBezTo>
                <a:cubicBezTo>
                  <a:pt x="1220096" y="1651"/>
                  <a:pt x="1220454" y="1375"/>
                  <a:pt x="1220977" y="1155"/>
                </a:cubicBezTo>
                <a:cubicBezTo>
                  <a:pt x="1221499" y="935"/>
                  <a:pt x="1222200" y="770"/>
                  <a:pt x="1223081" y="660"/>
                </a:cubicBezTo>
                <a:cubicBezTo>
                  <a:pt x="1223961" y="550"/>
                  <a:pt x="1225061" y="495"/>
                  <a:pt x="1226381" y="495"/>
                </a:cubicBezTo>
                <a:cubicBezTo>
                  <a:pt x="1227756" y="495"/>
                  <a:pt x="1228884" y="550"/>
                  <a:pt x="1229764" y="660"/>
                </a:cubicBezTo>
                <a:cubicBezTo>
                  <a:pt x="1230644" y="770"/>
                  <a:pt x="1231332" y="936"/>
                  <a:pt x="1231827" y="1158"/>
                </a:cubicBezTo>
                <a:cubicBezTo>
                  <a:pt x="1232322" y="1378"/>
                  <a:pt x="1232679" y="1653"/>
                  <a:pt x="1232899" y="1983"/>
                </a:cubicBezTo>
                <a:cubicBezTo>
                  <a:pt x="1233119" y="2313"/>
                  <a:pt x="1233229" y="2699"/>
                  <a:pt x="1233229" y="3141"/>
                </a:cubicBezTo>
                <a:lnTo>
                  <a:pt x="1233229" y="47692"/>
                </a:lnTo>
                <a:cubicBezTo>
                  <a:pt x="1237135" y="43566"/>
                  <a:pt x="1241068" y="40499"/>
                  <a:pt x="1245029" y="38492"/>
                </a:cubicBezTo>
                <a:cubicBezTo>
                  <a:pt x="1248989" y="36484"/>
                  <a:pt x="1252977" y="35480"/>
                  <a:pt x="1256993" y="35480"/>
                </a:cubicBezTo>
                <a:cubicBezTo>
                  <a:pt x="1261944" y="35480"/>
                  <a:pt x="1266110" y="36319"/>
                  <a:pt x="1269493" y="37997"/>
                </a:cubicBezTo>
                <a:cubicBezTo>
                  <a:pt x="1272876" y="39674"/>
                  <a:pt x="1275613" y="41916"/>
                  <a:pt x="1277703" y="44721"/>
                </a:cubicBezTo>
                <a:cubicBezTo>
                  <a:pt x="1279794" y="47527"/>
                  <a:pt x="1281292" y="50813"/>
                  <a:pt x="1282200" y="54581"/>
                </a:cubicBezTo>
                <a:cubicBezTo>
                  <a:pt x="1283108" y="58349"/>
                  <a:pt x="1283562" y="62901"/>
                  <a:pt x="1283562" y="68237"/>
                </a:cubicBezTo>
                <a:lnTo>
                  <a:pt x="1283562" y="113453"/>
                </a:lnTo>
                <a:close/>
                <a:moveTo>
                  <a:pt x="1419297" y="113371"/>
                </a:moveTo>
                <a:cubicBezTo>
                  <a:pt x="1419297" y="113811"/>
                  <a:pt x="1419215" y="114196"/>
                  <a:pt x="1419050" y="114526"/>
                </a:cubicBezTo>
                <a:cubicBezTo>
                  <a:pt x="1418885" y="114856"/>
                  <a:pt x="1418527" y="115131"/>
                  <a:pt x="1417977" y="115351"/>
                </a:cubicBezTo>
                <a:cubicBezTo>
                  <a:pt x="1417427" y="115571"/>
                  <a:pt x="1416657" y="115736"/>
                  <a:pt x="1415667" y="115846"/>
                </a:cubicBezTo>
                <a:cubicBezTo>
                  <a:pt x="1414677" y="115956"/>
                  <a:pt x="1413356" y="116011"/>
                  <a:pt x="1411706" y="116011"/>
                </a:cubicBezTo>
                <a:cubicBezTo>
                  <a:pt x="1410276" y="116011"/>
                  <a:pt x="1409107" y="115956"/>
                  <a:pt x="1408199" y="115846"/>
                </a:cubicBezTo>
                <a:cubicBezTo>
                  <a:pt x="1407292" y="115736"/>
                  <a:pt x="1406563" y="115557"/>
                  <a:pt x="1406013" y="115310"/>
                </a:cubicBezTo>
                <a:cubicBezTo>
                  <a:pt x="1405463" y="115062"/>
                  <a:pt x="1405037" y="114719"/>
                  <a:pt x="1404734" y="114279"/>
                </a:cubicBezTo>
                <a:cubicBezTo>
                  <a:pt x="1404431" y="113838"/>
                  <a:pt x="1404170" y="113288"/>
                  <a:pt x="1403950" y="112628"/>
                </a:cubicBezTo>
                <a:lnTo>
                  <a:pt x="1394131" y="87462"/>
                </a:lnTo>
                <a:cubicBezTo>
                  <a:pt x="1392976" y="84602"/>
                  <a:pt x="1391780" y="81975"/>
                  <a:pt x="1390542" y="79582"/>
                </a:cubicBezTo>
                <a:cubicBezTo>
                  <a:pt x="1389304" y="77190"/>
                  <a:pt x="1387833" y="75127"/>
                  <a:pt x="1386128" y="73394"/>
                </a:cubicBezTo>
                <a:cubicBezTo>
                  <a:pt x="1384422" y="71661"/>
                  <a:pt x="1382415" y="70314"/>
                  <a:pt x="1380104" y="69351"/>
                </a:cubicBezTo>
                <a:cubicBezTo>
                  <a:pt x="1377794" y="68388"/>
                  <a:pt x="1375016" y="67907"/>
                  <a:pt x="1371771" y="67907"/>
                </a:cubicBezTo>
                <a:lnTo>
                  <a:pt x="1362282" y="67907"/>
                </a:lnTo>
                <a:lnTo>
                  <a:pt x="1362282" y="113371"/>
                </a:lnTo>
                <a:cubicBezTo>
                  <a:pt x="1362282" y="113811"/>
                  <a:pt x="1362158" y="114196"/>
                  <a:pt x="1361910" y="114526"/>
                </a:cubicBezTo>
                <a:cubicBezTo>
                  <a:pt x="1361663" y="114856"/>
                  <a:pt x="1361278" y="115117"/>
                  <a:pt x="1360755" y="115310"/>
                </a:cubicBezTo>
                <a:cubicBezTo>
                  <a:pt x="1360233" y="115502"/>
                  <a:pt x="1359518" y="115667"/>
                  <a:pt x="1358610" y="115805"/>
                </a:cubicBezTo>
                <a:cubicBezTo>
                  <a:pt x="1357702" y="115943"/>
                  <a:pt x="1356561" y="116011"/>
                  <a:pt x="1355186" y="116011"/>
                </a:cubicBezTo>
                <a:cubicBezTo>
                  <a:pt x="1353811" y="116011"/>
                  <a:pt x="1352669" y="115943"/>
                  <a:pt x="1351762" y="115805"/>
                </a:cubicBezTo>
                <a:cubicBezTo>
                  <a:pt x="1350854" y="115667"/>
                  <a:pt x="1350125" y="115502"/>
                  <a:pt x="1349575" y="115310"/>
                </a:cubicBezTo>
                <a:cubicBezTo>
                  <a:pt x="1349025" y="115117"/>
                  <a:pt x="1348640" y="114856"/>
                  <a:pt x="1348420" y="114526"/>
                </a:cubicBezTo>
                <a:cubicBezTo>
                  <a:pt x="1348200" y="114196"/>
                  <a:pt x="1348090" y="113811"/>
                  <a:pt x="1348090" y="113371"/>
                </a:cubicBezTo>
                <a:lnTo>
                  <a:pt x="1348090" y="14522"/>
                </a:lnTo>
                <a:cubicBezTo>
                  <a:pt x="1348090" y="12377"/>
                  <a:pt x="1348654" y="10878"/>
                  <a:pt x="1349781" y="10025"/>
                </a:cubicBezTo>
                <a:cubicBezTo>
                  <a:pt x="1350909" y="9173"/>
                  <a:pt x="1352105" y="8746"/>
                  <a:pt x="1353371" y="8746"/>
                </a:cubicBezTo>
                <a:lnTo>
                  <a:pt x="1376061" y="8746"/>
                </a:lnTo>
                <a:cubicBezTo>
                  <a:pt x="1378757" y="8746"/>
                  <a:pt x="1380998" y="8815"/>
                  <a:pt x="1382786" y="8953"/>
                </a:cubicBezTo>
                <a:cubicBezTo>
                  <a:pt x="1384574" y="9090"/>
                  <a:pt x="1386183" y="9241"/>
                  <a:pt x="1387613" y="9406"/>
                </a:cubicBezTo>
                <a:cubicBezTo>
                  <a:pt x="1391738" y="10121"/>
                  <a:pt x="1395383" y="11249"/>
                  <a:pt x="1398546" y="12789"/>
                </a:cubicBezTo>
                <a:cubicBezTo>
                  <a:pt x="1401709" y="14330"/>
                  <a:pt x="1404363" y="16282"/>
                  <a:pt x="1406508" y="18648"/>
                </a:cubicBezTo>
                <a:cubicBezTo>
                  <a:pt x="1408653" y="21013"/>
                  <a:pt x="1410262" y="23722"/>
                  <a:pt x="1411335" y="26775"/>
                </a:cubicBezTo>
                <a:cubicBezTo>
                  <a:pt x="1412408" y="29828"/>
                  <a:pt x="1412944" y="33197"/>
                  <a:pt x="1412944" y="36883"/>
                </a:cubicBezTo>
                <a:cubicBezTo>
                  <a:pt x="1412944" y="40458"/>
                  <a:pt x="1412463" y="43662"/>
                  <a:pt x="1411500" y="46495"/>
                </a:cubicBezTo>
                <a:cubicBezTo>
                  <a:pt x="1410537" y="49328"/>
                  <a:pt x="1409148" y="51831"/>
                  <a:pt x="1407333" y="54004"/>
                </a:cubicBezTo>
                <a:cubicBezTo>
                  <a:pt x="1405518" y="56177"/>
                  <a:pt x="1403345" y="58061"/>
                  <a:pt x="1400815" y="59656"/>
                </a:cubicBezTo>
                <a:cubicBezTo>
                  <a:pt x="1398284" y="61251"/>
                  <a:pt x="1395451" y="62599"/>
                  <a:pt x="1392316" y="63699"/>
                </a:cubicBezTo>
                <a:cubicBezTo>
                  <a:pt x="1394076" y="64469"/>
                  <a:pt x="1395671" y="65445"/>
                  <a:pt x="1397102" y="66628"/>
                </a:cubicBezTo>
                <a:cubicBezTo>
                  <a:pt x="1398532" y="67811"/>
                  <a:pt x="1399866" y="69227"/>
                  <a:pt x="1401103" y="70877"/>
                </a:cubicBezTo>
                <a:cubicBezTo>
                  <a:pt x="1402341" y="72528"/>
                  <a:pt x="1403510" y="74425"/>
                  <a:pt x="1404610" y="76571"/>
                </a:cubicBezTo>
                <a:cubicBezTo>
                  <a:pt x="1405710" y="78716"/>
                  <a:pt x="1406811" y="81136"/>
                  <a:pt x="1407911" y="83832"/>
                </a:cubicBezTo>
                <a:lnTo>
                  <a:pt x="1417482" y="107348"/>
                </a:lnTo>
                <a:cubicBezTo>
                  <a:pt x="1418252" y="109328"/>
                  <a:pt x="1418747" y="110717"/>
                  <a:pt x="1418967" y="111514"/>
                </a:cubicBezTo>
                <a:cubicBezTo>
                  <a:pt x="1419187" y="112312"/>
                  <a:pt x="1419297" y="112931"/>
                  <a:pt x="1419297" y="113371"/>
                </a:cubicBezTo>
                <a:moveTo>
                  <a:pt x="1397927" y="38368"/>
                </a:moveTo>
                <a:cubicBezTo>
                  <a:pt x="1397927" y="34187"/>
                  <a:pt x="1396992" y="30653"/>
                  <a:pt x="1395121" y="27765"/>
                </a:cubicBezTo>
                <a:cubicBezTo>
                  <a:pt x="1393251" y="24877"/>
                  <a:pt x="1390116" y="22801"/>
                  <a:pt x="1385715" y="21536"/>
                </a:cubicBezTo>
                <a:cubicBezTo>
                  <a:pt x="1384340" y="21150"/>
                  <a:pt x="1382786" y="20875"/>
                  <a:pt x="1381053" y="20710"/>
                </a:cubicBezTo>
                <a:cubicBezTo>
                  <a:pt x="1379320" y="20545"/>
                  <a:pt x="1377051" y="20463"/>
                  <a:pt x="1374246" y="20463"/>
                </a:cubicBezTo>
                <a:lnTo>
                  <a:pt x="1362282" y="20463"/>
                </a:lnTo>
                <a:lnTo>
                  <a:pt x="1362282" y="56438"/>
                </a:lnTo>
                <a:lnTo>
                  <a:pt x="1376144" y="56438"/>
                </a:lnTo>
                <a:cubicBezTo>
                  <a:pt x="1379884" y="56438"/>
                  <a:pt x="1383116" y="55984"/>
                  <a:pt x="1385839" y="55076"/>
                </a:cubicBezTo>
                <a:cubicBezTo>
                  <a:pt x="1388562" y="54169"/>
                  <a:pt x="1390831" y="52904"/>
                  <a:pt x="1392646" y="51281"/>
                </a:cubicBezTo>
                <a:cubicBezTo>
                  <a:pt x="1394461" y="49658"/>
                  <a:pt x="1395795" y="47747"/>
                  <a:pt x="1396648" y="45546"/>
                </a:cubicBezTo>
                <a:cubicBezTo>
                  <a:pt x="1397500" y="43346"/>
                  <a:pt x="1397927" y="40953"/>
                  <a:pt x="1397927" y="38368"/>
                </a:cubicBezTo>
                <a:close/>
                <a:moveTo>
                  <a:pt x="1498608" y="73105"/>
                </a:moveTo>
                <a:cubicBezTo>
                  <a:pt x="1498608" y="75251"/>
                  <a:pt x="1498072" y="76777"/>
                  <a:pt x="1496999" y="77685"/>
                </a:cubicBezTo>
                <a:cubicBezTo>
                  <a:pt x="1495926" y="78592"/>
                  <a:pt x="1494703" y="79046"/>
                  <a:pt x="1493327" y="79046"/>
                </a:cubicBezTo>
                <a:lnTo>
                  <a:pt x="1444645" y="79046"/>
                </a:lnTo>
                <a:cubicBezTo>
                  <a:pt x="1444645" y="83184"/>
                  <a:pt x="1445058" y="86908"/>
                  <a:pt x="1445883" y="90219"/>
                </a:cubicBezTo>
                <a:cubicBezTo>
                  <a:pt x="1446708" y="93529"/>
                  <a:pt x="1448083" y="96371"/>
                  <a:pt x="1450009" y="98743"/>
                </a:cubicBezTo>
                <a:cubicBezTo>
                  <a:pt x="1451934" y="101115"/>
                  <a:pt x="1454437" y="102937"/>
                  <a:pt x="1457517" y="104207"/>
                </a:cubicBezTo>
                <a:cubicBezTo>
                  <a:pt x="1460598" y="105476"/>
                  <a:pt x="1464366" y="106110"/>
                  <a:pt x="1468821" y="106110"/>
                </a:cubicBezTo>
                <a:cubicBezTo>
                  <a:pt x="1472342" y="106110"/>
                  <a:pt x="1475477" y="105821"/>
                  <a:pt x="1478228" y="105244"/>
                </a:cubicBezTo>
                <a:cubicBezTo>
                  <a:pt x="1480978" y="104666"/>
                  <a:pt x="1483357" y="104020"/>
                  <a:pt x="1485365" y="103305"/>
                </a:cubicBezTo>
                <a:cubicBezTo>
                  <a:pt x="1487373" y="102589"/>
                  <a:pt x="1489023" y="101943"/>
                  <a:pt x="1490316" y="101365"/>
                </a:cubicBezTo>
                <a:cubicBezTo>
                  <a:pt x="1491608" y="100788"/>
                  <a:pt x="1492585" y="100499"/>
                  <a:pt x="1493245" y="100499"/>
                </a:cubicBezTo>
                <a:cubicBezTo>
                  <a:pt x="1493630" y="100499"/>
                  <a:pt x="1493974" y="100595"/>
                  <a:pt x="1494276" y="100788"/>
                </a:cubicBezTo>
                <a:cubicBezTo>
                  <a:pt x="1494579" y="100980"/>
                  <a:pt x="1494813" y="101269"/>
                  <a:pt x="1494978" y="101654"/>
                </a:cubicBezTo>
                <a:cubicBezTo>
                  <a:pt x="1495143" y="102039"/>
                  <a:pt x="1495266" y="102576"/>
                  <a:pt x="1495349" y="103263"/>
                </a:cubicBezTo>
                <a:cubicBezTo>
                  <a:pt x="1495431" y="103951"/>
                  <a:pt x="1495473" y="104790"/>
                  <a:pt x="1495473" y="105780"/>
                </a:cubicBezTo>
                <a:cubicBezTo>
                  <a:pt x="1495473" y="106495"/>
                  <a:pt x="1495445" y="107114"/>
                  <a:pt x="1495390" y="107636"/>
                </a:cubicBezTo>
                <a:cubicBezTo>
                  <a:pt x="1495335" y="108159"/>
                  <a:pt x="1495266" y="108627"/>
                  <a:pt x="1495184" y="109039"/>
                </a:cubicBezTo>
                <a:cubicBezTo>
                  <a:pt x="1495101" y="109452"/>
                  <a:pt x="1494964" y="109823"/>
                  <a:pt x="1494771" y="110153"/>
                </a:cubicBezTo>
                <a:cubicBezTo>
                  <a:pt x="1494579" y="110483"/>
                  <a:pt x="1494331" y="110799"/>
                  <a:pt x="1494029" y="111102"/>
                </a:cubicBezTo>
                <a:cubicBezTo>
                  <a:pt x="1493726" y="111404"/>
                  <a:pt x="1492832" y="111899"/>
                  <a:pt x="1491347" y="112587"/>
                </a:cubicBezTo>
                <a:cubicBezTo>
                  <a:pt x="1489862" y="113275"/>
                  <a:pt x="1487937" y="113948"/>
                  <a:pt x="1485571" y="114609"/>
                </a:cubicBezTo>
                <a:cubicBezTo>
                  <a:pt x="1483206" y="115269"/>
                  <a:pt x="1480469" y="115860"/>
                  <a:pt x="1477361" y="116383"/>
                </a:cubicBezTo>
                <a:cubicBezTo>
                  <a:pt x="1474253" y="116905"/>
                  <a:pt x="1470939" y="117166"/>
                  <a:pt x="1467419" y="117166"/>
                </a:cubicBezTo>
                <a:cubicBezTo>
                  <a:pt x="1461313" y="117166"/>
                  <a:pt x="1455963" y="116313"/>
                  <a:pt x="1451370" y="114606"/>
                </a:cubicBezTo>
                <a:cubicBezTo>
                  <a:pt x="1446777" y="112899"/>
                  <a:pt x="1442913" y="110366"/>
                  <a:pt x="1439777" y="107007"/>
                </a:cubicBezTo>
                <a:cubicBezTo>
                  <a:pt x="1436642" y="103648"/>
                  <a:pt x="1434277" y="99436"/>
                  <a:pt x="1432681" y="94370"/>
                </a:cubicBezTo>
                <a:cubicBezTo>
                  <a:pt x="1431086" y="89304"/>
                  <a:pt x="1430288" y="83412"/>
                  <a:pt x="1430288" y="76695"/>
                </a:cubicBezTo>
                <a:cubicBezTo>
                  <a:pt x="1430288" y="70307"/>
                  <a:pt x="1431114" y="64566"/>
                  <a:pt x="1432764" y="59473"/>
                </a:cubicBezTo>
                <a:cubicBezTo>
                  <a:pt x="1434414" y="54379"/>
                  <a:pt x="1436793" y="50057"/>
                  <a:pt x="1439901" y="46506"/>
                </a:cubicBezTo>
                <a:cubicBezTo>
                  <a:pt x="1443009" y="42954"/>
                  <a:pt x="1446763" y="40229"/>
                  <a:pt x="1451164" y="38329"/>
                </a:cubicBezTo>
                <a:cubicBezTo>
                  <a:pt x="1455565" y="36430"/>
                  <a:pt x="1460488" y="35480"/>
                  <a:pt x="1465933" y="35480"/>
                </a:cubicBezTo>
                <a:cubicBezTo>
                  <a:pt x="1471764" y="35480"/>
                  <a:pt x="1476729" y="36415"/>
                  <a:pt x="1480827" y="38285"/>
                </a:cubicBezTo>
                <a:cubicBezTo>
                  <a:pt x="1484925" y="40156"/>
                  <a:pt x="1488294" y="42672"/>
                  <a:pt x="1490934" y="45835"/>
                </a:cubicBezTo>
                <a:cubicBezTo>
                  <a:pt x="1493575" y="48998"/>
                  <a:pt x="1495514" y="52711"/>
                  <a:pt x="1496752" y="56974"/>
                </a:cubicBezTo>
                <a:cubicBezTo>
                  <a:pt x="1497989" y="61237"/>
                  <a:pt x="1498608" y="65789"/>
                  <a:pt x="1498608" y="70630"/>
                </a:cubicBezTo>
                <a:lnTo>
                  <a:pt x="1498608" y="73105"/>
                </a:lnTo>
                <a:moveTo>
                  <a:pt x="1484911" y="69062"/>
                </a:moveTo>
                <a:cubicBezTo>
                  <a:pt x="1485076" y="61911"/>
                  <a:pt x="1483495" y="56300"/>
                  <a:pt x="1480167" y="52230"/>
                </a:cubicBezTo>
                <a:cubicBezTo>
                  <a:pt x="1476839" y="48159"/>
                  <a:pt x="1471902" y="46124"/>
                  <a:pt x="1465356" y="46124"/>
                </a:cubicBezTo>
                <a:cubicBezTo>
                  <a:pt x="1462000" y="46124"/>
                  <a:pt x="1459058" y="46757"/>
                  <a:pt x="1456527" y="48022"/>
                </a:cubicBezTo>
                <a:cubicBezTo>
                  <a:pt x="1453997" y="49287"/>
                  <a:pt x="1451879" y="50965"/>
                  <a:pt x="1450174" y="53055"/>
                </a:cubicBezTo>
                <a:cubicBezTo>
                  <a:pt x="1448469" y="55145"/>
                  <a:pt x="1447148" y="57579"/>
                  <a:pt x="1446213" y="60357"/>
                </a:cubicBezTo>
                <a:cubicBezTo>
                  <a:pt x="1445278" y="63135"/>
                  <a:pt x="1444756" y="66037"/>
                  <a:pt x="1444645" y="69062"/>
                </a:cubicBezTo>
                <a:lnTo>
                  <a:pt x="1484911" y="69062"/>
                </a:lnTo>
                <a:close/>
                <a:moveTo>
                  <a:pt x="1575337" y="113536"/>
                </a:moveTo>
                <a:cubicBezTo>
                  <a:pt x="1575337" y="114196"/>
                  <a:pt x="1575117" y="114691"/>
                  <a:pt x="1574676" y="115021"/>
                </a:cubicBezTo>
                <a:cubicBezTo>
                  <a:pt x="1574236" y="115351"/>
                  <a:pt x="1573631" y="115599"/>
                  <a:pt x="1572861" y="115764"/>
                </a:cubicBezTo>
                <a:cubicBezTo>
                  <a:pt x="1572091" y="115929"/>
                  <a:pt x="1570963" y="116011"/>
                  <a:pt x="1569478" y="116011"/>
                </a:cubicBezTo>
                <a:cubicBezTo>
                  <a:pt x="1568048" y="116011"/>
                  <a:pt x="1566907" y="115929"/>
                  <a:pt x="1566054" y="115764"/>
                </a:cubicBezTo>
                <a:cubicBezTo>
                  <a:pt x="1565201" y="115599"/>
                  <a:pt x="1564583" y="115351"/>
                  <a:pt x="1564197" y="115021"/>
                </a:cubicBezTo>
                <a:cubicBezTo>
                  <a:pt x="1563812" y="114691"/>
                  <a:pt x="1563620" y="114196"/>
                  <a:pt x="1563620" y="113536"/>
                </a:cubicBezTo>
                <a:lnTo>
                  <a:pt x="1563620" y="106110"/>
                </a:lnTo>
                <a:cubicBezTo>
                  <a:pt x="1560374" y="109575"/>
                  <a:pt x="1556758" y="112285"/>
                  <a:pt x="1552770" y="114237"/>
                </a:cubicBezTo>
                <a:cubicBezTo>
                  <a:pt x="1548782" y="116190"/>
                  <a:pt x="1544560" y="117166"/>
                  <a:pt x="1540104" y="117166"/>
                </a:cubicBezTo>
                <a:cubicBezTo>
                  <a:pt x="1536199" y="117166"/>
                  <a:pt x="1532664" y="116656"/>
                  <a:pt x="1529501" y="115635"/>
                </a:cubicBezTo>
                <a:cubicBezTo>
                  <a:pt x="1526338" y="114614"/>
                  <a:pt x="1523643" y="113137"/>
                  <a:pt x="1521415" y="111205"/>
                </a:cubicBezTo>
                <a:cubicBezTo>
                  <a:pt x="1519187" y="109273"/>
                  <a:pt x="1517455" y="106900"/>
                  <a:pt x="1516217" y="104086"/>
                </a:cubicBezTo>
                <a:cubicBezTo>
                  <a:pt x="1514979" y="101270"/>
                  <a:pt x="1514360" y="98068"/>
                  <a:pt x="1514360" y="94478"/>
                </a:cubicBezTo>
                <a:cubicBezTo>
                  <a:pt x="1514360" y="90284"/>
                  <a:pt x="1515213" y="86641"/>
                  <a:pt x="1516918" y="83551"/>
                </a:cubicBezTo>
                <a:cubicBezTo>
                  <a:pt x="1518624" y="80458"/>
                  <a:pt x="1521071" y="77891"/>
                  <a:pt x="1524262" y="75849"/>
                </a:cubicBezTo>
                <a:cubicBezTo>
                  <a:pt x="1527452" y="73807"/>
                  <a:pt x="1531358" y="72275"/>
                  <a:pt x="1535979" y="71254"/>
                </a:cubicBezTo>
                <a:cubicBezTo>
                  <a:pt x="1540599" y="70233"/>
                  <a:pt x="1545797" y="69722"/>
                  <a:pt x="1551573" y="69722"/>
                </a:cubicBezTo>
                <a:lnTo>
                  <a:pt x="1561805" y="69722"/>
                </a:lnTo>
                <a:lnTo>
                  <a:pt x="1561805" y="63967"/>
                </a:lnTo>
                <a:cubicBezTo>
                  <a:pt x="1561805" y="61117"/>
                  <a:pt x="1561502" y="58596"/>
                  <a:pt x="1560897" y="56404"/>
                </a:cubicBezTo>
                <a:cubicBezTo>
                  <a:pt x="1560292" y="54211"/>
                  <a:pt x="1559316" y="52388"/>
                  <a:pt x="1557968" y="50935"/>
                </a:cubicBezTo>
                <a:cubicBezTo>
                  <a:pt x="1556620" y="49483"/>
                  <a:pt x="1554874" y="48387"/>
                  <a:pt x="1552728" y="47648"/>
                </a:cubicBezTo>
                <a:cubicBezTo>
                  <a:pt x="1550583" y="46907"/>
                  <a:pt x="1547943" y="46537"/>
                  <a:pt x="1544807" y="46537"/>
                </a:cubicBezTo>
                <a:cubicBezTo>
                  <a:pt x="1541452" y="46537"/>
                  <a:pt x="1538440" y="46931"/>
                  <a:pt x="1535772" y="47720"/>
                </a:cubicBezTo>
                <a:cubicBezTo>
                  <a:pt x="1533104" y="48509"/>
                  <a:pt x="1530767" y="49380"/>
                  <a:pt x="1528759" y="50332"/>
                </a:cubicBezTo>
                <a:cubicBezTo>
                  <a:pt x="1526751" y="51284"/>
                  <a:pt x="1525073" y="52155"/>
                  <a:pt x="1523726" y="52944"/>
                </a:cubicBezTo>
                <a:cubicBezTo>
                  <a:pt x="1522378" y="53733"/>
                  <a:pt x="1521374" y="54128"/>
                  <a:pt x="1520714" y="54128"/>
                </a:cubicBezTo>
                <a:cubicBezTo>
                  <a:pt x="1520274" y="54128"/>
                  <a:pt x="1519889" y="54018"/>
                  <a:pt x="1519559" y="53798"/>
                </a:cubicBezTo>
                <a:cubicBezTo>
                  <a:pt x="1519229" y="53578"/>
                  <a:pt x="1518940" y="53247"/>
                  <a:pt x="1518692" y="52807"/>
                </a:cubicBezTo>
                <a:cubicBezTo>
                  <a:pt x="1518445" y="52367"/>
                  <a:pt x="1518266" y="51804"/>
                  <a:pt x="1518156" y="51116"/>
                </a:cubicBezTo>
                <a:cubicBezTo>
                  <a:pt x="1518046" y="50428"/>
                  <a:pt x="1517991" y="49672"/>
                  <a:pt x="1517991" y="48847"/>
                </a:cubicBezTo>
                <a:cubicBezTo>
                  <a:pt x="1517991" y="47472"/>
                  <a:pt x="1518087" y="46385"/>
                  <a:pt x="1518280" y="45588"/>
                </a:cubicBezTo>
                <a:cubicBezTo>
                  <a:pt x="1518472" y="44790"/>
                  <a:pt x="1518940" y="44034"/>
                  <a:pt x="1519682" y="43319"/>
                </a:cubicBezTo>
                <a:cubicBezTo>
                  <a:pt x="1520425" y="42603"/>
                  <a:pt x="1521704" y="41771"/>
                  <a:pt x="1523519" y="40820"/>
                </a:cubicBezTo>
                <a:cubicBezTo>
                  <a:pt x="1525335" y="39868"/>
                  <a:pt x="1527425" y="38998"/>
                  <a:pt x="1529790" y="38211"/>
                </a:cubicBezTo>
                <a:cubicBezTo>
                  <a:pt x="1532155" y="37423"/>
                  <a:pt x="1534741" y="36772"/>
                  <a:pt x="1537546" y="36256"/>
                </a:cubicBezTo>
                <a:cubicBezTo>
                  <a:pt x="1540352" y="35739"/>
                  <a:pt x="1543185" y="35480"/>
                  <a:pt x="1546045" y="35480"/>
                </a:cubicBezTo>
                <a:cubicBezTo>
                  <a:pt x="1551381" y="35480"/>
                  <a:pt x="1555919" y="36085"/>
                  <a:pt x="1559659" y="37295"/>
                </a:cubicBezTo>
                <a:cubicBezTo>
                  <a:pt x="1563400" y="38505"/>
                  <a:pt x="1566425" y="40279"/>
                  <a:pt x="1568736" y="42617"/>
                </a:cubicBezTo>
                <a:cubicBezTo>
                  <a:pt x="1571046" y="44955"/>
                  <a:pt x="1572724" y="47857"/>
                  <a:pt x="1573769" y="51322"/>
                </a:cubicBezTo>
                <a:cubicBezTo>
                  <a:pt x="1574814" y="54788"/>
                  <a:pt x="1575337" y="58831"/>
                  <a:pt x="1575337" y="63451"/>
                </a:cubicBezTo>
                <a:lnTo>
                  <a:pt x="1575337" y="113536"/>
                </a:lnTo>
                <a:moveTo>
                  <a:pt x="1561805" y="79541"/>
                </a:moveTo>
                <a:lnTo>
                  <a:pt x="1550171" y="79541"/>
                </a:lnTo>
                <a:cubicBezTo>
                  <a:pt x="1546430" y="79541"/>
                  <a:pt x="1543185" y="79860"/>
                  <a:pt x="1540434" y="80498"/>
                </a:cubicBezTo>
                <a:cubicBezTo>
                  <a:pt x="1537684" y="81134"/>
                  <a:pt x="1535401" y="82074"/>
                  <a:pt x="1533586" y="83319"/>
                </a:cubicBezTo>
                <a:cubicBezTo>
                  <a:pt x="1531770" y="84563"/>
                  <a:pt x="1530436" y="86058"/>
                  <a:pt x="1529584" y="87803"/>
                </a:cubicBezTo>
                <a:cubicBezTo>
                  <a:pt x="1528731" y="89546"/>
                  <a:pt x="1528305" y="91552"/>
                  <a:pt x="1528305" y="93821"/>
                </a:cubicBezTo>
                <a:cubicBezTo>
                  <a:pt x="1528305" y="97695"/>
                  <a:pt x="1529529" y="100781"/>
                  <a:pt x="1531977" y="103078"/>
                </a:cubicBezTo>
                <a:cubicBezTo>
                  <a:pt x="1534425" y="105374"/>
                  <a:pt x="1537849" y="106522"/>
                  <a:pt x="1542249" y="106522"/>
                </a:cubicBezTo>
                <a:cubicBezTo>
                  <a:pt x="1545825" y="106522"/>
                  <a:pt x="1549139" y="105610"/>
                  <a:pt x="1552192" y="103784"/>
                </a:cubicBezTo>
                <a:cubicBezTo>
                  <a:pt x="1555245" y="101957"/>
                  <a:pt x="1558449" y="99162"/>
                  <a:pt x="1561805" y="95399"/>
                </a:cubicBezTo>
                <a:lnTo>
                  <a:pt x="1561805" y="79541"/>
                </a:lnTo>
                <a:close/>
                <a:moveTo>
                  <a:pt x="1646955" y="93297"/>
                </a:moveTo>
                <a:cubicBezTo>
                  <a:pt x="1646955" y="97096"/>
                  <a:pt x="1646254" y="100483"/>
                  <a:pt x="1644851" y="103457"/>
                </a:cubicBezTo>
                <a:cubicBezTo>
                  <a:pt x="1643449" y="106429"/>
                  <a:pt x="1641455" y="108934"/>
                  <a:pt x="1638869" y="110973"/>
                </a:cubicBezTo>
                <a:cubicBezTo>
                  <a:pt x="1636284" y="113010"/>
                  <a:pt x="1633203" y="114551"/>
                  <a:pt x="1629628" y="115596"/>
                </a:cubicBezTo>
                <a:cubicBezTo>
                  <a:pt x="1626052" y="116643"/>
                  <a:pt x="1622119" y="117166"/>
                  <a:pt x="1617829" y="117166"/>
                </a:cubicBezTo>
                <a:cubicBezTo>
                  <a:pt x="1615188" y="117166"/>
                  <a:pt x="1612672" y="116960"/>
                  <a:pt x="1610279" y="116548"/>
                </a:cubicBezTo>
                <a:cubicBezTo>
                  <a:pt x="1607886" y="116135"/>
                  <a:pt x="1605741" y="115612"/>
                  <a:pt x="1603843" y="114980"/>
                </a:cubicBezTo>
                <a:cubicBezTo>
                  <a:pt x="1601945" y="114347"/>
                  <a:pt x="1600336" y="113687"/>
                  <a:pt x="1599016" y="113000"/>
                </a:cubicBezTo>
                <a:cubicBezTo>
                  <a:pt x="1597696" y="112312"/>
                  <a:pt x="1596733" y="111693"/>
                  <a:pt x="1596128" y="111143"/>
                </a:cubicBezTo>
                <a:cubicBezTo>
                  <a:pt x="1595523" y="110593"/>
                  <a:pt x="1595083" y="109823"/>
                  <a:pt x="1594808" y="108833"/>
                </a:cubicBezTo>
                <a:cubicBezTo>
                  <a:pt x="1594533" y="107843"/>
                  <a:pt x="1594396" y="106495"/>
                  <a:pt x="1594396" y="104790"/>
                </a:cubicBezTo>
                <a:cubicBezTo>
                  <a:pt x="1594396" y="103745"/>
                  <a:pt x="1594451" y="102864"/>
                  <a:pt x="1594561" y="102149"/>
                </a:cubicBezTo>
                <a:cubicBezTo>
                  <a:pt x="1594671" y="101434"/>
                  <a:pt x="1594808" y="100857"/>
                  <a:pt x="1594973" y="100417"/>
                </a:cubicBezTo>
                <a:cubicBezTo>
                  <a:pt x="1595138" y="99977"/>
                  <a:pt x="1595372" y="99660"/>
                  <a:pt x="1595674" y="99468"/>
                </a:cubicBezTo>
                <a:cubicBezTo>
                  <a:pt x="1595977" y="99275"/>
                  <a:pt x="1596321" y="99179"/>
                  <a:pt x="1596706" y="99179"/>
                </a:cubicBezTo>
                <a:cubicBezTo>
                  <a:pt x="1597311" y="99179"/>
                  <a:pt x="1598205" y="99550"/>
                  <a:pt x="1599387" y="100293"/>
                </a:cubicBezTo>
                <a:cubicBezTo>
                  <a:pt x="1600570" y="101035"/>
                  <a:pt x="1602028" y="101847"/>
                  <a:pt x="1603761" y="102727"/>
                </a:cubicBezTo>
                <a:cubicBezTo>
                  <a:pt x="1605493" y="103607"/>
                  <a:pt x="1607542" y="104418"/>
                  <a:pt x="1609908" y="105161"/>
                </a:cubicBezTo>
                <a:cubicBezTo>
                  <a:pt x="1612273" y="105904"/>
                  <a:pt x="1614996" y="106275"/>
                  <a:pt x="1618076" y="106275"/>
                </a:cubicBezTo>
                <a:cubicBezTo>
                  <a:pt x="1620387" y="106275"/>
                  <a:pt x="1622477" y="106027"/>
                  <a:pt x="1624347" y="105532"/>
                </a:cubicBezTo>
                <a:cubicBezTo>
                  <a:pt x="1626218" y="105036"/>
                  <a:pt x="1627840" y="104305"/>
                  <a:pt x="1629215" y="103341"/>
                </a:cubicBezTo>
                <a:cubicBezTo>
                  <a:pt x="1630591" y="102376"/>
                  <a:pt x="1631650" y="101150"/>
                  <a:pt x="1632392" y="99661"/>
                </a:cubicBezTo>
                <a:cubicBezTo>
                  <a:pt x="1633135" y="98172"/>
                  <a:pt x="1633506" y="96409"/>
                  <a:pt x="1633506" y="94370"/>
                </a:cubicBezTo>
                <a:cubicBezTo>
                  <a:pt x="1633506" y="92278"/>
                  <a:pt x="1632970" y="90516"/>
                  <a:pt x="1631897" y="89084"/>
                </a:cubicBezTo>
                <a:cubicBezTo>
                  <a:pt x="1630824" y="87652"/>
                  <a:pt x="1629408" y="86386"/>
                  <a:pt x="1627648" y="85286"/>
                </a:cubicBezTo>
                <a:cubicBezTo>
                  <a:pt x="1625887" y="84184"/>
                  <a:pt x="1623907" y="83207"/>
                  <a:pt x="1621707" y="82354"/>
                </a:cubicBezTo>
                <a:cubicBezTo>
                  <a:pt x="1619507" y="81500"/>
                  <a:pt x="1617237" y="80605"/>
                  <a:pt x="1614900" y="79670"/>
                </a:cubicBezTo>
                <a:cubicBezTo>
                  <a:pt x="1612562" y="78733"/>
                  <a:pt x="1610279" y="77673"/>
                  <a:pt x="1608051" y="76488"/>
                </a:cubicBezTo>
                <a:cubicBezTo>
                  <a:pt x="1605823" y="75304"/>
                  <a:pt x="1603829" y="73858"/>
                  <a:pt x="1602069" y="72151"/>
                </a:cubicBezTo>
                <a:cubicBezTo>
                  <a:pt x="1600309" y="70444"/>
                  <a:pt x="1598892" y="68407"/>
                  <a:pt x="1597820" y="66040"/>
                </a:cubicBezTo>
                <a:cubicBezTo>
                  <a:pt x="1596747" y="63673"/>
                  <a:pt x="1596211" y="60838"/>
                  <a:pt x="1596211" y="57534"/>
                </a:cubicBezTo>
                <a:cubicBezTo>
                  <a:pt x="1596211" y="54615"/>
                  <a:pt x="1596775" y="51821"/>
                  <a:pt x="1597902" y="49151"/>
                </a:cubicBezTo>
                <a:cubicBezTo>
                  <a:pt x="1599030" y="46480"/>
                  <a:pt x="1600721" y="44139"/>
                  <a:pt x="1602977" y="42130"/>
                </a:cubicBezTo>
                <a:cubicBezTo>
                  <a:pt x="1605232" y="40119"/>
                  <a:pt x="1608051" y="38508"/>
                  <a:pt x="1611434" y="37298"/>
                </a:cubicBezTo>
                <a:cubicBezTo>
                  <a:pt x="1614817" y="36086"/>
                  <a:pt x="1618764" y="35480"/>
                  <a:pt x="1623275" y="35480"/>
                </a:cubicBezTo>
                <a:cubicBezTo>
                  <a:pt x="1625255" y="35480"/>
                  <a:pt x="1627235" y="35648"/>
                  <a:pt x="1629215" y="35983"/>
                </a:cubicBezTo>
                <a:cubicBezTo>
                  <a:pt x="1631196" y="36318"/>
                  <a:pt x="1632983" y="36737"/>
                  <a:pt x="1634579" y="37239"/>
                </a:cubicBezTo>
                <a:cubicBezTo>
                  <a:pt x="1636174" y="37740"/>
                  <a:pt x="1637535" y="38285"/>
                  <a:pt x="1638663" y="38871"/>
                </a:cubicBezTo>
                <a:cubicBezTo>
                  <a:pt x="1639791" y="39457"/>
                  <a:pt x="1640643" y="39973"/>
                  <a:pt x="1641221" y="40420"/>
                </a:cubicBezTo>
                <a:cubicBezTo>
                  <a:pt x="1641798" y="40867"/>
                  <a:pt x="1642184" y="41256"/>
                  <a:pt x="1642376" y="41586"/>
                </a:cubicBezTo>
                <a:cubicBezTo>
                  <a:pt x="1642569" y="41916"/>
                  <a:pt x="1642706" y="42287"/>
                  <a:pt x="1642789" y="42700"/>
                </a:cubicBezTo>
                <a:cubicBezTo>
                  <a:pt x="1642871" y="43112"/>
                  <a:pt x="1642954" y="43621"/>
                  <a:pt x="1643036" y="44226"/>
                </a:cubicBezTo>
                <a:cubicBezTo>
                  <a:pt x="1643119" y="44831"/>
                  <a:pt x="1643160" y="45574"/>
                  <a:pt x="1643160" y="46454"/>
                </a:cubicBezTo>
                <a:cubicBezTo>
                  <a:pt x="1643160" y="47389"/>
                  <a:pt x="1643119" y="48201"/>
                  <a:pt x="1643036" y="48888"/>
                </a:cubicBezTo>
                <a:cubicBezTo>
                  <a:pt x="1642954" y="49576"/>
                  <a:pt x="1642816" y="50140"/>
                  <a:pt x="1642624" y="50580"/>
                </a:cubicBezTo>
                <a:cubicBezTo>
                  <a:pt x="1642431" y="51020"/>
                  <a:pt x="1642197" y="51336"/>
                  <a:pt x="1641922" y="51528"/>
                </a:cubicBezTo>
                <a:cubicBezTo>
                  <a:pt x="1641647" y="51721"/>
                  <a:pt x="1641345" y="51817"/>
                  <a:pt x="1641015" y="51817"/>
                </a:cubicBezTo>
                <a:cubicBezTo>
                  <a:pt x="1640520" y="51817"/>
                  <a:pt x="1639804" y="51510"/>
                  <a:pt x="1638869" y="50897"/>
                </a:cubicBezTo>
                <a:cubicBezTo>
                  <a:pt x="1637934" y="50283"/>
                  <a:pt x="1636724" y="49627"/>
                  <a:pt x="1635239" y="48929"/>
                </a:cubicBezTo>
                <a:cubicBezTo>
                  <a:pt x="1633754" y="48231"/>
                  <a:pt x="1632007" y="47576"/>
                  <a:pt x="1629999" y="46962"/>
                </a:cubicBezTo>
                <a:cubicBezTo>
                  <a:pt x="1627992" y="46348"/>
                  <a:pt x="1625695" y="46041"/>
                  <a:pt x="1623110" y="46041"/>
                </a:cubicBezTo>
                <a:cubicBezTo>
                  <a:pt x="1620799" y="46041"/>
                  <a:pt x="1618764" y="46304"/>
                  <a:pt x="1617004" y="46828"/>
                </a:cubicBezTo>
                <a:cubicBezTo>
                  <a:pt x="1615243" y="47350"/>
                  <a:pt x="1613800" y="48094"/>
                  <a:pt x="1612672" y="49058"/>
                </a:cubicBezTo>
                <a:cubicBezTo>
                  <a:pt x="1611544" y="50023"/>
                  <a:pt x="1610692" y="51167"/>
                  <a:pt x="1610114" y="52490"/>
                </a:cubicBezTo>
                <a:cubicBezTo>
                  <a:pt x="1609536" y="53812"/>
                  <a:pt x="1609248" y="55245"/>
                  <a:pt x="1609248" y="56789"/>
                </a:cubicBezTo>
                <a:cubicBezTo>
                  <a:pt x="1609248" y="58936"/>
                  <a:pt x="1609798" y="60739"/>
                  <a:pt x="1610898" y="62198"/>
                </a:cubicBezTo>
                <a:cubicBezTo>
                  <a:pt x="1611998" y="63658"/>
                  <a:pt x="1613428" y="64938"/>
                  <a:pt x="1615188" y="66040"/>
                </a:cubicBezTo>
                <a:cubicBezTo>
                  <a:pt x="1616949" y="67140"/>
                  <a:pt x="1618956" y="68131"/>
                  <a:pt x="1621212" y="69013"/>
                </a:cubicBezTo>
                <a:cubicBezTo>
                  <a:pt x="1623467" y="69893"/>
                  <a:pt x="1625764" y="70802"/>
                  <a:pt x="1628102" y="71739"/>
                </a:cubicBezTo>
                <a:cubicBezTo>
                  <a:pt x="1630439" y="72674"/>
                  <a:pt x="1632750" y="73720"/>
                  <a:pt x="1635032" y="74877"/>
                </a:cubicBezTo>
                <a:cubicBezTo>
                  <a:pt x="1637315" y="76034"/>
                  <a:pt x="1639337" y="77438"/>
                  <a:pt x="1641097" y="79090"/>
                </a:cubicBezTo>
                <a:cubicBezTo>
                  <a:pt x="1642857" y="80742"/>
                  <a:pt x="1644274" y="82725"/>
                  <a:pt x="1645346" y="85039"/>
                </a:cubicBezTo>
                <a:cubicBezTo>
                  <a:pt x="1646419" y="87351"/>
                  <a:pt x="1646955" y="90104"/>
                  <a:pt x="1646955" y="93297"/>
                </a:cubicBezTo>
                <a:close/>
                <a:moveTo>
                  <a:pt x="1735472" y="75539"/>
                </a:moveTo>
                <a:cubicBezTo>
                  <a:pt x="1735472" y="81595"/>
                  <a:pt x="1734675" y="87170"/>
                  <a:pt x="1733079" y="92263"/>
                </a:cubicBezTo>
                <a:cubicBezTo>
                  <a:pt x="1731484" y="97357"/>
                  <a:pt x="1729105" y="101749"/>
                  <a:pt x="1725942" y="105439"/>
                </a:cubicBezTo>
                <a:cubicBezTo>
                  <a:pt x="1722779" y="109128"/>
                  <a:pt x="1718819" y="112005"/>
                  <a:pt x="1714061" y="114070"/>
                </a:cubicBezTo>
                <a:cubicBezTo>
                  <a:pt x="1709302" y="116134"/>
                  <a:pt x="1703788" y="117166"/>
                  <a:pt x="1697517" y="117166"/>
                </a:cubicBezTo>
                <a:cubicBezTo>
                  <a:pt x="1691411" y="117166"/>
                  <a:pt x="1686089" y="116258"/>
                  <a:pt x="1681551" y="114441"/>
                </a:cubicBezTo>
                <a:cubicBezTo>
                  <a:pt x="1677013" y="112624"/>
                  <a:pt x="1673231" y="109981"/>
                  <a:pt x="1670206" y="106512"/>
                </a:cubicBezTo>
                <a:cubicBezTo>
                  <a:pt x="1667180" y="103043"/>
                  <a:pt x="1664925" y="98831"/>
                  <a:pt x="1663440" y="93875"/>
                </a:cubicBezTo>
                <a:cubicBezTo>
                  <a:pt x="1661954" y="88919"/>
                  <a:pt x="1661212" y="83302"/>
                  <a:pt x="1661212" y="77025"/>
                </a:cubicBezTo>
                <a:cubicBezTo>
                  <a:pt x="1661212" y="70969"/>
                  <a:pt x="1661996" y="65394"/>
                  <a:pt x="1663563" y="60301"/>
                </a:cubicBezTo>
                <a:cubicBezTo>
                  <a:pt x="1665131" y="55207"/>
                  <a:pt x="1667496" y="50816"/>
                  <a:pt x="1670659" y="47127"/>
                </a:cubicBezTo>
                <a:cubicBezTo>
                  <a:pt x="1673822" y="43436"/>
                  <a:pt x="1677769" y="40572"/>
                  <a:pt x="1682500" y="38535"/>
                </a:cubicBezTo>
                <a:cubicBezTo>
                  <a:pt x="1687230" y="36498"/>
                  <a:pt x="1692759" y="35480"/>
                  <a:pt x="1699085" y="35480"/>
                </a:cubicBezTo>
                <a:cubicBezTo>
                  <a:pt x="1705191" y="35480"/>
                  <a:pt x="1710513" y="36388"/>
                  <a:pt x="1715051" y="38205"/>
                </a:cubicBezTo>
                <a:cubicBezTo>
                  <a:pt x="1719589" y="40022"/>
                  <a:pt x="1723371" y="42665"/>
                  <a:pt x="1726396" y="46134"/>
                </a:cubicBezTo>
                <a:cubicBezTo>
                  <a:pt x="1729421" y="49603"/>
                  <a:pt x="1731690" y="53816"/>
                  <a:pt x="1733203" y="58771"/>
                </a:cubicBezTo>
                <a:cubicBezTo>
                  <a:pt x="1734716" y="63727"/>
                  <a:pt x="1735472" y="69317"/>
                  <a:pt x="1735472" y="75539"/>
                </a:cubicBezTo>
                <a:moveTo>
                  <a:pt x="1721115" y="76447"/>
                </a:moveTo>
                <a:cubicBezTo>
                  <a:pt x="1721115" y="72426"/>
                  <a:pt x="1720744" y="68626"/>
                  <a:pt x="1720001" y="65045"/>
                </a:cubicBezTo>
                <a:cubicBezTo>
                  <a:pt x="1719259" y="61464"/>
                  <a:pt x="1718035" y="58325"/>
                  <a:pt x="1716330" y="55626"/>
                </a:cubicBezTo>
                <a:cubicBezTo>
                  <a:pt x="1714624" y="52927"/>
                  <a:pt x="1712314" y="50793"/>
                  <a:pt x="1709399" y="49223"/>
                </a:cubicBezTo>
                <a:cubicBezTo>
                  <a:pt x="1706483" y="47652"/>
                  <a:pt x="1702853" y="46867"/>
                  <a:pt x="1698507" y="46867"/>
                </a:cubicBezTo>
                <a:cubicBezTo>
                  <a:pt x="1694492" y="46867"/>
                  <a:pt x="1691040" y="47583"/>
                  <a:pt x="1688152" y="49014"/>
                </a:cubicBezTo>
                <a:cubicBezTo>
                  <a:pt x="1685264" y="50446"/>
                  <a:pt x="1682885" y="52471"/>
                  <a:pt x="1681015" y="55089"/>
                </a:cubicBezTo>
                <a:cubicBezTo>
                  <a:pt x="1679144" y="57706"/>
                  <a:pt x="1677755" y="60804"/>
                  <a:pt x="1676848" y="64385"/>
                </a:cubicBezTo>
                <a:cubicBezTo>
                  <a:pt x="1675940" y="67964"/>
                  <a:pt x="1675486" y="71874"/>
                  <a:pt x="1675486" y="76117"/>
                </a:cubicBezTo>
                <a:cubicBezTo>
                  <a:pt x="1675486" y="80193"/>
                  <a:pt x="1675858" y="84021"/>
                  <a:pt x="1676600" y="87602"/>
                </a:cubicBezTo>
                <a:cubicBezTo>
                  <a:pt x="1677343" y="91182"/>
                  <a:pt x="1678581" y="94308"/>
                  <a:pt x="1680313" y="96979"/>
                </a:cubicBezTo>
                <a:cubicBezTo>
                  <a:pt x="1682046" y="99651"/>
                  <a:pt x="1684370" y="101772"/>
                  <a:pt x="1687285" y="103343"/>
                </a:cubicBezTo>
                <a:cubicBezTo>
                  <a:pt x="1690201" y="104913"/>
                  <a:pt x="1693831" y="105697"/>
                  <a:pt x="1698177" y="105697"/>
                </a:cubicBezTo>
                <a:cubicBezTo>
                  <a:pt x="1702138" y="105697"/>
                  <a:pt x="1705576" y="104981"/>
                  <a:pt x="1708491" y="103549"/>
                </a:cubicBezTo>
                <a:cubicBezTo>
                  <a:pt x="1711406" y="102118"/>
                  <a:pt x="1713799" y="100107"/>
                  <a:pt x="1715669" y="97518"/>
                </a:cubicBezTo>
                <a:cubicBezTo>
                  <a:pt x="1717540" y="94928"/>
                  <a:pt x="1718915" y="91843"/>
                  <a:pt x="1719795" y="88264"/>
                </a:cubicBezTo>
                <a:cubicBezTo>
                  <a:pt x="1720675" y="84684"/>
                  <a:pt x="1721115" y="80744"/>
                  <a:pt x="1721115" y="76447"/>
                </a:cubicBezTo>
                <a:close/>
                <a:moveTo>
                  <a:pt x="1819917" y="113453"/>
                </a:moveTo>
                <a:cubicBezTo>
                  <a:pt x="1819917" y="113893"/>
                  <a:pt x="1819807" y="114265"/>
                  <a:pt x="1819587" y="114567"/>
                </a:cubicBezTo>
                <a:cubicBezTo>
                  <a:pt x="1819367" y="114870"/>
                  <a:pt x="1819009" y="115131"/>
                  <a:pt x="1818514" y="115351"/>
                </a:cubicBezTo>
                <a:cubicBezTo>
                  <a:pt x="1818019" y="115571"/>
                  <a:pt x="1817331" y="115736"/>
                  <a:pt x="1816451" y="115846"/>
                </a:cubicBezTo>
                <a:cubicBezTo>
                  <a:pt x="1815571" y="115956"/>
                  <a:pt x="1814471" y="116011"/>
                  <a:pt x="1813151" y="116011"/>
                </a:cubicBezTo>
                <a:cubicBezTo>
                  <a:pt x="1811775" y="116011"/>
                  <a:pt x="1810648" y="115956"/>
                  <a:pt x="1809768" y="115846"/>
                </a:cubicBezTo>
                <a:cubicBezTo>
                  <a:pt x="1808888" y="115736"/>
                  <a:pt x="1808200" y="115571"/>
                  <a:pt x="1807705" y="115351"/>
                </a:cubicBezTo>
                <a:cubicBezTo>
                  <a:pt x="1807210" y="115131"/>
                  <a:pt x="1806852" y="114870"/>
                  <a:pt x="1806632" y="114567"/>
                </a:cubicBezTo>
                <a:cubicBezTo>
                  <a:pt x="1806412" y="114265"/>
                  <a:pt x="1806302" y="113893"/>
                  <a:pt x="1806302" y="113453"/>
                </a:cubicBezTo>
                <a:lnTo>
                  <a:pt x="1806302" y="69970"/>
                </a:lnTo>
                <a:cubicBezTo>
                  <a:pt x="1806302" y="65734"/>
                  <a:pt x="1805972" y="62324"/>
                  <a:pt x="1805312" y="59738"/>
                </a:cubicBezTo>
                <a:cubicBezTo>
                  <a:pt x="1804652" y="57153"/>
                  <a:pt x="1803689" y="54925"/>
                  <a:pt x="1802424" y="53055"/>
                </a:cubicBezTo>
                <a:cubicBezTo>
                  <a:pt x="1801159" y="51185"/>
                  <a:pt x="1799522" y="49754"/>
                  <a:pt x="1797515" y="48764"/>
                </a:cubicBezTo>
                <a:cubicBezTo>
                  <a:pt x="1795507" y="47774"/>
                  <a:pt x="1793183" y="47279"/>
                  <a:pt x="1790542" y="47279"/>
                </a:cubicBezTo>
                <a:cubicBezTo>
                  <a:pt x="1787132" y="47279"/>
                  <a:pt x="1783722" y="48489"/>
                  <a:pt x="1780311" y="50910"/>
                </a:cubicBezTo>
                <a:cubicBezTo>
                  <a:pt x="1776901" y="53330"/>
                  <a:pt x="1773325" y="56878"/>
                  <a:pt x="1769585" y="61554"/>
                </a:cubicBezTo>
                <a:lnTo>
                  <a:pt x="1769585" y="113453"/>
                </a:lnTo>
                <a:cubicBezTo>
                  <a:pt x="1769585" y="113893"/>
                  <a:pt x="1769475" y="114265"/>
                  <a:pt x="1769254" y="114567"/>
                </a:cubicBezTo>
                <a:cubicBezTo>
                  <a:pt x="1769034" y="114870"/>
                  <a:pt x="1768677" y="115131"/>
                  <a:pt x="1768182" y="115351"/>
                </a:cubicBezTo>
                <a:cubicBezTo>
                  <a:pt x="1767687" y="115571"/>
                  <a:pt x="1766999" y="115736"/>
                  <a:pt x="1766119" y="115846"/>
                </a:cubicBezTo>
                <a:cubicBezTo>
                  <a:pt x="1765239" y="115956"/>
                  <a:pt x="1764111" y="116011"/>
                  <a:pt x="1762736" y="116011"/>
                </a:cubicBezTo>
                <a:cubicBezTo>
                  <a:pt x="1761416" y="116011"/>
                  <a:pt x="1760316" y="115956"/>
                  <a:pt x="1759436" y="115846"/>
                </a:cubicBezTo>
                <a:cubicBezTo>
                  <a:pt x="1758555" y="115736"/>
                  <a:pt x="1757854" y="115571"/>
                  <a:pt x="1757332" y="115351"/>
                </a:cubicBezTo>
                <a:cubicBezTo>
                  <a:pt x="1756809" y="115131"/>
                  <a:pt x="1756451" y="114870"/>
                  <a:pt x="1756259" y="114567"/>
                </a:cubicBezTo>
                <a:cubicBezTo>
                  <a:pt x="1756066" y="114265"/>
                  <a:pt x="1755970" y="113893"/>
                  <a:pt x="1755970" y="113453"/>
                </a:cubicBezTo>
                <a:lnTo>
                  <a:pt x="1755970" y="39193"/>
                </a:lnTo>
                <a:cubicBezTo>
                  <a:pt x="1755970" y="38753"/>
                  <a:pt x="1756053" y="38382"/>
                  <a:pt x="1756218" y="38079"/>
                </a:cubicBezTo>
                <a:cubicBezTo>
                  <a:pt x="1756383" y="37777"/>
                  <a:pt x="1756713" y="37502"/>
                  <a:pt x="1757208" y="37254"/>
                </a:cubicBezTo>
                <a:cubicBezTo>
                  <a:pt x="1757703" y="37006"/>
                  <a:pt x="1758335" y="36841"/>
                  <a:pt x="1759106" y="36759"/>
                </a:cubicBezTo>
                <a:cubicBezTo>
                  <a:pt x="1759876" y="36676"/>
                  <a:pt x="1760893" y="36635"/>
                  <a:pt x="1762158" y="36635"/>
                </a:cubicBezTo>
                <a:cubicBezTo>
                  <a:pt x="1763369" y="36635"/>
                  <a:pt x="1764373" y="36676"/>
                  <a:pt x="1765170" y="36759"/>
                </a:cubicBezTo>
                <a:cubicBezTo>
                  <a:pt x="1765968" y="36841"/>
                  <a:pt x="1766587" y="37006"/>
                  <a:pt x="1767027" y="37254"/>
                </a:cubicBezTo>
                <a:cubicBezTo>
                  <a:pt x="1767467" y="37502"/>
                  <a:pt x="1767783" y="37777"/>
                  <a:pt x="1767976" y="38079"/>
                </a:cubicBezTo>
                <a:cubicBezTo>
                  <a:pt x="1768168" y="38382"/>
                  <a:pt x="1768264" y="38753"/>
                  <a:pt x="1768264" y="39193"/>
                </a:cubicBezTo>
                <a:lnTo>
                  <a:pt x="1768264" y="49012"/>
                </a:lnTo>
                <a:cubicBezTo>
                  <a:pt x="1772445" y="44336"/>
                  <a:pt x="1776612" y="40912"/>
                  <a:pt x="1780765" y="38739"/>
                </a:cubicBezTo>
                <a:cubicBezTo>
                  <a:pt x="1784918" y="36566"/>
                  <a:pt x="1789112" y="35480"/>
                  <a:pt x="1793348" y="35480"/>
                </a:cubicBezTo>
                <a:cubicBezTo>
                  <a:pt x="1798299" y="35480"/>
                  <a:pt x="1802465" y="36319"/>
                  <a:pt x="1805848" y="37997"/>
                </a:cubicBezTo>
                <a:cubicBezTo>
                  <a:pt x="1809231" y="39674"/>
                  <a:pt x="1811968" y="41916"/>
                  <a:pt x="1814058" y="44721"/>
                </a:cubicBezTo>
                <a:cubicBezTo>
                  <a:pt x="1816149" y="47527"/>
                  <a:pt x="1817648" y="50813"/>
                  <a:pt x="1818555" y="54581"/>
                </a:cubicBezTo>
                <a:cubicBezTo>
                  <a:pt x="1819463" y="58349"/>
                  <a:pt x="1819917" y="62874"/>
                  <a:pt x="1819917" y="68155"/>
                </a:cubicBezTo>
                <a:lnTo>
                  <a:pt x="1819917" y="113453"/>
                </a:lnTo>
                <a:close/>
                <a:moveTo>
                  <a:pt x="1858302" y="113453"/>
                </a:moveTo>
                <a:cubicBezTo>
                  <a:pt x="1858302" y="113893"/>
                  <a:pt x="1858192" y="114265"/>
                  <a:pt x="1857972" y="114567"/>
                </a:cubicBezTo>
                <a:cubicBezTo>
                  <a:pt x="1857752" y="114870"/>
                  <a:pt x="1857394" y="115131"/>
                  <a:pt x="1856899" y="115351"/>
                </a:cubicBezTo>
                <a:cubicBezTo>
                  <a:pt x="1856404" y="115571"/>
                  <a:pt x="1855716" y="115736"/>
                  <a:pt x="1854836" y="115846"/>
                </a:cubicBezTo>
                <a:cubicBezTo>
                  <a:pt x="1853956" y="115956"/>
                  <a:pt x="1852828" y="116011"/>
                  <a:pt x="1851453" y="116011"/>
                </a:cubicBezTo>
                <a:cubicBezTo>
                  <a:pt x="1850133" y="116011"/>
                  <a:pt x="1849033" y="115956"/>
                  <a:pt x="1848153" y="115846"/>
                </a:cubicBezTo>
                <a:cubicBezTo>
                  <a:pt x="1847273" y="115736"/>
                  <a:pt x="1846571" y="115571"/>
                  <a:pt x="1846049" y="115351"/>
                </a:cubicBezTo>
                <a:cubicBezTo>
                  <a:pt x="1845526" y="115131"/>
                  <a:pt x="1845169" y="114870"/>
                  <a:pt x="1844976" y="114567"/>
                </a:cubicBezTo>
                <a:cubicBezTo>
                  <a:pt x="1844783" y="114265"/>
                  <a:pt x="1844687" y="113893"/>
                  <a:pt x="1844687" y="113453"/>
                </a:cubicBezTo>
                <a:lnTo>
                  <a:pt x="1844687" y="39193"/>
                </a:lnTo>
                <a:cubicBezTo>
                  <a:pt x="1844687" y="38808"/>
                  <a:pt x="1844783" y="38450"/>
                  <a:pt x="1844976" y="38120"/>
                </a:cubicBezTo>
                <a:cubicBezTo>
                  <a:pt x="1845169" y="37790"/>
                  <a:pt x="1845526" y="37515"/>
                  <a:pt x="1846049" y="37295"/>
                </a:cubicBezTo>
                <a:cubicBezTo>
                  <a:pt x="1846571" y="37075"/>
                  <a:pt x="1847273" y="36910"/>
                  <a:pt x="1848153" y="36800"/>
                </a:cubicBezTo>
                <a:cubicBezTo>
                  <a:pt x="1849033" y="36690"/>
                  <a:pt x="1850133" y="36635"/>
                  <a:pt x="1851453" y="36635"/>
                </a:cubicBezTo>
                <a:cubicBezTo>
                  <a:pt x="1852828" y="36635"/>
                  <a:pt x="1853956" y="36690"/>
                  <a:pt x="1854836" y="36800"/>
                </a:cubicBezTo>
                <a:cubicBezTo>
                  <a:pt x="1855716" y="36910"/>
                  <a:pt x="1856404" y="37075"/>
                  <a:pt x="1856899" y="37295"/>
                </a:cubicBezTo>
                <a:cubicBezTo>
                  <a:pt x="1857394" y="37515"/>
                  <a:pt x="1857752" y="37790"/>
                  <a:pt x="1857972" y="38120"/>
                </a:cubicBezTo>
                <a:cubicBezTo>
                  <a:pt x="1858192" y="38450"/>
                  <a:pt x="1858302" y="38808"/>
                  <a:pt x="1858302" y="39193"/>
                </a:cubicBezTo>
                <a:lnTo>
                  <a:pt x="1858302" y="113453"/>
                </a:lnTo>
                <a:moveTo>
                  <a:pt x="1859869" y="14027"/>
                </a:moveTo>
                <a:cubicBezTo>
                  <a:pt x="1859869" y="17217"/>
                  <a:pt x="1859264" y="19390"/>
                  <a:pt x="1858054" y="20545"/>
                </a:cubicBezTo>
                <a:cubicBezTo>
                  <a:pt x="1856844" y="21701"/>
                  <a:pt x="1854616" y="22278"/>
                  <a:pt x="1851371" y="22278"/>
                </a:cubicBezTo>
                <a:cubicBezTo>
                  <a:pt x="1848180" y="22278"/>
                  <a:pt x="1845994" y="21714"/>
                  <a:pt x="1844811" y="20587"/>
                </a:cubicBezTo>
                <a:cubicBezTo>
                  <a:pt x="1843628" y="19459"/>
                  <a:pt x="1843037" y="17327"/>
                  <a:pt x="1843037" y="14192"/>
                </a:cubicBezTo>
                <a:cubicBezTo>
                  <a:pt x="1843037" y="11002"/>
                  <a:pt x="1843642" y="8829"/>
                  <a:pt x="1844852" y="7674"/>
                </a:cubicBezTo>
                <a:cubicBezTo>
                  <a:pt x="1846062" y="6518"/>
                  <a:pt x="1848290" y="5941"/>
                  <a:pt x="1851536" y="5941"/>
                </a:cubicBezTo>
                <a:cubicBezTo>
                  <a:pt x="1854726" y="5941"/>
                  <a:pt x="1856913" y="6505"/>
                  <a:pt x="1858095" y="7632"/>
                </a:cubicBezTo>
                <a:cubicBezTo>
                  <a:pt x="1859278" y="8760"/>
                  <a:pt x="1859869" y="10892"/>
                  <a:pt x="1859869" y="14027"/>
                </a:cubicBezTo>
                <a:close/>
                <a:moveTo>
                  <a:pt x="1947499" y="113453"/>
                </a:moveTo>
                <a:cubicBezTo>
                  <a:pt x="1947499" y="113893"/>
                  <a:pt x="1947389" y="114265"/>
                  <a:pt x="1947169" y="114567"/>
                </a:cubicBezTo>
                <a:cubicBezTo>
                  <a:pt x="1946949" y="114870"/>
                  <a:pt x="1946591" y="115131"/>
                  <a:pt x="1946096" y="115351"/>
                </a:cubicBezTo>
                <a:cubicBezTo>
                  <a:pt x="1945601" y="115571"/>
                  <a:pt x="1944914" y="115736"/>
                  <a:pt x="1944034" y="115846"/>
                </a:cubicBezTo>
                <a:cubicBezTo>
                  <a:pt x="1943153" y="115956"/>
                  <a:pt x="1942053" y="116011"/>
                  <a:pt x="1940733" y="116011"/>
                </a:cubicBezTo>
                <a:cubicBezTo>
                  <a:pt x="1939358" y="116011"/>
                  <a:pt x="1938230" y="115956"/>
                  <a:pt x="1937350" y="115846"/>
                </a:cubicBezTo>
                <a:cubicBezTo>
                  <a:pt x="1936470" y="115736"/>
                  <a:pt x="1935782" y="115571"/>
                  <a:pt x="1935287" y="115351"/>
                </a:cubicBezTo>
                <a:cubicBezTo>
                  <a:pt x="1934792" y="115131"/>
                  <a:pt x="1934435" y="114870"/>
                  <a:pt x="1934215" y="114567"/>
                </a:cubicBezTo>
                <a:cubicBezTo>
                  <a:pt x="1933995" y="114265"/>
                  <a:pt x="1933885" y="113893"/>
                  <a:pt x="1933885" y="113453"/>
                </a:cubicBezTo>
                <a:lnTo>
                  <a:pt x="1933885" y="69970"/>
                </a:lnTo>
                <a:cubicBezTo>
                  <a:pt x="1933885" y="65734"/>
                  <a:pt x="1933555" y="62324"/>
                  <a:pt x="1932895" y="59738"/>
                </a:cubicBezTo>
                <a:cubicBezTo>
                  <a:pt x="1932234" y="57153"/>
                  <a:pt x="1931272" y="54925"/>
                  <a:pt x="1930007" y="53055"/>
                </a:cubicBezTo>
                <a:cubicBezTo>
                  <a:pt x="1928741" y="51185"/>
                  <a:pt x="1927105" y="49754"/>
                  <a:pt x="1925097" y="48764"/>
                </a:cubicBezTo>
                <a:cubicBezTo>
                  <a:pt x="1923089" y="47774"/>
                  <a:pt x="1920765" y="47279"/>
                  <a:pt x="1918125" y="47279"/>
                </a:cubicBezTo>
                <a:cubicBezTo>
                  <a:pt x="1914715" y="47279"/>
                  <a:pt x="1911304" y="48489"/>
                  <a:pt x="1907894" y="50910"/>
                </a:cubicBezTo>
                <a:cubicBezTo>
                  <a:pt x="1904483" y="53330"/>
                  <a:pt x="1900908" y="56878"/>
                  <a:pt x="1897167" y="61554"/>
                </a:cubicBezTo>
                <a:lnTo>
                  <a:pt x="1897167" y="113453"/>
                </a:lnTo>
                <a:cubicBezTo>
                  <a:pt x="1897167" y="113893"/>
                  <a:pt x="1897057" y="114265"/>
                  <a:pt x="1896837" y="114567"/>
                </a:cubicBezTo>
                <a:cubicBezTo>
                  <a:pt x="1896617" y="114870"/>
                  <a:pt x="1896259" y="115131"/>
                  <a:pt x="1895764" y="115351"/>
                </a:cubicBezTo>
                <a:cubicBezTo>
                  <a:pt x="1895269" y="115571"/>
                  <a:pt x="1894582" y="115736"/>
                  <a:pt x="1893702" y="115846"/>
                </a:cubicBezTo>
                <a:cubicBezTo>
                  <a:pt x="1892821" y="115956"/>
                  <a:pt x="1891694" y="116011"/>
                  <a:pt x="1890319" y="116011"/>
                </a:cubicBezTo>
                <a:cubicBezTo>
                  <a:pt x="1888998" y="116011"/>
                  <a:pt x="1887898" y="115956"/>
                  <a:pt x="1887018" y="115846"/>
                </a:cubicBezTo>
                <a:cubicBezTo>
                  <a:pt x="1886138" y="115736"/>
                  <a:pt x="1885437" y="115571"/>
                  <a:pt x="1884914" y="115351"/>
                </a:cubicBezTo>
                <a:cubicBezTo>
                  <a:pt x="1884391" y="115131"/>
                  <a:pt x="1884034" y="114870"/>
                  <a:pt x="1883841" y="114567"/>
                </a:cubicBezTo>
                <a:cubicBezTo>
                  <a:pt x="1883649" y="114265"/>
                  <a:pt x="1883553" y="113893"/>
                  <a:pt x="1883553" y="113453"/>
                </a:cubicBezTo>
                <a:lnTo>
                  <a:pt x="1883553" y="39193"/>
                </a:lnTo>
                <a:cubicBezTo>
                  <a:pt x="1883553" y="38753"/>
                  <a:pt x="1883635" y="38382"/>
                  <a:pt x="1883800" y="38079"/>
                </a:cubicBezTo>
                <a:cubicBezTo>
                  <a:pt x="1883965" y="37777"/>
                  <a:pt x="1884295" y="37502"/>
                  <a:pt x="1884790" y="37254"/>
                </a:cubicBezTo>
                <a:cubicBezTo>
                  <a:pt x="1885285" y="37006"/>
                  <a:pt x="1885918" y="36841"/>
                  <a:pt x="1886688" y="36759"/>
                </a:cubicBezTo>
                <a:cubicBezTo>
                  <a:pt x="1887458" y="36676"/>
                  <a:pt x="1888476" y="36635"/>
                  <a:pt x="1889741" y="36635"/>
                </a:cubicBezTo>
                <a:cubicBezTo>
                  <a:pt x="1890951" y="36635"/>
                  <a:pt x="1891955" y="36676"/>
                  <a:pt x="1892753" y="36759"/>
                </a:cubicBezTo>
                <a:cubicBezTo>
                  <a:pt x="1893550" y="36841"/>
                  <a:pt x="1894169" y="37006"/>
                  <a:pt x="1894609" y="37254"/>
                </a:cubicBezTo>
                <a:cubicBezTo>
                  <a:pt x="1895049" y="37502"/>
                  <a:pt x="1895366" y="37777"/>
                  <a:pt x="1895558" y="38079"/>
                </a:cubicBezTo>
                <a:cubicBezTo>
                  <a:pt x="1895751" y="38382"/>
                  <a:pt x="1895847" y="38753"/>
                  <a:pt x="1895847" y="39193"/>
                </a:cubicBezTo>
                <a:lnTo>
                  <a:pt x="1895847" y="49012"/>
                </a:lnTo>
                <a:cubicBezTo>
                  <a:pt x="1900027" y="44336"/>
                  <a:pt x="1904194" y="40912"/>
                  <a:pt x="1908347" y="38739"/>
                </a:cubicBezTo>
                <a:cubicBezTo>
                  <a:pt x="1912500" y="36566"/>
                  <a:pt x="1916695" y="35480"/>
                  <a:pt x="1920930" y="35480"/>
                </a:cubicBezTo>
                <a:cubicBezTo>
                  <a:pt x="1925881" y="35480"/>
                  <a:pt x="1930048" y="36319"/>
                  <a:pt x="1933431" y="37997"/>
                </a:cubicBezTo>
                <a:cubicBezTo>
                  <a:pt x="1936814" y="39674"/>
                  <a:pt x="1939550" y="41916"/>
                  <a:pt x="1941641" y="44721"/>
                </a:cubicBezTo>
                <a:cubicBezTo>
                  <a:pt x="1943731" y="47527"/>
                  <a:pt x="1945230" y="50813"/>
                  <a:pt x="1946138" y="54581"/>
                </a:cubicBezTo>
                <a:cubicBezTo>
                  <a:pt x="1947045" y="58349"/>
                  <a:pt x="1947499" y="62874"/>
                  <a:pt x="1947499" y="68155"/>
                </a:cubicBezTo>
                <a:lnTo>
                  <a:pt x="1947499" y="113453"/>
                </a:lnTo>
                <a:close/>
                <a:moveTo>
                  <a:pt x="2034318" y="42493"/>
                </a:moveTo>
                <a:cubicBezTo>
                  <a:pt x="2034318" y="44419"/>
                  <a:pt x="2034057" y="45808"/>
                  <a:pt x="2033534" y="46660"/>
                </a:cubicBezTo>
                <a:cubicBezTo>
                  <a:pt x="2033012" y="47513"/>
                  <a:pt x="2032338" y="47939"/>
                  <a:pt x="2031513" y="47939"/>
                </a:cubicBezTo>
                <a:lnTo>
                  <a:pt x="2020869" y="47939"/>
                </a:lnTo>
                <a:cubicBezTo>
                  <a:pt x="2022794" y="49925"/>
                  <a:pt x="2024142" y="52118"/>
                  <a:pt x="2024912" y="54520"/>
                </a:cubicBezTo>
                <a:cubicBezTo>
                  <a:pt x="2025682" y="56919"/>
                  <a:pt x="2026067" y="59415"/>
                  <a:pt x="2026067" y="62007"/>
                </a:cubicBezTo>
                <a:cubicBezTo>
                  <a:pt x="2026067" y="66291"/>
                  <a:pt x="2025379" y="70081"/>
                  <a:pt x="2024004" y="73376"/>
                </a:cubicBezTo>
                <a:cubicBezTo>
                  <a:pt x="2022629" y="76671"/>
                  <a:pt x="2020662" y="79459"/>
                  <a:pt x="2018105" y="81738"/>
                </a:cubicBezTo>
                <a:cubicBezTo>
                  <a:pt x="2015547" y="84017"/>
                  <a:pt x="2012508" y="85761"/>
                  <a:pt x="2008987" y="86970"/>
                </a:cubicBezTo>
                <a:cubicBezTo>
                  <a:pt x="2005467" y="88178"/>
                  <a:pt x="2001561" y="88782"/>
                  <a:pt x="1997270" y="88782"/>
                </a:cubicBezTo>
                <a:cubicBezTo>
                  <a:pt x="1994245" y="88782"/>
                  <a:pt x="1991371" y="88385"/>
                  <a:pt x="1988648" y="87589"/>
                </a:cubicBezTo>
                <a:cubicBezTo>
                  <a:pt x="1985925" y="86793"/>
                  <a:pt x="1983821" y="85791"/>
                  <a:pt x="1982336" y="84582"/>
                </a:cubicBezTo>
                <a:cubicBezTo>
                  <a:pt x="1981346" y="85572"/>
                  <a:pt x="1980534" y="86700"/>
                  <a:pt x="1979902" y="87965"/>
                </a:cubicBezTo>
                <a:cubicBezTo>
                  <a:pt x="1979269" y="89229"/>
                  <a:pt x="1978953" y="90685"/>
                  <a:pt x="1978953" y="92333"/>
                </a:cubicBezTo>
                <a:cubicBezTo>
                  <a:pt x="1978953" y="94258"/>
                  <a:pt x="1979847" y="95854"/>
                  <a:pt x="1981634" y="97119"/>
                </a:cubicBezTo>
                <a:cubicBezTo>
                  <a:pt x="1983422" y="98382"/>
                  <a:pt x="1985801" y="99069"/>
                  <a:pt x="1988772" y="99179"/>
                </a:cubicBezTo>
                <a:lnTo>
                  <a:pt x="2008162" y="100007"/>
                </a:lnTo>
                <a:cubicBezTo>
                  <a:pt x="2011847" y="100117"/>
                  <a:pt x="2015230" y="100627"/>
                  <a:pt x="2018311" y="101538"/>
                </a:cubicBezTo>
                <a:cubicBezTo>
                  <a:pt x="2021391" y="102449"/>
                  <a:pt x="2024059" y="103747"/>
                  <a:pt x="2026315" y="105432"/>
                </a:cubicBezTo>
                <a:cubicBezTo>
                  <a:pt x="2028570" y="107115"/>
                  <a:pt x="2030330" y="109184"/>
                  <a:pt x="2031595" y="111641"/>
                </a:cubicBezTo>
                <a:cubicBezTo>
                  <a:pt x="2032860" y="114097"/>
                  <a:pt x="2033493" y="116954"/>
                  <a:pt x="2033493" y="120212"/>
                </a:cubicBezTo>
                <a:cubicBezTo>
                  <a:pt x="2033493" y="123634"/>
                  <a:pt x="2032778" y="126891"/>
                  <a:pt x="2031348" y="129982"/>
                </a:cubicBezTo>
                <a:cubicBezTo>
                  <a:pt x="2029918" y="133074"/>
                  <a:pt x="2027731" y="135793"/>
                  <a:pt x="2024788" y="138137"/>
                </a:cubicBezTo>
                <a:cubicBezTo>
                  <a:pt x="2021845" y="140484"/>
                  <a:pt x="2018091" y="142333"/>
                  <a:pt x="2013525" y="143686"/>
                </a:cubicBezTo>
                <a:cubicBezTo>
                  <a:pt x="2008960" y="145039"/>
                  <a:pt x="2003569" y="145715"/>
                  <a:pt x="1997353" y="145715"/>
                </a:cubicBezTo>
                <a:cubicBezTo>
                  <a:pt x="1991357" y="145715"/>
                  <a:pt x="1986255" y="145206"/>
                  <a:pt x="1982047" y="144186"/>
                </a:cubicBezTo>
                <a:cubicBezTo>
                  <a:pt x="1977839" y="143169"/>
                  <a:pt x="1974387" y="141779"/>
                  <a:pt x="1971692" y="140017"/>
                </a:cubicBezTo>
                <a:cubicBezTo>
                  <a:pt x="1968996" y="138257"/>
                  <a:pt x="1967044" y="136152"/>
                  <a:pt x="1965834" y="133702"/>
                </a:cubicBezTo>
                <a:cubicBezTo>
                  <a:pt x="1964623" y="131253"/>
                  <a:pt x="1964018" y="128596"/>
                  <a:pt x="1964018" y="125732"/>
                </a:cubicBezTo>
                <a:cubicBezTo>
                  <a:pt x="1964018" y="123917"/>
                  <a:pt x="1964238" y="122156"/>
                  <a:pt x="1964678" y="120449"/>
                </a:cubicBezTo>
                <a:cubicBezTo>
                  <a:pt x="1965118" y="118742"/>
                  <a:pt x="1965792" y="117117"/>
                  <a:pt x="1966700" y="115576"/>
                </a:cubicBezTo>
                <a:cubicBezTo>
                  <a:pt x="1967608" y="114035"/>
                  <a:pt x="1968735" y="112564"/>
                  <a:pt x="1970083" y="111161"/>
                </a:cubicBezTo>
                <a:cubicBezTo>
                  <a:pt x="1971431" y="109757"/>
                  <a:pt x="1972985" y="108366"/>
                  <a:pt x="1974745" y="106989"/>
                </a:cubicBezTo>
                <a:cubicBezTo>
                  <a:pt x="1972049" y="105609"/>
                  <a:pt x="1970055" y="103869"/>
                  <a:pt x="1968763" y="101770"/>
                </a:cubicBezTo>
                <a:cubicBezTo>
                  <a:pt x="1967470" y="99670"/>
                  <a:pt x="1966824" y="97404"/>
                  <a:pt x="1966824" y="94973"/>
                </a:cubicBezTo>
                <a:cubicBezTo>
                  <a:pt x="1966824" y="91604"/>
                  <a:pt x="1967511" y="88593"/>
                  <a:pt x="1968886" y="85941"/>
                </a:cubicBezTo>
                <a:cubicBezTo>
                  <a:pt x="1970262" y="83289"/>
                  <a:pt x="1971967" y="80913"/>
                  <a:pt x="1974002" y="78814"/>
                </a:cubicBezTo>
                <a:cubicBezTo>
                  <a:pt x="1972297" y="76782"/>
                  <a:pt x="1970949" y="74489"/>
                  <a:pt x="1969959" y="71935"/>
                </a:cubicBezTo>
                <a:cubicBezTo>
                  <a:pt x="1968969" y="69380"/>
                  <a:pt x="1968474" y="66291"/>
                  <a:pt x="1968474" y="62668"/>
                </a:cubicBezTo>
                <a:cubicBezTo>
                  <a:pt x="1968474" y="58439"/>
                  <a:pt x="1969189" y="54649"/>
                  <a:pt x="1970619" y="51299"/>
                </a:cubicBezTo>
                <a:cubicBezTo>
                  <a:pt x="1972049" y="47949"/>
                  <a:pt x="1974030" y="45120"/>
                  <a:pt x="1976560" y="42813"/>
                </a:cubicBezTo>
                <a:cubicBezTo>
                  <a:pt x="1979090" y="40506"/>
                  <a:pt x="1982130" y="38735"/>
                  <a:pt x="1985678" y="37499"/>
                </a:cubicBezTo>
                <a:cubicBezTo>
                  <a:pt x="1989226" y="36263"/>
                  <a:pt x="1993090" y="35645"/>
                  <a:pt x="1997270" y="35645"/>
                </a:cubicBezTo>
                <a:cubicBezTo>
                  <a:pt x="1999526" y="35645"/>
                  <a:pt x="2001630" y="35762"/>
                  <a:pt x="2003583" y="35996"/>
                </a:cubicBezTo>
                <a:cubicBezTo>
                  <a:pt x="2005535" y="36228"/>
                  <a:pt x="2007364" y="36551"/>
                  <a:pt x="2009070" y="36965"/>
                </a:cubicBezTo>
                <a:lnTo>
                  <a:pt x="2031513" y="36965"/>
                </a:lnTo>
                <a:cubicBezTo>
                  <a:pt x="2032448" y="36965"/>
                  <a:pt x="2033149" y="37419"/>
                  <a:pt x="2033617" y="38327"/>
                </a:cubicBezTo>
                <a:cubicBezTo>
                  <a:pt x="2034084" y="39234"/>
                  <a:pt x="2034318" y="40623"/>
                  <a:pt x="2034318" y="42493"/>
                </a:cubicBezTo>
                <a:moveTo>
                  <a:pt x="2013030" y="62090"/>
                </a:moveTo>
                <a:cubicBezTo>
                  <a:pt x="2013030" y="57043"/>
                  <a:pt x="2011641" y="53107"/>
                  <a:pt x="2008863" y="50280"/>
                </a:cubicBezTo>
                <a:cubicBezTo>
                  <a:pt x="2006085" y="47454"/>
                  <a:pt x="2002139" y="46041"/>
                  <a:pt x="1997023" y="46041"/>
                </a:cubicBezTo>
                <a:cubicBezTo>
                  <a:pt x="1994383" y="46041"/>
                  <a:pt x="1992086" y="46481"/>
                  <a:pt x="1990133" y="47359"/>
                </a:cubicBezTo>
                <a:cubicBezTo>
                  <a:pt x="1988180" y="48236"/>
                  <a:pt x="1986558" y="49442"/>
                  <a:pt x="1985265" y="50979"/>
                </a:cubicBezTo>
                <a:cubicBezTo>
                  <a:pt x="1983972" y="52516"/>
                  <a:pt x="1983010" y="54286"/>
                  <a:pt x="1982377" y="56288"/>
                </a:cubicBezTo>
                <a:cubicBezTo>
                  <a:pt x="1981745" y="58291"/>
                  <a:pt x="1981428" y="60390"/>
                  <a:pt x="1981428" y="62585"/>
                </a:cubicBezTo>
                <a:cubicBezTo>
                  <a:pt x="1981428" y="67467"/>
                  <a:pt x="1982817" y="71307"/>
                  <a:pt x="1985595" y="74106"/>
                </a:cubicBezTo>
                <a:cubicBezTo>
                  <a:pt x="1988373" y="76904"/>
                  <a:pt x="1992265" y="78303"/>
                  <a:pt x="1997270" y="78303"/>
                </a:cubicBezTo>
                <a:cubicBezTo>
                  <a:pt x="1999966" y="78303"/>
                  <a:pt x="2002304" y="77879"/>
                  <a:pt x="2004284" y="77030"/>
                </a:cubicBezTo>
                <a:cubicBezTo>
                  <a:pt x="2006264" y="76179"/>
                  <a:pt x="2007901" y="74999"/>
                  <a:pt x="2009193" y="73489"/>
                </a:cubicBezTo>
                <a:cubicBezTo>
                  <a:pt x="2010486" y="71980"/>
                  <a:pt x="2011449" y="70238"/>
                  <a:pt x="2012081" y="68263"/>
                </a:cubicBezTo>
                <a:cubicBezTo>
                  <a:pt x="2012714" y="66288"/>
                  <a:pt x="2013030" y="64230"/>
                  <a:pt x="2013030" y="62090"/>
                </a:cubicBezTo>
                <a:moveTo>
                  <a:pt x="2019879" y="120952"/>
                </a:moveTo>
                <a:cubicBezTo>
                  <a:pt x="2019879" y="117739"/>
                  <a:pt x="2018572" y="115261"/>
                  <a:pt x="2015959" y="113518"/>
                </a:cubicBezTo>
                <a:cubicBezTo>
                  <a:pt x="2013346" y="111773"/>
                  <a:pt x="2009812" y="110846"/>
                  <a:pt x="2005357" y="110736"/>
                </a:cubicBezTo>
                <a:lnTo>
                  <a:pt x="1986131" y="110070"/>
                </a:lnTo>
                <a:cubicBezTo>
                  <a:pt x="1984371" y="111454"/>
                  <a:pt x="1982927" y="112769"/>
                  <a:pt x="1981800" y="114016"/>
                </a:cubicBezTo>
                <a:cubicBezTo>
                  <a:pt x="1980672" y="115262"/>
                  <a:pt x="1979778" y="116452"/>
                  <a:pt x="1979118" y="117587"/>
                </a:cubicBezTo>
                <a:cubicBezTo>
                  <a:pt x="1978458" y="118721"/>
                  <a:pt x="1978004" y="119842"/>
                  <a:pt x="1977756" y="120949"/>
                </a:cubicBezTo>
                <a:cubicBezTo>
                  <a:pt x="1977509" y="122058"/>
                  <a:pt x="1977385" y="123193"/>
                  <a:pt x="1977385" y="124355"/>
                </a:cubicBezTo>
                <a:cubicBezTo>
                  <a:pt x="1977385" y="127955"/>
                  <a:pt x="1979200" y="130682"/>
                  <a:pt x="1982831" y="132537"/>
                </a:cubicBezTo>
                <a:cubicBezTo>
                  <a:pt x="1986461" y="134392"/>
                  <a:pt x="1991522" y="135319"/>
                  <a:pt x="1998013" y="135319"/>
                </a:cubicBezTo>
                <a:cubicBezTo>
                  <a:pt x="2002139" y="135319"/>
                  <a:pt x="2005590" y="134918"/>
                  <a:pt x="2008368" y="134115"/>
                </a:cubicBezTo>
                <a:cubicBezTo>
                  <a:pt x="2011146" y="133312"/>
                  <a:pt x="2013388" y="132246"/>
                  <a:pt x="2015093" y="130918"/>
                </a:cubicBezTo>
                <a:cubicBezTo>
                  <a:pt x="2016798" y="129589"/>
                  <a:pt x="2018022" y="128066"/>
                  <a:pt x="2018765" y="126348"/>
                </a:cubicBezTo>
                <a:cubicBezTo>
                  <a:pt x="2019507" y="124633"/>
                  <a:pt x="2019879" y="122834"/>
                  <a:pt x="2019879" y="1209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FAB041-BABF-4D94-82AF-01C08378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17" y="2350974"/>
            <a:ext cx="980735" cy="321507"/>
          </a:xfrm>
          <a:custGeom xmlns:a="http://schemas.openxmlformats.org/drawingml/2006/main">
            <a:pathLst>
              <a:path w="980735" h="321507">
                <a:moveTo>
                  <a:pt x="0" y="53604"/>
                </a:moveTo>
                <a:cubicBezTo>
                  <a:pt x="0" y="23982"/>
                  <a:pt x="23989" y="0"/>
                  <a:pt x="53588" y="0"/>
                </a:cubicBezTo>
                <a:lnTo>
                  <a:pt x="927170" y="0"/>
                </a:lnTo>
                <a:cubicBezTo>
                  <a:pt x="956753" y="0"/>
                  <a:pt x="980735" y="23982"/>
                  <a:pt x="980735" y="53604"/>
                </a:cubicBezTo>
                <a:lnTo>
                  <a:pt x="980735" y="267941"/>
                </a:lnTo>
                <a:cubicBezTo>
                  <a:pt x="980735" y="297525"/>
                  <a:pt x="956753" y="321507"/>
                  <a:pt x="927170" y="321507"/>
                </a:cubicBezTo>
                <a:lnTo>
                  <a:pt x="53588" y="321507"/>
                </a:lnTo>
                <a:cubicBezTo>
                  <a:pt x="23989" y="321507"/>
                  <a:pt x="0" y="297525"/>
                  <a:pt x="0" y="267941"/>
                </a:cubicBezTo>
                <a:lnTo>
                  <a:pt x="0" y="53604"/>
                </a:lnTo>
                <a:close/>
              </a:path>
            </a:pathLst>
          </a:custGeom>
          <a:solidFill xmlns:a="http://schemas.openxmlformats.org/drawingml/2006/main">
            <a:srgbClr val="83CBE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Text Screenshot">
            <a:extLst xmlns:a="http://schemas.openxmlformats.org/drawingml/2006/main">
              <a:ext uri="{FF2B5EF4-FFF2-40B4-BE49-F238E27FC236}">
                <a16:creationId xmlns:a16="http://schemas.microsoft.com/office/drawing/2014/main" id="{3A8697E5-5E66-4734-9442-5E4FA8DD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41" y="2453591"/>
            <a:ext cx="752578" cy="116671"/>
          </a:xfrm>
          <a:custGeom xmlns:a="http://schemas.openxmlformats.org/drawingml/2006/main">
            <a:pathLst>
              <a:path w="752578" h="116671">
                <a:moveTo>
                  <a:pt x="65679" y="85106"/>
                </a:moveTo>
                <a:cubicBezTo>
                  <a:pt x="65679" y="90118"/>
                  <a:pt x="64758" y="94581"/>
                  <a:pt x="62915" y="98493"/>
                </a:cubicBezTo>
                <a:cubicBezTo>
                  <a:pt x="61072" y="102404"/>
                  <a:pt x="58514" y="105723"/>
                  <a:pt x="55242" y="108451"/>
                </a:cubicBezTo>
                <a:cubicBezTo>
                  <a:pt x="51969" y="111177"/>
                  <a:pt x="48118" y="113229"/>
                  <a:pt x="43690" y="114606"/>
                </a:cubicBezTo>
                <a:cubicBezTo>
                  <a:pt x="39262" y="115983"/>
                  <a:pt x="34490" y="116671"/>
                  <a:pt x="29374" y="116671"/>
                </a:cubicBezTo>
                <a:cubicBezTo>
                  <a:pt x="25799" y="116671"/>
                  <a:pt x="22484" y="116369"/>
                  <a:pt x="19431" y="115764"/>
                </a:cubicBezTo>
                <a:cubicBezTo>
                  <a:pt x="16379" y="115159"/>
                  <a:pt x="13656" y="114416"/>
                  <a:pt x="11263" y="113536"/>
                </a:cubicBezTo>
                <a:cubicBezTo>
                  <a:pt x="8870" y="112656"/>
                  <a:pt x="6862" y="111748"/>
                  <a:pt x="5239" y="110813"/>
                </a:cubicBezTo>
                <a:cubicBezTo>
                  <a:pt x="3617" y="109878"/>
                  <a:pt x="2489" y="109080"/>
                  <a:pt x="1857" y="108420"/>
                </a:cubicBezTo>
                <a:cubicBezTo>
                  <a:pt x="1224" y="107760"/>
                  <a:pt x="756" y="106921"/>
                  <a:pt x="454" y="105904"/>
                </a:cubicBezTo>
                <a:cubicBezTo>
                  <a:pt x="151" y="104886"/>
                  <a:pt x="0" y="103525"/>
                  <a:pt x="0" y="101819"/>
                </a:cubicBezTo>
                <a:cubicBezTo>
                  <a:pt x="0" y="100609"/>
                  <a:pt x="55" y="99605"/>
                  <a:pt x="165" y="98808"/>
                </a:cubicBezTo>
                <a:cubicBezTo>
                  <a:pt x="275" y="98010"/>
                  <a:pt x="440" y="97364"/>
                  <a:pt x="660" y="96869"/>
                </a:cubicBezTo>
                <a:cubicBezTo>
                  <a:pt x="880" y="96374"/>
                  <a:pt x="1155" y="96030"/>
                  <a:pt x="1485" y="95837"/>
                </a:cubicBezTo>
                <a:cubicBezTo>
                  <a:pt x="1815" y="95645"/>
                  <a:pt x="2200" y="95548"/>
                  <a:pt x="2640" y="95548"/>
                </a:cubicBezTo>
                <a:cubicBezTo>
                  <a:pt x="3410" y="95548"/>
                  <a:pt x="4497" y="96016"/>
                  <a:pt x="5900" y="96951"/>
                </a:cubicBezTo>
                <a:cubicBezTo>
                  <a:pt x="7302" y="97886"/>
                  <a:pt x="9104" y="98904"/>
                  <a:pt x="11304" y="100004"/>
                </a:cubicBezTo>
                <a:cubicBezTo>
                  <a:pt x="13504" y="101104"/>
                  <a:pt x="16159" y="102136"/>
                  <a:pt x="19266" y="103098"/>
                </a:cubicBezTo>
                <a:cubicBezTo>
                  <a:pt x="22374" y="104061"/>
                  <a:pt x="25964" y="104542"/>
                  <a:pt x="30034" y="104542"/>
                </a:cubicBezTo>
                <a:cubicBezTo>
                  <a:pt x="33115" y="104542"/>
                  <a:pt x="35934" y="104129"/>
                  <a:pt x="38492" y="103302"/>
                </a:cubicBezTo>
                <a:cubicBezTo>
                  <a:pt x="41050" y="102475"/>
                  <a:pt x="43250" y="101304"/>
                  <a:pt x="45093" y="99787"/>
                </a:cubicBezTo>
                <a:cubicBezTo>
                  <a:pt x="46935" y="98270"/>
                  <a:pt x="48352" y="96408"/>
                  <a:pt x="49342" y="94202"/>
                </a:cubicBezTo>
                <a:cubicBezTo>
                  <a:pt x="50332" y="91997"/>
                  <a:pt x="50827" y="89488"/>
                  <a:pt x="50827" y="86676"/>
                </a:cubicBezTo>
                <a:cubicBezTo>
                  <a:pt x="50827" y="83645"/>
                  <a:pt x="50140" y="81056"/>
                  <a:pt x="48764" y="78909"/>
                </a:cubicBezTo>
                <a:cubicBezTo>
                  <a:pt x="47389" y="76761"/>
                  <a:pt x="45574" y="74874"/>
                  <a:pt x="43319" y="73250"/>
                </a:cubicBezTo>
                <a:cubicBezTo>
                  <a:pt x="41063" y="71623"/>
                  <a:pt x="38492" y="70136"/>
                  <a:pt x="35604" y="68786"/>
                </a:cubicBezTo>
                <a:cubicBezTo>
                  <a:pt x="32716" y="67435"/>
                  <a:pt x="29759" y="66057"/>
                  <a:pt x="26734" y="64653"/>
                </a:cubicBezTo>
                <a:cubicBezTo>
                  <a:pt x="23708" y="63249"/>
                  <a:pt x="20765" y="61693"/>
                  <a:pt x="17905" y="59986"/>
                </a:cubicBezTo>
                <a:cubicBezTo>
                  <a:pt x="15045" y="58277"/>
                  <a:pt x="12487" y="56266"/>
                  <a:pt x="10231" y="53952"/>
                </a:cubicBezTo>
                <a:cubicBezTo>
                  <a:pt x="7976" y="51638"/>
                  <a:pt x="6147" y="48925"/>
                  <a:pt x="4744" y="45812"/>
                </a:cubicBezTo>
                <a:cubicBezTo>
                  <a:pt x="3342" y="42699"/>
                  <a:pt x="2640" y="38966"/>
                  <a:pt x="2640" y="34614"/>
                </a:cubicBezTo>
                <a:cubicBezTo>
                  <a:pt x="2640" y="30153"/>
                  <a:pt x="3452" y="26173"/>
                  <a:pt x="5074" y="22675"/>
                </a:cubicBezTo>
                <a:cubicBezTo>
                  <a:pt x="6697" y="19175"/>
                  <a:pt x="8953" y="16241"/>
                  <a:pt x="11840" y="13872"/>
                </a:cubicBezTo>
                <a:cubicBezTo>
                  <a:pt x="14728" y="11503"/>
                  <a:pt x="18166" y="9699"/>
                  <a:pt x="22154" y="8460"/>
                </a:cubicBezTo>
                <a:cubicBezTo>
                  <a:pt x="26142" y="7221"/>
                  <a:pt x="30447" y="6601"/>
                  <a:pt x="35067" y="6601"/>
                </a:cubicBezTo>
                <a:cubicBezTo>
                  <a:pt x="37433" y="6601"/>
                  <a:pt x="39812" y="6810"/>
                  <a:pt x="42205" y="7227"/>
                </a:cubicBezTo>
                <a:cubicBezTo>
                  <a:pt x="44598" y="7643"/>
                  <a:pt x="46853" y="8200"/>
                  <a:pt x="48971" y="8896"/>
                </a:cubicBezTo>
                <a:cubicBezTo>
                  <a:pt x="51088" y="9590"/>
                  <a:pt x="52972" y="10369"/>
                  <a:pt x="54623" y="11232"/>
                </a:cubicBezTo>
                <a:cubicBezTo>
                  <a:pt x="56273" y="12093"/>
                  <a:pt x="57359" y="12788"/>
                  <a:pt x="57882" y="13318"/>
                </a:cubicBezTo>
                <a:cubicBezTo>
                  <a:pt x="58404" y="13846"/>
                  <a:pt x="58748" y="14261"/>
                  <a:pt x="58913" y="14563"/>
                </a:cubicBezTo>
                <a:cubicBezTo>
                  <a:pt x="59078" y="14866"/>
                  <a:pt x="59216" y="15251"/>
                  <a:pt x="59326" y="15718"/>
                </a:cubicBezTo>
                <a:cubicBezTo>
                  <a:pt x="59436" y="16186"/>
                  <a:pt x="59518" y="16750"/>
                  <a:pt x="59573" y="17410"/>
                </a:cubicBezTo>
                <a:cubicBezTo>
                  <a:pt x="59628" y="18070"/>
                  <a:pt x="59656" y="18923"/>
                  <a:pt x="59656" y="19968"/>
                </a:cubicBezTo>
                <a:cubicBezTo>
                  <a:pt x="59656" y="20958"/>
                  <a:pt x="59615" y="21838"/>
                  <a:pt x="59532" y="22608"/>
                </a:cubicBezTo>
                <a:cubicBezTo>
                  <a:pt x="59450" y="23378"/>
                  <a:pt x="59326" y="24025"/>
                  <a:pt x="59161" y="24547"/>
                </a:cubicBezTo>
                <a:cubicBezTo>
                  <a:pt x="58996" y="25070"/>
                  <a:pt x="58762" y="25455"/>
                  <a:pt x="58459" y="25702"/>
                </a:cubicBezTo>
                <a:cubicBezTo>
                  <a:pt x="58157" y="25950"/>
                  <a:pt x="57813" y="26074"/>
                  <a:pt x="57428" y="26074"/>
                </a:cubicBezTo>
                <a:cubicBezTo>
                  <a:pt x="56823" y="26074"/>
                  <a:pt x="55874" y="25684"/>
                  <a:pt x="54581" y="24906"/>
                </a:cubicBezTo>
                <a:cubicBezTo>
                  <a:pt x="53289" y="24127"/>
                  <a:pt x="51707" y="23251"/>
                  <a:pt x="49837" y="22278"/>
                </a:cubicBezTo>
                <a:cubicBezTo>
                  <a:pt x="47967" y="21305"/>
                  <a:pt x="45753" y="20416"/>
                  <a:pt x="43195" y="19609"/>
                </a:cubicBezTo>
                <a:cubicBezTo>
                  <a:pt x="40637" y="18803"/>
                  <a:pt x="37763" y="18400"/>
                  <a:pt x="34572" y="18400"/>
                </a:cubicBezTo>
                <a:cubicBezTo>
                  <a:pt x="31602" y="18400"/>
                  <a:pt x="29017" y="18801"/>
                  <a:pt x="26816" y="19602"/>
                </a:cubicBezTo>
                <a:cubicBezTo>
                  <a:pt x="24616" y="20401"/>
                  <a:pt x="22801" y="21462"/>
                  <a:pt x="21370" y="22786"/>
                </a:cubicBezTo>
                <a:cubicBezTo>
                  <a:pt x="19940" y="24110"/>
                  <a:pt x="18868" y="25682"/>
                  <a:pt x="18153" y="27502"/>
                </a:cubicBezTo>
                <a:cubicBezTo>
                  <a:pt x="17437" y="29323"/>
                  <a:pt x="17080" y="31253"/>
                  <a:pt x="17080" y="33293"/>
                </a:cubicBezTo>
                <a:cubicBezTo>
                  <a:pt x="17080" y="36269"/>
                  <a:pt x="17767" y="38831"/>
                  <a:pt x="19143" y="40980"/>
                </a:cubicBezTo>
                <a:cubicBezTo>
                  <a:pt x="20518" y="43127"/>
                  <a:pt x="22347" y="45027"/>
                  <a:pt x="24630" y="46681"/>
                </a:cubicBezTo>
                <a:cubicBezTo>
                  <a:pt x="26913" y="48333"/>
                  <a:pt x="29512" y="49848"/>
                  <a:pt x="32427" y="51227"/>
                </a:cubicBezTo>
                <a:cubicBezTo>
                  <a:pt x="35342" y="52604"/>
                  <a:pt x="38313" y="53994"/>
                  <a:pt x="41338" y="55399"/>
                </a:cubicBezTo>
                <a:cubicBezTo>
                  <a:pt x="44364" y="56803"/>
                  <a:pt x="47334" y="58346"/>
                  <a:pt x="50250" y="60027"/>
                </a:cubicBezTo>
                <a:cubicBezTo>
                  <a:pt x="53165" y="61707"/>
                  <a:pt x="55764" y="63689"/>
                  <a:pt x="58047" y="65976"/>
                </a:cubicBezTo>
                <a:cubicBezTo>
                  <a:pt x="60330" y="68262"/>
                  <a:pt x="62172" y="70962"/>
                  <a:pt x="63575" y="74075"/>
                </a:cubicBezTo>
                <a:cubicBezTo>
                  <a:pt x="64978" y="77186"/>
                  <a:pt x="65679" y="80863"/>
                  <a:pt x="65679" y="85106"/>
                </a:cubicBezTo>
                <a:close/>
                <a:moveTo>
                  <a:pt x="137715" y="101737"/>
                </a:moveTo>
                <a:cubicBezTo>
                  <a:pt x="137715" y="102672"/>
                  <a:pt x="137687" y="103483"/>
                  <a:pt x="137632" y="104171"/>
                </a:cubicBezTo>
                <a:cubicBezTo>
                  <a:pt x="137577" y="104858"/>
                  <a:pt x="137481" y="105436"/>
                  <a:pt x="137343" y="105904"/>
                </a:cubicBezTo>
                <a:cubicBezTo>
                  <a:pt x="137206" y="106371"/>
                  <a:pt x="137041" y="106784"/>
                  <a:pt x="136848" y="107141"/>
                </a:cubicBezTo>
                <a:cubicBezTo>
                  <a:pt x="136656" y="107499"/>
                  <a:pt x="136216" y="108021"/>
                  <a:pt x="135528" y="108709"/>
                </a:cubicBezTo>
                <a:cubicBezTo>
                  <a:pt x="134840" y="109397"/>
                  <a:pt x="133671" y="110249"/>
                  <a:pt x="132021" y="111267"/>
                </a:cubicBezTo>
                <a:cubicBezTo>
                  <a:pt x="130371" y="112285"/>
                  <a:pt x="128514" y="113192"/>
                  <a:pt x="126452" y="113990"/>
                </a:cubicBezTo>
                <a:cubicBezTo>
                  <a:pt x="124389" y="114787"/>
                  <a:pt x="122147" y="115434"/>
                  <a:pt x="119727" y="115929"/>
                </a:cubicBezTo>
                <a:cubicBezTo>
                  <a:pt x="117307" y="116424"/>
                  <a:pt x="114804" y="116671"/>
                  <a:pt x="112218" y="116671"/>
                </a:cubicBezTo>
                <a:cubicBezTo>
                  <a:pt x="106883" y="116671"/>
                  <a:pt x="102152" y="115790"/>
                  <a:pt x="98026" y="114026"/>
                </a:cubicBezTo>
                <a:cubicBezTo>
                  <a:pt x="93901" y="112262"/>
                  <a:pt x="90449" y="109685"/>
                  <a:pt x="87671" y="106296"/>
                </a:cubicBezTo>
                <a:cubicBezTo>
                  <a:pt x="84893" y="102906"/>
                  <a:pt x="82776" y="98744"/>
                  <a:pt x="81318" y="93811"/>
                </a:cubicBezTo>
                <a:cubicBezTo>
                  <a:pt x="79860" y="88877"/>
                  <a:pt x="79131" y="83186"/>
                  <a:pt x="79131" y="76738"/>
                </a:cubicBezTo>
                <a:cubicBezTo>
                  <a:pt x="79131" y="69407"/>
                  <a:pt x="80025" y="63109"/>
                  <a:pt x="81813" y="57846"/>
                </a:cubicBezTo>
                <a:cubicBezTo>
                  <a:pt x="83601" y="52582"/>
                  <a:pt x="86049" y="48269"/>
                  <a:pt x="89156" y="44907"/>
                </a:cubicBezTo>
                <a:cubicBezTo>
                  <a:pt x="92264" y="41545"/>
                  <a:pt x="95922" y="39050"/>
                  <a:pt x="100130" y="37424"/>
                </a:cubicBezTo>
                <a:cubicBezTo>
                  <a:pt x="104339" y="35798"/>
                  <a:pt x="108890" y="34985"/>
                  <a:pt x="113786" y="34985"/>
                </a:cubicBezTo>
                <a:cubicBezTo>
                  <a:pt x="116151" y="34985"/>
                  <a:pt x="118448" y="35205"/>
                  <a:pt x="120676" y="35645"/>
                </a:cubicBezTo>
                <a:cubicBezTo>
                  <a:pt x="122904" y="36085"/>
                  <a:pt x="124953" y="36663"/>
                  <a:pt x="126823" y="37378"/>
                </a:cubicBezTo>
                <a:cubicBezTo>
                  <a:pt x="128693" y="38093"/>
                  <a:pt x="130357" y="38918"/>
                  <a:pt x="131815" y="39853"/>
                </a:cubicBezTo>
                <a:cubicBezTo>
                  <a:pt x="133273" y="40788"/>
                  <a:pt x="134332" y="41586"/>
                  <a:pt x="134992" y="42246"/>
                </a:cubicBezTo>
                <a:cubicBezTo>
                  <a:pt x="135652" y="42906"/>
                  <a:pt x="136106" y="43429"/>
                  <a:pt x="136353" y="43814"/>
                </a:cubicBezTo>
                <a:cubicBezTo>
                  <a:pt x="136601" y="44199"/>
                  <a:pt x="136807" y="44653"/>
                  <a:pt x="136972" y="45175"/>
                </a:cubicBezTo>
                <a:cubicBezTo>
                  <a:pt x="137137" y="45698"/>
                  <a:pt x="137247" y="46289"/>
                  <a:pt x="137302" y="46949"/>
                </a:cubicBezTo>
                <a:cubicBezTo>
                  <a:pt x="137357" y="47609"/>
                  <a:pt x="137384" y="48434"/>
                  <a:pt x="137384" y="49424"/>
                </a:cubicBezTo>
                <a:cubicBezTo>
                  <a:pt x="137384" y="51570"/>
                  <a:pt x="137137" y="53069"/>
                  <a:pt x="136642" y="53921"/>
                </a:cubicBezTo>
                <a:cubicBezTo>
                  <a:pt x="136147" y="54774"/>
                  <a:pt x="135542" y="55200"/>
                  <a:pt x="134827" y="55200"/>
                </a:cubicBezTo>
                <a:cubicBezTo>
                  <a:pt x="134002" y="55200"/>
                  <a:pt x="133053" y="54746"/>
                  <a:pt x="131980" y="53839"/>
                </a:cubicBezTo>
                <a:cubicBezTo>
                  <a:pt x="130907" y="52931"/>
                  <a:pt x="129546" y="51927"/>
                  <a:pt x="127896" y="50827"/>
                </a:cubicBezTo>
                <a:cubicBezTo>
                  <a:pt x="126245" y="49727"/>
                  <a:pt x="124251" y="48723"/>
                  <a:pt x="121914" y="47815"/>
                </a:cubicBezTo>
                <a:cubicBezTo>
                  <a:pt x="119576" y="46908"/>
                  <a:pt x="116812" y="46454"/>
                  <a:pt x="113621" y="46454"/>
                </a:cubicBezTo>
                <a:cubicBezTo>
                  <a:pt x="107075" y="46454"/>
                  <a:pt x="102056" y="48978"/>
                  <a:pt x="98563" y="54027"/>
                </a:cubicBezTo>
                <a:cubicBezTo>
                  <a:pt x="95070" y="59074"/>
                  <a:pt x="93323" y="66396"/>
                  <a:pt x="93323" y="75993"/>
                </a:cubicBezTo>
                <a:cubicBezTo>
                  <a:pt x="93323" y="80793"/>
                  <a:pt x="93777" y="84999"/>
                  <a:pt x="94685" y="88612"/>
                </a:cubicBezTo>
                <a:cubicBezTo>
                  <a:pt x="95592" y="92226"/>
                  <a:pt x="96926" y="95246"/>
                  <a:pt x="98687" y="97673"/>
                </a:cubicBezTo>
                <a:cubicBezTo>
                  <a:pt x="100447" y="100100"/>
                  <a:pt x="102606" y="101907"/>
                  <a:pt x="105164" y="103093"/>
                </a:cubicBezTo>
                <a:cubicBezTo>
                  <a:pt x="107722" y="104279"/>
                  <a:pt x="110651" y="104872"/>
                  <a:pt x="113951" y="104872"/>
                </a:cubicBezTo>
                <a:cubicBezTo>
                  <a:pt x="117087" y="104872"/>
                  <a:pt x="119837" y="104377"/>
                  <a:pt x="122202" y="103387"/>
                </a:cubicBezTo>
                <a:cubicBezTo>
                  <a:pt x="124568" y="102397"/>
                  <a:pt x="126617" y="101310"/>
                  <a:pt x="128349" y="100128"/>
                </a:cubicBezTo>
                <a:cubicBezTo>
                  <a:pt x="130082" y="98945"/>
                  <a:pt x="131540" y="97872"/>
                  <a:pt x="132723" y="96910"/>
                </a:cubicBezTo>
                <a:cubicBezTo>
                  <a:pt x="133905" y="95947"/>
                  <a:pt x="134827" y="95466"/>
                  <a:pt x="135487" y="95466"/>
                </a:cubicBezTo>
                <a:cubicBezTo>
                  <a:pt x="135872" y="95466"/>
                  <a:pt x="136202" y="95576"/>
                  <a:pt x="136477" y="95796"/>
                </a:cubicBezTo>
                <a:cubicBezTo>
                  <a:pt x="136752" y="96016"/>
                  <a:pt x="136986" y="96387"/>
                  <a:pt x="137178" y="96910"/>
                </a:cubicBezTo>
                <a:cubicBezTo>
                  <a:pt x="137371" y="97432"/>
                  <a:pt x="137508" y="98093"/>
                  <a:pt x="137591" y="98890"/>
                </a:cubicBezTo>
                <a:cubicBezTo>
                  <a:pt x="137673" y="99688"/>
                  <a:pt x="137715" y="100637"/>
                  <a:pt x="137715" y="101737"/>
                </a:cubicBezTo>
                <a:close/>
                <a:moveTo>
                  <a:pt x="199211" y="43566"/>
                </a:moveTo>
                <a:cubicBezTo>
                  <a:pt x="199211" y="44776"/>
                  <a:pt x="199183" y="45794"/>
                  <a:pt x="199128" y="46619"/>
                </a:cubicBezTo>
                <a:cubicBezTo>
                  <a:pt x="199073" y="47444"/>
                  <a:pt x="198963" y="48091"/>
                  <a:pt x="198798" y="48558"/>
                </a:cubicBezTo>
                <a:cubicBezTo>
                  <a:pt x="198633" y="49026"/>
                  <a:pt x="198427" y="49383"/>
                  <a:pt x="198179" y="49631"/>
                </a:cubicBezTo>
                <a:cubicBezTo>
                  <a:pt x="197932" y="49878"/>
                  <a:pt x="197588" y="50002"/>
                  <a:pt x="197148" y="50002"/>
                </a:cubicBezTo>
                <a:cubicBezTo>
                  <a:pt x="196708" y="50002"/>
                  <a:pt x="196172" y="49878"/>
                  <a:pt x="195539" y="49631"/>
                </a:cubicBezTo>
                <a:cubicBezTo>
                  <a:pt x="194906" y="49383"/>
                  <a:pt x="194191" y="49136"/>
                  <a:pt x="193394" y="48888"/>
                </a:cubicBezTo>
                <a:cubicBezTo>
                  <a:pt x="192596" y="48641"/>
                  <a:pt x="191702" y="48407"/>
                  <a:pt x="190712" y="48187"/>
                </a:cubicBezTo>
                <a:cubicBezTo>
                  <a:pt x="189722" y="47967"/>
                  <a:pt x="188649" y="47857"/>
                  <a:pt x="187494" y="47857"/>
                </a:cubicBezTo>
                <a:cubicBezTo>
                  <a:pt x="186119" y="47857"/>
                  <a:pt x="184771" y="48132"/>
                  <a:pt x="183451" y="48682"/>
                </a:cubicBezTo>
                <a:cubicBezTo>
                  <a:pt x="182131" y="49232"/>
                  <a:pt x="180742" y="50140"/>
                  <a:pt x="179284" y="51405"/>
                </a:cubicBezTo>
                <a:cubicBezTo>
                  <a:pt x="177826" y="52670"/>
                  <a:pt x="176300" y="54348"/>
                  <a:pt x="174705" y="56438"/>
                </a:cubicBezTo>
                <a:cubicBezTo>
                  <a:pt x="173110" y="58528"/>
                  <a:pt x="171349" y="61086"/>
                  <a:pt x="169424" y="64112"/>
                </a:cubicBezTo>
                <a:lnTo>
                  <a:pt x="169424" y="112958"/>
                </a:lnTo>
                <a:cubicBezTo>
                  <a:pt x="169424" y="113398"/>
                  <a:pt x="169314" y="113770"/>
                  <a:pt x="169094" y="114072"/>
                </a:cubicBezTo>
                <a:cubicBezTo>
                  <a:pt x="168874" y="114375"/>
                  <a:pt x="168516" y="114636"/>
                  <a:pt x="168021" y="114856"/>
                </a:cubicBezTo>
                <a:cubicBezTo>
                  <a:pt x="167526" y="115076"/>
                  <a:pt x="166839" y="115241"/>
                  <a:pt x="165959" y="115351"/>
                </a:cubicBezTo>
                <a:cubicBezTo>
                  <a:pt x="165078" y="115461"/>
                  <a:pt x="163951" y="115516"/>
                  <a:pt x="162576" y="115516"/>
                </a:cubicBezTo>
                <a:cubicBezTo>
                  <a:pt x="161255" y="115516"/>
                  <a:pt x="160155" y="115461"/>
                  <a:pt x="159275" y="115351"/>
                </a:cubicBezTo>
                <a:cubicBezTo>
                  <a:pt x="158395" y="115241"/>
                  <a:pt x="157694" y="115076"/>
                  <a:pt x="157171" y="114856"/>
                </a:cubicBezTo>
                <a:cubicBezTo>
                  <a:pt x="156649" y="114636"/>
                  <a:pt x="156291" y="114375"/>
                  <a:pt x="156098" y="114072"/>
                </a:cubicBezTo>
                <a:cubicBezTo>
                  <a:pt x="155906" y="113770"/>
                  <a:pt x="155810" y="113398"/>
                  <a:pt x="155810" y="112958"/>
                </a:cubicBezTo>
                <a:lnTo>
                  <a:pt x="155810" y="38698"/>
                </a:lnTo>
                <a:cubicBezTo>
                  <a:pt x="155810" y="38258"/>
                  <a:pt x="155892" y="37887"/>
                  <a:pt x="156057" y="37584"/>
                </a:cubicBezTo>
                <a:cubicBezTo>
                  <a:pt x="156222" y="37281"/>
                  <a:pt x="156552" y="37006"/>
                  <a:pt x="157047" y="36759"/>
                </a:cubicBezTo>
                <a:cubicBezTo>
                  <a:pt x="157542" y="36511"/>
                  <a:pt x="158175" y="36346"/>
                  <a:pt x="158945" y="36264"/>
                </a:cubicBezTo>
                <a:cubicBezTo>
                  <a:pt x="159715" y="36181"/>
                  <a:pt x="160733" y="36140"/>
                  <a:pt x="161998" y="36140"/>
                </a:cubicBezTo>
                <a:cubicBezTo>
                  <a:pt x="163208" y="36140"/>
                  <a:pt x="164212" y="36181"/>
                  <a:pt x="165010" y="36264"/>
                </a:cubicBezTo>
                <a:cubicBezTo>
                  <a:pt x="165807" y="36346"/>
                  <a:pt x="166426" y="36511"/>
                  <a:pt x="166866" y="36759"/>
                </a:cubicBezTo>
                <a:cubicBezTo>
                  <a:pt x="167306" y="37006"/>
                  <a:pt x="167623" y="37281"/>
                  <a:pt x="167815" y="37584"/>
                </a:cubicBezTo>
                <a:cubicBezTo>
                  <a:pt x="168008" y="37887"/>
                  <a:pt x="168104" y="38258"/>
                  <a:pt x="168104" y="38698"/>
                </a:cubicBezTo>
                <a:lnTo>
                  <a:pt x="168104" y="49507"/>
                </a:lnTo>
                <a:cubicBezTo>
                  <a:pt x="170139" y="46537"/>
                  <a:pt x="172051" y="44116"/>
                  <a:pt x="173838" y="42246"/>
                </a:cubicBezTo>
                <a:cubicBezTo>
                  <a:pt x="175626" y="40376"/>
                  <a:pt x="177318" y="38904"/>
                  <a:pt x="178913" y="37832"/>
                </a:cubicBezTo>
                <a:cubicBezTo>
                  <a:pt x="180508" y="36759"/>
                  <a:pt x="182090" y="36016"/>
                  <a:pt x="183657" y="35604"/>
                </a:cubicBezTo>
                <a:cubicBezTo>
                  <a:pt x="185225" y="35191"/>
                  <a:pt x="186806" y="34985"/>
                  <a:pt x="188402" y="34985"/>
                </a:cubicBezTo>
                <a:cubicBezTo>
                  <a:pt x="189117" y="34985"/>
                  <a:pt x="189928" y="35026"/>
                  <a:pt x="190836" y="35109"/>
                </a:cubicBezTo>
                <a:cubicBezTo>
                  <a:pt x="191743" y="35191"/>
                  <a:pt x="192692" y="35342"/>
                  <a:pt x="193682" y="35562"/>
                </a:cubicBezTo>
                <a:cubicBezTo>
                  <a:pt x="194673" y="35783"/>
                  <a:pt x="195566" y="36030"/>
                  <a:pt x="196364" y="36305"/>
                </a:cubicBezTo>
                <a:cubicBezTo>
                  <a:pt x="197162" y="36580"/>
                  <a:pt x="197726" y="36855"/>
                  <a:pt x="198056" y="37130"/>
                </a:cubicBezTo>
                <a:cubicBezTo>
                  <a:pt x="198386" y="37405"/>
                  <a:pt x="198606" y="37667"/>
                  <a:pt x="198716" y="37914"/>
                </a:cubicBezTo>
                <a:cubicBezTo>
                  <a:pt x="198826" y="38162"/>
                  <a:pt x="198922" y="38478"/>
                  <a:pt x="199004" y="38863"/>
                </a:cubicBezTo>
                <a:cubicBezTo>
                  <a:pt x="199087" y="39248"/>
                  <a:pt x="199142" y="39812"/>
                  <a:pt x="199169" y="40554"/>
                </a:cubicBezTo>
                <a:cubicBezTo>
                  <a:pt x="199197" y="41297"/>
                  <a:pt x="199211" y="42301"/>
                  <a:pt x="199211" y="43566"/>
                </a:cubicBezTo>
                <a:close/>
                <a:moveTo>
                  <a:pt x="275957" y="72610"/>
                </a:moveTo>
                <a:cubicBezTo>
                  <a:pt x="275957" y="74755"/>
                  <a:pt x="275421" y="76282"/>
                  <a:pt x="274348" y="77190"/>
                </a:cubicBezTo>
                <a:cubicBezTo>
                  <a:pt x="273275" y="78097"/>
                  <a:pt x="272052" y="78551"/>
                  <a:pt x="270676" y="78551"/>
                </a:cubicBezTo>
                <a:lnTo>
                  <a:pt x="221994" y="78551"/>
                </a:lnTo>
                <a:cubicBezTo>
                  <a:pt x="221994" y="82689"/>
                  <a:pt x="222407" y="86413"/>
                  <a:pt x="223232" y="89724"/>
                </a:cubicBezTo>
                <a:cubicBezTo>
                  <a:pt x="224057" y="93034"/>
                  <a:pt x="225432" y="95876"/>
                  <a:pt x="227358" y="98248"/>
                </a:cubicBezTo>
                <a:cubicBezTo>
                  <a:pt x="229283" y="100620"/>
                  <a:pt x="231786" y="102442"/>
                  <a:pt x="234866" y="103712"/>
                </a:cubicBezTo>
                <a:cubicBezTo>
                  <a:pt x="237947" y="104981"/>
                  <a:pt x="241715" y="105615"/>
                  <a:pt x="246170" y="105615"/>
                </a:cubicBezTo>
                <a:cubicBezTo>
                  <a:pt x="249691" y="105615"/>
                  <a:pt x="252826" y="105326"/>
                  <a:pt x="255577" y="104748"/>
                </a:cubicBezTo>
                <a:cubicBezTo>
                  <a:pt x="258327" y="104171"/>
                  <a:pt x="260706" y="103525"/>
                  <a:pt x="262714" y="102809"/>
                </a:cubicBezTo>
                <a:cubicBezTo>
                  <a:pt x="264722" y="102094"/>
                  <a:pt x="266372" y="101448"/>
                  <a:pt x="267665" y="100870"/>
                </a:cubicBezTo>
                <a:cubicBezTo>
                  <a:pt x="268957" y="100293"/>
                  <a:pt x="269934" y="100004"/>
                  <a:pt x="270594" y="100004"/>
                </a:cubicBezTo>
                <a:cubicBezTo>
                  <a:pt x="270979" y="100004"/>
                  <a:pt x="271323" y="100100"/>
                  <a:pt x="271625" y="100293"/>
                </a:cubicBezTo>
                <a:cubicBezTo>
                  <a:pt x="271928" y="100485"/>
                  <a:pt x="272162" y="100774"/>
                  <a:pt x="272327" y="101159"/>
                </a:cubicBezTo>
                <a:cubicBezTo>
                  <a:pt x="272492" y="101544"/>
                  <a:pt x="272615" y="102081"/>
                  <a:pt x="272698" y="102768"/>
                </a:cubicBezTo>
                <a:cubicBezTo>
                  <a:pt x="272780" y="103456"/>
                  <a:pt x="272822" y="104295"/>
                  <a:pt x="272822" y="105285"/>
                </a:cubicBezTo>
                <a:cubicBezTo>
                  <a:pt x="272822" y="106000"/>
                  <a:pt x="272794" y="106619"/>
                  <a:pt x="272739" y="107141"/>
                </a:cubicBezTo>
                <a:cubicBezTo>
                  <a:pt x="272684" y="107664"/>
                  <a:pt x="272615" y="108131"/>
                  <a:pt x="272533" y="108544"/>
                </a:cubicBezTo>
                <a:cubicBezTo>
                  <a:pt x="272450" y="108957"/>
                  <a:pt x="272313" y="109328"/>
                  <a:pt x="272120" y="109658"/>
                </a:cubicBezTo>
                <a:cubicBezTo>
                  <a:pt x="271928" y="109988"/>
                  <a:pt x="271680" y="110304"/>
                  <a:pt x="271378" y="110607"/>
                </a:cubicBezTo>
                <a:cubicBezTo>
                  <a:pt x="271075" y="110909"/>
                  <a:pt x="270181" y="111404"/>
                  <a:pt x="268696" y="112092"/>
                </a:cubicBezTo>
                <a:cubicBezTo>
                  <a:pt x="267211" y="112780"/>
                  <a:pt x="265286" y="113453"/>
                  <a:pt x="262920" y="114114"/>
                </a:cubicBezTo>
                <a:cubicBezTo>
                  <a:pt x="260555" y="114774"/>
                  <a:pt x="257818" y="115365"/>
                  <a:pt x="254710" y="115888"/>
                </a:cubicBezTo>
                <a:cubicBezTo>
                  <a:pt x="251602" y="116410"/>
                  <a:pt x="248288" y="116671"/>
                  <a:pt x="244768" y="116671"/>
                </a:cubicBezTo>
                <a:cubicBezTo>
                  <a:pt x="238662" y="116671"/>
                  <a:pt x="233312" y="115818"/>
                  <a:pt x="228719" y="114111"/>
                </a:cubicBezTo>
                <a:cubicBezTo>
                  <a:pt x="224126" y="112404"/>
                  <a:pt x="220262" y="109871"/>
                  <a:pt x="217126" y="106512"/>
                </a:cubicBezTo>
                <a:cubicBezTo>
                  <a:pt x="213991" y="103153"/>
                  <a:pt x="211626" y="98941"/>
                  <a:pt x="210030" y="93875"/>
                </a:cubicBezTo>
                <a:cubicBezTo>
                  <a:pt x="208435" y="88809"/>
                  <a:pt x="207637" y="82917"/>
                  <a:pt x="207637" y="76199"/>
                </a:cubicBezTo>
                <a:cubicBezTo>
                  <a:pt x="207637" y="69812"/>
                  <a:pt x="208463" y="64071"/>
                  <a:pt x="210113" y="58978"/>
                </a:cubicBezTo>
                <a:cubicBezTo>
                  <a:pt x="211763" y="53884"/>
                  <a:pt x="214142" y="49562"/>
                  <a:pt x="217250" y="46011"/>
                </a:cubicBezTo>
                <a:cubicBezTo>
                  <a:pt x="220358" y="42459"/>
                  <a:pt x="224112" y="39734"/>
                  <a:pt x="228513" y="37834"/>
                </a:cubicBezTo>
                <a:cubicBezTo>
                  <a:pt x="232914" y="35935"/>
                  <a:pt x="237837" y="34985"/>
                  <a:pt x="243282" y="34985"/>
                </a:cubicBezTo>
                <a:cubicBezTo>
                  <a:pt x="249113" y="34985"/>
                  <a:pt x="254078" y="35920"/>
                  <a:pt x="258176" y="37790"/>
                </a:cubicBezTo>
                <a:cubicBezTo>
                  <a:pt x="262274" y="39661"/>
                  <a:pt x="265643" y="42177"/>
                  <a:pt x="268283" y="45340"/>
                </a:cubicBezTo>
                <a:cubicBezTo>
                  <a:pt x="270924" y="48503"/>
                  <a:pt x="272863" y="52216"/>
                  <a:pt x="274101" y="56479"/>
                </a:cubicBezTo>
                <a:cubicBezTo>
                  <a:pt x="275338" y="60742"/>
                  <a:pt x="275957" y="65294"/>
                  <a:pt x="275957" y="70135"/>
                </a:cubicBezTo>
                <a:lnTo>
                  <a:pt x="275957" y="72610"/>
                </a:lnTo>
                <a:moveTo>
                  <a:pt x="262260" y="68567"/>
                </a:moveTo>
                <a:cubicBezTo>
                  <a:pt x="262425" y="61416"/>
                  <a:pt x="260844" y="55805"/>
                  <a:pt x="257516" y="51735"/>
                </a:cubicBezTo>
                <a:cubicBezTo>
                  <a:pt x="254188" y="47664"/>
                  <a:pt x="249251" y="45629"/>
                  <a:pt x="242705" y="45629"/>
                </a:cubicBezTo>
                <a:cubicBezTo>
                  <a:pt x="239349" y="45629"/>
                  <a:pt x="236407" y="46261"/>
                  <a:pt x="233876" y="47527"/>
                </a:cubicBezTo>
                <a:cubicBezTo>
                  <a:pt x="231346" y="48792"/>
                  <a:pt x="229228" y="50470"/>
                  <a:pt x="227523" y="52560"/>
                </a:cubicBezTo>
                <a:cubicBezTo>
                  <a:pt x="225818" y="54650"/>
                  <a:pt x="224497" y="57084"/>
                  <a:pt x="223562" y="59862"/>
                </a:cubicBezTo>
                <a:cubicBezTo>
                  <a:pt x="222627" y="62640"/>
                  <a:pt x="222104" y="65542"/>
                  <a:pt x="221994" y="68567"/>
                </a:cubicBezTo>
                <a:lnTo>
                  <a:pt x="262260" y="68567"/>
                </a:lnTo>
                <a:close/>
                <a:moveTo>
                  <a:pt x="360111" y="72610"/>
                </a:moveTo>
                <a:cubicBezTo>
                  <a:pt x="360111" y="74755"/>
                  <a:pt x="359575" y="76282"/>
                  <a:pt x="358502" y="77190"/>
                </a:cubicBezTo>
                <a:cubicBezTo>
                  <a:pt x="357429" y="78097"/>
                  <a:pt x="356205" y="78551"/>
                  <a:pt x="354830" y="78551"/>
                </a:cubicBezTo>
                <a:lnTo>
                  <a:pt x="306148" y="78551"/>
                </a:lnTo>
                <a:cubicBezTo>
                  <a:pt x="306148" y="82689"/>
                  <a:pt x="306561" y="86413"/>
                  <a:pt x="307386" y="89724"/>
                </a:cubicBezTo>
                <a:cubicBezTo>
                  <a:pt x="308211" y="93034"/>
                  <a:pt x="309586" y="95876"/>
                  <a:pt x="311512" y="98248"/>
                </a:cubicBezTo>
                <a:cubicBezTo>
                  <a:pt x="313437" y="100620"/>
                  <a:pt x="315940" y="102442"/>
                  <a:pt x="319020" y="103712"/>
                </a:cubicBezTo>
                <a:cubicBezTo>
                  <a:pt x="322101" y="104981"/>
                  <a:pt x="325869" y="105615"/>
                  <a:pt x="330324" y="105615"/>
                </a:cubicBezTo>
                <a:cubicBezTo>
                  <a:pt x="333845" y="105615"/>
                  <a:pt x="336980" y="105326"/>
                  <a:pt x="339731" y="104748"/>
                </a:cubicBezTo>
                <a:cubicBezTo>
                  <a:pt x="342481" y="104171"/>
                  <a:pt x="344860" y="103525"/>
                  <a:pt x="346868" y="102809"/>
                </a:cubicBezTo>
                <a:cubicBezTo>
                  <a:pt x="348876" y="102094"/>
                  <a:pt x="350526" y="101448"/>
                  <a:pt x="351819" y="100870"/>
                </a:cubicBezTo>
                <a:cubicBezTo>
                  <a:pt x="353111" y="100293"/>
                  <a:pt x="354088" y="100004"/>
                  <a:pt x="354748" y="100004"/>
                </a:cubicBezTo>
                <a:cubicBezTo>
                  <a:pt x="355133" y="100004"/>
                  <a:pt x="355477" y="100100"/>
                  <a:pt x="355779" y="100293"/>
                </a:cubicBezTo>
                <a:cubicBezTo>
                  <a:pt x="356082" y="100485"/>
                  <a:pt x="356315" y="100774"/>
                  <a:pt x="356480" y="101159"/>
                </a:cubicBezTo>
                <a:cubicBezTo>
                  <a:pt x="356645" y="101544"/>
                  <a:pt x="356769" y="102081"/>
                  <a:pt x="356852" y="102768"/>
                </a:cubicBezTo>
                <a:cubicBezTo>
                  <a:pt x="356934" y="103456"/>
                  <a:pt x="356975" y="104295"/>
                  <a:pt x="356975" y="105285"/>
                </a:cubicBezTo>
                <a:cubicBezTo>
                  <a:pt x="356975" y="106000"/>
                  <a:pt x="356948" y="106619"/>
                  <a:pt x="356893" y="107141"/>
                </a:cubicBezTo>
                <a:cubicBezTo>
                  <a:pt x="356838" y="107664"/>
                  <a:pt x="356769" y="108131"/>
                  <a:pt x="356687" y="108544"/>
                </a:cubicBezTo>
                <a:cubicBezTo>
                  <a:pt x="356604" y="108957"/>
                  <a:pt x="356467" y="109328"/>
                  <a:pt x="356274" y="109658"/>
                </a:cubicBezTo>
                <a:cubicBezTo>
                  <a:pt x="356082" y="109988"/>
                  <a:pt x="355834" y="110304"/>
                  <a:pt x="355532" y="110607"/>
                </a:cubicBezTo>
                <a:cubicBezTo>
                  <a:pt x="355229" y="110909"/>
                  <a:pt x="354335" y="111404"/>
                  <a:pt x="352850" y="112092"/>
                </a:cubicBezTo>
                <a:cubicBezTo>
                  <a:pt x="351365" y="112780"/>
                  <a:pt x="349439" y="113453"/>
                  <a:pt x="347074" y="114114"/>
                </a:cubicBezTo>
                <a:cubicBezTo>
                  <a:pt x="344709" y="114774"/>
                  <a:pt x="341972" y="115365"/>
                  <a:pt x="338864" y="115888"/>
                </a:cubicBezTo>
                <a:cubicBezTo>
                  <a:pt x="335756" y="116410"/>
                  <a:pt x="332442" y="116671"/>
                  <a:pt x="328922" y="116671"/>
                </a:cubicBezTo>
                <a:cubicBezTo>
                  <a:pt x="322816" y="116671"/>
                  <a:pt x="317466" y="115818"/>
                  <a:pt x="312873" y="114111"/>
                </a:cubicBezTo>
                <a:cubicBezTo>
                  <a:pt x="308280" y="112404"/>
                  <a:pt x="304416" y="109871"/>
                  <a:pt x="301280" y="106512"/>
                </a:cubicBezTo>
                <a:cubicBezTo>
                  <a:pt x="298145" y="103153"/>
                  <a:pt x="295779" y="98941"/>
                  <a:pt x="294184" y="93875"/>
                </a:cubicBezTo>
                <a:cubicBezTo>
                  <a:pt x="292589" y="88809"/>
                  <a:pt x="291791" y="82917"/>
                  <a:pt x="291791" y="76199"/>
                </a:cubicBezTo>
                <a:cubicBezTo>
                  <a:pt x="291791" y="69812"/>
                  <a:pt x="292616" y="64071"/>
                  <a:pt x="294267" y="58978"/>
                </a:cubicBezTo>
                <a:cubicBezTo>
                  <a:pt x="295917" y="53884"/>
                  <a:pt x="298296" y="49562"/>
                  <a:pt x="301404" y="46011"/>
                </a:cubicBezTo>
                <a:cubicBezTo>
                  <a:pt x="304512" y="42459"/>
                  <a:pt x="308266" y="39734"/>
                  <a:pt x="312667" y="37834"/>
                </a:cubicBezTo>
                <a:cubicBezTo>
                  <a:pt x="317067" y="35935"/>
                  <a:pt x="321991" y="34985"/>
                  <a:pt x="327436" y="34985"/>
                </a:cubicBezTo>
                <a:cubicBezTo>
                  <a:pt x="333267" y="34985"/>
                  <a:pt x="338232" y="35920"/>
                  <a:pt x="342330" y="37790"/>
                </a:cubicBezTo>
                <a:cubicBezTo>
                  <a:pt x="346428" y="39661"/>
                  <a:pt x="349797" y="42177"/>
                  <a:pt x="352437" y="45340"/>
                </a:cubicBezTo>
                <a:cubicBezTo>
                  <a:pt x="355078" y="48503"/>
                  <a:pt x="357017" y="52216"/>
                  <a:pt x="358254" y="56479"/>
                </a:cubicBezTo>
                <a:cubicBezTo>
                  <a:pt x="359492" y="60742"/>
                  <a:pt x="360111" y="65294"/>
                  <a:pt x="360111" y="70135"/>
                </a:cubicBezTo>
                <a:lnTo>
                  <a:pt x="360111" y="72610"/>
                </a:lnTo>
                <a:moveTo>
                  <a:pt x="346414" y="68567"/>
                </a:moveTo>
                <a:cubicBezTo>
                  <a:pt x="346579" y="61416"/>
                  <a:pt x="344998" y="55805"/>
                  <a:pt x="341670" y="51735"/>
                </a:cubicBezTo>
                <a:cubicBezTo>
                  <a:pt x="338342" y="47664"/>
                  <a:pt x="333405" y="45629"/>
                  <a:pt x="326859" y="45629"/>
                </a:cubicBezTo>
                <a:cubicBezTo>
                  <a:pt x="323503" y="45629"/>
                  <a:pt x="320560" y="46261"/>
                  <a:pt x="318030" y="47527"/>
                </a:cubicBezTo>
                <a:cubicBezTo>
                  <a:pt x="315500" y="48792"/>
                  <a:pt x="313382" y="50470"/>
                  <a:pt x="311677" y="52560"/>
                </a:cubicBezTo>
                <a:cubicBezTo>
                  <a:pt x="309971" y="54650"/>
                  <a:pt x="308651" y="57084"/>
                  <a:pt x="307716" y="59862"/>
                </a:cubicBezTo>
                <a:cubicBezTo>
                  <a:pt x="306781" y="62640"/>
                  <a:pt x="306258" y="65542"/>
                  <a:pt x="306148" y="68567"/>
                </a:cubicBezTo>
                <a:lnTo>
                  <a:pt x="346414" y="68567"/>
                </a:lnTo>
                <a:close/>
                <a:moveTo>
                  <a:pt x="444842" y="112958"/>
                </a:moveTo>
                <a:cubicBezTo>
                  <a:pt x="444842" y="113398"/>
                  <a:pt x="444732" y="113770"/>
                  <a:pt x="444512" y="114072"/>
                </a:cubicBezTo>
                <a:cubicBezTo>
                  <a:pt x="444292" y="114375"/>
                  <a:pt x="443935" y="114636"/>
                  <a:pt x="443440" y="114856"/>
                </a:cubicBezTo>
                <a:cubicBezTo>
                  <a:pt x="442945" y="115076"/>
                  <a:pt x="442257" y="115241"/>
                  <a:pt x="441377" y="115351"/>
                </a:cubicBezTo>
                <a:cubicBezTo>
                  <a:pt x="440497" y="115461"/>
                  <a:pt x="439397" y="115516"/>
                  <a:pt x="438076" y="115516"/>
                </a:cubicBezTo>
                <a:cubicBezTo>
                  <a:pt x="436701" y="115516"/>
                  <a:pt x="435574" y="115461"/>
                  <a:pt x="434693" y="115351"/>
                </a:cubicBezTo>
                <a:cubicBezTo>
                  <a:pt x="433813" y="115241"/>
                  <a:pt x="433126" y="115076"/>
                  <a:pt x="432631" y="114856"/>
                </a:cubicBezTo>
                <a:cubicBezTo>
                  <a:pt x="432136" y="114636"/>
                  <a:pt x="431778" y="114375"/>
                  <a:pt x="431558" y="114072"/>
                </a:cubicBezTo>
                <a:cubicBezTo>
                  <a:pt x="431338" y="113770"/>
                  <a:pt x="431228" y="113398"/>
                  <a:pt x="431228" y="112958"/>
                </a:cubicBezTo>
                <a:lnTo>
                  <a:pt x="431228" y="69475"/>
                </a:lnTo>
                <a:cubicBezTo>
                  <a:pt x="431228" y="65239"/>
                  <a:pt x="430898" y="61829"/>
                  <a:pt x="430238" y="59243"/>
                </a:cubicBezTo>
                <a:cubicBezTo>
                  <a:pt x="429578" y="56658"/>
                  <a:pt x="428615" y="54430"/>
                  <a:pt x="427350" y="52560"/>
                </a:cubicBezTo>
                <a:cubicBezTo>
                  <a:pt x="426085" y="50690"/>
                  <a:pt x="424448" y="49259"/>
                  <a:pt x="422440" y="48269"/>
                </a:cubicBezTo>
                <a:cubicBezTo>
                  <a:pt x="420433" y="47279"/>
                  <a:pt x="418109" y="46784"/>
                  <a:pt x="415468" y="46784"/>
                </a:cubicBezTo>
                <a:cubicBezTo>
                  <a:pt x="412058" y="46784"/>
                  <a:pt x="408647" y="47994"/>
                  <a:pt x="405237" y="50415"/>
                </a:cubicBezTo>
                <a:cubicBezTo>
                  <a:pt x="401826" y="52835"/>
                  <a:pt x="398251" y="56383"/>
                  <a:pt x="394510" y="61059"/>
                </a:cubicBezTo>
                <a:lnTo>
                  <a:pt x="394510" y="112958"/>
                </a:lnTo>
                <a:cubicBezTo>
                  <a:pt x="394510" y="113398"/>
                  <a:pt x="394400" y="113770"/>
                  <a:pt x="394180" y="114072"/>
                </a:cubicBezTo>
                <a:cubicBezTo>
                  <a:pt x="393960" y="114375"/>
                  <a:pt x="393603" y="114636"/>
                  <a:pt x="393108" y="114856"/>
                </a:cubicBezTo>
                <a:cubicBezTo>
                  <a:pt x="392613" y="115076"/>
                  <a:pt x="391925" y="115241"/>
                  <a:pt x="391045" y="115351"/>
                </a:cubicBezTo>
                <a:cubicBezTo>
                  <a:pt x="390165" y="115461"/>
                  <a:pt x="389037" y="115516"/>
                  <a:pt x="387662" y="115516"/>
                </a:cubicBezTo>
                <a:cubicBezTo>
                  <a:pt x="386342" y="115516"/>
                  <a:pt x="385242" y="115461"/>
                  <a:pt x="384361" y="115351"/>
                </a:cubicBezTo>
                <a:cubicBezTo>
                  <a:pt x="383481" y="115241"/>
                  <a:pt x="382780" y="115076"/>
                  <a:pt x="382257" y="114856"/>
                </a:cubicBezTo>
                <a:cubicBezTo>
                  <a:pt x="381735" y="114636"/>
                  <a:pt x="381377" y="114375"/>
                  <a:pt x="381185" y="114072"/>
                </a:cubicBezTo>
                <a:cubicBezTo>
                  <a:pt x="380992" y="113770"/>
                  <a:pt x="380896" y="113398"/>
                  <a:pt x="380896" y="112958"/>
                </a:cubicBezTo>
                <a:lnTo>
                  <a:pt x="380896" y="38698"/>
                </a:lnTo>
                <a:cubicBezTo>
                  <a:pt x="380896" y="38258"/>
                  <a:pt x="380978" y="37887"/>
                  <a:pt x="381143" y="37584"/>
                </a:cubicBezTo>
                <a:cubicBezTo>
                  <a:pt x="381308" y="37281"/>
                  <a:pt x="381639" y="37006"/>
                  <a:pt x="382134" y="36759"/>
                </a:cubicBezTo>
                <a:cubicBezTo>
                  <a:pt x="382629" y="36511"/>
                  <a:pt x="383261" y="36346"/>
                  <a:pt x="384031" y="36264"/>
                </a:cubicBezTo>
                <a:cubicBezTo>
                  <a:pt x="384801" y="36181"/>
                  <a:pt x="385819" y="36140"/>
                  <a:pt x="387084" y="36140"/>
                </a:cubicBezTo>
                <a:cubicBezTo>
                  <a:pt x="388294" y="36140"/>
                  <a:pt x="389298" y="36181"/>
                  <a:pt x="390096" y="36264"/>
                </a:cubicBezTo>
                <a:cubicBezTo>
                  <a:pt x="390894" y="36346"/>
                  <a:pt x="391512" y="36511"/>
                  <a:pt x="391952" y="36759"/>
                </a:cubicBezTo>
                <a:cubicBezTo>
                  <a:pt x="392393" y="37006"/>
                  <a:pt x="392709" y="37281"/>
                  <a:pt x="392901" y="37584"/>
                </a:cubicBezTo>
                <a:cubicBezTo>
                  <a:pt x="393094" y="37887"/>
                  <a:pt x="393190" y="38258"/>
                  <a:pt x="393190" y="38698"/>
                </a:cubicBezTo>
                <a:lnTo>
                  <a:pt x="393190" y="48517"/>
                </a:lnTo>
                <a:cubicBezTo>
                  <a:pt x="397371" y="43841"/>
                  <a:pt x="401538" y="40417"/>
                  <a:pt x="405691" y="38244"/>
                </a:cubicBezTo>
                <a:cubicBezTo>
                  <a:pt x="409844" y="36071"/>
                  <a:pt x="414038" y="34985"/>
                  <a:pt x="418274" y="34985"/>
                </a:cubicBezTo>
                <a:cubicBezTo>
                  <a:pt x="423224" y="34985"/>
                  <a:pt x="427391" y="35824"/>
                  <a:pt x="430774" y="37502"/>
                </a:cubicBezTo>
                <a:cubicBezTo>
                  <a:pt x="434157" y="39179"/>
                  <a:pt x="436894" y="41421"/>
                  <a:pt x="438984" y="44226"/>
                </a:cubicBezTo>
                <a:cubicBezTo>
                  <a:pt x="441074" y="47032"/>
                  <a:pt x="442573" y="50318"/>
                  <a:pt x="443481" y="54086"/>
                </a:cubicBezTo>
                <a:cubicBezTo>
                  <a:pt x="444389" y="57854"/>
                  <a:pt x="444842" y="62379"/>
                  <a:pt x="444842" y="67659"/>
                </a:cubicBezTo>
                <a:lnTo>
                  <a:pt x="444842" y="112958"/>
                </a:lnTo>
                <a:close/>
                <a:moveTo>
                  <a:pt x="516231" y="92802"/>
                </a:moveTo>
                <a:cubicBezTo>
                  <a:pt x="516231" y="96601"/>
                  <a:pt x="515530" y="99988"/>
                  <a:pt x="514127" y="102962"/>
                </a:cubicBezTo>
                <a:cubicBezTo>
                  <a:pt x="512725" y="105934"/>
                  <a:pt x="510731" y="108439"/>
                  <a:pt x="508145" y="110478"/>
                </a:cubicBezTo>
                <a:cubicBezTo>
                  <a:pt x="505560" y="112515"/>
                  <a:pt x="502479" y="114056"/>
                  <a:pt x="498904" y="115101"/>
                </a:cubicBezTo>
                <a:cubicBezTo>
                  <a:pt x="495328" y="116148"/>
                  <a:pt x="491395" y="116671"/>
                  <a:pt x="487105" y="116671"/>
                </a:cubicBezTo>
                <a:cubicBezTo>
                  <a:pt x="484464" y="116671"/>
                  <a:pt x="481948" y="116465"/>
                  <a:pt x="479555" y="116053"/>
                </a:cubicBezTo>
                <a:cubicBezTo>
                  <a:pt x="477162" y="115640"/>
                  <a:pt x="475017" y="115117"/>
                  <a:pt x="473119" y="114485"/>
                </a:cubicBezTo>
                <a:cubicBezTo>
                  <a:pt x="471221" y="113852"/>
                  <a:pt x="469612" y="113192"/>
                  <a:pt x="468292" y="112505"/>
                </a:cubicBezTo>
                <a:cubicBezTo>
                  <a:pt x="466972" y="111817"/>
                  <a:pt x="466009" y="111198"/>
                  <a:pt x="465404" y="110648"/>
                </a:cubicBezTo>
                <a:cubicBezTo>
                  <a:pt x="464799" y="110098"/>
                  <a:pt x="464359" y="109328"/>
                  <a:pt x="464084" y="108338"/>
                </a:cubicBezTo>
                <a:cubicBezTo>
                  <a:pt x="463809" y="107348"/>
                  <a:pt x="463672" y="106000"/>
                  <a:pt x="463672" y="104295"/>
                </a:cubicBezTo>
                <a:cubicBezTo>
                  <a:pt x="463672" y="103249"/>
                  <a:pt x="463727" y="102369"/>
                  <a:pt x="463837" y="101654"/>
                </a:cubicBezTo>
                <a:cubicBezTo>
                  <a:pt x="463947" y="100939"/>
                  <a:pt x="464084" y="100362"/>
                  <a:pt x="464249" y="99922"/>
                </a:cubicBezTo>
                <a:cubicBezTo>
                  <a:pt x="464414" y="99481"/>
                  <a:pt x="464648" y="99165"/>
                  <a:pt x="464950" y="98973"/>
                </a:cubicBezTo>
                <a:cubicBezTo>
                  <a:pt x="465253" y="98780"/>
                  <a:pt x="465597" y="98684"/>
                  <a:pt x="465982" y="98684"/>
                </a:cubicBezTo>
                <a:cubicBezTo>
                  <a:pt x="466587" y="98684"/>
                  <a:pt x="467481" y="99055"/>
                  <a:pt x="468663" y="99798"/>
                </a:cubicBezTo>
                <a:cubicBezTo>
                  <a:pt x="469846" y="100540"/>
                  <a:pt x="471304" y="101352"/>
                  <a:pt x="473037" y="102232"/>
                </a:cubicBezTo>
                <a:cubicBezTo>
                  <a:pt x="474769" y="103112"/>
                  <a:pt x="476818" y="103923"/>
                  <a:pt x="479184" y="104666"/>
                </a:cubicBezTo>
                <a:cubicBezTo>
                  <a:pt x="481549" y="105409"/>
                  <a:pt x="484272" y="105780"/>
                  <a:pt x="487352" y="105780"/>
                </a:cubicBezTo>
                <a:cubicBezTo>
                  <a:pt x="489663" y="105780"/>
                  <a:pt x="491753" y="105532"/>
                  <a:pt x="493623" y="105037"/>
                </a:cubicBezTo>
                <a:cubicBezTo>
                  <a:pt x="495493" y="104540"/>
                  <a:pt x="497116" y="103810"/>
                  <a:pt x="498491" y="102846"/>
                </a:cubicBezTo>
                <a:cubicBezTo>
                  <a:pt x="499867" y="101881"/>
                  <a:pt x="500925" y="100655"/>
                  <a:pt x="501668" y="99166"/>
                </a:cubicBezTo>
                <a:cubicBezTo>
                  <a:pt x="502411" y="97677"/>
                  <a:pt x="502782" y="95914"/>
                  <a:pt x="502782" y="93875"/>
                </a:cubicBezTo>
                <a:cubicBezTo>
                  <a:pt x="502782" y="91783"/>
                  <a:pt x="502246" y="90021"/>
                  <a:pt x="501173" y="88589"/>
                </a:cubicBezTo>
                <a:cubicBezTo>
                  <a:pt x="500100" y="87157"/>
                  <a:pt x="498684" y="85891"/>
                  <a:pt x="496924" y="84791"/>
                </a:cubicBezTo>
                <a:cubicBezTo>
                  <a:pt x="495163" y="83689"/>
                  <a:pt x="493183" y="82712"/>
                  <a:pt x="490983" y="81859"/>
                </a:cubicBezTo>
                <a:cubicBezTo>
                  <a:pt x="488783" y="81005"/>
                  <a:pt x="486513" y="80110"/>
                  <a:pt x="484176" y="79175"/>
                </a:cubicBezTo>
                <a:cubicBezTo>
                  <a:pt x="481838" y="78238"/>
                  <a:pt x="479555" y="77178"/>
                  <a:pt x="477327" y="75993"/>
                </a:cubicBezTo>
                <a:cubicBezTo>
                  <a:pt x="475099" y="74809"/>
                  <a:pt x="473105" y="73363"/>
                  <a:pt x="471345" y="71656"/>
                </a:cubicBezTo>
                <a:cubicBezTo>
                  <a:pt x="469585" y="69949"/>
                  <a:pt x="468168" y="67912"/>
                  <a:pt x="467096" y="65545"/>
                </a:cubicBezTo>
                <a:cubicBezTo>
                  <a:pt x="466023" y="63178"/>
                  <a:pt x="465487" y="60343"/>
                  <a:pt x="465487" y="57039"/>
                </a:cubicBezTo>
                <a:cubicBezTo>
                  <a:pt x="465487" y="54120"/>
                  <a:pt x="466051" y="51326"/>
                  <a:pt x="467178" y="48656"/>
                </a:cubicBezTo>
                <a:cubicBezTo>
                  <a:pt x="468306" y="45985"/>
                  <a:pt x="469997" y="43644"/>
                  <a:pt x="472253" y="41635"/>
                </a:cubicBezTo>
                <a:cubicBezTo>
                  <a:pt x="474508" y="39624"/>
                  <a:pt x="477327" y="38013"/>
                  <a:pt x="480710" y="36803"/>
                </a:cubicBezTo>
                <a:cubicBezTo>
                  <a:pt x="484093" y="35591"/>
                  <a:pt x="488040" y="34985"/>
                  <a:pt x="492551" y="34985"/>
                </a:cubicBezTo>
                <a:cubicBezTo>
                  <a:pt x="494531" y="34985"/>
                  <a:pt x="496511" y="35153"/>
                  <a:pt x="498491" y="35488"/>
                </a:cubicBezTo>
                <a:cubicBezTo>
                  <a:pt x="500472" y="35823"/>
                  <a:pt x="502259" y="36241"/>
                  <a:pt x="503855" y="36743"/>
                </a:cubicBezTo>
                <a:cubicBezTo>
                  <a:pt x="505450" y="37245"/>
                  <a:pt x="506811" y="37789"/>
                  <a:pt x="507939" y="38376"/>
                </a:cubicBezTo>
                <a:cubicBezTo>
                  <a:pt x="509067" y="38962"/>
                  <a:pt x="509919" y="39478"/>
                  <a:pt x="510497" y="39925"/>
                </a:cubicBezTo>
                <a:cubicBezTo>
                  <a:pt x="511074" y="40372"/>
                  <a:pt x="511459" y="40761"/>
                  <a:pt x="511652" y="41091"/>
                </a:cubicBezTo>
                <a:cubicBezTo>
                  <a:pt x="511845" y="41421"/>
                  <a:pt x="511982" y="41792"/>
                  <a:pt x="512065" y="42205"/>
                </a:cubicBezTo>
                <a:cubicBezTo>
                  <a:pt x="512147" y="42617"/>
                  <a:pt x="512230" y="43126"/>
                  <a:pt x="512312" y="43731"/>
                </a:cubicBezTo>
                <a:cubicBezTo>
                  <a:pt x="512395" y="44336"/>
                  <a:pt x="512436" y="45079"/>
                  <a:pt x="512436" y="45959"/>
                </a:cubicBezTo>
                <a:cubicBezTo>
                  <a:pt x="512436" y="46894"/>
                  <a:pt x="512395" y="47705"/>
                  <a:pt x="512312" y="48393"/>
                </a:cubicBezTo>
                <a:cubicBezTo>
                  <a:pt x="512230" y="49081"/>
                  <a:pt x="512092" y="49644"/>
                  <a:pt x="511900" y="50085"/>
                </a:cubicBezTo>
                <a:cubicBezTo>
                  <a:pt x="511707" y="50525"/>
                  <a:pt x="511473" y="50841"/>
                  <a:pt x="511198" y="51033"/>
                </a:cubicBezTo>
                <a:cubicBezTo>
                  <a:pt x="510923" y="51226"/>
                  <a:pt x="510621" y="51322"/>
                  <a:pt x="510291" y="51322"/>
                </a:cubicBezTo>
                <a:cubicBezTo>
                  <a:pt x="509795" y="51322"/>
                  <a:pt x="509080" y="51015"/>
                  <a:pt x="508145" y="50402"/>
                </a:cubicBezTo>
                <a:cubicBezTo>
                  <a:pt x="507210" y="49788"/>
                  <a:pt x="506000" y="49132"/>
                  <a:pt x="504515" y="48434"/>
                </a:cubicBezTo>
                <a:cubicBezTo>
                  <a:pt x="503030" y="47736"/>
                  <a:pt x="501283" y="47081"/>
                  <a:pt x="499275" y="46467"/>
                </a:cubicBezTo>
                <a:cubicBezTo>
                  <a:pt x="497267" y="45853"/>
                  <a:pt x="494971" y="45546"/>
                  <a:pt x="492386" y="45546"/>
                </a:cubicBezTo>
                <a:cubicBezTo>
                  <a:pt x="490075" y="45546"/>
                  <a:pt x="488040" y="45809"/>
                  <a:pt x="486280" y="46333"/>
                </a:cubicBezTo>
                <a:cubicBezTo>
                  <a:pt x="484519" y="46855"/>
                  <a:pt x="483075" y="47599"/>
                  <a:pt x="481948" y="48563"/>
                </a:cubicBezTo>
                <a:cubicBezTo>
                  <a:pt x="480820" y="49528"/>
                  <a:pt x="479968" y="50672"/>
                  <a:pt x="479390" y="51995"/>
                </a:cubicBezTo>
                <a:cubicBezTo>
                  <a:pt x="478812" y="53317"/>
                  <a:pt x="478524" y="54750"/>
                  <a:pt x="478524" y="56294"/>
                </a:cubicBezTo>
                <a:cubicBezTo>
                  <a:pt x="478524" y="58441"/>
                  <a:pt x="479074" y="60244"/>
                  <a:pt x="480174" y="61703"/>
                </a:cubicBezTo>
                <a:cubicBezTo>
                  <a:pt x="481274" y="63163"/>
                  <a:pt x="482704" y="64443"/>
                  <a:pt x="484464" y="65545"/>
                </a:cubicBezTo>
                <a:cubicBezTo>
                  <a:pt x="486225" y="66645"/>
                  <a:pt x="488232" y="67636"/>
                  <a:pt x="490488" y="68518"/>
                </a:cubicBezTo>
                <a:cubicBezTo>
                  <a:pt x="492743" y="69398"/>
                  <a:pt x="495040" y="70307"/>
                  <a:pt x="497377" y="71244"/>
                </a:cubicBezTo>
                <a:cubicBezTo>
                  <a:pt x="499715" y="72179"/>
                  <a:pt x="502026" y="73225"/>
                  <a:pt x="504308" y="74382"/>
                </a:cubicBezTo>
                <a:cubicBezTo>
                  <a:pt x="506591" y="75538"/>
                  <a:pt x="508613" y="76943"/>
                  <a:pt x="510373" y="78595"/>
                </a:cubicBezTo>
                <a:cubicBezTo>
                  <a:pt x="512133" y="80247"/>
                  <a:pt x="513550" y="82230"/>
                  <a:pt x="514622" y="84543"/>
                </a:cubicBezTo>
                <a:cubicBezTo>
                  <a:pt x="515695" y="86855"/>
                  <a:pt x="516231" y="89608"/>
                  <a:pt x="516231" y="92802"/>
                </a:cubicBezTo>
                <a:close/>
                <a:moveTo>
                  <a:pt x="600138" y="112958"/>
                </a:moveTo>
                <a:cubicBezTo>
                  <a:pt x="600138" y="113398"/>
                  <a:pt x="600028" y="113770"/>
                  <a:pt x="599808" y="114072"/>
                </a:cubicBezTo>
                <a:cubicBezTo>
                  <a:pt x="599588" y="114375"/>
                  <a:pt x="599231" y="114636"/>
                  <a:pt x="598736" y="114856"/>
                </a:cubicBezTo>
                <a:cubicBezTo>
                  <a:pt x="598241" y="115076"/>
                  <a:pt x="597553" y="115241"/>
                  <a:pt x="596673" y="115351"/>
                </a:cubicBezTo>
                <a:cubicBezTo>
                  <a:pt x="595793" y="115461"/>
                  <a:pt x="594693" y="115516"/>
                  <a:pt x="593372" y="115516"/>
                </a:cubicBezTo>
                <a:cubicBezTo>
                  <a:pt x="591997" y="115516"/>
                  <a:pt x="590870" y="115461"/>
                  <a:pt x="589989" y="115351"/>
                </a:cubicBezTo>
                <a:cubicBezTo>
                  <a:pt x="589109" y="115241"/>
                  <a:pt x="588422" y="115076"/>
                  <a:pt x="587927" y="114856"/>
                </a:cubicBezTo>
                <a:cubicBezTo>
                  <a:pt x="587432" y="114636"/>
                  <a:pt x="587074" y="114375"/>
                  <a:pt x="586854" y="114072"/>
                </a:cubicBezTo>
                <a:cubicBezTo>
                  <a:pt x="586634" y="113770"/>
                  <a:pt x="586524" y="113398"/>
                  <a:pt x="586524" y="112958"/>
                </a:cubicBezTo>
                <a:lnTo>
                  <a:pt x="586524" y="69475"/>
                </a:lnTo>
                <a:cubicBezTo>
                  <a:pt x="586524" y="65239"/>
                  <a:pt x="586194" y="61829"/>
                  <a:pt x="585534" y="59243"/>
                </a:cubicBezTo>
                <a:cubicBezTo>
                  <a:pt x="584874" y="56658"/>
                  <a:pt x="583911" y="54430"/>
                  <a:pt x="582646" y="52560"/>
                </a:cubicBezTo>
                <a:cubicBezTo>
                  <a:pt x="581381" y="50690"/>
                  <a:pt x="579744" y="49259"/>
                  <a:pt x="577736" y="48269"/>
                </a:cubicBezTo>
                <a:cubicBezTo>
                  <a:pt x="575729" y="47279"/>
                  <a:pt x="573405" y="46784"/>
                  <a:pt x="570764" y="46784"/>
                </a:cubicBezTo>
                <a:cubicBezTo>
                  <a:pt x="567354" y="46784"/>
                  <a:pt x="563943" y="47994"/>
                  <a:pt x="560533" y="50415"/>
                </a:cubicBezTo>
                <a:cubicBezTo>
                  <a:pt x="557122" y="52835"/>
                  <a:pt x="553547" y="56383"/>
                  <a:pt x="549806" y="61059"/>
                </a:cubicBezTo>
                <a:lnTo>
                  <a:pt x="549806" y="112958"/>
                </a:lnTo>
                <a:cubicBezTo>
                  <a:pt x="549806" y="113398"/>
                  <a:pt x="549696" y="113770"/>
                  <a:pt x="549476" y="114072"/>
                </a:cubicBezTo>
                <a:cubicBezTo>
                  <a:pt x="549256" y="114375"/>
                  <a:pt x="548899" y="114636"/>
                  <a:pt x="548404" y="114856"/>
                </a:cubicBezTo>
                <a:cubicBezTo>
                  <a:pt x="547909" y="115076"/>
                  <a:pt x="547221" y="115241"/>
                  <a:pt x="546341" y="115351"/>
                </a:cubicBezTo>
                <a:cubicBezTo>
                  <a:pt x="545461" y="115461"/>
                  <a:pt x="544333" y="115516"/>
                  <a:pt x="542958" y="115516"/>
                </a:cubicBezTo>
                <a:cubicBezTo>
                  <a:pt x="541638" y="115516"/>
                  <a:pt x="540538" y="115461"/>
                  <a:pt x="539657" y="115351"/>
                </a:cubicBezTo>
                <a:cubicBezTo>
                  <a:pt x="538777" y="115241"/>
                  <a:pt x="538076" y="115076"/>
                  <a:pt x="537553" y="114856"/>
                </a:cubicBezTo>
                <a:cubicBezTo>
                  <a:pt x="537031" y="114636"/>
                  <a:pt x="536673" y="114375"/>
                  <a:pt x="536481" y="114072"/>
                </a:cubicBezTo>
                <a:cubicBezTo>
                  <a:pt x="536288" y="113768"/>
                  <a:pt x="536192" y="113396"/>
                  <a:pt x="536192" y="112956"/>
                </a:cubicBezTo>
                <a:lnTo>
                  <a:pt x="536192" y="2643"/>
                </a:lnTo>
                <a:cubicBezTo>
                  <a:pt x="536192" y="2203"/>
                  <a:pt x="536288" y="1818"/>
                  <a:pt x="536481" y="1488"/>
                </a:cubicBezTo>
                <a:cubicBezTo>
                  <a:pt x="536673" y="1156"/>
                  <a:pt x="537031" y="880"/>
                  <a:pt x="537553" y="660"/>
                </a:cubicBezTo>
                <a:cubicBezTo>
                  <a:pt x="538076" y="440"/>
                  <a:pt x="538777" y="275"/>
                  <a:pt x="539657" y="165"/>
                </a:cubicBezTo>
                <a:cubicBezTo>
                  <a:pt x="540538" y="55"/>
                  <a:pt x="541638" y="0"/>
                  <a:pt x="542958" y="0"/>
                </a:cubicBezTo>
                <a:cubicBezTo>
                  <a:pt x="544333" y="0"/>
                  <a:pt x="545461" y="55"/>
                  <a:pt x="546341" y="165"/>
                </a:cubicBezTo>
                <a:cubicBezTo>
                  <a:pt x="547221" y="275"/>
                  <a:pt x="547909" y="441"/>
                  <a:pt x="548404" y="663"/>
                </a:cubicBezTo>
                <a:cubicBezTo>
                  <a:pt x="548899" y="883"/>
                  <a:pt x="549256" y="1158"/>
                  <a:pt x="549476" y="1488"/>
                </a:cubicBezTo>
                <a:cubicBezTo>
                  <a:pt x="549696" y="1818"/>
                  <a:pt x="549806" y="2204"/>
                  <a:pt x="549806" y="2646"/>
                </a:cubicBezTo>
                <a:lnTo>
                  <a:pt x="549806" y="47197"/>
                </a:lnTo>
                <a:cubicBezTo>
                  <a:pt x="553712" y="43071"/>
                  <a:pt x="557645" y="40004"/>
                  <a:pt x="561605" y="37997"/>
                </a:cubicBezTo>
                <a:cubicBezTo>
                  <a:pt x="565566" y="35989"/>
                  <a:pt x="569554" y="34985"/>
                  <a:pt x="573570" y="34985"/>
                </a:cubicBezTo>
                <a:cubicBezTo>
                  <a:pt x="578520" y="34985"/>
                  <a:pt x="582687" y="35824"/>
                  <a:pt x="586070" y="37502"/>
                </a:cubicBezTo>
                <a:cubicBezTo>
                  <a:pt x="589453" y="39179"/>
                  <a:pt x="592190" y="41421"/>
                  <a:pt x="594280" y="44226"/>
                </a:cubicBezTo>
                <a:cubicBezTo>
                  <a:pt x="596370" y="47032"/>
                  <a:pt x="597869" y="50318"/>
                  <a:pt x="598777" y="54086"/>
                </a:cubicBezTo>
                <a:cubicBezTo>
                  <a:pt x="599685" y="57854"/>
                  <a:pt x="600138" y="62406"/>
                  <a:pt x="600138" y="67742"/>
                </a:cubicBezTo>
                <a:lnTo>
                  <a:pt x="600138" y="112958"/>
                </a:lnTo>
                <a:close/>
                <a:moveTo>
                  <a:pt x="693971" y="75044"/>
                </a:moveTo>
                <a:cubicBezTo>
                  <a:pt x="693971" y="81100"/>
                  <a:pt x="693173" y="86675"/>
                  <a:pt x="691578" y="91768"/>
                </a:cubicBezTo>
                <a:cubicBezTo>
                  <a:pt x="689983" y="96862"/>
                  <a:pt x="687603" y="101254"/>
                  <a:pt x="684441" y="104944"/>
                </a:cubicBezTo>
                <a:cubicBezTo>
                  <a:pt x="681278" y="108633"/>
                  <a:pt x="677317" y="111510"/>
                  <a:pt x="672559" y="113575"/>
                </a:cubicBezTo>
                <a:cubicBezTo>
                  <a:pt x="667801" y="115639"/>
                  <a:pt x="662286" y="116671"/>
                  <a:pt x="656015" y="116671"/>
                </a:cubicBezTo>
                <a:cubicBezTo>
                  <a:pt x="649909" y="116671"/>
                  <a:pt x="644587" y="115763"/>
                  <a:pt x="640049" y="113946"/>
                </a:cubicBezTo>
                <a:cubicBezTo>
                  <a:pt x="635511" y="112129"/>
                  <a:pt x="631729" y="109486"/>
                  <a:pt x="628704" y="106017"/>
                </a:cubicBezTo>
                <a:cubicBezTo>
                  <a:pt x="625679" y="102548"/>
                  <a:pt x="623423" y="98336"/>
                  <a:pt x="621938" y="93380"/>
                </a:cubicBezTo>
                <a:cubicBezTo>
                  <a:pt x="620453" y="88424"/>
                  <a:pt x="619710" y="82807"/>
                  <a:pt x="619710" y="76529"/>
                </a:cubicBezTo>
                <a:cubicBezTo>
                  <a:pt x="619710" y="70473"/>
                  <a:pt x="620494" y="64899"/>
                  <a:pt x="622062" y="59805"/>
                </a:cubicBezTo>
                <a:cubicBezTo>
                  <a:pt x="623629" y="54712"/>
                  <a:pt x="625995" y="50321"/>
                  <a:pt x="629158" y="46632"/>
                </a:cubicBezTo>
                <a:cubicBezTo>
                  <a:pt x="632321" y="42941"/>
                  <a:pt x="636268" y="40077"/>
                  <a:pt x="640998" y="38040"/>
                </a:cubicBezTo>
                <a:cubicBezTo>
                  <a:pt x="645729" y="36003"/>
                  <a:pt x="651257" y="34985"/>
                  <a:pt x="657583" y="34985"/>
                </a:cubicBezTo>
                <a:cubicBezTo>
                  <a:pt x="663689" y="34985"/>
                  <a:pt x="669011" y="35893"/>
                  <a:pt x="673549" y="37710"/>
                </a:cubicBezTo>
                <a:cubicBezTo>
                  <a:pt x="678087" y="39527"/>
                  <a:pt x="681869" y="42170"/>
                  <a:pt x="684894" y="45639"/>
                </a:cubicBezTo>
                <a:cubicBezTo>
                  <a:pt x="687920" y="49108"/>
                  <a:pt x="690189" y="53321"/>
                  <a:pt x="691702" y="58276"/>
                </a:cubicBezTo>
                <a:cubicBezTo>
                  <a:pt x="693214" y="63232"/>
                  <a:pt x="693971" y="68822"/>
                  <a:pt x="693971" y="75044"/>
                </a:cubicBezTo>
                <a:moveTo>
                  <a:pt x="679614" y="75952"/>
                </a:moveTo>
                <a:cubicBezTo>
                  <a:pt x="679614" y="71931"/>
                  <a:pt x="679242" y="68131"/>
                  <a:pt x="678500" y="64550"/>
                </a:cubicBezTo>
                <a:cubicBezTo>
                  <a:pt x="677757" y="60969"/>
                  <a:pt x="676533" y="57829"/>
                  <a:pt x="674828" y="55131"/>
                </a:cubicBezTo>
                <a:cubicBezTo>
                  <a:pt x="673123" y="52432"/>
                  <a:pt x="670812" y="50298"/>
                  <a:pt x="667897" y="48728"/>
                </a:cubicBezTo>
                <a:cubicBezTo>
                  <a:pt x="664982" y="47157"/>
                  <a:pt x="661351" y="46372"/>
                  <a:pt x="657005" y="46372"/>
                </a:cubicBezTo>
                <a:cubicBezTo>
                  <a:pt x="652990" y="46372"/>
                  <a:pt x="649538" y="47087"/>
                  <a:pt x="646650" y="48519"/>
                </a:cubicBezTo>
                <a:cubicBezTo>
                  <a:pt x="643762" y="49951"/>
                  <a:pt x="641383" y="51976"/>
                  <a:pt x="639513" y="54594"/>
                </a:cubicBezTo>
                <a:cubicBezTo>
                  <a:pt x="637643" y="57211"/>
                  <a:pt x="636254" y="60309"/>
                  <a:pt x="635346" y="63890"/>
                </a:cubicBezTo>
                <a:cubicBezTo>
                  <a:pt x="634438" y="67469"/>
                  <a:pt x="633985" y="71379"/>
                  <a:pt x="633985" y="75622"/>
                </a:cubicBezTo>
                <a:cubicBezTo>
                  <a:pt x="633985" y="79698"/>
                  <a:pt x="634356" y="83526"/>
                  <a:pt x="635099" y="87106"/>
                </a:cubicBezTo>
                <a:cubicBezTo>
                  <a:pt x="635841" y="90687"/>
                  <a:pt x="637079" y="93813"/>
                  <a:pt x="638812" y="96484"/>
                </a:cubicBezTo>
                <a:cubicBezTo>
                  <a:pt x="640544" y="99156"/>
                  <a:pt x="642868" y="101277"/>
                  <a:pt x="645784" y="102848"/>
                </a:cubicBezTo>
                <a:cubicBezTo>
                  <a:pt x="648699" y="104418"/>
                  <a:pt x="652330" y="105202"/>
                  <a:pt x="656675" y="105202"/>
                </a:cubicBezTo>
                <a:cubicBezTo>
                  <a:pt x="660636" y="105202"/>
                  <a:pt x="664074" y="104486"/>
                  <a:pt x="666989" y="103054"/>
                </a:cubicBezTo>
                <a:cubicBezTo>
                  <a:pt x="669905" y="101622"/>
                  <a:pt x="672298" y="99612"/>
                  <a:pt x="674168" y="97023"/>
                </a:cubicBezTo>
                <a:cubicBezTo>
                  <a:pt x="676038" y="94433"/>
                  <a:pt x="677413" y="91348"/>
                  <a:pt x="678293" y="87769"/>
                </a:cubicBezTo>
                <a:cubicBezTo>
                  <a:pt x="679174" y="84188"/>
                  <a:pt x="679614" y="80249"/>
                  <a:pt x="679614" y="75952"/>
                </a:cubicBezTo>
                <a:close/>
                <a:moveTo>
                  <a:pt x="752578" y="107595"/>
                </a:moveTo>
                <a:cubicBezTo>
                  <a:pt x="752578" y="109190"/>
                  <a:pt x="752468" y="110456"/>
                  <a:pt x="752248" y="111391"/>
                </a:cubicBezTo>
                <a:cubicBezTo>
                  <a:pt x="752028" y="112326"/>
                  <a:pt x="751698" y="113013"/>
                  <a:pt x="751258" y="113453"/>
                </a:cubicBezTo>
                <a:cubicBezTo>
                  <a:pt x="750818" y="113893"/>
                  <a:pt x="750158" y="114306"/>
                  <a:pt x="749278" y="114691"/>
                </a:cubicBezTo>
                <a:cubicBezTo>
                  <a:pt x="748398" y="115076"/>
                  <a:pt x="747394" y="115392"/>
                  <a:pt x="746266" y="115640"/>
                </a:cubicBezTo>
                <a:cubicBezTo>
                  <a:pt x="745139" y="115888"/>
                  <a:pt x="743942" y="116094"/>
                  <a:pt x="742677" y="116259"/>
                </a:cubicBezTo>
                <a:cubicBezTo>
                  <a:pt x="741412" y="116424"/>
                  <a:pt x="740147" y="116506"/>
                  <a:pt x="738881" y="116506"/>
                </a:cubicBezTo>
                <a:cubicBezTo>
                  <a:pt x="735031" y="116506"/>
                  <a:pt x="731730" y="115997"/>
                  <a:pt x="728980" y="114977"/>
                </a:cubicBezTo>
                <a:cubicBezTo>
                  <a:pt x="726230" y="113956"/>
                  <a:pt x="723974" y="112412"/>
                  <a:pt x="722214" y="110344"/>
                </a:cubicBezTo>
                <a:cubicBezTo>
                  <a:pt x="720454" y="108276"/>
                  <a:pt x="719175" y="105657"/>
                  <a:pt x="718377" y="102487"/>
                </a:cubicBezTo>
                <a:cubicBezTo>
                  <a:pt x="717580" y="99317"/>
                  <a:pt x="717181" y="95582"/>
                  <a:pt x="717181" y="91281"/>
                </a:cubicBezTo>
                <a:lnTo>
                  <a:pt x="717181" y="47774"/>
                </a:lnTo>
                <a:lnTo>
                  <a:pt x="706784" y="47774"/>
                </a:lnTo>
                <a:cubicBezTo>
                  <a:pt x="705959" y="47774"/>
                  <a:pt x="705299" y="47334"/>
                  <a:pt x="704804" y="46454"/>
                </a:cubicBezTo>
                <a:cubicBezTo>
                  <a:pt x="704309" y="45574"/>
                  <a:pt x="704061" y="44144"/>
                  <a:pt x="704061" y="42163"/>
                </a:cubicBezTo>
                <a:cubicBezTo>
                  <a:pt x="704061" y="41118"/>
                  <a:pt x="704130" y="40238"/>
                  <a:pt x="704268" y="39523"/>
                </a:cubicBezTo>
                <a:cubicBezTo>
                  <a:pt x="704405" y="38808"/>
                  <a:pt x="704584" y="38217"/>
                  <a:pt x="704804" y="37749"/>
                </a:cubicBezTo>
                <a:cubicBezTo>
                  <a:pt x="705024" y="37281"/>
                  <a:pt x="705313" y="36951"/>
                  <a:pt x="705670" y="36759"/>
                </a:cubicBezTo>
                <a:cubicBezTo>
                  <a:pt x="706028" y="36566"/>
                  <a:pt x="706427" y="36470"/>
                  <a:pt x="706867" y="36470"/>
                </a:cubicBezTo>
                <a:lnTo>
                  <a:pt x="717181" y="36470"/>
                </a:lnTo>
                <a:lnTo>
                  <a:pt x="717181" y="18813"/>
                </a:lnTo>
                <a:cubicBezTo>
                  <a:pt x="717181" y="18428"/>
                  <a:pt x="717277" y="18070"/>
                  <a:pt x="717470" y="17740"/>
                </a:cubicBezTo>
                <a:cubicBezTo>
                  <a:pt x="717662" y="17410"/>
                  <a:pt x="718020" y="17121"/>
                  <a:pt x="718542" y="16874"/>
                </a:cubicBezTo>
                <a:cubicBezTo>
                  <a:pt x="719065" y="16626"/>
                  <a:pt x="719766" y="16447"/>
                  <a:pt x="720646" y="16337"/>
                </a:cubicBezTo>
                <a:cubicBezTo>
                  <a:pt x="721526" y="16227"/>
                  <a:pt x="722627" y="16172"/>
                  <a:pt x="723947" y="16172"/>
                </a:cubicBezTo>
                <a:cubicBezTo>
                  <a:pt x="725322" y="16172"/>
                  <a:pt x="726450" y="16227"/>
                  <a:pt x="727330" y="16337"/>
                </a:cubicBezTo>
                <a:cubicBezTo>
                  <a:pt x="728210" y="16447"/>
                  <a:pt x="728897" y="16626"/>
                  <a:pt x="729393" y="16874"/>
                </a:cubicBezTo>
                <a:cubicBezTo>
                  <a:pt x="729888" y="17121"/>
                  <a:pt x="730245" y="17410"/>
                  <a:pt x="730465" y="17740"/>
                </a:cubicBezTo>
                <a:cubicBezTo>
                  <a:pt x="730685" y="18070"/>
                  <a:pt x="730795" y="18428"/>
                  <a:pt x="730795" y="18813"/>
                </a:cubicBezTo>
                <a:lnTo>
                  <a:pt x="730795" y="36470"/>
                </a:lnTo>
                <a:lnTo>
                  <a:pt x="749855" y="36470"/>
                </a:lnTo>
                <a:cubicBezTo>
                  <a:pt x="750295" y="36470"/>
                  <a:pt x="750681" y="36566"/>
                  <a:pt x="751011" y="36759"/>
                </a:cubicBezTo>
                <a:cubicBezTo>
                  <a:pt x="751341" y="36951"/>
                  <a:pt x="751629" y="37281"/>
                  <a:pt x="751877" y="37749"/>
                </a:cubicBezTo>
                <a:cubicBezTo>
                  <a:pt x="752124" y="38217"/>
                  <a:pt x="752303" y="38808"/>
                  <a:pt x="752413" y="39523"/>
                </a:cubicBezTo>
                <a:cubicBezTo>
                  <a:pt x="752523" y="40238"/>
                  <a:pt x="752578" y="41118"/>
                  <a:pt x="752578" y="42163"/>
                </a:cubicBezTo>
                <a:cubicBezTo>
                  <a:pt x="752578" y="44144"/>
                  <a:pt x="752331" y="45574"/>
                  <a:pt x="751836" y="46454"/>
                </a:cubicBezTo>
                <a:cubicBezTo>
                  <a:pt x="751341" y="47334"/>
                  <a:pt x="750681" y="47774"/>
                  <a:pt x="749855" y="47774"/>
                </a:cubicBezTo>
                <a:lnTo>
                  <a:pt x="730795" y="47774"/>
                </a:lnTo>
                <a:lnTo>
                  <a:pt x="730795" y="89316"/>
                </a:lnTo>
                <a:cubicBezTo>
                  <a:pt x="730795" y="94446"/>
                  <a:pt x="731552" y="98321"/>
                  <a:pt x="733064" y="100943"/>
                </a:cubicBezTo>
                <a:cubicBezTo>
                  <a:pt x="734577" y="103562"/>
                  <a:pt x="737286" y="104872"/>
                  <a:pt x="741192" y="104872"/>
                </a:cubicBezTo>
                <a:cubicBezTo>
                  <a:pt x="742457" y="104872"/>
                  <a:pt x="743585" y="104748"/>
                  <a:pt x="744575" y="104501"/>
                </a:cubicBezTo>
                <a:cubicBezTo>
                  <a:pt x="745565" y="104253"/>
                  <a:pt x="746445" y="103992"/>
                  <a:pt x="747215" y="103717"/>
                </a:cubicBezTo>
                <a:cubicBezTo>
                  <a:pt x="747985" y="103442"/>
                  <a:pt x="748645" y="103181"/>
                  <a:pt x="749195" y="102933"/>
                </a:cubicBezTo>
                <a:cubicBezTo>
                  <a:pt x="749745" y="102686"/>
                  <a:pt x="750240" y="102562"/>
                  <a:pt x="750681" y="102562"/>
                </a:cubicBezTo>
                <a:cubicBezTo>
                  <a:pt x="750956" y="102562"/>
                  <a:pt x="751217" y="102631"/>
                  <a:pt x="751464" y="102768"/>
                </a:cubicBezTo>
                <a:cubicBezTo>
                  <a:pt x="751712" y="102906"/>
                  <a:pt x="751904" y="103167"/>
                  <a:pt x="752042" y="103552"/>
                </a:cubicBezTo>
                <a:cubicBezTo>
                  <a:pt x="752179" y="103937"/>
                  <a:pt x="752303" y="104460"/>
                  <a:pt x="752413" y="105120"/>
                </a:cubicBezTo>
                <a:cubicBezTo>
                  <a:pt x="752523" y="105780"/>
                  <a:pt x="752578" y="106605"/>
                  <a:pt x="752578" y="1075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A8B6D-EA80-45E1-AFD5-4169D6263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8412" y="3044483"/>
            <a:ext cx="1457811" cy="180840"/>
          </a:xfrm>
          <a:custGeom xmlns:a="http://schemas.openxmlformats.org/drawingml/2006/main">
            <a:pathLst>
              <a:path w="1457811" h="180840">
                <a:moveTo>
                  <a:pt x="0" y="30159"/>
                </a:moveTo>
                <a:cubicBezTo>
                  <a:pt x="0" y="13506"/>
                  <a:pt x="13506" y="0"/>
                  <a:pt x="30121" y="0"/>
                </a:cubicBezTo>
                <a:lnTo>
                  <a:pt x="1427652" y="0"/>
                </a:lnTo>
                <a:cubicBezTo>
                  <a:pt x="1444304" y="0"/>
                  <a:pt x="1457811" y="13506"/>
                  <a:pt x="1457811" y="30159"/>
                </a:cubicBezTo>
                <a:lnTo>
                  <a:pt x="1457811" y="150681"/>
                </a:lnTo>
                <a:cubicBezTo>
                  <a:pt x="1457811" y="167334"/>
                  <a:pt x="1444304" y="180840"/>
                  <a:pt x="1427652" y="180840"/>
                </a:cubicBezTo>
                <a:lnTo>
                  <a:pt x="30121" y="180840"/>
                </a:lnTo>
                <a:cubicBezTo>
                  <a:pt x="13506" y="180840"/>
                  <a:pt x="0" y="167334"/>
                  <a:pt x="0" y="150681"/>
                </a:cubicBezTo>
                <a:lnTo>
                  <a:pt x="0" y="30159"/>
                </a:lnTo>
                <a:close/>
              </a:path>
            </a:pathLst>
          </a:custGeom>
          <a:solidFill xmlns:a="http://schemas.openxmlformats.org/drawingml/2006/main">
            <a:srgbClr val="E0EA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Text V">
            <a:extLst xmlns:a="http://schemas.openxmlformats.org/drawingml/2006/main">
              <a:ext uri="{FF2B5EF4-FFF2-40B4-BE49-F238E27FC236}">
                <a16:creationId xmlns:a16="http://schemas.microsoft.com/office/drawing/2014/main" id="{4259B297-B6E6-424A-BC01-5199CF45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9217" y="3084522"/>
            <a:ext cx="96153" cy="107760"/>
          </a:xfrm>
          <a:custGeom xmlns:a="http://schemas.openxmlformats.org/drawingml/2006/main">
            <a:pathLst>
              <a:path w="96153" h="107760">
                <a:moveTo>
                  <a:pt x="43044" y="103470"/>
                </a:moveTo>
                <a:cubicBezTo>
                  <a:pt x="42548" y="104405"/>
                  <a:pt x="42026" y="105161"/>
                  <a:pt x="41476" y="105739"/>
                </a:cubicBezTo>
                <a:cubicBezTo>
                  <a:pt x="40926" y="106316"/>
                  <a:pt x="40128" y="106756"/>
                  <a:pt x="39083" y="107059"/>
                </a:cubicBezTo>
                <a:cubicBezTo>
                  <a:pt x="38038" y="107361"/>
                  <a:pt x="36649" y="107554"/>
                  <a:pt x="34916" y="107636"/>
                </a:cubicBezTo>
                <a:cubicBezTo>
                  <a:pt x="33183" y="107719"/>
                  <a:pt x="30914" y="107760"/>
                  <a:pt x="28109" y="107760"/>
                </a:cubicBezTo>
                <a:cubicBezTo>
                  <a:pt x="24863" y="107760"/>
                  <a:pt x="22278" y="107719"/>
                  <a:pt x="20353" y="107636"/>
                </a:cubicBezTo>
                <a:cubicBezTo>
                  <a:pt x="18428" y="107554"/>
                  <a:pt x="16970" y="107361"/>
                  <a:pt x="15980" y="107059"/>
                </a:cubicBezTo>
                <a:cubicBezTo>
                  <a:pt x="14990" y="106756"/>
                  <a:pt x="14316" y="106302"/>
                  <a:pt x="13958" y="105697"/>
                </a:cubicBezTo>
                <a:cubicBezTo>
                  <a:pt x="13601" y="105092"/>
                  <a:pt x="13367" y="104267"/>
                  <a:pt x="13257" y="103222"/>
                </a:cubicBezTo>
                <a:lnTo>
                  <a:pt x="220" y="6766"/>
                </a:lnTo>
                <a:cubicBezTo>
                  <a:pt x="55" y="5281"/>
                  <a:pt x="0" y="4084"/>
                  <a:pt x="55" y="3177"/>
                </a:cubicBezTo>
                <a:cubicBezTo>
                  <a:pt x="110" y="2269"/>
                  <a:pt x="495" y="1581"/>
                  <a:pt x="1210" y="1114"/>
                </a:cubicBezTo>
                <a:cubicBezTo>
                  <a:pt x="1925" y="646"/>
                  <a:pt x="3039" y="344"/>
                  <a:pt x="4552" y="206"/>
                </a:cubicBezTo>
                <a:cubicBezTo>
                  <a:pt x="6065" y="69"/>
                  <a:pt x="8169" y="0"/>
                  <a:pt x="10864" y="0"/>
                </a:cubicBezTo>
                <a:cubicBezTo>
                  <a:pt x="13559" y="0"/>
                  <a:pt x="15663" y="55"/>
                  <a:pt x="17176" y="165"/>
                </a:cubicBezTo>
                <a:cubicBezTo>
                  <a:pt x="18689" y="275"/>
                  <a:pt x="19844" y="481"/>
                  <a:pt x="20642" y="784"/>
                </a:cubicBezTo>
                <a:cubicBezTo>
                  <a:pt x="21439" y="1086"/>
                  <a:pt x="21948" y="1513"/>
                  <a:pt x="22168" y="2063"/>
                </a:cubicBezTo>
                <a:cubicBezTo>
                  <a:pt x="22388" y="2613"/>
                  <a:pt x="22553" y="3328"/>
                  <a:pt x="22663" y="4208"/>
                </a:cubicBezTo>
                <a:lnTo>
                  <a:pt x="31739" y="86390"/>
                </a:lnTo>
                <a:lnTo>
                  <a:pt x="31904" y="86390"/>
                </a:lnTo>
                <a:lnTo>
                  <a:pt x="73408" y="3878"/>
                </a:lnTo>
                <a:cubicBezTo>
                  <a:pt x="73793" y="3108"/>
                  <a:pt x="74233" y="2462"/>
                  <a:pt x="74728" y="1939"/>
                </a:cubicBezTo>
                <a:cubicBezTo>
                  <a:pt x="75223" y="1416"/>
                  <a:pt x="75924" y="1018"/>
                  <a:pt x="76832" y="743"/>
                </a:cubicBezTo>
                <a:cubicBezTo>
                  <a:pt x="77740" y="468"/>
                  <a:pt x="78950" y="275"/>
                  <a:pt x="80463" y="165"/>
                </a:cubicBezTo>
                <a:cubicBezTo>
                  <a:pt x="81975" y="55"/>
                  <a:pt x="83969" y="0"/>
                  <a:pt x="86445" y="0"/>
                </a:cubicBezTo>
                <a:cubicBezTo>
                  <a:pt x="89085" y="0"/>
                  <a:pt x="91148" y="83"/>
                  <a:pt x="92633" y="248"/>
                </a:cubicBezTo>
                <a:cubicBezTo>
                  <a:pt x="94118" y="413"/>
                  <a:pt x="95108" y="798"/>
                  <a:pt x="95603" y="1403"/>
                </a:cubicBezTo>
                <a:cubicBezTo>
                  <a:pt x="96098" y="2008"/>
                  <a:pt x="96153" y="2902"/>
                  <a:pt x="95768" y="4084"/>
                </a:cubicBezTo>
                <a:cubicBezTo>
                  <a:pt x="95383" y="5267"/>
                  <a:pt x="94668" y="6848"/>
                  <a:pt x="93623" y="8829"/>
                </a:cubicBezTo>
                <a:lnTo>
                  <a:pt x="43044" y="1034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Text isionModule">
            <a:extLst xmlns:a="http://schemas.openxmlformats.org/drawingml/2006/main">
              <a:ext uri="{FF2B5EF4-FFF2-40B4-BE49-F238E27FC236}">
                <a16:creationId xmlns:a16="http://schemas.microsoft.com/office/drawing/2014/main" id="{D710812D-AB76-4F84-A37A-BFE4ECDE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7397" y="3076931"/>
            <a:ext cx="899377" cy="116836"/>
          </a:xfrm>
          <a:custGeom xmlns:a="http://schemas.openxmlformats.org/drawingml/2006/main">
            <a:pathLst>
              <a:path w="899377" h="116836">
                <a:moveTo>
                  <a:pt x="42108" y="13697"/>
                </a:moveTo>
                <a:cubicBezTo>
                  <a:pt x="41723" y="15732"/>
                  <a:pt x="41201" y="17451"/>
                  <a:pt x="40541" y="18854"/>
                </a:cubicBezTo>
                <a:cubicBezTo>
                  <a:pt x="39881" y="20257"/>
                  <a:pt x="39000" y="21384"/>
                  <a:pt x="37900" y="22237"/>
                </a:cubicBezTo>
                <a:cubicBezTo>
                  <a:pt x="36800" y="23089"/>
                  <a:pt x="35452" y="23695"/>
                  <a:pt x="33857" y="24052"/>
                </a:cubicBezTo>
                <a:cubicBezTo>
                  <a:pt x="32262" y="24410"/>
                  <a:pt x="30282" y="24588"/>
                  <a:pt x="27916" y="24588"/>
                </a:cubicBezTo>
                <a:cubicBezTo>
                  <a:pt x="25606" y="24588"/>
                  <a:pt x="23722" y="24410"/>
                  <a:pt x="22264" y="24052"/>
                </a:cubicBezTo>
                <a:cubicBezTo>
                  <a:pt x="20807" y="23695"/>
                  <a:pt x="19707" y="23089"/>
                  <a:pt x="18964" y="22237"/>
                </a:cubicBezTo>
                <a:cubicBezTo>
                  <a:pt x="18221" y="21384"/>
                  <a:pt x="17795" y="20257"/>
                  <a:pt x="17685" y="18854"/>
                </a:cubicBezTo>
                <a:cubicBezTo>
                  <a:pt x="17575" y="17451"/>
                  <a:pt x="17740" y="15732"/>
                  <a:pt x="18180" y="13697"/>
                </a:cubicBezTo>
                <a:cubicBezTo>
                  <a:pt x="18565" y="11717"/>
                  <a:pt x="19088" y="10039"/>
                  <a:pt x="19748" y="8664"/>
                </a:cubicBezTo>
                <a:cubicBezTo>
                  <a:pt x="20408" y="7289"/>
                  <a:pt x="21288" y="6161"/>
                  <a:pt x="22388" y="5281"/>
                </a:cubicBezTo>
                <a:cubicBezTo>
                  <a:pt x="23488" y="4401"/>
                  <a:pt x="24836" y="3768"/>
                  <a:pt x="26431" y="3383"/>
                </a:cubicBezTo>
                <a:cubicBezTo>
                  <a:pt x="28026" y="2998"/>
                  <a:pt x="30007" y="2805"/>
                  <a:pt x="32372" y="2805"/>
                </a:cubicBezTo>
                <a:cubicBezTo>
                  <a:pt x="34682" y="2805"/>
                  <a:pt x="36566" y="2998"/>
                  <a:pt x="38024" y="3383"/>
                </a:cubicBezTo>
                <a:cubicBezTo>
                  <a:pt x="39482" y="3768"/>
                  <a:pt x="40582" y="4401"/>
                  <a:pt x="41325" y="5281"/>
                </a:cubicBezTo>
                <a:cubicBezTo>
                  <a:pt x="42067" y="6161"/>
                  <a:pt x="42480" y="7289"/>
                  <a:pt x="42562" y="8664"/>
                </a:cubicBezTo>
                <a:cubicBezTo>
                  <a:pt x="42645" y="10039"/>
                  <a:pt x="42493" y="11717"/>
                  <a:pt x="42108" y="13697"/>
                </a:cubicBezTo>
                <a:moveTo>
                  <a:pt x="20820" y="112051"/>
                </a:moveTo>
                <a:cubicBezTo>
                  <a:pt x="20710" y="112601"/>
                  <a:pt x="20449" y="113082"/>
                  <a:pt x="20037" y="113495"/>
                </a:cubicBezTo>
                <a:cubicBezTo>
                  <a:pt x="19624" y="113907"/>
                  <a:pt x="18991" y="114251"/>
                  <a:pt x="18139" y="114526"/>
                </a:cubicBezTo>
                <a:cubicBezTo>
                  <a:pt x="17286" y="114801"/>
                  <a:pt x="16172" y="115007"/>
                  <a:pt x="14797" y="115145"/>
                </a:cubicBezTo>
                <a:cubicBezTo>
                  <a:pt x="13422" y="115282"/>
                  <a:pt x="11744" y="115351"/>
                  <a:pt x="9764" y="115351"/>
                </a:cubicBezTo>
                <a:cubicBezTo>
                  <a:pt x="7729" y="115351"/>
                  <a:pt x="6065" y="115282"/>
                  <a:pt x="4772" y="115145"/>
                </a:cubicBezTo>
                <a:cubicBezTo>
                  <a:pt x="3479" y="115007"/>
                  <a:pt x="2462" y="114801"/>
                  <a:pt x="1719" y="114526"/>
                </a:cubicBezTo>
                <a:cubicBezTo>
                  <a:pt x="976" y="114251"/>
                  <a:pt x="495" y="113907"/>
                  <a:pt x="275" y="113495"/>
                </a:cubicBezTo>
                <a:cubicBezTo>
                  <a:pt x="55" y="113082"/>
                  <a:pt x="0" y="112601"/>
                  <a:pt x="110" y="112051"/>
                </a:cubicBezTo>
                <a:lnTo>
                  <a:pt x="14715" y="38615"/>
                </a:lnTo>
                <a:cubicBezTo>
                  <a:pt x="14825" y="38065"/>
                  <a:pt x="15086" y="37584"/>
                  <a:pt x="15498" y="37171"/>
                </a:cubicBezTo>
                <a:cubicBezTo>
                  <a:pt x="15911" y="36759"/>
                  <a:pt x="16544" y="36401"/>
                  <a:pt x="17396" y="36099"/>
                </a:cubicBezTo>
                <a:cubicBezTo>
                  <a:pt x="18249" y="35796"/>
                  <a:pt x="19349" y="35562"/>
                  <a:pt x="20697" y="35397"/>
                </a:cubicBezTo>
                <a:cubicBezTo>
                  <a:pt x="22044" y="35232"/>
                  <a:pt x="23736" y="35150"/>
                  <a:pt x="25771" y="35150"/>
                </a:cubicBezTo>
                <a:cubicBezTo>
                  <a:pt x="27806" y="35150"/>
                  <a:pt x="29470" y="35232"/>
                  <a:pt x="30763" y="35397"/>
                </a:cubicBezTo>
                <a:cubicBezTo>
                  <a:pt x="32056" y="35562"/>
                  <a:pt x="33073" y="35796"/>
                  <a:pt x="33816" y="36099"/>
                </a:cubicBezTo>
                <a:cubicBezTo>
                  <a:pt x="34559" y="36401"/>
                  <a:pt x="35040" y="36759"/>
                  <a:pt x="35260" y="37171"/>
                </a:cubicBezTo>
                <a:cubicBezTo>
                  <a:pt x="35480" y="37584"/>
                  <a:pt x="35535" y="38065"/>
                  <a:pt x="35425" y="38615"/>
                </a:cubicBezTo>
                <a:lnTo>
                  <a:pt x="20820" y="112051"/>
                </a:lnTo>
                <a:close/>
                <a:moveTo>
                  <a:pt x="102326" y="41586"/>
                </a:moveTo>
                <a:cubicBezTo>
                  <a:pt x="102326" y="42246"/>
                  <a:pt x="102230" y="43222"/>
                  <a:pt x="102037" y="44515"/>
                </a:cubicBezTo>
                <a:cubicBezTo>
                  <a:pt x="101845" y="45808"/>
                  <a:pt x="101556" y="47114"/>
                  <a:pt x="101171" y="48434"/>
                </a:cubicBezTo>
                <a:cubicBezTo>
                  <a:pt x="100786" y="49754"/>
                  <a:pt x="100332" y="50896"/>
                  <a:pt x="99809" y="51859"/>
                </a:cubicBezTo>
                <a:cubicBezTo>
                  <a:pt x="99287" y="52821"/>
                  <a:pt x="98696" y="53302"/>
                  <a:pt x="98035" y="53302"/>
                </a:cubicBezTo>
                <a:cubicBezTo>
                  <a:pt x="97320" y="53302"/>
                  <a:pt x="96482" y="53041"/>
                  <a:pt x="95519" y="52519"/>
                </a:cubicBezTo>
                <a:cubicBezTo>
                  <a:pt x="94556" y="51996"/>
                  <a:pt x="93387" y="51418"/>
                  <a:pt x="92012" y="50786"/>
                </a:cubicBezTo>
                <a:cubicBezTo>
                  <a:pt x="90637" y="50153"/>
                  <a:pt x="89028" y="49589"/>
                  <a:pt x="87185" y="49094"/>
                </a:cubicBezTo>
                <a:cubicBezTo>
                  <a:pt x="85342" y="48599"/>
                  <a:pt x="83183" y="48352"/>
                  <a:pt x="80708" y="48352"/>
                </a:cubicBezTo>
                <a:cubicBezTo>
                  <a:pt x="78783" y="48352"/>
                  <a:pt x="77064" y="48601"/>
                  <a:pt x="75551" y="49100"/>
                </a:cubicBezTo>
                <a:cubicBezTo>
                  <a:pt x="74038" y="49596"/>
                  <a:pt x="72787" y="50274"/>
                  <a:pt x="71797" y="51131"/>
                </a:cubicBezTo>
                <a:cubicBezTo>
                  <a:pt x="70807" y="51987"/>
                  <a:pt x="70050" y="52997"/>
                  <a:pt x="69528" y="54159"/>
                </a:cubicBezTo>
                <a:cubicBezTo>
                  <a:pt x="69005" y="55319"/>
                  <a:pt x="68744" y="56563"/>
                  <a:pt x="68744" y="57890"/>
                </a:cubicBezTo>
                <a:cubicBezTo>
                  <a:pt x="68744" y="59598"/>
                  <a:pt x="69445" y="61032"/>
                  <a:pt x="70848" y="62191"/>
                </a:cubicBezTo>
                <a:cubicBezTo>
                  <a:pt x="72251" y="63347"/>
                  <a:pt x="73997" y="64436"/>
                  <a:pt x="76087" y="65455"/>
                </a:cubicBezTo>
                <a:cubicBezTo>
                  <a:pt x="78178" y="66474"/>
                  <a:pt x="80433" y="67535"/>
                  <a:pt x="82853" y="68637"/>
                </a:cubicBezTo>
                <a:cubicBezTo>
                  <a:pt x="85274" y="69739"/>
                  <a:pt x="87529" y="71116"/>
                  <a:pt x="89619" y="72770"/>
                </a:cubicBezTo>
                <a:cubicBezTo>
                  <a:pt x="91710" y="74424"/>
                  <a:pt x="93442" y="76436"/>
                  <a:pt x="94818" y="78806"/>
                </a:cubicBezTo>
                <a:cubicBezTo>
                  <a:pt x="96193" y="81177"/>
                  <a:pt x="96880" y="84153"/>
                  <a:pt x="96880" y="87736"/>
                </a:cubicBezTo>
                <a:cubicBezTo>
                  <a:pt x="96880" y="91925"/>
                  <a:pt x="96083" y="95797"/>
                  <a:pt x="94487" y="99352"/>
                </a:cubicBezTo>
                <a:cubicBezTo>
                  <a:pt x="92892" y="102907"/>
                  <a:pt x="90568" y="105979"/>
                  <a:pt x="87515" y="108570"/>
                </a:cubicBezTo>
                <a:cubicBezTo>
                  <a:pt x="84462" y="111160"/>
                  <a:pt x="80749" y="113186"/>
                  <a:pt x="76376" y="114647"/>
                </a:cubicBezTo>
                <a:cubicBezTo>
                  <a:pt x="72003" y="116107"/>
                  <a:pt x="67066" y="116836"/>
                  <a:pt x="61565" y="116836"/>
                </a:cubicBezTo>
                <a:cubicBezTo>
                  <a:pt x="58925" y="116836"/>
                  <a:pt x="56408" y="116641"/>
                  <a:pt x="54016" y="116251"/>
                </a:cubicBezTo>
                <a:cubicBezTo>
                  <a:pt x="51623" y="115861"/>
                  <a:pt x="49477" y="115387"/>
                  <a:pt x="47580" y="114830"/>
                </a:cubicBezTo>
                <a:cubicBezTo>
                  <a:pt x="45682" y="114272"/>
                  <a:pt x="44073" y="113630"/>
                  <a:pt x="42753" y="112904"/>
                </a:cubicBezTo>
                <a:cubicBezTo>
                  <a:pt x="41433" y="112179"/>
                  <a:pt x="40442" y="111509"/>
                  <a:pt x="39782" y="110896"/>
                </a:cubicBezTo>
                <a:cubicBezTo>
                  <a:pt x="39342" y="110456"/>
                  <a:pt x="39026" y="109988"/>
                  <a:pt x="38833" y="109493"/>
                </a:cubicBezTo>
                <a:cubicBezTo>
                  <a:pt x="38641" y="108998"/>
                  <a:pt x="38545" y="108365"/>
                  <a:pt x="38545" y="107595"/>
                </a:cubicBezTo>
                <a:cubicBezTo>
                  <a:pt x="38545" y="107100"/>
                  <a:pt x="38586" y="106467"/>
                  <a:pt x="38668" y="105697"/>
                </a:cubicBezTo>
                <a:cubicBezTo>
                  <a:pt x="38751" y="104927"/>
                  <a:pt x="38888" y="104075"/>
                  <a:pt x="39081" y="103139"/>
                </a:cubicBezTo>
                <a:cubicBezTo>
                  <a:pt x="39273" y="102204"/>
                  <a:pt x="39494" y="101269"/>
                  <a:pt x="39741" y="100334"/>
                </a:cubicBezTo>
                <a:cubicBezTo>
                  <a:pt x="39989" y="99399"/>
                  <a:pt x="40277" y="98546"/>
                  <a:pt x="40607" y="97776"/>
                </a:cubicBezTo>
                <a:cubicBezTo>
                  <a:pt x="40937" y="97006"/>
                  <a:pt x="41295" y="96387"/>
                  <a:pt x="41680" y="95920"/>
                </a:cubicBezTo>
                <a:cubicBezTo>
                  <a:pt x="42065" y="95452"/>
                  <a:pt x="42478" y="95218"/>
                  <a:pt x="42918" y="95218"/>
                </a:cubicBezTo>
                <a:cubicBezTo>
                  <a:pt x="43688" y="95218"/>
                  <a:pt x="44540" y="95548"/>
                  <a:pt x="45476" y="96209"/>
                </a:cubicBezTo>
                <a:cubicBezTo>
                  <a:pt x="46411" y="96869"/>
                  <a:pt x="47621" y="97597"/>
                  <a:pt x="49106" y="98395"/>
                </a:cubicBezTo>
                <a:cubicBezTo>
                  <a:pt x="50591" y="99193"/>
                  <a:pt x="52420" y="99935"/>
                  <a:pt x="54593" y="100623"/>
                </a:cubicBezTo>
                <a:cubicBezTo>
                  <a:pt x="56766" y="101310"/>
                  <a:pt x="59475" y="101654"/>
                  <a:pt x="62721" y="101654"/>
                </a:cubicBezTo>
                <a:cubicBezTo>
                  <a:pt x="64976" y="101654"/>
                  <a:pt x="66942" y="101394"/>
                  <a:pt x="68620" y="100873"/>
                </a:cubicBezTo>
                <a:cubicBezTo>
                  <a:pt x="70298" y="100352"/>
                  <a:pt x="71687" y="99626"/>
                  <a:pt x="72787" y="98694"/>
                </a:cubicBezTo>
                <a:cubicBezTo>
                  <a:pt x="73887" y="97762"/>
                  <a:pt x="74698" y="96693"/>
                  <a:pt x="75221" y="95487"/>
                </a:cubicBezTo>
                <a:cubicBezTo>
                  <a:pt x="75744" y="94280"/>
                  <a:pt x="76005" y="92991"/>
                  <a:pt x="76005" y="91621"/>
                </a:cubicBezTo>
                <a:cubicBezTo>
                  <a:pt x="76005" y="89693"/>
                  <a:pt x="75331" y="88122"/>
                  <a:pt x="73983" y="86910"/>
                </a:cubicBezTo>
                <a:cubicBezTo>
                  <a:pt x="72636" y="85697"/>
                  <a:pt x="70944" y="84567"/>
                  <a:pt x="68909" y="83520"/>
                </a:cubicBezTo>
                <a:cubicBezTo>
                  <a:pt x="66874" y="82471"/>
                  <a:pt x="64660" y="81396"/>
                  <a:pt x="62267" y="80294"/>
                </a:cubicBezTo>
                <a:cubicBezTo>
                  <a:pt x="59874" y="79192"/>
                  <a:pt x="57660" y="77842"/>
                  <a:pt x="55625" y="76243"/>
                </a:cubicBezTo>
                <a:cubicBezTo>
                  <a:pt x="53589" y="74645"/>
                  <a:pt x="51898" y="72661"/>
                  <a:pt x="50550" y="70292"/>
                </a:cubicBezTo>
                <a:cubicBezTo>
                  <a:pt x="49202" y="67922"/>
                  <a:pt x="48529" y="64945"/>
                  <a:pt x="48529" y="61363"/>
                </a:cubicBezTo>
                <a:cubicBezTo>
                  <a:pt x="48529" y="57449"/>
                  <a:pt x="49271" y="53810"/>
                  <a:pt x="50756" y="50448"/>
                </a:cubicBezTo>
                <a:cubicBezTo>
                  <a:pt x="52242" y="47086"/>
                  <a:pt x="54414" y="44151"/>
                  <a:pt x="57275" y="41643"/>
                </a:cubicBezTo>
                <a:cubicBezTo>
                  <a:pt x="60135" y="39135"/>
                  <a:pt x="63601" y="37178"/>
                  <a:pt x="67671" y="35774"/>
                </a:cubicBezTo>
                <a:cubicBezTo>
                  <a:pt x="71742" y="34368"/>
                  <a:pt x="76362" y="33665"/>
                  <a:pt x="81533" y="33665"/>
                </a:cubicBezTo>
                <a:cubicBezTo>
                  <a:pt x="83843" y="33665"/>
                  <a:pt x="86085" y="33816"/>
                  <a:pt x="88258" y="34119"/>
                </a:cubicBezTo>
                <a:cubicBezTo>
                  <a:pt x="90431" y="34421"/>
                  <a:pt x="92383" y="34820"/>
                  <a:pt x="94116" y="35315"/>
                </a:cubicBezTo>
                <a:cubicBezTo>
                  <a:pt x="95849" y="35810"/>
                  <a:pt x="97362" y="36360"/>
                  <a:pt x="98654" y="36965"/>
                </a:cubicBezTo>
                <a:cubicBezTo>
                  <a:pt x="99947" y="37570"/>
                  <a:pt x="100868" y="38175"/>
                  <a:pt x="101418" y="38780"/>
                </a:cubicBezTo>
                <a:cubicBezTo>
                  <a:pt x="102024" y="39331"/>
                  <a:pt x="102326" y="40266"/>
                  <a:pt x="102326" y="41586"/>
                </a:cubicBezTo>
                <a:close/>
                <a:moveTo>
                  <a:pt x="150258" y="13697"/>
                </a:moveTo>
                <a:cubicBezTo>
                  <a:pt x="149873" y="15732"/>
                  <a:pt x="149351" y="17451"/>
                  <a:pt x="148690" y="18854"/>
                </a:cubicBezTo>
                <a:cubicBezTo>
                  <a:pt x="148030" y="20257"/>
                  <a:pt x="147150" y="21384"/>
                  <a:pt x="146050" y="22237"/>
                </a:cubicBezTo>
                <a:cubicBezTo>
                  <a:pt x="144950" y="23089"/>
                  <a:pt x="143602" y="23695"/>
                  <a:pt x="142007" y="24052"/>
                </a:cubicBezTo>
                <a:cubicBezTo>
                  <a:pt x="140412" y="24410"/>
                  <a:pt x="138432" y="24588"/>
                  <a:pt x="136066" y="24588"/>
                </a:cubicBezTo>
                <a:cubicBezTo>
                  <a:pt x="133756" y="24588"/>
                  <a:pt x="131872" y="24410"/>
                  <a:pt x="130414" y="24052"/>
                </a:cubicBezTo>
                <a:cubicBezTo>
                  <a:pt x="128956" y="23695"/>
                  <a:pt x="127856" y="23089"/>
                  <a:pt x="127114" y="22237"/>
                </a:cubicBezTo>
                <a:cubicBezTo>
                  <a:pt x="126371" y="21384"/>
                  <a:pt x="125945" y="20257"/>
                  <a:pt x="125835" y="18854"/>
                </a:cubicBezTo>
                <a:cubicBezTo>
                  <a:pt x="125725" y="17451"/>
                  <a:pt x="125890" y="15732"/>
                  <a:pt x="126330" y="13697"/>
                </a:cubicBezTo>
                <a:cubicBezTo>
                  <a:pt x="126715" y="11717"/>
                  <a:pt x="127237" y="10039"/>
                  <a:pt x="127898" y="8664"/>
                </a:cubicBezTo>
                <a:cubicBezTo>
                  <a:pt x="128558" y="7289"/>
                  <a:pt x="129438" y="6161"/>
                  <a:pt x="130538" y="5281"/>
                </a:cubicBezTo>
                <a:cubicBezTo>
                  <a:pt x="131638" y="4401"/>
                  <a:pt x="132986" y="3768"/>
                  <a:pt x="134581" y="3383"/>
                </a:cubicBezTo>
                <a:cubicBezTo>
                  <a:pt x="136176" y="2998"/>
                  <a:pt x="138157" y="2805"/>
                  <a:pt x="140522" y="2805"/>
                </a:cubicBezTo>
                <a:cubicBezTo>
                  <a:pt x="142832" y="2805"/>
                  <a:pt x="144716" y="2998"/>
                  <a:pt x="146174" y="3383"/>
                </a:cubicBezTo>
                <a:cubicBezTo>
                  <a:pt x="147632" y="3768"/>
                  <a:pt x="148732" y="4401"/>
                  <a:pt x="149474" y="5281"/>
                </a:cubicBezTo>
                <a:cubicBezTo>
                  <a:pt x="150217" y="6161"/>
                  <a:pt x="150630" y="7289"/>
                  <a:pt x="150712" y="8664"/>
                </a:cubicBezTo>
                <a:cubicBezTo>
                  <a:pt x="150795" y="10039"/>
                  <a:pt x="150643" y="11717"/>
                  <a:pt x="150258" y="13697"/>
                </a:cubicBezTo>
                <a:moveTo>
                  <a:pt x="128970" y="112051"/>
                </a:moveTo>
                <a:cubicBezTo>
                  <a:pt x="128860" y="112601"/>
                  <a:pt x="128599" y="113082"/>
                  <a:pt x="128186" y="113495"/>
                </a:cubicBezTo>
                <a:cubicBezTo>
                  <a:pt x="127774" y="113907"/>
                  <a:pt x="127141" y="114251"/>
                  <a:pt x="126289" y="114526"/>
                </a:cubicBezTo>
                <a:cubicBezTo>
                  <a:pt x="125436" y="114801"/>
                  <a:pt x="124322" y="115007"/>
                  <a:pt x="122947" y="115145"/>
                </a:cubicBezTo>
                <a:cubicBezTo>
                  <a:pt x="121572" y="115282"/>
                  <a:pt x="119894" y="115351"/>
                  <a:pt x="117914" y="115351"/>
                </a:cubicBezTo>
                <a:cubicBezTo>
                  <a:pt x="115878" y="115351"/>
                  <a:pt x="114214" y="115282"/>
                  <a:pt x="112922" y="115145"/>
                </a:cubicBezTo>
                <a:cubicBezTo>
                  <a:pt x="111629" y="115007"/>
                  <a:pt x="110611" y="114801"/>
                  <a:pt x="109869" y="114526"/>
                </a:cubicBezTo>
                <a:cubicBezTo>
                  <a:pt x="109126" y="114251"/>
                  <a:pt x="108645" y="113907"/>
                  <a:pt x="108425" y="113495"/>
                </a:cubicBezTo>
                <a:cubicBezTo>
                  <a:pt x="108205" y="113082"/>
                  <a:pt x="108150" y="112601"/>
                  <a:pt x="108260" y="112051"/>
                </a:cubicBezTo>
                <a:lnTo>
                  <a:pt x="122864" y="38615"/>
                </a:lnTo>
                <a:cubicBezTo>
                  <a:pt x="122974" y="38065"/>
                  <a:pt x="123236" y="37584"/>
                  <a:pt x="123648" y="37171"/>
                </a:cubicBezTo>
                <a:cubicBezTo>
                  <a:pt x="124061" y="36759"/>
                  <a:pt x="124693" y="36401"/>
                  <a:pt x="125546" y="36099"/>
                </a:cubicBezTo>
                <a:cubicBezTo>
                  <a:pt x="126399" y="35796"/>
                  <a:pt x="127499" y="35562"/>
                  <a:pt x="128846" y="35397"/>
                </a:cubicBezTo>
                <a:cubicBezTo>
                  <a:pt x="130194" y="35232"/>
                  <a:pt x="131886" y="35150"/>
                  <a:pt x="133921" y="35150"/>
                </a:cubicBezTo>
                <a:cubicBezTo>
                  <a:pt x="135956" y="35150"/>
                  <a:pt x="137620" y="35232"/>
                  <a:pt x="138913" y="35397"/>
                </a:cubicBezTo>
                <a:cubicBezTo>
                  <a:pt x="140206" y="35562"/>
                  <a:pt x="141223" y="35796"/>
                  <a:pt x="141966" y="36099"/>
                </a:cubicBezTo>
                <a:cubicBezTo>
                  <a:pt x="142708" y="36401"/>
                  <a:pt x="143190" y="36759"/>
                  <a:pt x="143410" y="37171"/>
                </a:cubicBezTo>
                <a:cubicBezTo>
                  <a:pt x="143630" y="37584"/>
                  <a:pt x="143685" y="38065"/>
                  <a:pt x="143575" y="38615"/>
                </a:cubicBezTo>
                <a:lnTo>
                  <a:pt x="128970" y="112051"/>
                </a:lnTo>
                <a:close/>
                <a:moveTo>
                  <a:pt x="231021" y="63181"/>
                </a:moveTo>
                <a:cubicBezTo>
                  <a:pt x="231021" y="67148"/>
                  <a:pt x="230650" y="71226"/>
                  <a:pt x="229907" y="75416"/>
                </a:cubicBezTo>
                <a:cubicBezTo>
                  <a:pt x="229165" y="79605"/>
                  <a:pt x="227996" y="83698"/>
                  <a:pt x="226401" y="87694"/>
                </a:cubicBezTo>
                <a:cubicBezTo>
                  <a:pt x="224805" y="91689"/>
                  <a:pt x="222756" y="95437"/>
                  <a:pt x="220254" y="98937"/>
                </a:cubicBezTo>
                <a:cubicBezTo>
                  <a:pt x="217751" y="102436"/>
                  <a:pt x="214753" y="105523"/>
                  <a:pt x="211260" y="108196"/>
                </a:cubicBezTo>
                <a:cubicBezTo>
                  <a:pt x="207767" y="110869"/>
                  <a:pt x="203765" y="112977"/>
                  <a:pt x="199254" y="114521"/>
                </a:cubicBezTo>
                <a:cubicBezTo>
                  <a:pt x="194744" y="116065"/>
                  <a:pt x="189655" y="116836"/>
                  <a:pt x="183990" y="116836"/>
                </a:cubicBezTo>
                <a:cubicBezTo>
                  <a:pt x="178434" y="116836"/>
                  <a:pt x="173634" y="116188"/>
                  <a:pt x="169591" y="114892"/>
                </a:cubicBezTo>
                <a:cubicBezTo>
                  <a:pt x="165548" y="113598"/>
                  <a:pt x="162179" y="111697"/>
                  <a:pt x="159484" y="109189"/>
                </a:cubicBezTo>
                <a:cubicBezTo>
                  <a:pt x="156788" y="106681"/>
                  <a:pt x="154781" y="103594"/>
                  <a:pt x="153460" y="99929"/>
                </a:cubicBezTo>
                <a:cubicBezTo>
                  <a:pt x="152140" y="96264"/>
                  <a:pt x="151480" y="92061"/>
                  <a:pt x="151480" y="87320"/>
                </a:cubicBezTo>
                <a:cubicBezTo>
                  <a:pt x="151480" y="83353"/>
                  <a:pt x="151851" y="79275"/>
                  <a:pt x="152594" y="75086"/>
                </a:cubicBezTo>
                <a:cubicBezTo>
                  <a:pt x="153337" y="70896"/>
                  <a:pt x="154506" y="66818"/>
                  <a:pt x="156101" y="62851"/>
                </a:cubicBezTo>
                <a:cubicBezTo>
                  <a:pt x="157696" y="58881"/>
                  <a:pt x="159745" y="55119"/>
                  <a:pt x="162248" y="51565"/>
                </a:cubicBezTo>
                <a:cubicBezTo>
                  <a:pt x="164751" y="48010"/>
                  <a:pt x="167749" y="44910"/>
                  <a:pt x="171242" y="42264"/>
                </a:cubicBezTo>
                <a:cubicBezTo>
                  <a:pt x="174735" y="39618"/>
                  <a:pt x="178736" y="37524"/>
                  <a:pt x="183247" y="35980"/>
                </a:cubicBezTo>
                <a:cubicBezTo>
                  <a:pt x="187758" y="34437"/>
                  <a:pt x="192846" y="33665"/>
                  <a:pt x="198512" y="33665"/>
                </a:cubicBezTo>
                <a:cubicBezTo>
                  <a:pt x="204067" y="33665"/>
                  <a:pt x="208867" y="34313"/>
                  <a:pt x="212910" y="35609"/>
                </a:cubicBezTo>
                <a:cubicBezTo>
                  <a:pt x="216953" y="36903"/>
                  <a:pt x="220322" y="38805"/>
                  <a:pt x="223018" y="41313"/>
                </a:cubicBezTo>
                <a:cubicBezTo>
                  <a:pt x="225713" y="43821"/>
                  <a:pt x="227721" y="46907"/>
                  <a:pt x="229041" y="50572"/>
                </a:cubicBezTo>
                <a:cubicBezTo>
                  <a:pt x="230361" y="54237"/>
                  <a:pt x="231021" y="58440"/>
                  <a:pt x="231021" y="63181"/>
                </a:cubicBezTo>
                <a:moveTo>
                  <a:pt x="209568" y="64547"/>
                </a:moveTo>
                <a:cubicBezTo>
                  <a:pt x="209568" y="62233"/>
                  <a:pt x="209334" y="60182"/>
                  <a:pt x="208867" y="58392"/>
                </a:cubicBezTo>
                <a:cubicBezTo>
                  <a:pt x="208399" y="56601"/>
                  <a:pt x="207629" y="55086"/>
                  <a:pt x="206557" y="53847"/>
                </a:cubicBezTo>
                <a:cubicBezTo>
                  <a:pt x="205484" y="52605"/>
                  <a:pt x="204109" y="51655"/>
                  <a:pt x="202431" y="50995"/>
                </a:cubicBezTo>
                <a:cubicBezTo>
                  <a:pt x="200753" y="50333"/>
                  <a:pt x="198704" y="50002"/>
                  <a:pt x="196284" y="50002"/>
                </a:cubicBezTo>
                <a:cubicBezTo>
                  <a:pt x="193534" y="50002"/>
                  <a:pt x="191058" y="50539"/>
                  <a:pt x="188858" y="51614"/>
                </a:cubicBezTo>
                <a:cubicBezTo>
                  <a:pt x="186658" y="52688"/>
                  <a:pt x="184691" y="54134"/>
                  <a:pt x="182958" y="55953"/>
                </a:cubicBezTo>
                <a:cubicBezTo>
                  <a:pt x="181226" y="57772"/>
                  <a:pt x="179727" y="59879"/>
                  <a:pt x="178461" y="62276"/>
                </a:cubicBezTo>
                <a:cubicBezTo>
                  <a:pt x="177196" y="64672"/>
                  <a:pt x="176151" y="67193"/>
                  <a:pt x="175326" y="69838"/>
                </a:cubicBezTo>
                <a:cubicBezTo>
                  <a:pt x="174501" y="72482"/>
                  <a:pt x="173896" y="75168"/>
                  <a:pt x="173511" y="77896"/>
                </a:cubicBezTo>
                <a:cubicBezTo>
                  <a:pt x="173126" y="80622"/>
                  <a:pt x="172933" y="83226"/>
                  <a:pt x="172933" y="85706"/>
                </a:cubicBezTo>
                <a:cubicBezTo>
                  <a:pt x="172933" y="88020"/>
                  <a:pt x="173167" y="90086"/>
                  <a:pt x="173634" y="91905"/>
                </a:cubicBezTo>
                <a:cubicBezTo>
                  <a:pt x="174102" y="93722"/>
                  <a:pt x="174872" y="95251"/>
                  <a:pt x="175945" y="96492"/>
                </a:cubicBezTo>
                <a:cubicBezTo>
                  <a:pt x="177017" y="97732"/>
                  <a:pt x="178393" y="98682"/>
                  <a:pt x="180070" y="99344"/>
                </a:cubicBezTo>
                <a:cubicBezTo>
                  <a:pt x="181748" y="100004"/>
                  <a:pt x="183797" y="100334"/>
                  <a:pt x="186217" y="100334"/>
                </a:cubicBezTo>
                <a:cubicBezTo>
                  <a:pt x="188968" y="100334"/>
                  <a:pt x="191443" y="99797"/>
                  <a:pt x="193644" y="98723"/>
                </a:cubicBezTo>
                <a:cubicBezTo>
                  <a:pt x="195844" y="97648"/>
                  <a:pt x="197810" y="96188"/>
                  <a:pt x="199543" y="94342"/>
                </a:cubicBezTo>
                <a:cubicBezTo>
                  <a:pt x="201276" y="92495"/>
                  <a:pt x="202775" y="90374"/>
                  <a:pt x="204040" y="87978"/>
                </a:cubicBezTo>
                <a:cubicBezTo>
                  <a:pt x="205305" y="85582"/>
                  <a:pt x="206350" y="83048"/>
                  <a:pt x="207175" y="80377"/>
                </a:cubicBezTo>
                <a:cubicBezTo>
                  <a:pt x="208001" y="77704"/>
                  <a:pt x="208606" y="75018"/>
                  <a:pt x="208991" y="72319"/>
                </a:cubicBezTo>
                <a:cubicBezTo>
                  <a:pt x="209376" y="69618"/>
                  <a:pt x="209568" y="67028"/>
                  <a:pt x="209568" y="64547"/>
                </a:cubicBezTo>
                <a:close/>
                <a:moveTo>
                  <a:pt x="318013" y="54811"/>
                </a:moveTo>
                <a:cubicBezTo>
                  <a:pt x="318013" y="56738"/>
                  <a:pt x="317889" y="58665"/>
                  <a:pt x="317642" y="60592"/>
                </a:cubicBezTo>
                <a:cubicBezTo>
                  <a:pt x="317394" y="62519"/>
                  <a:pt x="317078" y="64501"/>
                  <a:pt x="316693" y="66538"/>
                </a:cubicBezTo>
                <a:lnTo>
                  <a:pt x="307534" y="112051"/>
                </a:lnTo>
                <a:cubicBezTo>
                  <a:pt x="307424" y="112601"/>
                  <a:pt x="307163" y="113082"/>
                  <a:pt x="306750" y="113495"/>
                </a:cubicBezTo>
                <a:cubicBezTo>
                  <a:pt x="306338" y="113907"/>
                  <a:pt x="305705" y="114251"/>
                  <a:pt x="304852" y="114526"/>
                </a:cubicBezTo>
                <a:cubicBezTo>
                  <a:pt x="304000" y="114801"/>
                  <a:pt x="302900" y="115007"/>
                  <a:pt x="301552" y="115145"/>
                </a:cubicBezTo>
                <a:cubicBezTo>
                  <a:pt x="300204" y="115282"/>
                  <a:pt x="298513" y="115351"/>
                  <a:pt x="296478" y="115351"/>
                </a:cubicBezTo>
                <a:cubicBezTo>
                  <a:pt x="294442" y="115351"/>
                  <a:pt x="292778" y="115282"/>
                  <a:pt x="291486" y="115145"/>
                </a:cubicBezTo>
                <a:cubicBezTo>
                  <a:pt x="290193" y="115007"/>
                  <a:pt x="289189" y="114801"/>
                  <a:pt x="288474" y="114526"/>
                </a:cubicBezTo>
                <a:cubicBezTo>
                  <a:pt x="287759" y="114251"/>
                  <a:pt x="287277" y="113907"/>
                  <a:pt x="287030" y="113495"/>
                </a:cubicBezTo>
                <a:cubicBezTo>
                  <a:pt x="286782" y="113082"/>
                  <a:pt x="286714" y="112601"/>
                  <a:pt x="286824" y="112051"/>
                </a:cubicBezTo>
                <a:lnTo>
                  <a:pt x="295735" y="67907"/>
                </a:lnTo>
                <a:cubicBezTo>
                  <a:pt x="296010" y="66580"/>
                  <a:pt x="296216" y="65225"/>
                  <a:pt x="296354" y="63843"/>
                </a:cubicBezTo>
                <a:cubicBezTo>
                  <a:pt x="296491" y="62461"/>
                  <a:pt x="296560" y="61245"/>
                  <a:pt x="296560" y="60195"/>
                </a:cubicBezTo>
                <a:cubicBezTo>
                  <a:pt x="296560" y="57706"/>
                  <a:pt x="296037" y="55660"/>
                  <a:pt x="294992" y="54058"/>
                </a:cubicBezTo>
                <a:cubicBezTo>
                  <a:pt x="293947" y="52454"/>
                  <a:pt x="292187" y="51652"/>
                  <a:pt x="289712" y="51652"/>
                </a:cubicBezTo>
                <a:cubicBezTo>
                  <a:pt x="287456" y="51652"/>
                  <a:pt x="285105" y="52370"/>
                  <a:pt x="282657" y="53805"/>
                </a:cubicBezTo>
                <a:cubicBezTo>
                  <a:pt x="280209" y="55239"/>
                  <a:pt x="277899" y="57184"/>
                  <a:pt x="275726" y="59640"/>
                </a:cubicBezTo>
                <a:cubicBezTo>
                  <a:pt x="273553" y="62095"/>
                  <a:pt x="271614" y="64964"/>
                  <a:pt x="269909" y="68247"/>
                </a:cubicBezTo>
                <a:cubicBezTo>
                  <a:pt x="268204" y="71529"/>
                  <a:pt x="266993" y="75018"/>
                  <a:pt x="266278" y="78716"/>
                </a:cubicBezTo>
                <a:lnTo>
                  <a:pt x="259595" y="112051"/>
                </a:lnTo>
                <a:cubicBezTo>
                  <a:pt x="259485" y="112601"/>
                  <a:pt x="259224" y="113082"/>
                  <a:pt x="258811" y="113495"/>
                </a:cubicBezTo>
                <a:cubicBezTo>
                  <a:pt x="258398" y="113907"/>
                  <a:pt x="257766" y="114251"/>
                  <a:pt x="256913" y="114526"/>
                </a:cubicBezTo>
                <a:cubicBezTo>
                  <a:pt x="256061" y="114801"/>
                  <a:pt x="254947" y="115007"/>
                  <a:pt x="253571" y="115145"/>
                </a:cubicBezTo>
                <a:cubicBezTo>
                  <a:pt x="252196" y="115282"/>
                  <a:pt x="250519" y="115351"/>
                  <a:pt x="248538" y="115351"/>
                </a:cubicBezTo>
                <a:cubicBezTo>
                  <a:pt x="246503" y="115351"/>
                  <a:pt x="244839" y="115282"/>
                  <a:pt x="243546" y="115145"/>
                </a:cubicBezTo>
                <a:cubicBezTo>
                  <a:pt x="242254" y="115007"/>
                  <a:pt x="241236" y="114801"/>
                  <a:pt x="240493" y="114526"/>
                </a:cubicBezTo>
                <a:cubicBezTo>
                  <a:pt x="239751" y="114251"/>
                  <a:pt x="239269" y="113907"/>
                  <a:pt x="239049" y="113495"/>
                </a:cubicBezTo>
                <a:cubicBezTo>
                  <a:pt x="238829" y="113082"/>
                  <a:pt x="238774" y="112601"/>
                  <a:pt x="238884" y="112051"/>
                </a:cubicBezTo>
                <a:lnTo>
                  <a:pt x="253654" y="38368"/>
                </a:lnTo>
                <a:cubicBezTo>
                  <a:pt x="253764" y="37818"/>
                  <a:pt x="253998" y="37336"/>
                  <a:pt x="254355" y="36924"/>
                </a:cubicBezTo>
                <a:cubicBezTo>
                  <a:pt x="254713" y="36511"/>
                  <a:pt x="255263" y="36181"/>
                  <a:pt x="256006" y="35934"/>
                </a:cubicBezTo>
                <a:cubicBezTo>
                  <a:pt x="256748" y="35686"/>
                  <a:pt x="257711" y="35494"/>
                  <a:pt x="258893" y="35356"/>
                </a:cubicBezTo>
                <a:cubicBezTo>
                  <a:pt x="260076" y="35219"/>
                  <a:pt x="261493" y="35150"/>
                  <a:pt x="263143" y="35150"/>
                </a:cubicBezTo>
                <a:cubicBezTo>
                  <a:pt x="264848" y="35150"/>
                  <a:pt x="266237" y="35219"/>
                  <a:pt x="267310" y="35356"/>
                </a:cubicBezTo>
                <a:cubicBezTo>
                  <a:pt x="268382" y="35494"/>
                  <a:pt x="269221" y="35686"/>
                  <a:pt x="269826" y="35934"/>
                </a:cubicBezTo>
                <a:cubicBezTo>
                  <a:pt x="270431" y="36181"/>
                  <a:pt x="270830" y="36511"/>
                  <a:pt x="271023" y="36924"/>
                </a:cubicBezTo>
                <a:cubicBezTo>
                  <a:pt x="271215" y="37336"/>
                  <a:pt x="271256" y="37818"/>
                  <a:pt x="271146" y="38368"/>
                </a:cubicBezTo>
                <a:lnTo>
                  <a:pt x="268754" y="50497"/>
                </a:lnTo>
                <a:cubicBezTo>
                  <a:pt x="269909" y="48562"/>
                  <a:pt x="271449" y="46586"/>
                  <a:pt x="273374" y="44569"/>
                </a:cubicBezTo>
                <a:cubicBezTo>
                  <a:pt x="275300" y="42551"/>
                  <a:pt x="277514" y="40741"/>
                  <a:pt x="280016" y="39139"/>
                </a:cubicBezTo>
                <a:cubicBezTo>
                  <a:pt x="282519" y="37535"/>
                  <a:pt x="285242" y="36222"/>
                  <a:pt x="288185" y="35199"/>
                </a:cubicBezTo>
                <a:cubicBezTo>
                  <a:pt x="291128" y="34176"/>
                  <a:pt x="294195" y="33665"/>
                  <a:pt x="297385" y="33665"/>
                </a:cubicBezTo>
                <a:cubicBezTo>
                  <a:pt x="301236" y="33665"/>
                  <a:pt x="304467" y="34229"/>
                  <a:pt x="307080" y="35359"/>
                </a:cubicBezTo>
                <a:cubicBezTo>
                  <a:pt x="309693" y="36486"/>
                  <a:pt x="311811" y="38015"/>
                  <a:pt x="313434" y="39943"/>
                </a:cubicBezTo>
                <a:cubicBezTo>
                  <a:pt x="315056" y="41870"/>
                  <a:pt x="316225" y="44114"/>
                  <a:pt x="316940" y="46676"/>
                </a:cubicBezTo>
                <a:cubicBezTo>
                  <a:pt x="317655" y="49235"/>
                  <a:pt x="318013" y="51947"/>
                  <a:pt x="318013" y="54811"/>
                </a:cubicBezTo>
                <a:close/>
                <a:moveTo>
                  <a:pt x="491287" y="111968"/>
                </a:moveTo>
                <a:cubicBezTo>
                  <a:pt x="491122" y="112518"/>
                  <a:pt x="490875" y="113013"/>
                  <a:pt x="490545" y="113453"/>
                </a:cubicBezTo>
                <a:cubicBezTo>
                  <a:pt x="490215" y="113893"/>
                  <a:pt x="489651" y="114251"/>
                  <a:pt x="488853" y="114526"/>
                </a:cubicBezTo>
                <a:cubicBezTo>
                  <a:pt x="488056" y="114801"/>
                  <a:pt x="486969" y="115007"/>
                  <a:pt x="485594" y="115145"/>
                </a:cubicBezTo>
                <a:cubicBezTo>
                  <a:pt x="484219" y="115282"/>
                  <a:pt x="482514" y="115351"/>
                  <a:pt x="480478" y="115351"/>
                </a:cubicBezTo>
                <a:cubicBezTo>
                  <a:pt x="478333" y="115351"/>
                  <a:pt x="476600" y="115282"/>
                  <a:pt x="475280" y="115145"/>
                </a:cubicBezTo>
                <a:cubicBezTo>
                  <a:pt x="473960" y="115007"/>
                  <a:pt x="472942" y="114801"/>
                  <a:pt x="472227" y="114526"/>
                </a:cubicBezTo>
                <a:cubicBezTo>
                  <a:pt x="471512" y="114251"/>
                  <a:pt x="471058" y="113893"/>
                  <a:pt x="470866" y="113453"/>
                </a:cubicBezTo>
                <a:cubicBezTo>
                  <a:pt x="470673" y="113013"/>
                  <a:pt x="470632" y="112518"/>
                  <a:pt x="470742" y="111968"/>
                </a:cubicBezTo>
                <a:lnTo>
                  <a:pt x="488069" y="25084"/>
                </a:lnTo>
                <a:lnTo>
                  <a:pt x="487904" y="25084"/>
                </a:lnTo>
                <a:lnTo>
                  <a:pt x="439470" y="111886"/>
                </a:lnTo>
                <a:cubicBezTo>
                  <a:pt x="438810" y="113261"/>
                  <a:pt x="437531" y="114182"/>
                  <a:pt x="435633" y="114650"/>
                </a:cubicBezTo>
                <a:cubicBezTo>
                  <a:pt x="433736" y="115117"/>
                  <a:pt x="431054" y="115351"/>
                  <a:pt x="427588" y="115351"/>
                </a:cubicBezTo>
                <a:cubicBezTo>
                  <a:pt x="424013" y="115351"/>
                  <a:pt x="421441" y="115035"/>
                  <a:pt x="419874" y="114402"/>
                </a:cubicBezTo>
                <a:cubicBezTo>
                  <a:pt x="418306" y="113770"/>
                  <a:pt x="417495" y="112986"/>
                  <a:pt x="417440" y="112051"/>
                </a:cubicBezTo>
                <a:lnTo>
                  <a:pt x="404898" y="25001"/>
                </a:lnTo>
                <a:lnTo>
                  <a:pt x="404733" y="25001"/>
                </a:lnTo>
                <a:lnTo>
                  <a:pt x="387323" y="111968"/>
                </a:lnTo>
                <a:cubicBezTo>
                  <a:pt x="387213" y="112518"/>
                  <a:pt x="386979" y="113013"/>
                  <a:pt x="386621" y="113453"/>
                </a:cubicBezTo>
                <a:cubicBezTo>
                  <a:pt x="386264" y="113893"/>
                  <a:pt x="385686" y="114251"/>
                  <a:pt x="384889" y="114526"/>
                </a:cubicBezTo>
                <a:cubicBezTo>
                  <a:pt x="384091" y="114801"/>
                  <a:pt x="383018" y="115007"/>
                  <a:pt x="381671" y="115145"/>
                </a:cubicBezTo>
                <a:cubicBezTo>
                  <a:pt x="380323" y="115282"/>
                  <a:pt x="378604" y="115351"/>
                  <a:pt x="376514" y="115351"/>
                </a:cubicBezTo>
                <a:cubicBezTo>
                  <a:pt x="374424" y="115351"/>
                  <a:pt x="372718" y="115282"/>
                  <a:pt x="371398" y="115145"/>
                </a:cubicBezTo>
                <a:cubicBezTo>
                  <a:pt x="370078" y="115007"/>
                  <a:pt x="369060" y="114801"/>
                  <a:pt x="368345" y="114526"/>
                </a:cubicBezTo>
                <a:cubicBezTo>
                  <a:pt x="367630" y="114251"/>
                  <a:pt x="367162" y="113893"/>
                  <a:pt x="366942" y="113453"/>
                </a:cubicBezTo>
                <a:cubicBezTo>
                  <a:pt x="366722" y="113013"/>
                  <a:pt x="366695" y="112518"/>
                  <a:pt x="366860" y="111968"/>
                </a:cubicBezTo>
                <a:lnTo>
                  <a:pt x="385838" y="16832"/>
                </a:lnTo>
                <a:cubicBezTo>
                  <a:pt x="386113" y="15457"/>
                  <a:pt x="386539" y="14219"/>
                  <a:pt x="387117" y="13119"/>
                </a:cubicBezTo>
                <a:cubicBezTo>
                  <a:pt x="387694" y="12019"/>
                  <a:pt x="388409" y="11098"/>
                  <a:pt x="389262" y="10355"/>
                </a:cubicBezTo>
                <a:cubicBezTo>
                  <a:pt x="390114" y="9613"/>
                  <a:pt x="391091" y="9049"/>
                  <a:pt x="392191" y="8664"/>
                </a:cubicBezTo>
                <a:cubicBezTo>
                  <a:pt x="393291" y="8279"/>
                  <a:pt x="394474" y="8086"/>
                  <a:pt x="395739" y="8086"/>
                </a:cubicBezTo>
                <a:lnTo>
                  <a:pt x="409271" y="8086"/>
                </a:lnTo>
                <a:cubicBezTo>
                  <a:pt x="411691" y="8086"/>
                  <a:pt x="413754" y="8292"/>
                  <a:pt x="415459" y="8705"/>
                </a:cubicBezTo>
                <a:cubicBezTo>
                  <a:pt x="417165" y="9118"/>
                  <a:pt x="418567" y="9819"/>
                  <a:pt x="419667" y="10809"/>
                </a:cubicBezTo>
                <a:cubicBezTo>
                  <a:pt x="420768" y="11799"/>
                  <a:pt x="421606" y="13092"/>
                  <a:pt x="422184" y="14687"/>
                </a:cubicBezTo>
                <a:cubicBezTo>
                  <a:pt x="422762" y="16282"/>
                  <a:pt x="423160" y="18208"/>
                  <a:pt x="423380" y="20463"/>
                </a:cubicBezTo>
                <a:lnTo>
                  <a:pt x="433694" y="83997"/>
                </a:lnTo>
                <a:lnTo>
                  <a:pt x="434107" y="83997"/>
                </a:lnTo>
                <a:lnTo>
                  <a:pt x="470742" y="20463"/>
                </a:lnTo>
                <a:cubicBezTo>
                  <a:pt x="471842" y="18318"/>
                  <a:pt x="472942" y="16461"/>
                  <a:pt x="474042" y="14893"/>
                </a:cubicBezTo>
                <a:cubicBezTo>
                  <a:pt x="475143" y="13326"/>
                  <a:pt x="476367" y="12033"/>
                  <a:pt x="477714" y="11015"/>
                </a:cubicBezTo>
                <a:cubicBezTo>
                  <a:pt x="479062" y="9998"/>
                  <a:pt x="480561" y="9255"/>
                  <a:pt x="482211" y="8787"/>
                </a:cubicBezTo>
                <a:cubicBezTo>
                  <a:pt x="483861" y="8320"/>
                  <a:pt x="485814" y="8086"/>
                  <a:pt x="488069" y="8086"/>
                </a:cubicBezTo>
                <a:lnTo>
                  <a:pt x="503417" y="8086"/>
                </a:lnTo>
                <a:cubicBezTo>
                  <a:pt x="504792" y="8086"/>
                  <a:pt x="505974" y="8279"/>
                  <a:pt x="506965" y="8664"/>
                </a:cubicBezTo>
                <a:cubicBezTo>
                  <a:pt x="507955" y="9049"/>
                  <a:pt x="508739" y="9613"/>
                  <a:pt x="509316" y="10355"/>
                </a:cubicBezTo>
                <a:cubicBezTo>
                  <a:pt x="509894" y="11098"/>
                  <a:pt x="510251" y="12005"/>
                  <a:pt x="510389" y="13078"/>
                </a:cubicBezTo>
                <a:cubicBezTo>
                  <a:pt x="510526" y="14151"/>
                  <a:pt x="510485" y="15375"/>
                  <a:pt x="510265" y="16750"/>
                </a:cubicBezTo>
                <a:lnTo>
                  <a:pt x="491287" y="111968"/>
                </a:lnTo>
                <a:close/>
                <a:moveTo>
                  <a:pt x="594506" y="63181"/>
                </a:moveTo>
                <a:cubicBezTo>
                  <a:pt x="594506" y="67148"/>
                  <a:pt x="594134" y="71226"/>
                  <a:pt x="593392" y="75416"/>
                </a:cubicBezTo>
                <a:cubicBezTo>
                  <a:pt x="592649" y="79605"/>
                  <a:pt x="591480" y="83698"/>
                  <a:pt x="589885" y="87694"/>
                </a:cubicBezTo>
                <a:cubicBezTo>
                  <a:pt x="588290" y="91689"/>
                  <a:pt x="586241" y="95437"/>
                  <a:pt x="583738" y="98937"/>
                </a:cubicBezTo>
                <a:cubicBezTo>
                  <a:pt x="581235" y="102436"/>
                  <a:pt x="578237" y="105523"/>
                  <a:pt x="574744" y="108196"/>
                </a:cubicBezTo>
                <a:cubicBezTo>
                  <a:pt x="571251" y="110869"/>
                  <a:pt x="567249" y="112977"/>
                  <a:pt x="562739" y="114521"/>
                </a:cubicBezTo>
                <a:cubicBezTo>
                  <a:pt x="558228" y="116065"/>
                  <a:pt x="553140" y="116836"/>
                  <a:pt x="547474" y="116836"/>
                </a:cubicBezTo>
                <a:cubicBezTo>
                  <a:pt x="541918" y="116836"/>
                  <a:pt x="537119" y="116188"/>
                  <a:pt x="533076" y="114892"/>
                </a:cubicBezTo>
                <a:cubicBezTo>
                  <a:pt x="529033" y="113598"/>
                  <a:pt x="525663" y="111697"/>
                  <a:pt x="522968" y="109189"/>
                </a:cubicBezTo>
                <a:cubicBezTo>
                  <a:pt x="520273" y="106681"/>
                  <a:pt x="518265" y="103594"/>
                  <a:pt x="516945" y="99929"/>
                </a:cubicBezTo>
                <a:cubicBezTo>
                  <a:pt x="515624" y="96264"/>
                  <a:pt x="514964" y="92061"/>
                  <a:pt x="514964" y="87320"/>
                </a:cubicBezTo>
                <a:cubicBezTo>
                  <a:pt x="514964" y="83353"/>
                  <a:pt x="515336" y="79275"/>
                  <a:pt x="516078" y="75086"/>
                </a:cubicBezTo>
                <a:cubicBezTo>
                  <a:pt x="516821" y="70896"/>
                  <a:pt x="517990" y="66818"/>
                  <a:pt x="519585" y="62851"/>
                </a:cubicBezTo>
                <a:cubicBezTo>
                  <a:pt x="521180" y="58881"/>
                  <a:pt x="523229" y="55119"/>
                  <a:pt x="525732" y="51565"/>
                </a:cubicBezTo>
                <a:cubicBezTo>
                  <a:pt x="528235" y="48010"/>
                  <a:pt x="531233" y="44910"/>
                  <a:pt x="534726" y="42264"/>
                </a:cubicBezTo>
                <a:cubicBezTo>
                  <a:pt x="538219" y="39618"/>
                  <a:pt x="542221" y="37524"/>
                  <a:pt x="546731" y="35980"/>
                </a:cubicBezTo>
                <a:cubicBezTo>
                  <a:pt x="551242" y="34437"/>
                  <a:pt x="556330" y="33665"/>
                  <a:pt x="561996" y="33665"/>
                </a:cubicBezTo>
                <a:cubicBezTo>
                  <a:pt x="567552" y="33665"/>
                  <a:pt x="572351" y="34313"/>
                  <a:pt x="576394" y="35609"/>
                </a:cubicBezTo>
                <a:cubicBezTo>
                  <a:pt x="580437" y="36903"/>
                  <a:pt x="583807" y="38805"/>
                  <a:pt x="586502" y="41313"/>
                </a:cubicBezTo>
                <a:cubicBezTo>
                  <a:pt x="589197" y="43821"/>
                  <a:pt x="591205" y="46907"/>
                  <a:pt x="592525" y="50572"/>
                </a:cubicBezTo>
                <a:cubicBezTo>
                  <a:pt x="593845" y="54237"/>
                  <a:pt x="594506" y="58440"/>
                  <a:pt x="594506" y="63181"/>
                </a:cubicBezTo>
                <a:moveTo>
                  <a:pt x="573053" y="64547"/>
                </a:moveTo>
                <a:cubicBezTo>
                  <a:pt x="573053" y="62233"/>
                  <a:pt x="572819" y="60182"/>
                  <a:pt x="572351" y="58392"/>
                </a:cubicBezTo>
                <a:cubicBezTo>
                  <a:pt x="571884" y="56601"/>
                  <a:pt x="571114" y="55086"/>
                  <a:pt x="570041" y="53847"/>
                </a:cubicBezTo>
                <a:cubicBezTo>
                  <a:pt x="568968" y="52605"/>
                  <a:pt x="567593" y="51655"/>
                  <a:pt x="565915" y="50995"/>
                </a:cubicBezTo>
                <a:cubicBezTo>
                  <a:pt x="564238" y="50333"/>
                  <a:pt x="562189" y="50002"/>
                  <a:pt x="559768" y="50002"/>
                </a:cubicBezTo>
                <a:cubicBezTo>
                  <a:pt x="557018" y="50002"/>
                  <a:pt x="554542" y="50539"/>
                  <a:pt x="552342" y="51614"/>
                </a:cubicBezTo>
                <a:cubicBezTo>
                  <a:pt x="550142" y="52688"/>
                  <a:pt x="548175" y="54134"/>
                  <a:pt x="546443" y="55953"/>
                </a:cubicBezTo>
                <a:cubicBezTo>
                  <a:pt x="544710" y="57772"/>
                  <a:pt x="543211" y="59879"/>
                  <a:pt x="541946" y="62276"/>
                </a:cubicBezTo>
                <a:cubicBezTo>
                  <a:pt x="540680" y="64672"/>
                  <a:pt x="539635" y="67193"/>
                  <a:pt x="538810" y="69838"/>
                </a:cubicBezTo>
                <a:cubicBezTo>
                  <a:pt x="537985" y="72482"/>
                  <a:pt x="537380" y="75168"/>
                  <a:pt x="536995" y="77896"/>
                </a:cubicBezTo>
                <a:cubicBezTo>
                  <a:pt x="536610" y="80622"/>
                  <a:pt x="536417" y="83226"/>
                  <a:pt x="536417" y="85706"/>
                </a:cubicBezTo>
                <a:cubicBezTo>
                  <a:pt x="536417" y="88020"/>
                  <a:pt x="536651" y="90086"/>
                  <a:pt x="537119" y="91905"/>
                </a:cubicBezTo>
                <a:cubicBezTo>
                  <a:pt x="537586" y="93722"/>
                  <a:pt x="538356" y="95251"/>
                  <a:pt x="539429" y="96492"/>
                </a:cubicBezTo>
                <a:cubicBezTo>
                  <a:pt x="540502" y="97732"/>
                  <a:pt x="541877" y="98682"/>
                  <a:pt x="543555" y="99344"/>
                </a:cubicBezTo>
                <a:cubicBezTo>
                  <a:pt x="545232" y="100004"/>
                  <a:pt x="547281" y="100334"/>
                  <a:pt x="549702" y="100334"/>
                </a:cubicBezTo>
                <a:cubicBezTo>
                  <a:pt x="552452" y="100334"/>
                  <a:pt x="554927" y="99797"/>
                  <a:pt x="557128" y="98723"/>
                </a:cubicBezTo>
                <a:cubicBezTo>
                  <a:pt x="559328" y="97648"/>
                  <a:pt x="561295" y="96188"/>
                  <a:pt x="563027" y="94342"/>
                </a:cubicBezTo>
                <a:cubicBezTo>
                  <a:pt x="564760" y="92495"/>
                  <a:pt x="566259" y="90374"/>
                  <a:pt x="567524" y="87978"/>
                </a:cubicBezTo>
                <a:cubicBezTo>
                  <a:pt x="568789" y="85582"/>
                  <a:pt x="569835" y="83048"/>
                  <a:pt x="570660" y="80377"/>
                </a:cubicBezTo>
                <a:cubicBezTo>
                  <a:pt x="571485" y="77704"/>
                  <a:pt x="572090" y="75018"/>
                  <a:pt x="572475" y="72319"/>
                </a:cubicBezTo>
                <a:cubicBezTo>
                  <a:pt x="572860" y="69618"/>
                  <a:pt x="573053" y="67028"/>
                  <a:pt x="573053" y="64547"/>
                </a:cubicBezTo>
                <a:close/>
                <a:moveTo>
                  <a:pt x="670771" y="112205"/>
                </a:moveTo>
                <a:cubicBezTo>
                  <a:pt x="670550" y="113335"/>
                  <a:pt x="669684" y="114142"/>
                  <a:pt x="668171" y="114627"/>
                </a:cubicBezTo>
                <a:cubicBezTo>
                  <a:pt x="666659" y="115110"/>
                  <a:pt x="664225" y="115351"/>
                  <a:pt x="660869" y="115351"/>
                </a:cubicBezTo>
                <a:cubicBezTo>
                  <a:pt x="659164" y="115351"/>
                  <a:pt x="657775" y="115297"/>
                  <a:pt x="656702" y="115189"/>
                </a:cubicBezTo>
                <a:cubicBezTo>
                  <a:pt x="655630" y="115082"/>
                  <a:pt x="654763" y="114908"/>
                  <a:pt x="654103" y="114665"/>
                </a:cubicBezTo>
                <a:cubicBezTo>
                  <a:pt x="653443" y="114423"/>
                  <a:pt x="653017" y="114101"/>
                  <a:pt x="652824" y="113698"/>
                </a:cubicBezTo>
                <a:cubicBezTo>
                  <a:pt x="652632" y="113294"/>
                  <a:pt x="652590" y="112797"/>
                  <a:pt x="652700" y="112205"/>
                </a:cubicBezTo>
                <a:lnTo>
                  <a:pt x="654928" y="100383"/>
                </a:lnTo>
                <a:cubicBezTo>
                  <a:pt x="654103" y="102147"/>
                  <a:pt x="652783" y="104008"/>
                  <a:pt x="650968" y="105965"/>
                </a:cubicBezTo>
                <a:cubicBezTo>
                  <a:pt x="649153" y="107922"/>
                  <a:pt x="647007" y="109713"/>
                  <a:pt x="644532" y="111339"/>
                </a:cubicBezTo>
                <a:cubicBezTo>
                  <a:pt x="642057" y="112965"/>
                  <a:pt x="639320" y="114288"/>
                  <a:pt x="636322" y="115307"/>
                </a:cubicBezTo>
                <a:cubicBezTo>
                  <a:pt x="633324" y="116327"/>
                  <a:pt x="630230" y="116836"/>
                  <a:pt x="627039" y="116836"/>
                </a:cubicBezTo>
                <a:cubicBezTo>
                  <a:pt x="623904" y="116836"/>
                  <a:pt x="621167" y="116437"/>
                  <a:pt x="618829" y="115637"/>
                </a:cubicBezTo>
                <a:cubicBezTo>
                  <a:pt x="616492" y="114838"/>
                  <a:pt x="614484" y="113750"/>
                  <a:pt x="612806" y="112373"/>
                </a:cubicBezTo>
                <a:cubicBezTo>
                  <a:pt x="611128" y="110994"/>
                  <a:pt x="609739" y="109368"/>
                  <a:pt x="608639" y="107495"/>
                </a:cubicBezTo>
                <a:cubicBezTo>
                  <a:pt x="607539" y="105621"/>
                  <a:pt x="606659" y="103637"/>
                  <a:pt x="605999" y="101543"/>
                </a:cubicBezTo>
                <a:cubicBezTo>
                  <a:pt x="605339" y="99448"/>
                  <a:pt x="604871" y="97285"/>
                  <a:pt x="604596" y="95053"/>
                </a:cubicBezTo>
                <a:cubicBezTo>
                  <a:pt x="604321" y="92820"/>
                  <a:pt x="604184" y="90629"/>
                  <a:pt x="604184" y="88478"/>
                </a:cubicBezTo>
                <a:cubicBezTo>
                  <a:pt x="604184" y="84896"/>
                  <a:pt x="604514" y="81052"/>
                  <a:pt x="605174" y="76947"/>
                </a:cubicBezTo>
                <a:cubicBezTo>
                  <a:pt x="605834" y="72841"/>
                  <a:pt x="606865" y="68761"/>
                  <a:pt x="608268" y="64710"/>
                </a:cubicBezTo>
                <a:cubicBezTo>
                  <a:pt x="609671" y="60658"/>
                  <a:pt x="611445" y="56759"/>
                  <a:pt x="613590" y="53011"/>
                </a:cubicBezTo>
                <a:cubicBezTo>
                  <a:pt x="615735" y="49264"/>
                  <a:pt x="618307" y="45957"/>
                  <a:pt x="621305" y="43092"/>
                </a:cubicBezTo>
                <a:cubicBezTo>
                  <a:pt x="624303" y="40224"/>
                  <a:pt x="627741" y="37936"/>
                  <a:pt x="631619" y="36228"/>
                </a:cubicBezTo>
                <a:cubicBezTo>
                  <a:pt x="635497" y="34519"/>
                  <a:pt x="639856" y="33665"/>
                  <a:pt x="644697" y="33665"/>
                </a:cubicBezTo>
                <a:cubicBezTo>
                  <a:pt x="646842" y="33665"/>
                  <a:pt x="648891" y="33899"/>
                  <a:pt x="650844" y="34369"/>
                </a:cubicBezTo>
                <a:cubicBezTo>
                  <a:pt x="652797" y="34836"/>
                  <a:pt x="654585" y="35470"/>
                  <a:pt x="656207" y="36269"/>
                </a:cubicBezTo>
                <a:cubicBezTo>
                  <a:pt x="657830" y="37068"/>
                  <a:pt x="659301" y="38020"/>
                  <a:pt x="660622" y="39123"/>
                </a:cubicBezTo>
                <a:cubicBezTo>
                  <a:pt x="661942" y="40225"/>
                  <a:pt x="663069" y="41383"/>
                  <a:pt x="664005" y="42597"/>
                </a:cubicBezTo>
                <a:lnTo>
                  <a:pt x="671843" y="3716"/>
                </a:lnTo>
                <a:cubicBezTo>
                  <a:pt x="671953" y="3166"/>
                  <a:pt x="672201" y="2670"/>
                  <a:pt x="672586" y="2230"/>
                </a:cubicBezTo>
                <a:cubicBezTo>
                  <a:pt x="672971" y="1789"/>
                  <a:pt x="673590" y="1416"/>
                  <a:pt x="674442" y="1114"/>
                </a:cubicBezTo>
                <a:cubicBezTo>
                  <a:pt x="675295" y="811"/>
                  <a:pt x="676395" y="578"/>
                  <a:pt x="677743" y="413"/>
                </a:cubicBezTo>
                <a:cubicBezTo>
                  <a:pt x="679090" y="248"/>
                  <a:pt x="680782" y="165"/>
                  <a:pt x="682817" y="165"/>
                </a:cubicBezTo>
                <a:cubicBezTo>
                  <a:pt x="684853" y="165"/>
                  <a:pt x="686517" y="248"/>
                  <a:pt x="687809" y="413"/>
                </a:cubicBezTo>
                <a:cubicBezTo>
                  <a:pt x="689102" y="578"/>
                  <a:pt x="690106" y="811"/>
                  <a:pt x="690821" y="1114"/>
                </a:cubicBezTo>
                <a:cubicBezTo>
                  <a:pt x="691536" y="1416"/>
                  <a:pt x="692004" y="1789"/>
                  <a:pt x="692224" y="2230"/>
                </a:cubicBezTo>
                <a:cubicBezTo>
                  <a:pt x="692444" y="2670"/>
                  <a:pt x="692499" y="3166"/>
                  <a:pt x="692389" y="3716"/>
                </a:cubicBezTo>
                <a:lnTo>
                  <a:pt x="670771" y="112205"/>
                </a:lnTo>
                <a:moveTo>
                  <a:pt x="660457" y="60525"/>
                </a:moveTo>
                <a:cubicBezTo>
                  <a:pt x="658531" y="57486"/>
                  <a:pt x="656400" y="55193"/>
                  <a:pt x="654062" y="53645"/>
                </a:cubicBezTo>
                <a:cubicBezTo>
                  <a:pt x="651724" y="52097"/>
                  <a:pt x="649015" y="51322"/>
                  <a:pt x="645935" y="51322"/>
                </a:cubicBezTo>
                <a:cubicBezTo>
                  <a:pt x="643679" y="51322"/>
                  <a:pt x="641603" y="51859"/>
                  <a:pt x="639705" y="52934"/>
                </a:cubicBezTo>
                <a:cubicBezTo>
                  <a:pt x="637807" y="54008"/>
                  <a:pt x="636102" y="55441"/>
                  <a:pt x="634589" y="57232"/>
                </a:cubicBezTo>
                <a:cubicBezTo>
                  <a:pt x="633076" y="59023"/>
                  <a:pt x="631756" y="61118"/>
                  <a:pt x="630629" y="63516"/>
                </a:cubicBezTo>
                <a:cubicBezTo>
                  <a:pt x="629501" y="65912"/>
                  <a:pt x="628566" y="68433"/>
                  <a:pt x="627823" y="71079"/>
                </a:cubicBezTo>
                <a:cubicBezTo>
                  <a:pt x="627081" y="73722"/>
                  <a:pt x="626517" y="76367"/>
                  <a:pt x="626132" y="79013"/>
                </a:cubicBezTo>
                <a:cubicBezTo>
                  <a:pt x="625747" y="81656"/>
                  <a:pt x="625554" y="84164"/>
                  <a:pt x="625554" y="86534"/>
                </a:cubicBezTo>
                <a:cubicBezTo>
                  <a:pt x="625554" y="90721"/>
                  <a:pt x="626242" y="93876"/>
                  <a:pt x="627617" y="95997"/>
                </a:cubicBezTo>
                <a:cubicBezTo>
                  <a:pt x="628992" y="98118"/>
                  <a:pt x="631165" y="99179"/>
                  <a:pt x="634135" y="99179"/>
                </a:cubicBezTo>
                <a:cubicBezTo>
                  <a:pt x="636556" y="99179"/>
                  <a:pt x="639031" y="98450"/>
                  <a:pt x="641561" y="96992"/>
                </a:cubicBezTo>
                <a:cubicBezTo>
                  <a:pt x="644092" y="95535"/>
                  <a:pt x="646457" y="93582"/>
                  <a:pt x="648657" y="91134"/>
                </a:cubicBezTo>
                <a:cubicBezTo>
                  <a:pt x="650858" y="88684"/>
                  <a:pt x="652797" y="85796"/>
                  <a:pt x="654474" y="82468"/>
                </a:cubicBezTo>
                <a:cubicBezTo>
                  <a:pt x="656152" y="79138"/>
                  <a:pt x="657376" y="75575"/>
                  <a:pt x="658146" y="71777"/>
                </a:cubicBezTo>
                <a:lnTo>
                  <a:pt x="660457" y="60525"/>
                </a:lnTo>
                <a:close/>
                <a:moveTo>
                  <a:pt x="759829" y="112133"/>
                </a:moveTo>
                <a:cubicBezTo>
                  <a:pt x="759719" y="112683"/>
                  <a:pt x="759485" y="113165"/>
                  <a:pt x="759128" y="113577"/>
                </a:cubicBezTo>
                <a:cubicBezTo>
                  <a:pt x="758770" y="113990"/>
                  <a:pt x="758220" y="114320"/>
                  <a:pt x="757478" y="114567"/>
                </a:cubicBezTo>
                <a:cubicBezTo>
                  <a:pt x="756735" y="114815"/>
                  <a:pt x="755786" y="115007"/>
                  <a:pt x="754631" y="115145"/>
                </a:cubicBezTo>
                <a:cubicBezTo>
                  <a:pt x="753476" y="115282"/>
                  <a:pt x="752046" y="115351"/>
                  <a:pt x="750340" y="115351"/>
                </a:cubicBezTo>
                <a:cubicBezTo>
                  <a:pt x="748635" y="115351"/>
                  <a:pt x="747246" y="115282"/>
                  <a:pt x="746174" y="115145"/>
                </a:cubicBezTo>
                <a:cubicBezTo>
                  <a:pt x="745101" y="115007"/>
                  <a:pt x="744262" y="114815"/>
                  <a:pt x="743657" y="114567"/>
                </a:cubicBezTo>
                <a:cubicBezTo>
                  <a:pt x="743052" y="114320"/>
                  <a:pt x="742653" y="113990"/>
                  <a:pt x="742461" y="113577"/>
                </a:cubicBezTo>
                <a:cubicBezTo>
                  <a:pt x="742268" y="113165"/>
                  <a:pt x="742254" y="112683"/>
                  <a:pt x="742419" y="112133"/>
                </a:cubicBezTo>
                <a:lnTo>
                  <a:pt x="744647" y="100169"/>
                </a:lnTo>
                <a:cubicBezTo>
                  <a:pt x="743547" y="102105"/>
                  <a:pt x="742034" y="104054"/>
                  <a:pt x="740109" y="106017"/>
                </a:cubicBezTo>
                <a:cubicBezTo>
                  <a:pt x="738184" y="107978"/>
                  <a:pt x="735970" y="109775"/>
                  <a:pt x="733467" y="111406"/>
                </a:cubicBezTo>
                <a:cubicBezTo>
                  <a:pt x="730964" y="113036"/>
                  <a:pt x="728255" y="114348"/>
                  <a:pt x="725339" y="115343"/>
                </a:cubicBezTo>
                <a:cubicBezTo>
                  <a:pt x="722424" y="116339"/>
                  <a:pt x="719426" y="116836"/>
                  <a:pt x="716346" y="116836"/>
                </a:cubicBezTo>
                <a:cubicBezTo>
                  <a:pt x="712495" y="116836"/>
                  <a:pt x="709236" y="116298"/>
                  <a:pt x="706568" y="115222"/>
                </a:cubicBezTo>
                <a:cubicBezTo>
                  <a:pt x="703900" y="114148"/>
                  <a:pt x="701755" y="112687"/>
                  <a:pt x="700132" y="110839"/>
                </a:cubicBezTo>
                <a:cubicBezTo>
                  <a:pt x="698509" y="108991"/>
                  <a:pt x="697327" y="106772"/>
                  <a:pt x="696584" y="104181"/>
                </a:cubicBezTo>
                <a:cubicBezTo>
                  <a:pt x="695842" y="101589"/>
                  <a:pt x="695470" y="98776"/>
                  <a:pt x="695470" y="95742"/>
                </a:cubicBezTo>
                <a:cubicBezTo>
                  <a:pt x="695470" y="93868"/>
                  <a:pt x="695594" y="91952"/>
                  <a:pt x="695842" y="89994"/>
                </a:cubicBezTo>
                <a:cubicBezTo>
                  <a:pt x="696089" y="88036"/>
                  <a:pt x="696405" y="86037"/>
                  <a:pt x="696790" y="83997"/>
                </a:cubicBezTo>
                <a:lnTo>
                  <a:pt x="705867" y="38368"/>
                </a:lnTo>
                <a:cubicBezTo>
                  <a:pt x="705977" y="37818"/>
                  <a:pt x="706238" y="37336"/>
                  <a:pt x="706651" y="36924"/>
                </a:cubicBezTo>
                <a:cubicBezTo>
                  <a:pt x="707063" y="36511"/>
                  <a:pt x="707696" y="36181"/>
                  <a:pt x="708548" y="35934"/>
                </a:cubicBezTo>
                <a:cubicBezTo>
                  <a:pt x="709401" y="35686"/>
                  <a:pt x="710515" y="35494"/>
                  <a:pt x="711890" y="35356"/>
                </a:cubicBezTo>
                <a:cubicBezTo>
                  <a:pt x="713265" y="35219"/>
                  <a:pt x="714943" y="35150"/>
                  <a:pt x="716923" y="35150"/>
                </a:cubicBezTo>
                <a:cubicBezTo>
                  <a:pt x="718958" y="35150"/>
                  <a:pt x="720622" y="35219"/>
                  <a:pt x="721915" y="35356"/>
                </a:cubicBezTo>
                <a:cubicBezTo>
                  <a:pt x="723208" y="35494"/>
                  <a:pt x="724212" y="35686"/>
                  <a:pt x="724927" y="35934"/>
                </a:cubicBezTo>
                <a:cubicBezTo>
                  <a:pt x="725642" y="36181"/>
                  <a:pt x="726123" y="36511"/>
                  <a:pt x="726371" y="36924"/>
                </a:cubicBezTo>
                <a:cubicBezTo>
                  <a:pt x="726618" y="37336"/>
                  <a:pt x="726687" y="37818"/>
                  <a:pt x="726577" y="38368"/>
                </a:cubicBezTo>
                <a:lnTo>
                  <a:pt x="717831" y="82594"/>
                </a:lnTo>
                <a:cubicBezTo>
                  <a:pt x="717556" y="83804"/>
                  <a:pt x="717350" y="85069"/>
                  <a:pt x="717212" y="86390"/>
                </a:cubicBezTo>
                <a:cubicBezTo>
                  <a:pt x="717074" y="87710"/>
                  <a:pt x="717006" y="88975"/>
                  <a:pt x="717006" y="90185"/>
                </a:cubicBezTo>
                <a:cubicBezTo>
                  <a:pt x="717006" y="91505"/>
                  <a:pt x="717129" y="92702"/>
                  <a:pt x="717377" y="93774"/>
                </a:cubicBezTo>
                <a:cubicBezTo>
                  <a:pt x="717625" y="94847"/>
                  <a:pt x="718023" y="95768"/>
                  <a:pt x="718573" y="96539"/>
                </a:cubicBezTo>
                <a:cubicBezTo>
                  <a:pt x="719124" y="97309"/>
                  <a:pt x="719825" y="97886"/>
                  <a:pt x="720677" y="98271"/>
                </a:cubicBezTo>
                <a:cubicBezTo>
                  <a:pt x="721530" y="98656"/>
                  <a:pt x="722562" y="98849"/>
                  <a:pt x="723772" y="98849"/>
                </a:cubicBezTo>
                <a:cubicBezTo>
                  <a:pt x="726027" y="98849"/>
                  <a:pt x="728379" y="98120"/>
                  <a:pt x="730826" y="96662"/>
                </a:cubicBezTo>
                <a:cubicBezTo>
                  <a:pt x="733274" y="95205"/>
                  <a:pt x="735598" y="93197"/>
                  <a:pt x="737799" y="90639"/>
                </a:cubicBezTo>
                <a:cubicBezTo>
                  <a:pt x="739999" y="88081"/>
                  <a:pt x="741965" y="85056"/>
                  <a:pt x="743698" y="81563"/>
                </a:cubicBezTo>
                <a:cubicBezTo>
                  <a:pt x="745431" y="78070"/>
                  <a:pt x="746737" y="74288"/>
                  <a:pt x="747618" y="70217"/>
                </a:cubicBezTo>
                <a:lnTo>
                  <a:pt x="753888" y="38368"/>
                </a:lnTo>
                <a:cubicBezTo>
                  <a:pt x="753943" y="37818"/>
                  <a:pt x="754191" y="37336"/>
                  <a:pt x="754631" y="36924"/>
                </a:cubicBezTo>
                <a:cubicBezTo>
                  <a:pt x="755071" y="36511"/>
                  <a:pt x="755717" y="36181"/>
                  <a:pt x="756570" y="35934"/>
                </a:cubicBezTo>
                <a:cubicBezTo>
                  <a:pt x="757423" y="35686"/>
                  <a:pt x="758537" y="35494"/>
                  <a:pt x="759912" y="35356"/>
                </a:cubicBezTo>
                <a:cubicBezTo>
                  <a:pt x="761287" y="35219"/>
                  <a:pt x="762965" y="35150"/>
                  <a:pt x="764945" y="35150"/>
                </a:cubicBezTo>
                <a:cubicBezTo>
                  <a:pt x="766980" y="35150"/>
                  <a:pt x="768644" y="35219"/>
                  <a:pt x="769937" y="35356"/>
                </a:cubicBezTo>
                <a:cubicBezTo>
                  <a:pt x="771230" y="35494"/>
                  <a:pt x="772247" y="35686"/>
                  <a:pt x="772990" y="35934"/>
                </a:cubicBezTo>
                <a:cubicBezTo>
                  <a:pt x="773732" y="36181"/>
                  <a:pt x="774214" y="36511"/>
                  <a:pt x="774434" y="36924"/>
                </a:cubicBezTo>
                <a:cubicBezTo>
                  <a:pt x="774654" y="37336"/>
                  <a:pt x="774709" y="37818"/>
                  <a:pt x="774599" y="38368"/>
                </a:cubicBezTo>
                <a:lnTo>
                  <a:pt x="759829" y="112133"/>
                </a:lnTo>
                <a:close/>
                <a:moveTo>
                  <a:pt x="801864" y="112051"/>
                </a:moveTo>
                <a:cubicBezTo>
                  <a:pt x="801754" y="112601"/>
                  <a:pt x="801493" y="113082"/>
                  <a:pt x="801080" y="113495"/>
                </a:cubicBezTo>
                <a:cubicBezTo>
                  <a:pt x="800668" y="113907"/>
                  <a:pt x="800049" y="114251"/>
                  <a:pt x="799224" y="114526"/>
                </a:cubicBezTo>
                <a:cubicBezTo>
                  <a:pt x="798399" y="114801"/>
                  <a:pt x="797298" y="115007"/>
                  <a:pt x="795923" y="115145"/>
                </a:cubicBezTo>
                <a:cubicBezTo>
                  <a:pt x="794548" y="115282"/>
                  <a:pt x="792870" y="115351"/>
                  <a:pt x="790890" y="115351"/>
                </a:cubicBezTo>
                <a:cubicBezTo>
                  <a:pt x="788800" y="115351"/>
                  <a:pt x="787108" y="115282"/>
                  <a:pt x="785816" y="115145"/>
                </a:cubicBezTo>
                <a:cubicBezTo>
                  <a:pt x="784523" y="115007"/>
                  <a:pt x="783519" y="114801"/>
                  <a:pt x="782804" y="114526"/>
                </a:cubicBezTo>
                <a:cubicBezTo>
                  <a:pt x="782089" y="114251"/>
                  <a:pt x="781607" y="113907"/>
                  <a:pt x="781360" y="113495"/>
                </a:cubicBezTo>
                <a:cubicBezTo>
                  <a:pt x="781112" y="113082"/>
                  <a:pt x="781044" y="112601"/>
                  <a:pt x="781154" y="112051"/>
                </a:cubicBezTo>
                <a:lnTo>
                  <a:pt x="802854" y="3548"/>
                </a:lnTo>
                <a:cubicBezTo>
                  <a:pt x="802964" y="2998"/>
                  <a:pt x="803212" y="2503"/>
                  <a:pt x="803597" y="2063"/>
                </a:cubicBezTo>
                <a:cubicBezTo>
                  <a:pt x="803982" y="1623"/>
                  <a:pt x="804614" y="1251"/>
                  <a:pt x="805495" y="949"/>
                </a:cubicBezTo>
                <a:cubicBezTo>
                  <a:pt x="806375" y="646"/>
                  <a:pt x="807489" y="413"/>
                  <a:pt x="808836" y="248"/>
                </a:cubicBezTo>
                <a:cubicBezTo>
                  <a:pt x="810184" y="83"/>
                  <a:pt x="811875" y="0"/>
                  <a:pt x="813911" y="0"/>
                </a:cubicBezTo>
                <a:cubicBezTo>
                  <a:pt x="815946" y="0"/>
                  <a:pt x="817610" y="83"/>
                  <a:pt x="818903" y="248"/>
                </a:cubicBezTo>
                <a:cubicBezTo>
                  <a:pt x="820195" y="413"/>
                  <a:pt x="821199" y="646"/>
                  <a:pt x="821914" y="949"/>
                </a:cubicBezTo>
                <a:cubicBezTo>
                  <a:pt x="822629" y="1251"/>
                  <a:pt x="823097" y="1623"/>
                  <a:pt x="823317" y="2063"/>
                </a:cubicBezTo>
                <a:cubicBezTo>
                  <a:pt x="823537" y="2503"/>
                  <a:pt x="823592" y="2998"/>
                  <a:pt x="823482" y="3548"/>
                </a:cubicBezTo>
                <a:lnTo>
                  <a:pt x="801864" y="112051"/>
                </a:lnTo>
                <a:close/>
                <a:moveTo>
                  <a:pt x="899377" y="54576"/>
                </a:moveTo>
                <a:cubicBezTo>
                  <a:pt x="899377" y="58544"/>
                  <a:pt x="898483" y="62112"/>
                  <a:pt x="896695" y="65282"/>
                </a:cubicBezTo>
                <a:cubicBezTo>
                  <a:pt x="894908" y="68450"/>
                  <a:pt x="892130" y="71178"/>
                  <a:pt x="888362" y="73466"/>
                </a:cubicBezTo>
                <a:cubicBezTo>
                  <a:pt x="884594" y="75753"/>
                  <a:pt x="879808" y="77502"/>
                  <a:pt x="874005" y="78713"/>
                </a:cubicBezTo>
                <a:cubicBezTo>
                  <a:pt x="868201" y="79925"/>
                  <a:pt x="861284" y="80531"/>
                  <a:pt x="853253" y="80531"/>
                </a:cubicBezTo>
                <a:lnTo>
                  <a:pt x="845662" y="80531"/>
                </a:lnTo>
                <a:cubicBezTo>
                  <a:pt x="845442" y="81796"/>
                  <a:pt x="845277" y="83048"/>
                  <a:pt x="845167" y="84286"/>
                </a:cubicBezTo>
                <a:cubicBezTo>
                  <a:pt x="845057" y="85523"/>
                  <a:pt x="845002" y="86665"/>
                  <a:pt x="845002" y="87710"/>
                </a:cubicBezTo>
                <a:cubicBezTo>
                  <a:pt x="845002" y="92165"/>
                  <a:pt x="846157" y="95521"/>
                  <a:pt x="848467" y="97776"/>
                </a:cubicBezTo>
                <a:cubicBezTo>
                  <a:pt x="850778" y="100032"/>
                  <a:pt x="854491" y="101159"/>
                  <a:pt x="859606" y="101159"/>
                </a:cubicBezTo>
                <a:cubicBezTo>
                  <a:pt x="863237" y="101159"/>
                  <a:pt x="866496" y="100894"/>
                  <a:pt x="869384" y="100362"/>
                </a:cubicBezTo>
                <a:cubicBezTo>
                  <a:pt x="872272" y="99831"/>
                  <a:pt x="874802" y="99244"/>
                  <a:pt x="876975" y="98601"/>
                </a:cubicBezTo>
                <a:cubicBezTo>
                  <a:pt x="879148" y="97958"/>
                  <a:pt x="880949" y="97371"/>
                  <a:pt x="882380" y="96840"/>
                </a:cubicBezTo>
                <a:cubicBezTo>
                  <a:pt x="883810" y="96309"/>
                  <a:pt x="884855" y="96043"/>
                  <a:pt x="885515" y="96043"/>
                </a:cubicBezTo>
                <a:cubicBezTo>
                  <a:pt x="886175" y="96043"/>
                  <a:pt x="886643" y="96238"/>
                  <a:pt x="886918" y="96626"/>
                </a:cubicBezTo>
                <a:cubicBezTo>
                  <a:pt x="887193" y="97015"/>
                  <a:pt x="887330" y="97624"/>
                  <a:pt x="887330" y="98454"/>
                </a:cubicBezTo>
                <a:cubicBezTo>
                  <a:pt x="887330" y="99398"/>
                  <a:pt x="887248" y="100480"/>
                  <a:pt x="887083" y="101701"/>
                </a:cubicBezTo>
                <a:cubicBezTo>
                  <a:pt x="886918" y="102919"/>
                  <a:pt x="886684" y="104125"/>
                  <a:pt x="886381" y="105318"/>
                </a:cubicBezTo>
                <a:cubicBezTo>
                  <a:pt x="886079" y="106510"/>
                  <a:pt x="885694" y="107632"/>
                  <a:pt x="885226" y="108686"/>
                </a:cubicBezTo>
                <a:cubicBezTo>
                  <a:pt x="884759" y="109740"/>
                  <a:pt x="884222" y="110543"/>
                  <a:pt x="883617" y="111097"/>
                </a:cubicBezTo>
                <a:cubicBezTo>
                  <a:pt x="882957" y="111762"/>
                  <a:pt x="881747" y="112428"/>
                  <a:pt x="879987" y="113095"/>
                </a:cubicBezTo>
                <a:cubicBezTo>
                  <a:pt x="878226" y="113760"/>
                  <a:pt x="876109" y="114370"/>
                  <a:pt x="873633" y="114923"/>
                </a:cubicBezTo>
                <a:cubicBezTo>
                  <a:pt x="871158" y="115478"/>
                  <a:pt x="868380" y="115936"/>
                  <a:pt x="865300" y="116295"/>
                </a:cubicBezTo>
                <a:cubicBezTo>
                  <a:pt x="862219" y="116656"/>
                  <a:pt x="859084" y="116836"/>
                  <a:pt x="855893" y="116836"/>
                </a:cubicBezTo>
                <a:cubicBezTo>
                  <a:pt x="850613" y="116836"/>
                  <a:pt x="846006" y="116285"/>
                  <a:pt x="842073" y="115181"/>
                </a:cubicBezTo>
                <a:cubicBezTo>
                  <a:pt x="838140" y="114079"/>
                  <a:pt x="834853" y="112399"/>
                  <a:pt x="832213" y="110140"/>
                </a:cubicBezTo>
                <a:cubicBezTo>
                  <a:pt x="829572" y="107880"/>
                  <a:pt x="827592" y="104999"/>
                  <a:pt x="826272" y="101500"/>
                </a:cubicBezTo>
                <a:cubicBezTo>
                  <a:pt x="824951" y="98000"/>
                  <a:pt x="824291" y="93853"/>
                  <a:pt x="824291" y="89058"/>
                </a:cubicBezTo>
                <a:cubicBezTo>
                  <a:pt x="824291" y="85364"/>
                  <a:pt x="824635" y="81410"/>
                  <a:pt x="825323" y="77195"/>
                </a:cubicBezTo>
                <a:cubicBezTo>
                  <a:pt x="826010" y="72978"/>
                  <a:pt x="827124" y="68816"/>
                  <a:pt x="828665" y="64710"/>
                </a:cubicBezTo>
                <a:cubicBezTo>
                  <a:pt x="830205" y="60603"/>
                  <a:pt x="832185" y="56676"/>
                  <a:pt x="834605" y="52929"/>
                </a:cubicBezTo>
                <a:cubicBezTo>
                  <a:pt x="837026" y="49181"/>
                  <a:pt x="839955" y="45888"/>
                  <a:pt x="843393" y="43050"/>
                </a:cubicBezTo>
                <a:cubicBezTo>
                  <a:pt x="846831" y="40211"/>
                  <a:pt x="850805" y="37936"/>
                  <a:pt x="855316" y="36228"/>
                </a:cubicBezTo>
                <a:cubicBezTo>
                  <a:pt x="859826" y="34519"/>
                  <a:pt x="864970" y="33665"/>
                  <a:pt x="870745" y="33665"/>
                </a:cubicBezTo>
                <a:cubicBezTo>
                  <a:pt x="875751" y="33665"/>
                  <a:pt x="880055" y="34257"/>
                  <a:pt x="883658" y="35441"/>
                </a:cubicBezTo>
                <a:cubicBezTo>
                  <a:pt x="887261" y="36626"/>
                  <a:pt x="890218" y="38196"/>
                  <a:pt x="892528" y="40152"/>
                </a:cubicBezTo>
                <a:cubicBezTo>
                  <a:pt x="894839" y="42108"/>
                  <a:pt x="896558" y="44341"/>
                  <a:pt x="897685" y="46849"/>
                </a:cubicBezTo>
                <a:cubicBezTo>
                  <a:pt x="898813" y="49357"/>
                  <a:pt x="899377" y="51932"/>
                  <a:pt x="899377" y="54576"/>
                </a:cubicBezTo>
                <a:moveTo>
                  <a:pt x="878997" y="56157"/>
                </a:moveTo>
                <a:cubicBezTo>
                  <a:pt x="878997" y="53967"/>
                  <a:pt x="878130" y="52146"/>
                  <a:pt x="876397" y="50696"/>
                </a:cubicBezTo>
                <a:cubicBezTo>
                  <a:pt x="874665" y="49243"/>
                  <a:pt x="872148" y="48517"/>
                  <a:pt x="868848" y="48517"/>
                </a:cubicBezTo>
                <a:cubicBezTo>
                  <a:pt x="866097" y="48517"/>
                  <a:pt x="863636" y="49010"/>
                  <a:pt x="861463" y="49997"/>
                </a:cubicBezTo>
                <a:cubicBezTo>
                  <a:pt x="859290" y="50982"/>
                  <a:pt x="857379" y="52310"/>
                  <a:pt x="855728" y="53981"/>
                </a:cubicBezTo>
                <a:cubicBezTo>
                  <a:pt x="854078" y="55650"/>
                  <a:pt x="852662" y="57621"/>
                  <a:pt x="851479" y="59896"/>
                </a:cubicBezTo>
                <a:cubicBezTo>
                  <a:pt x="850296" y="62168"/>
                  <a:pt x="849347" y="64591"/>
                  <a:pt x="848632" y="67164"/>
                </a:cubicBezTo>
                <a:lnTo>
                  <a:pt x="855563" y="67164"/>
                </a:lnTo>
                <a:cubicBezTo>
                  <a:pt x="859964" y="67164"/>
                  <a:pt x="863649" y="66877"/>
                  <a:pt x="866620" y="66303"/>
                </a:cubicBezTo>
                <a:cubicBezTo>
                  <a:pt x="869590" y="65727"/>
                  <a:pt x="871983" y="64947"/>
                  <a:pt x="873798" y="63962"/>
                </a:cubicBezTo>
                <a:cubicBezTo>
                  <a:pt x="875614" y="62975"/>
                  <a:pt x="876934" y="61811"/>
                  <a:pt x="877759" y="60471"/>
                </a:cubicBezTo>
                <a:cubicBezTo>
                  <a:pt x="878584" y="59128"/>
                  <a:pt x="878997" y="57690"/>
                  <a:pt x="878997" y="561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Text LanguageModule">
            <a:extLst xmlns:a="http://schemas.openxmlformats.org/drawingml/2006/main">
              <a:ext uri="{FF2B5EF4-FFF2-40B4-BE49-F238E27FC236}">
                <a16:creationId xmlns:a16="http://schemas.microsoft.com/office/drawing/2014/main" id="{1EF40161-B0EB-42C3-B78D-83A19E5D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197" y="3072864"/>
            <a:ext cx="1259664" cy="145055"/>
          </a:xfrm>
          <a:custGeom xmlns:a="http://schemas.openxmlformats.org/drawingml/2006/main">
            <a:pathLst>
              <a:path w="1259664" h="145055">
                <a:moveTo>
                  <a:pt x="59986" y="100185"/>
                </a:moveTo>
                <a:cubicBezTo>
                  <a:pt x="59986" y="100571"/>
                  <a:pt x="59945" y="101194"/>
                  <a:pt x="59862" y="102051"/>
                </a:cubicBezTo>
                <a:cubicBezTo>
                  <a:pt x="59780" y="102907"/>
                  <a:pt x="59642" y="103888"/>
                  <a:pt x="59450" y="104993"/>
                </a:cubicBezTo>
                <a:cubicBezTo>
                  <a:pt x="59257" y="106097"/>
                  <a:pt x="59010" y="107230"/>
                  <a:pt x="58707" y="108392"/>
                </a:cubicBezTo>
                <a:cubicBezTo>
                  <a:pt x="58404" y="109552"/>
                  <a:pt x="58047" y="110616"/>
                  <a:pt x="57634" y="111584"/>
                </a:cubicBezTo>
                <a:cubicBezTo>
                  <a:pt x="57222" y="112550"/>
                  <a:pt x="56740" y="113337"/>
                  <a:pt x="56190" y="113946"/>
                </a:cubicBezTo>
                <a:cubicBezTo>
                  <a:pt x="55640" y="114553"/>
                  <a:pt x="55008" y="114856"/>
                  <a:pt x="54293" y="114856"/>
                </a:cubicBezTo>
                <a:lnTo>
                  <a:pt x="5363" y="114856"/>
                </a:lnTo>
                <a:cubicBezTo>
                  <a:pt x="4483" y="114856"/>
                  <a:pt x="3672" y="114732"/>
                  <a:pt x="2929" y="114485"/>
                </a:cubicBezTo>
                <a:cubicBezTo>
                  <a:pt x="2187" y="114237"/>
                  <a:pt x="1581" y="113825"/>
                  <a:pt x="1114" y="113247"/>
                </a:cubicBezTo>
                <a:cubicBezTo>
                  <a:pt x="646" y="112670"/>
                  <a:pt x="330" y="111954"/>
                  <a:pt x="165" y="111102"/>
                </a:cubicBezTo>
                <a:cubicBezTo>
                  <a:pt x="0" y="110249"/>
                  <a:pt x="28" y="109218"/>
                  <a:pt x="248" y="108008"/>
                </a:cubicBezTo>
                <a:lnTo>
                  <a:pt x="19720" y="10974"/>
                </a:lnTo>
                <a:cubicBezTo>
                  <a:pt x="19775" y="10424"/>
                  <a:pt x="20023" y="9929"/>
                  <a:pt x="20463" y="9489"/>
                </a:cubicBezTo>
                <a:cubicBezTo>
                  <a:pt x="20903" y="9049"/>
                  <a:pt x="21577" y="8691"/>
                  <a:pt x="22484" y="8416"/>
                </a:cubicBezTo>
                <a:cubicBezTo>
                  <a:pt x="23392" y="8141"/>
                  <a:pt x="24547" y="7935"/>
                  <a:pt x="25950" y="7797"/>
                </a:cubicBezTo>
                <a:cubicBezTo>
                  <a:pt x="27353" y="7660"/>
                  <a:pt x="29127" y="7591"/>
                  <a:pt x="31272" y="7591"/>
                </a:cubicBezTo>
                <a:cubicBezTo>
                  <a:pt x="33362" y="7591"/>
                  <a:pt x="35095" y="7660"/>
                  <a:pt x="36470" y="7797"/>
                </a:cubicBezTo>
                <a:cubicBezTo>
                  <a:pt x="37845" y="7935"/>
                  <a:pt x="38918" y="8141"/>
                  <a:pt x="39688" y="8416"/>
                </a:cubicBezTo>
                <a:cubicBezTo>
                  <a:pt x="40458" y="8691"/>
                  <a:pt x="40967" y="9049"/>
                  <a:pt x="41215" y="9489"/>
                </a:cubicBezTo>
                <a:cubicBezTo>
                  <a:pt x="41462" y="9929"/>
                  <a:pt x="41531" y="10424"/>
                  <a:pt x="41421" y="10974"/>
                </a:cubicBezTo>
                <a:lnTo>
                  <a:pt x="24258" y="96869"/>
                </a:lnTo>
                <a:lnTo>
                  <a:pt x="57923" y="96869"/>
                </a:lnTo>
                <a:cubicBezTo>
                  <a:pt x="58693" y="96869"/>
                  <a:pt x="59230" y="97173"/>
                  <a:pt x="59532" y="97781"/>
                </a:cubicBezTo>
                <a:cubicBezTo>
                  <a:pt x="59835" y="98388"/>
                  <a:pt x="59986" y="99189"/>
                  <a:pt x="59986" y="100185"/>
                </a:cubicBezTo>
                <a:close/>
                <a:moveTo>
                  <a:pt x="138067" y="112133"/>
                </a:moveTo>
                <a:cubicBezTo>
                  <a:pt x="137847" y="113288"/>
                  <a:pt x="136981" y="114114"/>
                  <a:pt x="135468" y="114609"/>
                </a:cubicBezTo>
                <a:cubicBezTo>
                  <a:pt x="133955" y="115104"/>
                  <a:pt x="131521" y="115351"/>
                  <a:pt x="128166" y="115351"/>
                </a:cubicBezTo>
                <a:cubicBezTo>
                  <a:pt x="126461" y="115351"/>
                  <a:pt x="125072" y="115296"/>
                  <a:pt x="123999" y="115186"/>
                </a:cubicBezTo>
                <a:cubicBezTo>
                  <a:pt x="122926" y="115076"/>
                  <a:pt x="122060" y="114897"/>
                  <a:pt x="121400" y="114650"/>
                </a:cubicBezTo>
                <a:cubicBezTo>
                  <a:pt x="120740" y="114402"/>
                  <a:pt x="120313" y="114072"/>
                  <a:pt x="120121" y="113660"/>
                </a:cubicBezTo>
                <a:cubicBezTo>
                  <a:pt x="119928" y="113247"/>
                  <a:pt x="119887" y="112738"/>
                  <a:pt x="119997" y="112133"/>
                </a:cubicBezTo>
                <a:lnTo>
                  <a:pt x="122307" y="100334"/>
                </a:lnTo>
                <a:cubicBezTo>
                  <a:pt x="121482" y="102103"/>
                  <a:pt x="120162" y="103969"/>
                  <a:pt x="118347" y="105932"/>
                </a:cubicBezTo>
                <a:cubicBezTo>
                  <a:pt x="116532" y="107895"/>
                  <a:pt x="114386" y="109679"/>
                  <a:pt x="111911" y="111282"/>
                </a:cubicBezTo>
                <a:cubicBezTo>
                  <a:pt x="109436" y="112884"/>
                  <a:pt x="106699" y="114211"/>
                  <a:pt x="103701" y="115261"/>
                </a:cubicBezTo>
                <a:cubicBezTo>
                  <a:pt x="100703" y="116311"/>
                  <a:pt x="97609" y="116836"/>
                  <a:pt x="94419" y="116836"/>
                </a:cubicBezTo>
                <a:cubicBezTo>
                  <a:pt x="90018" y="116836"/>
                  <a:pt x="86360" y="116065"/>
                  <a:pt x="83445" y="114521"/>
                </a:cubicBezTo>
                <a:cubicBezTo>
                  <a:pt x="80529" y="112977"/>
                  <a:pt x="78191" y="110896"/>
                  <a:pt x="76431" y="108278"/>
                </a:cubicBezTo>
                <a:cubicBezTo>
                  <a:pt x="74671" y="105660"/>
                  <a:pt x="73419" y="102671"/>
                  <a:pt x="72677" y="99310"/>
                </a:cubicBezTo>
                <a:cubicBezTo>
                  <a:pt x="71934" y="95948"/>
                  <a:pt x="71563" y="92420"/>
                  <a:pt x="71563" y="88726"/>
                </a:cubicBezTo>
                <a:cubicBezTo>
                  <a:pt x="71563" y="85253"/>
                  <a:pt x="71893" y="81465"/>
                  <a:pt x="72553" y="77360"/>
                </a:cubicBezTo>
                <a:cubicBezTo>
                  <a:pt x="73213" y="73253"/>
                  <a:pt x="74231" y="69160"/>
                  <a:pt x="75606" y="65081"/>
                </a:cubicBezTo>
                <a:cubicBezTo>
                  <a:pt x="76981" y="61002"/>
                  <a:pt x="78741" y="57075"/>
                  <a:pt x="80887" y="53300"/>
                </a:cubicBezTo>
                <a:cubicBezTo>
                  <a:pt x="83032" y="49525"/>
                  <a:pt x="85604" y="46177"/>
                  <a:pt x="88602" y="43257"/>
                </a:cubicBezTo>
                <a:cubicBezTo>
                  <a:pt x="91599" y="40334"/>
                  <a:pt x="95037" y="38005"/>
                  <a:pt x="98915" y="36269"/>
                </a:cubicBezTo>
                <a:cubicBezTo>
                  <a:pt x="102794" y="34533"/>
                  <a:pt x="107180" y="33665"/>
                  <a:pt x="112076" y="33665"/>
                </a:cubicBezTo>
                <a:cubicBezTo>
                  <a:pt x="116642" y="33665"/>
                  <a:pt x="120685" y="34620"/>
                  <a:pt x="124205" y="36532"/>
                </a:cubicBezTo>
                <a:cubicBezTo>
                  <a:pt x="127726" y="38444"/>
                  <a:pt x="130806" y="41228"/>
                  <a:pt x="133447" y="44886"/>
                </a:cubicBezTo>
                <a:lnTo>
                  <a:pt x="134767" y="38368"/>
                </a:lnTo>
                <a:cubicBezTo>
                  <a:pt x="134987" y="37213"/>
                  <a:pt x="135853" y="36388"/>
                  <a:pt x="137366" y="35893"/>
                </a:cubicBezTo>
                <a:cubicBezTo>
                  <a:pt x="138879" y="35397"/>
                  <a:pt x="141313" y="35150"/>
                  <a:pt x="144668" y="35150"/>
                </a:cubicBezTo>
                <a:cubicBezTo>
                  <a:pt x="146318" y="35150"/>
                  <a:pt x="147694" y="35219"/>
                  <a:pt x="148794" y="35356"/>
                </a:cubicBezTo>
                <a:cubicBezTo>
                  <a:pt x="149894" y="35494"/>
                  <a:pt x="150760" y="35686"/>
                  <a:pt x="151393" y="35934"/>
                </a:cubicBezTo>
                <a:cubicBezTo>
                  <a:pt x="152025" y="36181"/>
                  <a:pt x="152452" y="36511"/>
                  <a:pt x="152672" y="36924"/>
                </a:cubicBezTo>
                <a:cubicBezTo>
                  <a:pt x="152892" y="37336"/>
                  <a:pt x="152947" y="37818"/>
                  <a:pt x="152837" y="38368"/>
                </a:cubicBezTo>
                <a:lnTo>
                  <a:pt x="138067" y="112133"/>
                </a:lnTo>
                <a:moveTo>
                  <a:pt x="127836" y="60481"/>
                </a:moveTo>
                <a:cubicBezTo>
                  <a:pt x="125911" y="57428"/>
                  <a:pt x="123779" y="55138"/>
                  <a:pt x="121441" y="53612"/>
                </a:cubicBezTo>
                <a:cubicBezTo>
                  <a:pt x="119103" y="52085"/>
                  <a:pt x="116394" y="51322"/>
                  <a:pt x="113314" y="51322"/>
                </a:cubicBezTo>
                <a:cubicBezTo>
                  <a:pt x="111003" y="51322"/>
                  <a:pt x="108886" y="51873"/>
                  <a:pt x="106960" y="52975"/>
                </a:cubicBezTo>
                <a:cubicBezTo>
                  <a:pt x="105035" y="54077"/>
                  <a:pt x="103330" y="55551"/>
                  <a:pt x="101845" y="57397"/>
                </a:cubicBezTo>
                <a:cubicBezTo>
                  <a:pt x="100359" y="59243"/>
                  <a:pt x="99053" y="61379"/>
                  <a:pt x="97925" y="63805"/>
                </a:cubicBezTo>
                <a:cubicBezTo>
                  <a:pt x="96798" y="66228"/>
                  <a:pt x="95863" y="68749"/>
                  <a:pt x="95120" y="71367"/>
                </a:cubicBezTo>
                <a:cubicBezTo>
                  <a:pt x="94377" y="73984"/>
                  <a:pt x="93827" y="76628"/>
                  <a:pt x="93470" y="79301"/>
                </a:cubicBezTo>
                <a:cubicBezTo>
                  <a:pt x="93112" y="81973"/>
                  <a:pt x="92933" y="84439"/>
                  <a:pt x="92933" y="86699"/>
                </a:cubicBezTo>
                <a:cubicBezTo>
                  <a:pt x="92933" y="88351"/>
                  <a:pt x="93057" y="89921"/>
                  <a:pt x="93305" y="91410"/>
                </a:cubicBezTo>
                <a:cubicBezTo>
                  <a:pt x="93552" y="92897"/>
                  <a:pt x="94006" y="94220"/>
                  <a:pt x="94666" y="95378"/>
                </a:cubicBezTo>
                <a:cubicBezTo>
                  <a:pt x="95326" y="96535"/>
                  <a:pt x="96206" y="97458"/>
                  <a:pt x="97306" y="98148"/>
                </a:cubicBezTo>
                <a:cubicBezTo>
                  <a:pt x="98407" y="98835"/>
                  <a:pt x="99809" y="99179"/>
                  <a:pt x="101515" y="99179"/>
                </a:cubicBezTo>
                <a:cubicBezTo>
                  <a:pt x="103935" y="99179"/>
                  <a:pt x="106410" y="98450"/>
                  <a:pt x="108941" y="96992"/>
                </a:cubicBezTo>
                <a:cubicBezTo>
                  <a:pt x="111471" y="95535"/>
                  <a:pt x="113836" y="93554"/>
                  <a:pt x="116037" y="91052"/>
                </a:cubicBezTo>
                <a:cubicBezTo>
                  <a:pt x="118237" y="88549"/>
                  <a:pt x="120176" y="85633"/>
                  <a:pt x="121854" y="82305"/>
                </a:cubicBezTo>
                <a:cubicBezTo>
                  <a:pt x="123531" y="78977"/>
                  <a:pt x="124755" y="75416"/>
                  <a:pt x="125525" y="71620"/>
                </a:cubicBezTo>
                <a:lnTo>
                  <a:pt x="127836" y="60481"/>
                </a:lnTo>
                <a:close/>
                <a:moveTo>
                  <a:pt x="238100" y="54811"/>
                </a:moveTo>
                <a:cubicBezTo>
                  <a:pt x="238100" y="56738"/>
                  <a:pt x="237976" y="58665"/>
                  <a:pt x="237728" y="60592"/>
                </a:cubicBezTo>
                <a:cubicBezTo>
                  <a:pt x="237481" y="62519"/>
                  <a:pt x="237165" y="64501"/>
                  <a:pt x="236779" y="66538"/>
                </a:cubicBezTo>
                <a:lnTo>
                  <a:pt x="227621" y="112051"/>
                </a:lnTo>
                <a:cubicBezTo>
                  <a:pt x="227511" y="112601"/>
                  <a:pt x="227249" y="113082"/>
                  <a:pt x="226837" y="113495"/>
                </a:cubicBezTo>
                <a:cubicBezTo>
                  <a:pt x="226424" y="113907"/>
                  <a:pt x="225792" y="114251"/>
                  <a:pt x="224939" y="114526"/>
                </a:cubicBezTo>
                <a:cubicBezTo>
                  <a:pt x="224086" y="114801"/>
                  <a:pt x="222986" y="115007"/>
                  <a:pt x="221639" y="115145"/>
                </a:cubicBezTo>
                <a:cubicBezTo>
                  <a:pt x="220291" y="115282"/>
                  <a:pt x="218599" y="115351"/>
                  <a:pt x="216564" y="115351"/>
                </a:cubicBezTo>
                <a:cubicBezTo>
                  <a:pt x="214529" y="115351"/>
                  <a:pt x="212865" y="115282"/>
                  <a:pt x="211572" y="115145"/>
                </a:cubicBezTo>
                <a:cubicBezTo>
                  <a:pt x="210280" y="115007"/>
                  <a:pt x="209276" y="114801"/>
                  <a:pt x="208561" y="114526"/>
                </a:cubicBezTo>
                <a:cubicBezTo>
                  <a:pt x="207845" y="114251"/>
                  <a:pt x="207364" y="113907"/>
                  <a:pt x="207117" y="113495"/>
                </a:cubicBezTo>
                <a:cubicBezTo>
                  <a:pt x="206869" y="113082"/>
                  <a:pt x="206800" y="112601"/>
                  <a:pt x="206910" y="112051"/>
                </a:cubicBezTo>
                <a:lnTo>
                  <a:pt x="215822" y="67907"/>
                </a:lnTo>
                <a:cubicBezTo>
                  <a:pt x="216097" y="66580"/>
                  <a:pt x="216303" y="65225"/>
                  <a:pt x="216440" y="63843"/>
                </a:cubicBezTo>
                <a:cubicBezTo>
                  <a:pt x="216578" y="62461"/>
                  <a:pt x="216647" y="61245"/>
                  <a:pt x="216647" y="60195"/>
                </a:cubicBezTo>
                <a:cubicBezTo>
                  <a:pt x="216647" y="57706"/>
                  <a:pt x="216124" y="55660"/>
                  <a:pt x="215079" y="54058"/>
                </a:cubicBezTo>
                <a:cubicBezTo>
                  <a:pt x="214034" y="52454"/>
                  <a:pt x="212274" y="51652"/>
                  <a:pt x="209798" y="51652"/>
                </a:cubicBezTo>
                <a:cubicBezTo>
                  <a:pt x="207543" y="51652"/>
                  <a:pt x="205191" y="52370"/>
                  <a:pt x="202743" y="53805"/>
                </a:cubicBezTo>
                <a:cubicBezTo>
                  <a:pt x="200296" y="55239"/>
                  <a:pt x="197985" y="57184"/>
                  <a:pt x="195812" y="59640"/>
                </a:cubicBezTo>
                <a:cubicBezTo>
                  <a:pt x="193640" y="62095"/>
                  <a:pt x="191701" y="64964"/>
                  <a:pt x="189995" y="68247"/>
                </a:cubicBezTo>
                <a:cubicBezTo>
                  <a:pt x="188290" y="71529"/>
                  <a:pt x="187080" y="75018"/>
                  <a:pt x="186365" y="78716"/>
                </a:cubicBezTo>
                <a:lnTo>
                  <a:pt x="179681" y="112051"/>
                </a:lnTo>
                <a:cubicBezTo>
                  <a:pt x="179571" y="112601"/>
                  <a:pt x="179310" y="113082"/>
                  <a:pt x="178898" y="113495"/>
                </a:cubicBezTo>
                <a:cubicBezTo>
                  <a:pt x="178485" y="113907"/>
                  <a:pt x="177852" y="114251"/>
                  <a:pt x="177000" y="114526"/>
                </a:cubicBezTo>
                <a:cubicBezTo>
                  <a:pt x="176147" y="114801"/>
                  <a:pt x="175033" y="115007"/>
                  <a:pt x="173658" y="115145"/>
                </a:cubicBezTo>
                <a:cubicBezTo>
                  <a:pt x="172283" y="115282"/>
                  <a:pt x="170605" y="115351"/>
                  <a:pt x="168625" y="115351"/>
                </a:cubicBezTo>
                <a:cubicBezTo>
                  <a:pt x="166590" y="115351"/>
                  <a:pt x="164926" y="115282"/>
                  <a:pt x="163633" y="115145"/>
                </a:cubicBezTo>
                <a:cubicBezTo>
                  <a:pt x="162340" y="115007"/>
                  <a:pt x="161323" y="114801"/>
                  <a:pt x="160580" y="114526"/>
                </a:cubicBezTo>
                <a:cubicBezTo>
                  <a:pt x="159837" y="114251"/>
                  <a:pt x="159356" y="113907"/>
                  <a:pt x="159136" y="113495"/>
                </a:cubicBezTo>
                <a:cubicBezTo>
                  <a:pt x="158916" y="113082"/>
                  <a:pt x="158861" y="112601"/>
                  <a:pt x="158971" y="112051"/>
                </a:cubicBezTo>
                <a:lnTo>
                  <a:pt x="173741" y="38368"/>
                </a:lnTo>
                <a:cubicBezTo>
                  <a:pt x="173851" y="37818"/>
                  <a:pt x="174084" y="37336"/>
                  <a:pt x="174442" y="36924"/>
                </a:cubicBezTo>
                <a:cubicBezTo>
                  <a:pt x="174800" y="36511"/>
                  <a:pt x="175350" y="36181"/>
                  <a:pt x="176092" y="35934"/>
                </a:cubicBezTo>
                <a:cubicBezTo>
                  <a:pt x="176835" y="35686"/>
                  <a:pt x="177797" y="35494"/>
                  <a:pt x="178980" y="35356"/>
                </a:cubicBezTo>
                <a:cubicBezTo>
                  <a:pt x="180163" y="35219"/>
                  <a:pt x="181579" y="35150"/>
                  <a:pt x="183229" y="35150"/>
                </a:cubicBezTo>
                <a:cubicBezTo>
                  <a:pt x="184935" y="35150"/>
                  <a:pt x="186324" y="35219"/>
                  <a:pt x="187396" y="35356"/>
                </a:cubicBezTo>
                <a:cubicBezTo>
                  <a:pt x="188469" y="35494"/>
                  <a:pt x="189308" y="35686"/>
                  <a:pt x="189913" y="35934"/>
                </a:cubicBezTo>
                <a:cubicBezTo>
                  <a:pt x="190518" y="36181"/>
                  <a:pt x="190917" y="36511"/>
                  <a:pt x="191109" y="36924"/>
                </a:cubicBezTo>
                <a:cubicBezTo>
                  <a:pt x="191302" y="37336"/>
                  <a:pt x="191343" y="37818"/>
                  <a:pt x="191233" y="38368"/>
                </a:cubicBezTo>
                <a:lnTo>
                  <a:pt x="188840" y="50497"/>
                </a:lnTo>
                <a:cubicBezTo>
                  <a:pt x="189995" y="48562"/>
                  <a:pt x="191536" y="46586"/>
                  <a:pt x="193461" y="44569"/>
                </a:cubicBezTo>
                <a:cubicBezTo>
                  <a:pt x="195386" y="42551"/>
                  <a:pt x="197600" y="40741"/>
                  <a:pt x="200103" y="39139"/>
                </a:cubicBezTo>
                <a:cubicBezTo>
                  <a:pt x="202606" y="37535"/>
                  <a:pt x="205329" y="36222"/>
                  <a:pt x="208272" y="35199"/>
                </a:cubicBezTo>
                <a:cubicBezTo>
                  <a:pt x="211215" y="34176"/>
                  <a:pt x="214281" y="33665"/>
                  <a:pt x="217472" y="33665"/>
                </a:cubicBezTo>
                <a:cubicBezTo>
                  <a:pt x="221322" y="33665"/>
                  <a:pt x="224554" y="34229"/>
                  <a:pt x="227167" y="35359"/>
                </a:cubicBezTo>
                <a:cubicBezTo>
                  <a:pt x="229780" y="36486"/>
                  <a:pt x="231898" y="38015"/>
                  <a:pt x="233520" y="39943"/>
                </a:cubicBezTo>
                <a:cubicBezTo>
                  <a:pt x="235143" y="41870"/>
                  <a:pt x="236312" y="44114"/>
                  <a:pt x="237027" y="46676"/>
                </a:cubicBezTo>
                <a:cubicBezTo>
                  <a:pt x="237742" y="49235"/>
                  <a:pt x="238100" y="51947"/>
                  <a:pt x="238100" y="54811"/>
                </a:cubicBezTo>
                <a:close/>
                <a:moveTo>
                  <a:pt x="315685" y="115080"/>
                </a:moveTo>
                <a:cubicBezTo>
                  <a:pt x="314695" y="120090"/>
                  <a:pt x="313155" y="124452"/>
                  <a:pt x="311064" y="128169"/>
                </a:cubicBezTo>
                <a:cubicBezTo>
                  <a:pt x="308974" y="131885"/>
                  <a:pt x="306224" y="134996"/>
                  <a:pt x="302813" y="137500"/>
                </a:cubicBezTo>
                <a:cubicBezTo>
                  <a:pt x="299403" y="140005"/>
                  <a:pt x="295263" y="141890"/>
                  <a:pt x="290395" y="143155"/>
                </a:cubicBezTo>
                <a:cubicBezTo>
                  <a:pt x="285527" y="144422"/>
                  <a:pt x="279848" y="145055"/>
                  <a:pt x="273357" y="145055"/>
                </a:cubicBezTo>
                <a:cubicBezTo>
                  <a:pt x="268681" y="145055"/>
                  <a:pt x="264487" y="144682"/>
                  <a:pt x="260774" y="143936"/>
                </a:cubicBezTo>
                <a:cubicBezTo>
                  <a:pt x="257061" y="143192"/>
                  <a:pt x="253966" y="142240"/>
                  <a:pt x="251491" y="141079"/>
                </a:cubicBezTo>
                <a:cubicBezTo>
                  <a:pt x="250611" y="140638"/>
                  <a:pt x="250006" y="140140"/>
                  <a:pt x="249676" y="139586"/>
                </a:cubicBezTo>
                <a:cubicBezTo>
                  <a:pt x="249346" y="139035"/>
                  <a:pt x="249181" y="138262"/>
                  <a:pt x="249181" y="137268"/>
                </a:cubicBezTo>
                <a:cubicBezTo>
                  <a:pt x="249181" y="136937"/>
                  <a:pt x="249208" y="136384"/>
                  <a:pt x="249263" y="135610"/>
                </a:cubicBezTo>
                <a:cubicBezTo>
                  <a:pt x="249318" y="134837"/>
                  <a:pt x="249442" y="133981"/>
                  <a:pt x="249635" y="133042"/>
                </a:cubicBezTo>
                <a:cubicBezTo>
                  <a:pt x="249827" y="132104"/>
                  <a:pt x="250061" y="131123"/>
                  <a:pt x="250336" y="130100"/>
                </a:cubicBezTo>
                <a:cubicBezTo>
                  <a:pt x="250611" y="129079"/>
                  <a:pt x="250955" y="128168"/>
                  <a:pt x="251367" y="127367"/>
                </a:cubicBezTo>
                <a:cubicBezTo>
                  <a:pt x="251780" y="126566"/>
                  <a:pt x="252234" y="125903"/>
                  <a:pt x="252729" y="125379"/>
                </a:cubicBezTo>
                <a:cubicBezTo>
                  <a:pt x="253224" y="124855"/>
                  <a:pt x="253801" y="124592"/>
                  <a:pt x="254462" y="124592"/>
                </a:cubicBezTo>
                <a:cubicBezTo>
                  <a:pt x="255122" y="124592"/>
                  <a:pt x="255933" y="124826"/>
                  <a:pt x="256896" y="125294"/>
                </a:cubicBezTo>
                <a:cubicBezTo>
                  <a:pt x="257858" y="125761"/>
                  <a:pt x="259137" y="126270"/>
                  <a:pt x="260732" y="126820"/>
                </a:cubicBezTo>
                <a:cubicBezTo>
                  <a:pt x="262328" y="127370"/>
                  <a:pt x="264308" y="127879"/>
                  <a:pt x="266673" y="128347"/>
                </a:cubicBezTo>
                <a:cubicBezTo>
                  <a:pt x="269039" y="128814"/>
                  <a:pt x="271954" y="129048"/>
                  <a:pt x="275419" y="129048"/>
                </a:cubicBezTo>
                <a:cubicBezTo>
                  <a:pt x="278225" y="129048"/>
                  <a:pt x="280741" y="128829"/>
                  <a:pt x="282969" y="128391"/>
                </a:cubicBezTo>
                <a:cubicBezTo>
                  <a:pt x="285197" y="127954"/>
                  <a:pt x="287136" y="127242"/>
                  <a:pt x="288786" y="126256"/>
                </a:cubicBezTo>
                <a:cubicBezTo>
                  <a:pt x="290437" y="125271"/>
                  <a:pt x="291771" y="124011"/>
                  <a:pt x="292788" y="122478"/>
                </a:cubicBezTo>
                <a:cubicBezTo>
                  <a:pt x="293806" y="120947"/>
                  <a:pt x="294535" y="119059"/>
                  <a:pt x="294975" y="116816"/>
                </a:cubicBezTo>
                <a:cubicBezTo>
                  <a:pt x="295690" y="113199"/>
                  <a:pt x="296405" y="110187"/>
                  <a:pt x="297120" y="107781"/>
                </a:cubicBezTo>
                <a:cubicBezTo>
                  <a:pt x="297835" y="105372"/>
                  <a:pt x="298495" y="103402"/>
                  <a:pt x="299100" y="101871"/>
                </a:cubicBezTo>
                <a:cubicBezTo>
                  <a:pt x="298110" y="103690"/>
                  <a:pt x="296694" y="105494"/>
                  <a:pt x="294851" y="107286"/>
                </a:cubicBezTo>
                <a:cubicBezTo>
                  <a:pt x="293008" y="109077"/>
                  <a:pt x="290904" y="110689"/>
                  <a:pt x="288539" y="112123"/>
                </a:cubicBezTo>
                <a:cubicBezTo>
                  <a:pt x="286173" y="113557"/>
                  <a:pt x="283629" y="114701"/>
                  <a:pt x="280906" y="115555"/>
                </a:cubicBezTo>
                <a:cubicBezTo>
                  <a:pt x="278184" y="116409"/>
                  <a:pt x="275447" y="116836"/>
                  <a:pt x="272697" y="116836"/>
                </a:cubicBezTo>
                <a:cubicBezTo>
                  <a:pt x="268461" y="116836"/>
                  <a:pt x="264899" y="116120"/>
                  <a:pt x="262011" y="114689"/>
                </a:cubicBezTo>
                <a:cubicBezTo>
                  <a:pt x="259123" y="113255"/>
                  <a:pt x="256772" y="111270"/>
                  <a:pt x="254957" y="108735"/>
                </a:cubicBezTo>
                <a:cubicBezTo>
                  <a:pt x="253141" y="106199"/>
                  <a:pt x="251835" y="103223"/>
                  <a:pt x="251037" y="99805"/>
                </a:cubicBezTo>
                <a:cubicBezTo>
                  <a:pt x="250240" y="96388"/>
                  <a:pt x="249841" y="92695"/>
                  <a:pt x="249841" y="88726"/>
                </a:cubicBezTo>
                <a:cubicBezTo>
                  <a:pt x="249841" y="85143"/>
                  <a:pt x="250171" y="81286"/>
                  <a:pt x="250831" y="77153"/>
                </a:cubicBezTo>
                <a:cubicBezTo>
                  <a:pt x="251491" y="73019"/>
                  <a:pt x="252522" y="68913"/>
                  <a:pt x="253925" y="64833"/>
                </a:cubicBezTo>
                <a:cubicBezTo>
                  <a:pt x="255328" y="60754"/>
                  <a:pt x="257102" y="56841"/>
                  <a:pt x="259247" y="53094"/>
                </a:cubicBezTo>
                <a:cubicBezTo>
                  <a:pt x="261392" y="49346"/>
                  <a:pt x="263964" y="46026"/>
                  <a:pt x="266962" y="43133"/>
                </a:cubicBezTo>
                <a:cubicBezTo>
                  <a:pt x="269960" y="40238"/>
                  <a:pt x="273398" y="37936"/>
                  <a:pt x="277276" y="36228"/>
                </a:cubicBezTo>
                <a:cubicBezTo>
                  <a:pt x="281154" y="34519"/>
                  <a:pt x="285513" y="33665"/>
                  <a:pt x="290354" y="33665"/>
                </a:cubicBezTo>
                <a:cubicBezTo>
                  <a:pt x="294920" y="33665"/>
                  <a:pt x="298963" y="34616"/>
                  <a:pt x="302483" y="36519"/>
                </a:cubicBezTo>
                <a:cubicBezTo>
                  <a:pt x="306004" y="38420"/>
                  <a:pt x="309084" y="41190"/>
                  <a:pt x="311725" y="44827"/>
                </a:cubicBezTo>
                <a:lnTo>
                  <a:pt x="313045" y="38370"/>
                </a:lnTo>
                <a:cubicBezTo>
                  <a:pt x="313265" y="37214"/>
                  <a:pt x="314131" y="36388"/>
                  <a:pt x="315644" y="35893"/>
                </a:cubicBezTo>
                <a:cubicBezTo>
                  <a:pt x="317157" y="35397"/>
                  <a:pt x="319591" y="35150"/>
                  <a:pt x="322946" y="35150"/>
                </a:cubicBezTo>
                <a:cubicBezTo>
                  <a:pt x="324596" y="35150"/>
                  <a:pt x="325972" y="35219"/>
                  <a:pt x="327072" y="35356"/>
                </a:cubicBezTo>
                <a:cubicBezTo>
                  <a:pt x="328172" y="35494"/>
                  <a:pt x="329038" y="35686"/>
                  <a:pt x="329671" y="35934"/>
                </a:cubicBezTo>
                <a:cubicBezTo>
                  <a:pt x="330303" y="36181"/>
                  <a:pt x="330730" y="36512"/>
                  <a:pt x="330950" y="36927"/>
                </a:cubicBezTo>
                <a:cubicBezTo>
                  <a:pt x="331170" y="37339"/>
                  <a:pt x="331225" y="37820"/>
                  <a:pt x="331115" y="38370"/>
                </a:cubicBezTo>
                <a:lnTo>
                  <a:pt x="315685" y="115080"/>
                </a:lnTo>
                <a:moveTo>
                  <a:pt x="306114" y="60370"/>
                </a:moveTo>
                <a:cubicBezTo>
                  <a:pt x="304189" y="57355"/>
                  <a:pt x="302057" y="55094"/>
                  <a:pt x="299719" y="53586"/>
                </a:cubicBezTo>
                <a:cubicBezTo>
                  <a:pt x="297381" y="52077"/>
                  <a:pt x="294672" y="51322"/>
                  <a:pt x="291592" y="51322"/>
                </a:cubicBezTo>
                <a:cubicBezTo>
                  <a:pt x="289281" y="51322"/>
                  <a:pt x="287177" y="51872"/>
                  <a:pt x="285280" y="52972"/>
                </a:cubicBezTo>
                <a:cubicBezTo>
                  <a:pt x="283382" y="54073"/>
                  <a:pt x="281677" y="55544"/>
                  <a:pt x="280164" y="57387"/>
                </a:cubicBezTo>
                <a:cubicBezTo>
                  <a:pt x="278651" y="59230"/>
                  <a:pt x="277331" y="61361"/>
                  <a:pt x="276203" y="63781"/>
                </a:cubicBezTo>
                <a:cubicBezTo>
                  <a:pt x="275076" y="66202"/>
                  <a:pt x="274141" y="68732"/>
                  <a:pt x="273398" y="71373"/>
                </a:cubicBezTo>
                <a:cubicBezTo>
                  <a:pt x="272655" y="74013"/>
                  <a:pt x="272105" y="76653"/>
                  <a:pt x="271748" y="79294"/>
                </a:cubicBezTo>
                <a:cubicBezTo>
                  <a:pt x="271390" y="81934"/>
                  <a:pt x="271211" y="84437"/>
                  <a:pt x="271211" y="86802"/>
                </a:cubicBezTo>
                <a:cubicBezTo>
                  <a:pt x="271211" y="88672"/>
                  <a:pt x="271376" y="90378"/>
                  <a:pt x="271706" y="91918"/>
                </a:cubicBezTo>
                <a:cubicBezTo>
                  <a:pt x="272036" y="93458"/>
                  <a:pt x="272545" y="94765"/>
                  <a:pt x="273233" y="95837"/>
                </a:cubicBezTo>
                <a:cubicBezTo>
                  <a:pt x="273921" y="96910"/>
                  <a:pt x="274801" y="97735"/>
                  <a:pt x="275873" y="98313"/>
                </a:cubicBezTo>
                <a:cubicBezTo>
                  <a:pt x="276946" y="98890"/>
                  <a:pt x="278252" y="99179"/>
                  <a:pt x="279793" y="99179"/>
                </a:cubicBezTo>
                <a:cubicBezTo>
                  <a:pt x="282213" y="99179"/>
                  <a:pt x="284688" y="98450"/>
                  <a:pt x="287219" y="96992"/>
                </a:cubicBezTo>
                <a:cubicBezTo>
                  <a:pt x="289749" y="95535"/>
                  <a:pt x="292114" y="93554"/>
                  <a:pt x="294315" y="91052"/>
                </a:cubicBezTo>
                <a:cubicBezTo>
                  <a:pt x="296515" y="88547"/>
                  <a:pt x="298454" y="85617"/>
                  <a:pt x="300132" y="82261"/>
                </a:cubicBezTo>
                <a:cubicBezTo>
                  <a:pt x="301809" y="78904"/>
                  <a:pt x="303033" y="75334"/>
                  <a:pt x="303803" y="71550"/>
                </a:cubicBezTo>
                <a:lnTo>
                  <a:pt x="306114" y="60370"/>
                </a:lnTo>
                <a:close/>
                <a:moveTo>
                  <a:pt x="405486" y="112133"/>
                </a:moveTo>
                <a:cubicBezTo>
                  <a:pt x="405376" y="112683"/>
                  <a:pt x="405143" y="113165"/>
                  <a:pt x="404785" y="113577"/>
                </a:cubicBezTo>
                <a:cubicBezTo>
                  <a:pt x="404428" y="113990"/>
                  <a:pt x="403877" y="114320"/>
                  <a:pt x="403135" y="114567"/>
                </a:cubicBezTo>
                <a:cubicBezTo>
                  <a:pt x="402392" y="114815"/>
                  <a:pt x="401443" y="115007"/>
                  <a:pt x="400288" y="115145"/>
                </a:cubicBezTo>
                <a:cubicBezTo>
                  <a:pt x="399133" y="115282"/>
                  <a:pt x="397703" y="115351"/>
                  <a:pt x="395998" y="115351"/>
                </a:cubicBezTo>
                <a:cubicBezTo>
                  <a:pt x="394292" y="115351"/>
                  <a:pt x="392903" y="115282"/>
                  <a:pt x="391831" y="115145"/>
                </a:cubicBezTo>
                <a:cubicBezTo>
                  <a:pt x="390758" y="115007"/>
                  <a:pt x="389919" y="114815"/>
                  <a:pt x="389314" y="114567"/>
                </a:cubicBezTo>
                <a:cubicBezTo>
                  <a:pt x="388709" y="114320"/>
                  <a:pt x="388310" y="113990"/>
                  <a:pt x="388118" y="113577"/>
                </a:cubicBezTo>
                <a:cubicBezTo>
                  <a:pt x="387925" y="113165"/>
                  <a:pt x="387911" y="112683"/>
                  <a:pt x="388076" y="112133"/>
                </a:cubicBezTo>
                <a:lnTo>
                  <a:pt x="390304" y="100169"/>
                </a:lnTo>
                <a:cubicBezTo>
                  <a:pt x="389204" y="102105"/>
                  <a:pt x="387691" y="104054"/>
                  <a:pt x="385766" y="106017"/>
                </a:cubicBezTo>
                <a:cubicBezTo>
                  <a:pt x="383841" y="107978"/>
                  <a:pt x="381627" y="109775"/>
                  <a:pt x="379124" y="111406"/>
                </a:cubicBezTo>
                <a:cubicBezTo>
                  <a:pt x="376621" y="113036"/>
                  <a:pt x="373912" y="114348"/>
                  <a:pt x="370997" y="115343"/>
                </a:cubicBezTo>
                <a:cubicBezTo>
                  <a:pt x="368081" y="116339"/>
                  <a:pt x="365083" y="116836"/>
                  <a:pt x="362003" y="116836"/>
                </a:cubicBezTo>
                <a:cubicBezTo>
                  <a:pt x="358152" y="116836"/>
                  <a:pt x="354893" y="116298"/>
                  <a:pt x="352225" y="115222"/>
                </a:cubicBezTo>
                <a:cubicBezTo>
                  <a:pt x="349557" y="114148"/>
                  <a:pt x="347412" y="112687"/>
                  <a:pt x="345789" y="110839"/>
                </a:cubicBezTo>
                <a:cubicBezTo>
                  <a:pt x="344167" y="108991"/>
                  <a:pt x="342984" y="106772"/>
                  <a:pt x="342241" y="104181"/>
                </a:cubicBezTo>
                <a:cubicBezTo>
                  <a:pt x="341499" y="101589"/>
                  <a:pt x="341127" y="98776"/>
                  <a:pt x="341127" y="95742"/>
                </a:cubicBezTo>
                <a:cubicBezTo>
                  <a:pt x="341127" y="93868"/>
                  <a:pt x="341251" y="91952"/>
                  <a:pt x="341499" y="89994"/>
                </a:cubicBezTo>
                <a:cubicBezTo>
                  <a:pt x="341746" y="88036"/>
                  <a:pt x="342063" y="86037"/>
                  <a:pt x="342448" y="83997"/>
                </a:cubicBezTo>
                <a:lnTo>
                  <a:pt x="351524" y="38368"/>
                </a:lnTo>
                <a:cubicBezTo>
                  <a:pt x="351634" y="37818"/>
                  <a:pt x="351895" y="37336"/>
                  <a:pt x="352308" y="36924"/>
                </a:cubicBezTo>
                <a:cubicBezTo>
                  <a:pt x="352720" y="36511"/>
                  <a:pt x="353353" y="36181"/>
                  <a:pt x="354205" y="35934"/>
                </a:cubicBezTo>
                <a:cubicBezTo>
                  <a:pt x="355058" y="35686"/>
                  <a:pt x="356172" y="35494"/>
                  <a:pt x="357547" y="35356"/>
                </a:cubicBezTo>
                <a:cubicBezTo>
                  <a:pt x="358922" y="35219"/>
                  <a:pt x="360600" y="35150"/>
                  <a:pt x="362580" y="35150"/>
                </a:cubicBezTo>
                <a:cubicBezTo>
                  <a:pt x="364616" y="35150"/>
                  <a:pt x="366280" y="35219"/>
                  <a:pt x="367572" y="35356"/>
                </a:cubicBezTo>
                <a:cubicBezTo>
                  <a:pt x="368865" y="35494"/>
                  <a:pt x="369869" y="35686"/>
                  <a:pt x="370584" y="35934"/>
                </a:cubicBezTo>
                <a:cubicBezTo>
                  <a:pt x="371299" y="36181"/>
                  <a:pt x="371780" y="36511"/>
                  <a:pt x="372028" y="36924"/>
                </a:cubicBezTo>
                <a:cubicBezTo>
                  <a:pt x="372276" y="37336"/>
                  <a:pt x="372344" y="37818"/>
                  <a:pt x="372234" y="38368"/>
                </a:cubicBezTo>
                <a:lnTo>
                  <a:pt x="363488" y="82594"/>
                </a:lnTo>
                <a:cubicBezTo>
                  <a:pt x="363213" y="83804"/>
                  <a:pt x="363007" y="85069"/>
                  <a:pt x="362869" y="86390"/>
                </a:cubicBezTo>
                <a:cubicBezTo>
                  <a:pt x="362732" y="87710"/>
                  <a:pt x="362663" y="88975"/>
                  <a:pt x="362663" y="90185"/>
                </a:cubicBezTo>
                <a:cubicBezTo>
                  <a:pt x="362663" y="91505"/>
                  <a:pt x="362787" y="92702"/>
                  <a:pt x="363034" y="93774"/>
                </a:cubicBezTo>
                <a:cubicBezTo>
                  <a:pt x="363282" y="94847"/>
                  <a:pt x="363681" y="95768"/>
                  <a:pt x="364231" y="96539"/>
                </a:cubicBezTo>
                <a:cubicBezTo>
                  <a:pt x="364781" y="97309"/>
                  <a:pt x="365482" y="97886"/>
                  <a:pt x="366335" y="98271"/>
                </a:cubicBezTo>
                <a:cubicBezTo>
                  <a:pt x="367187" y="98656"/>
                  <a:pt x="368219" y="98849"/>
                  <a:pt x="369429" y="98849"/>
                </a:cubicBezTo>
                <a:cubicBezTo>
                  <a:pt x="371684" y="98849"/>
                  <a:pt x="374036" y="98120"/>
                  <a:pt x="376484" y="96662"/>
                </a:cubicBezTo>
                <a:cubicBezTo>
                  <a:pt x="378931" y="95205"/>
                  <a:pt x="381256" y="93197"/>
                  <a:pt x="383456" y="90639"/>
                </a:cubicBezTo>
                <a:cubicBezTo>
                  <a:pt x="385656" y="88081"/>
                  <a:pt x="387623" y="85056"/>
                  <a:pt x="389355" y="81563"/>
                </a:cubicBezTo>
                <a:cubicBezTo>
                  <a:pt x="391088" y="78070"/>
                  <a:pt x="392395" y="74288"/>
                  <a:pt x="393275" y="70217"/>
                </a:cubicBezTo>
                <a:lnTo>
                  <a:pt x="399546" y="38368"/>
                </a:lnTo>
                <a:cubicBezTo>
                  <a:pt x="399601" y="37818"/>
                  <a:pt x="399848" y="37336"/>
                  <a:pt x="400288" y="36924"/>
                </a:cubicBezTo>
                <a:cubicBezTo>
                  <a:pt x="400728" y="36511"/>
                  <a:pt x="401375" y="36181"/>
                  <a:pt x="402227" y="35934"/>
                </a:cubicBezTo>
                <a:cubicBezTo>
                  <a:pt x="403080" y="35686"/>
                  <a:pt x="404194" y="35494"/>
                  <a:pt x="405569" y="35356"/>
                </a:cubicBezTo>
                <a:cubicBezTo>
                  <a:pt x="406944" y="35219"/>
                  <a:pt x="408622" y="35150"/>
                  <a:pt x="410602" y="35150"/>
                </a:cubicBezTo>
                <a:cubicBezTo>
                  <a:pt x="412637" y="35150"/>
                  <a:pt x="414301" y="35219"/>
                  <a:pt x="415594" y="35356"/>
                </a:cubicBezTo>
                <a:cubicBezTo>
                  <a:pt x="416887" y="35494"/>
                  <a:pt x="417904" y="35686"/>
                  <a:pt x="418647" y="35934"/>
                </a:cubicBezTo>
                <a:cubicBezTo>
                  <a:pt x="419390" y="36181"/>
                  <a:pt x="419871" y="36511"/>
                  <a:pt x="420091" y="36924"/>
                </a:cubicBezTo>
                <a:cubicBezTo>
                  <a:pt x="420311" y="37336"/>
                  <a:pt x="420366" y="37818"/>
                  <a:pt x="420256" y="38368"/>
                </a:cubicBezTo>
                <a:lnTo>
                  <a:pt x="405486" y="112133"/>
                </a:lnTo>
                <a:close/>
                <a:moveTo>
                  <a:pt x="495129" y="112133"/>
                </a:moveTo>
                <a:cubicBezTo>
                  <a:pt x="494909" y="113288"/>
                  <a:pt x="494043" y="114114"/>
                  <a:pt x="492530" y="114609"/>
                </a:cubicBezTo>
                <a:cubicBezTo>
                  <a:pt x="491017" y="115104"/>
                  <a:pt x="488583" y="115351"/>
                  <a:pt x="485228" y="115351"/>
                </a:cubicBezTo>
                <a:cubicBezTo>
                  <a:pt x="483522" y="115351"/>
                  <a:pt x="482133" y="115296"/>
                  <a:pt x="481061" y="115186"/>
                </a:cubicBezTo>
                <a:cubicBezTo>
                  <a:pt x="479988" y="115076"/>
                  <a:pt x="479122" y="114897"/>
                  <a:pt x="478462" y="114650"/>
                </a:cubicBezTo>
                <a:cubicBezTo>
                  <a:pt x="477802" y="114402"/>
                  <a:pt x="477375" y="114072"/>
                  <a:pt x="477183" y="113660"/>
                </a:cubicBezTo>
                <a:cubicBezTo>
                  <a:pt x="476990" y="113247"/>
                  <a:pt x="476949" y="112738"/>
                  <a:pt x="477059" y="112133"/>
                </a:cubicBezTo>
                <a:lnTo>
                  <a:pt x="479369" y="100334"/>
                </a:lnTo>
                <a:cubicBezTo>
                  <a:pt x="478544" y="102103"/>
                  <a:pt x="477224" y="103969"/>
                  <a:pt x="475409" y="105932"/>
                </a:cubicBezTo>
                <a:cubicBezTo>
                  <a:pt x="473593" y="107895"/>
                  <a:pt x="471448" y="109679"/>
                  <a:pt x="468973" y="111282"/>
                </a:cubicBezTo>
                <a:cubicBezTo>
                  <a:pt x="466497" y="112884"/>
                  <a:pt x="463761" y="114211"/>
                  <a:pt x="460763" y="115261"/>
                </a:cubicBezTo>
                <a:cubicBezTo>
                  <a:pt x="457765" y="116311"/>
                  <a:pt x="454671" y="116836"/>
                  <a:pt x="451480" y="116836"/>
                </a:cubicBezTo>
                <a:cubicBezTo>
                  <a:pt x="447080" y="116836"/>
                  <a:pt x="443422" y="116065"/>
                  <a:pt x="440506" y="114521"/>
                </a:cubicBezTo>
                <a:cubicBezTo>
                  <a:pt x="437591" y="112977"/>
                  <a:pt x="435253" y="110896"/>
                  <a:pt x="433493" y="108278"/>
                </a:cubicBezTo>
                <a:cubicBezTo>
                  <a:pt x="431733" y="105660"/>
                  <a:pt x="430481" y="102671"/>
                  <a:pt x="429739" y="99310"/>
                </a:cubicBezTo>
                <a:cubicBezTo>
                  <a:pt x="428996" y="95948"/>
                  <a:pt x="428625" y="92420"/>
                  <a:pt x="428625" y="88726"/>
                </a:cubicBezTo>
                <a:cubicBezTo>
                  <a:pt x="428625" y="85253"/>
                  <a:pt x="428955" y="81465"/>
                  <a:pt x="429615" y="77360"/>
                </a:cubicBezTo>
                <a:cubicBezTo>
                  <a:pt x="430275" y="73253"/>
                  <a:pt x="431293" y="69160"/>
                  <a:pt x="432668" y="65081"/>
                </a:cubicBezTo>
                <a:cubicBezTo>
                  <a:pt x="434043" y="61002"/>
                  <a:pt x="435803" y="57075"/>
                  <a:pt x="437948" y="53300"/>
                </a:cubicBezTo>
                <a:cubicBezTo>
                  <a:pt x="440094" y="49525"/>
                  <a:pt x="442665" y="46177"/>
                  <a:pt x="445663" y="43257"/>
                </a:cubicBezTo>
                <a:cubicBezTo>
                  <a:pt x="448661" y="40334"/>
                  <a:pt x="452099" y="38005"/>
                  <a:pt x="455977" y="36269"/>
                </a:cubicBezTo>
                <a:cubicBezTo>
                  <a:pt x="459855" y="34533"/>
                  <a:pt x="464242" y="33665"/>
                  <a:pt x="469138" y="33665"/>
                </a:cubicBezTo>
                <a:cubicBezTo>
                  <a:pt x="473703" y="33665"/>
                  <a:pt x="477747" y="34620"/>
                  <a:pt x="481267" y="36532"/>
                </a:cubicBezTo>
                <a:cubicBezTo>
                  <a:pt x="484788" y="38444"/>
                  <a:pt x="487868" y="41228"/>
                  <a:pt x="490508" y="44886"/>
                </a:cubicBezTo>
                <a:lnTo>
                  <a:pt x="491829" y="38368"/>
                </a:lnTo>
                <a:cubicBezTo>
                  <a:pt x="492049" y="37213"/>
                  <a:pt x="492915" y="36388"/>
                  <a:pt x="494428" y="35893"/>
                </a:cubicBezTo>
                <a:cubicBezTo>
                  <a:pt x="495940" y="35397"/>
                  <a:pt x="498374" y="35150"/>
                  <a:pt x="501730" y="35150"/>
                </a:cubicBezTo>
                <a:cubicBezTo>
                  <a:pt x="503380" y="35150"/>
                  <a:pt x="504755" y="35219"/>
                  <a:pt x="505855" y="35356"/>
                </a:cubicBezTo>
                <a:cubicBezTo>
                  <a:pt x="506956" y="35494"/>
                  <a:pt x="507822" y="35686"/>
                  <a:pt x="508455" y="35934"/>
                </a:cubicBezTo>
                <a:cubicBezTo>
                  <a:pt x="509087" y="36181"/>
                  <a:pt x="509514" y="36511"/>
                  <a:pt x="509734" y="36924"/>
                </a:cubicBezTo>
                <a:cubicBezTo>
                  <a:pt x="509954" y="37336"/>
                  <a:pt x="510009" y="37818"/>
                  <a:pt x="509899" y="38368"/>
                </a:cubicBezTo>
                <a:lnTo>
                  <a:pt x="495129" y="112133"/>
                </a:lnTo>
                <a:moveTo>
                  <a:pt x="484898" y="60481"/>
                </a:moveTo>
                <a:cubicBezTo>
                  <a:pt x="482972" y="57428"/>
                  <a:pt x="480841" y="55138"/>
                  <a:pt x="478503" y="53612"/>
                </a:cubicBezTo>
                <a:cubicBezTo>
                  <a:pt x="476165" y="52085"/>
                  <a:pt x="473456" y="51322"/>
                  <a:pt x="470376" y="51322"/>
                </a:cubicBezTo>
                <a:cubicBezTo>
                  <a:pt x="468065" y="51322"/>
                  <a:pt x="465947" y="51873"/>
                  <a:pt x="464022" y="52975"/>
                </a:cubicBezTo>
                <a:cubicBezTo>
                  <a:pt x="462097" y="54077"/>
                  <a:pt x="460392" y="55551"/>
                  <a:pt x="458906" y="57397"/>
                </a:cubicBezTo>
                <a:cubicBezTo>
                  <a:pt x="457421" y="59243"/>
                  <a:pt x="456115" y="61379"/>
                  <a:pt x="454987" y="63805"/>
                </a:cubicBezTo>
                <a:cubicBezTo>
                  <a:pt x="453859" y="66228"/>
                  <a:pt x="452924" y="68749"/>
                  <a:pt x="452182" y="71367"/>
                </a:cubicBezTo>
                <a:cubicBezTo>
                  <a:pt x="451439" y="73984"/>
                  <a:pt x="450889" y="76628"/>
                  <a:pt x="450531" y="79301"/>
                </a:cubicBezTo>
                <a:cubicBezTo>
                  <a:pt x="450174" y="81973"/>
                  <a:pt x="449995" y="84439"/>
                  <a:pt x="449995" y="86699"/>
                </a:cubicBezTo>
                <a:cubicBezTo>
                  <a:pt x="449995" y="88351"/>
                  <a:pt x="450119" y="89921"/>
                  <a:pt x="450366" y="91410"/>
                </a:cubicBezTo>
                <a:cubicBezTo>
                  <a:pt x="450614" y="92897"/>
                  <a:pt x="451068" y="94220"/>
                  <a:pt x="451728" y="95378"/>
                </a:cubicBezTo>
                <a:cubicBezTo>
                  <a:pt x="452388" y="96535"/>
                  <a:pt x="453268" y="97458"/>
                  <a:pt x="454368" y="98148"/>
                </a:cubicBezTo>
                <a:cubicBezTo>
                  <a:pt x="455468" y="98835"/>
                  <a:pt x="456871" y="99179"/>
                  <a:pt x="458576" y="99179"/>
                </a:cubicBezTo>
                <a:cubicBezTo>
                  <a:pt x="460997" y="99179"/>
                  <a:pt x="463472" y="98450"/>
                  <a:pt x="466002" y="96992"/>
                </a:cubicBezTo>
                <a:cubicBezTo>
                  <a:pt x="468533" y="95535"/>
                  <a:pt x="470898" y="93554"/>
                  <a:pt x="473098" y="91052"/>
                </a:cubicBezTo>
                <a:cubicBezTo>
                  <a:pt x="475299" y="88549"/>
                  <a:pt x="477238" y="85633"/>
                  <a:pt x="478915" y="82305"/>
                </a:cubicBezTo>
                <a:cubicBezTo>
                  <a:pt x="480593" y="78977"/>
                  <a:pt x="481817" y="75416"/>
                  <a:pt x="482587" y="71620"/>
                </a:cubicBezTo>
                <a:lnTo>
                  <a:pt x="484898" y="60481"/>
                </a:lnTo>
                <a:close/>
                <a:moveTo>
                  <a:pt x="583693" y="115080"/>
                </a:moveTo>
                <a:cubicBezTo>
                  <a:pt x="582702" y="120090"/>
                  <a:pt x="581162" y="124452"/>
                  <a:pt x="579072" y="128169"/>
                </a:cubicBezTo>
                <a:cubicBezTo>
                  <a:pt x="576982" y="131885"/>
                  <a:pt x="574231" y="134996"/>
                  <a:pt x="570821" y="137500"/>
                </a:cubicBezTo>
                <a:cubicBezTo>
                  <a:pt x="567410" y="140005"/>
                  <a:pt x="563271" y="141890"/>
                  <a:pt x="558403" y="143155"/>
                </a:cubicBezTo>
                <a:cubicBezTo>
                  <a:pt x="553535" y="144422"/>
                  <a:pt x="547855" y="145055"/>
                  <a:pt x="541364" y="145055"/>
                </a:cubicBezTo>
                <a:cubicBezTo>
                  <a:pt x="536689" y="145055"/>
                  <a:pt x="532494" y="144682"/>
                  <a:pt x="528781" y="143936"/>
                </a:cubicBezTo>
                <a:cubicBezTo>
                  <a:pt x="525068" y="143192"/>
                  <a:pt x="521974" y="142240"/>
                  <a:pt x="519499" y="141079"/>
                </a:cubicBezTo>
                <a:cubicBezTo>
                  <a:pt x="518618" y="140638"/>
                  <a:pt x="518013" y="140140"/>
                  <a:pt x="517683" y="139586"/>
                </a:cubicBezTo>
                <a:cubicBezTo>
                  <a:pt x="517353" y="139035"/>
                  <a:pt x="517188" y="138262"/>
                  <a:pt x="517188" y="137268"/>
                </a:cubicBezTo>
                <a:cubicBezTo>
                  <a:pt x="517188" y="136937"/>
                  <a:pt x="517216" y="136384"/>
                  <a:pt x="517271" y="135610"/>
                </a:cubicBezTo>
                <a:cubicBezTo>
                  <a:pt x="517326" y="134837"/>
                  <a:pt x="517450" y="133981"/>
                  <a:pt x="517642" y="133042"/>
                </a:cubicBezTo>
                <a:cubicBezTo>
                  <a:pt x="517835" y="132104"/>
                  <a:pt x="518068" y="131123"/>
                  <a:pt x="518343" y="130100"/>
                </a:cubicBezTo>
                <a:cubicBezTo>
                  <a:pt x="518618" y="129079"/>
                  <a:pt x="518962" y="128168"/>
                  <a:pt x="519375" y="127367"/>
                </a:cubicBezTo>
                <a:cubicBezTo>
                  <a:pt x="519787" y="126566"/>
                  <a:pt x="520241" y="125903"/>
                  <a:pt x="520736" y="125379"/>
                </a:cubicBezTo>
                <a:cubicBezTo>
                  <a:pt x="521231" y="124855"/>
                  <a:pt x="521809" y="124592"/>
                  <a:pt x="522469" y="124592"/>
                </a:cubicBezTo>
                <a:cubicBezTo>
                  <a:pt x="523129" y="124592"/>
                  <a:pt x="523940" y="124826"/>
                  <a:pt x="524903" y="125294"/>
                </a:cubicBezTo>
                <a:cubicBezTo>
                  <a:pt x="525866" y="125761"/>
                  <a:pt x="527145" y="126270"/>
                  <a:pt x="528740" y="126820"/>
                </a:cubicBezTo>
                <a:cubicBezTo>
                  <a:pt x="530335" y="127370"/>
                  <a:pt x="532315" y="127879"/>
                  <a:pt x="534681" y="128347"/>
                </a:cubicBezTo>
                <a:cubicBezTo>
                  <a:pt x="537046" y="128814"/>
                  <a:pt x="539961" y="129048"/>
                  <a:pt x="543427" y="129048"/>
                </a:cubicBezTo>
                <a:cubicBezTo>
                  <a:pt x="546232" y="129048"/>
                  <a:pt x="548749" y="128829"/>
                  <a:pt x="550977" y="128391"/>
                </a:cubicBezTo>
                <a:cubicBezTo>
                  <a:pt x="553205" y="127954"/>
                  <a:pt x="555144" y="127242"/>
                  <a:pt x="556794" y="126256"/>
                </a:cubicBezTo>
                <a:cubicBezTo>
                  <a:pt x="558444" y="125271"/>
                  <a:pt x="559778" y="124011"/>
                  <a:pt x="560796" y="122478"/>
                </a:cubicBezTo>
                <a:cubicBezTo>
                  <a:pt x="561813" y="120947"/>
                  <a:pt x="562542" y="119059"/>
                  <a:pt x="562982" y="116816"/>
                </a:cubicBezTo>
                <a:cubicBezTo>
                  <a:pt x="563697" y="113199"/>
                  <a:pt x="564412" y="110187"/>
                  <a:pt x="565128" y="107781"/>
                </a:cubicBezTo>
                <a:cubicBezTo>
                  <a:pt x="565843" y="105372"/>
                  <a:pt x="566503" y="103402"/>
                  <a:pt x="567108" y="101871"/>
                </a:cubicBezTo>
                <a:cubicBezTo>
                  <a:pt x="566118" y="103690"/>
                  <a:pt x="564701" y="105494"/>
                  <a:pt x="562858" y="107286"/>
                </a:cubicBezTo>
                <a:cubicBezTo>
                  <a:pt x="561016" y="109077"/>
                  <a:pt x="558912" y="110689"/>
                  <a:pt x="556546" y="112123"/>
                </a:cubicBezTo>
                <a:cubicBezTo>
                  <a:pt x="554181" y="113557"/>
                  <a:pt x="551637" y="114701"/>
                  <a:pt x="548914" y="115555"/>
                </a:cubicBezTo>
                <a:cubicBezTo>
                  <a:pt x="546191" y="116409"/>
                  <a:pt x="543454" y="116836"/>
                  <a:pt x="540704" y="116836"/>
                </a:cubicBezTo>
                <a:cubicBezTo>
                  <a:pt x="536468" y="116836"/>
                  <a:pt x="532907" y="116120"/>
                  <a:pt x="530019" y="114689"/>
                </a:cubicBezTo>
                <a:cubicBezTo>
                  <a:pt x="527131" y="113255"/>
                  <a:pt x="524779" y="111270"/>
                  <a:pt x="522964" y="108735"/>
                </a:cubicBezTo>
                <a:cubicBezTo>
                  <a:pt x="521149" y="106199"/>
                  <a:pt x="519842" y="103223"/>
                  <a:pt x="519045" y="99805"/>
                </a:cubicBezTo>
                <a:cubicBezTo>
                  <a:pt x="518247" y="96388"/>
                  <a:pt x="517848" y="92695"/>
                  <a:pt x="517848" y="88726"/>
                </a:cubicBezTo>
                <a:cubicBezTo>
                  <a:pt x="517848" y="85143"/>
                  <a:pt x="518178" y="81286"/>
                  <a:pt x="518839" y="77153"/>
                </a:cubicBezTo>
                <a:cubicBezTo>
                  <a:pt x="519499" y="73019"/>
                  <a:pt x="520530" y="68913"/>
                  <a:pt x="521933" y="64833"/>
                </a:cubicBezTo>
                <a:cubicBezTo>
                  <a:pt x="523335" y="60754"/>
                  <a:pt x="525109" y="56841"/>
                  <a:pt x="527255" y="53094"/>
                </a:cubicBezTo>
                <a:cubicBezTo>
                  <a:pt x="529400" y="49346"/>
                  <a:pt x="531972" y="46026"/>
                  <a:pt x="534970" y="43133"/>
                </a:cubicBezTo>
                <a:cubicBezTo>
                  <a:pt x="537967" y="40238"/>
                  <a:pt x="541405" y="37936"/>
                  <a:pt x="545283" y="36228"/>
                </a:cubicBezTo>
                <a:cubicBezTo>
                  <a:pt x="549162" y="34519"/>
                  <a:pt x="553521" y="33665"/>
                  <a:pt x="558362" y="33665"/>
                </a:cubicBezTo>
                <a:cubicBezTo>
                  <a:pt x="562927" y="33665"/>
                  <a:pt x="566970" y="34616"/>
                  <a:pt x="570491" y="36519"/>
                </a:cubicBezTo>
                <a:cubicBezTo>
                  <a:pt x="574011" y="38420"/>
                  <a:pt x="577092" y="41190"/>
                  <a:pt x="579732" y="44827"/>
                </a:cubicBezTo>
                <a:lnTo>
                  <a:pt x="581052" y="38370"/>
                </a:lnTo>
                <a:cubicBezTo>
                  <a:pt x="581272" y="37214"/>
                  <a:pt x="582139" y="36388"/>
                  <a:pt x="583651" y="35893"/>
                </a:cubicBezTo>
                <a:cubicBezTo>
                  <a:pt x="585164" y="35397"/>
                  <a:pt x="587598" y="35150"/>
                  <a:pt x="590954" y="35150"/>
                </a:cubicBezTo>
                <a:cubicBezTo>
                  <a:pt x="592604" y="35150"/>
                  <a:pt x="593979" y="35219"/>
                  <a:pt x="595079" y="35356"/>
                </a:cubicBezTo>
                <a:cubicBezTo>
                  <a:pt x="596179" y="35494"/>
                  <a:pt x="597046" y="35686"/>
                  <a:pt x="597678" y="35934"/>
                </a:cubicBezTo>
                <a:cubicBezTo>
                  <a:pt x="598311" y="36181"/>
                  <a:pt x="598737" y="36512"/>
                  <a:pt x="598957" y="36927"/>
                </a:cubicBezTo>
                <a:cubicBezTo>
                  <a:pt x="599177" y="37339"/>
                  <a:pt x="599232" y="37820"/>
                  <a:pt x="599122" y="38370"/>
                </a:cubicBezTo>
                <a:lnTo>
                  <a:pt x="583693" y="115080"/>
                </a:lnTo>
                <a:moveTo>
                  <a:pt x="574121" y="60370"/>
                </a:moveTo>
                <a:cubicBezTo>
                  <a:pt x="572196" y="57355"/>
                  <a:pt x="570064" y="55094"/>
                  <a:pt x="567727" y="53586"/>
                </a:cubicBezTo>
                <a:cubicBezTo>
                  <a:pt x="565389" y="52077"/>
                  <a:pt x="562680" y="51322"/>
                  <a:pt x="559599" y="51322"/>
                </a:cubicBezTo>
                <a:cubicBezTo>
                  <a:pt x="557289" y="51322"/>
                  <a:pt x="555185" y="51872"/>
                  <a:pt x="553287" y="52972"/>
                </a:cubicBezTo>
                <a:cubicBezTo>
                  <a:pt x="551389" y="54073"/>
                  <a:pt x="549684" y="55544"/>
                  <a:pt x="548171" y="57387"/>
                </a:cubicBezTo>
                <a:cubicBezTo>
                  <a:pt x="546659" y="59230"/>
                  <a:pt x="545338" y="61361"/>
                  <a:pt x="544211" y="63781"/>
                </a:cubicBezTo>
                <a:cubicBezTo>
                  <a:pt x="543083" y="66202"/>
                  <a:pt x="542148" y="68732"/>
                  <a:pt x="541405" y="71373"/>
                </a:cubicBezTo>
                <a:cubicBezTo>
                  <a:pt x="540663" y="74013"/>
                  <a:pt x="540113" y="76653"/>
                  <a:pt x="539755" y="79294"/>
                </a:cubicBezTo>
                <a:cubicBezTo>
                  <a:pt x="539398" y="81934"/>
                  <a:pt x="539219" y="84437"/>
                  <a:pt x="539219" y="86802"/>
                </a:cubicBezTo>
                <a:cubicBezTo>
                  <a:pt x="539219" y="88672"/>
                  <a:pt x="539384" y="90378"/>
                  <a:pt x="539714" y="91918"/>
                </a:cubicBezTo>
                <a:cubicBezTo>
                  <a:pt x="540044" y="93458"/>
                  <a:pt x="540553" y="94765"/>
                  <a:pt x="541240" y="95837"/>
                </a:cubicBezTo>
                <a:cubicBezTo>
                  <a:pt x="541928" y="96910"/>
                  <a:pt x="542808" y="97735"/>
                  <a:pt x="543881" y="98313"/>
                </a:cubicBezTo>
                <a:cubicBezTo>
                  <a:pt x="544953" y="98890"/>
                  <a:pt x="546260" y="99179"/>
                  <a:pt x="547800" y="99179"/>
                </a:cubicBezTo>
                <a:cubicBezTo>
                  <a:pt x="550220" y="99179"/>
                  <a:pt x="552696" y="98450"/>
                  <a:pt x="555226" y="96992"/>
                </a:cubicBezTo>
                <a:cubicBezTo>
                  <a:pt x="557756" y="95535"/>
                  <a:pt x="560122" y="93554"/>
                  <a:pt x="562322" y="91052"/>
                </a:cubicBezTo>
                <a:cubicBezTo>
                  <a:pt x="564522" y="88547"/>
                  <a:pt x="566461" y="85617"/>
                  <a:pt x="568139" y="82261"/>
                </a:cubicBezTo>
                <a:cubicBezTo>
                  <a:pt x="569817" y="78904"/>
                  <a:pt x="571041" y="75334"/>
                  <a:pt x="571811" y="71550"/>
                </a:cubicBezTo>
                <a:lnTo>
                  <a:pt x="574121" y="60370"/>
                </a:lnTo>
                <a:close/>
                <a:moveTo>
                  <a:pt x="681910" y="54576"/>
                </a:moveTo>
                <a:cubicBezTo>
                  <a:pt x="681910" y="58544"/>
                  <a:pt x="681016" y="62112"/>
                  <a:pt x="679228" y="65282"/>
                </a:cubicBezTo>
                <a:cubicBezTo>
                  <a:pt x="677441" y="68450"/>
                  <a:pt x="674663" y="71178"/>
                  <a:pt x="670895" y="73466"/>
                </a:cubicBezTo>
                <a:cubicBezTo>
                  <a:pt x="667127" y="75753"/>
                  <a:pt x="662341" y="77502"/>
                  <a:pt x="656538" y="78713"/>
                </a:cubicBezTo>
                <a:cubicBezTo>
                  <a:pt x="650734" y="79925"/>
                  <a:pt x="643817" y="80531"/>
                  <a:pt x="635786" y="80531"/>
                </a:cubicBezTo>
                <a:lnTo>
                  <a:pt x="628195" y="80531"/>
                </a:lnTo>
                <a:cubicBezTo>
                  <a:pt x="627975" y="81796"/>
                  <a:pt x="627810" y="83048"/>
                  <a:pt x="627700" y="84286"/>
                </a:cubicBezTo>
                <a:cubicBezTo>
                  <a:pt x="627590" y="85523"/>
                  <a:pt x="627535" y="86665"/>
                  <a:pt x="627535" y="87710"/>
                </a:cubicBezTo>
                <a:cubicBezTo>
                  <a:pt x="627535" y="92165"/>
                  <a:pt x="628690" y="95521"/>
                  <a:pt x="631000" y="97776"/>
                </a:cubicBezTo>
                <a:cubicBezTo>
                  <a:pt x="633311" y="100032"/>
                  <a:pt x="637024" y="101159"/>
                  <a:pt x="642140" y="101159"/>
                </a:cubicBezTo>
                <a:cubicBezTo>
                  <a:pt x="645770" y="101159"/>
                  <a:pt x="649029" y="100894"/>
                  <a:pt x="651917" y="100362"/>
                </a:cubicBezTo>
                <a:cubicBezTo>
                  <a:pt x="654805" y="99831"/>
                  <a:pt x="657335" y="99244"/>
                  <a:pt x="659508" y="98601"/>
                </a:cubicBezTo>
                <a:cubicBezTo>
                  <a:pt x="661681" y="97958"/>
                  <a:pt x="663483" y="97371"/>
                  <a:pt x="664913" y="96840"/>
                </a:cubicBezTo>
                <a:cubicBezTo>
                  <a:pt x="666343" y="96309"/>
                  <a:pt x="667388" y="96043"/>
                  <a:pt x="668048" y="96043"/>
                </a:cubicBezTo>
                <a:cubicBezTo>
                  <a:pt x="668708" y="96043"/>
                  <a:pt x="669176" y="96238"/>
                  <a:pt x="669451" y="96626"/>
                </a:cubicBezTo>
                <a:cubicBezTo>
                  <a:pt x="669726" y="97015"/>
                  <a:pt x="669863" y="97624"/>
                  <a:pt x="669863" y="98454"/>
                </a:cubicBezTo>
                <a:cubicBezTo>
                  <a:pt x="669863" y="99398"/>
                  <a:pt x="669781" y="100480"/>
                  <a:pt x="669616" y="101701"/>
                </a:cubicBezTo>
                <a:cubicBezTo>
                  <a:pt x="669451" y="102919"/>
                  <a:pt x="669217" y="104125"/>
                  <a:pt x="668915" y="105318"/>
                </a:cubicBezTo>
                <a:cubicBezTo>
                  <a:pt x="668612" y="106510"/>
                  <a:pt x="668227" y="107632"/>
                  <a:pt x="667759" y="108686"/>
                </a:cubicBezTo>
                <a:cubicBezTo>
                  <a:pt x="667292" y="109740"/>
                  <a:pt x="666755" y="110543"/>
                  <a:pt x="666150" y="111097"/>
                </a:cubicBezTo>
                <a:cubicBezTo>
                  <a:pt x="665490" y="111762"/>
                  <a:pt x="664280" y="112428"/>
                  <a:pt x="662520" y="113095"/>
                </a:cubicBezTo>
                <a:cubicBezTo>
                  <a:pt x="660760" y="113760"/>
                  <a:pt x="658642" y="114370"/>
                  <a:pt x="656166" y="114923"/>
                </a:cubicBezTo>
                <a:cubicBezTo>
                  <a:pt x="653691" y="115478"/>
                  <a:pt x="650913" y="115936"/>
                  <a:pt x="647833" y="116295"/>
                </a:cubicBezTo>
                <a:cubicBezTo>
                  <a:pt x="644752" y="116656"/>
                  <a:pt x="641617" y="116836"/>
                  <a:pt x="638426" y="116836"/>
                </a:cubicBezTo>
                <a:cubicBezTo>
                  <a:pt x="633146" y="116836"/>
                  <a:pt x="628539" y="116285"/>
                  <a:pt x="624606" y="115181"/>
                </a:cubicBezTo>
                <a:cubicBezTo>
                  <a:pt x="620673" y="114079"/>
                  <a:pt x="617386" y="112399"/>
                  <a:pt x="614746" y="110140"/>
                </a:cubicBezTo>
                <a:cubicBezTo>
                  <a:pt x="612105" y="107880"/>
                  <a:pt x="610125" y="104999"/>
                  <a:pt x="608805" y="101500"/>
                </a:cubicBezTo>
                <a:cubicBezTo>
                  <a:pt x="607485" y="98000"/>
                  <a:pt x="606825" y="93853"/>
                  <a:pt x="606825" y="89058"/>
                </a:cubicBezTo>
                <a:cubicBezTo>
                  <a:pt x="606825" y="85364"/>
                  <a:pt x="607168" y="81410"/>
                  <a:pt x="607856" y="77195"/>
                </a:cubicBezTo>
                <a:cubicBezTo>
                  <a:pt x="608544" y="72978"/>
                  <a:pt x="609657" y="68816"/>
                  <a:pt x="611198" y="64710"/>
                </a:cubicBezTo>
                <a:cubicBezTo>
                  <a:pt x="612738" y="60603"/>
                  <a:pt x="614718" y="56676"/>
                  <a:pt x="617139" y="52929"/>
                </a:cubicBezTo>
                <a:cubicBezTo>
                  <a:pt x="619559" y="49181"/>
                  <a:pt x="622488" y="45888"/>
                  <a:pt x="625926" y="43050"/>
                </a:cubicBezTo>
                <a:cubicBezTo>
                  <a:pt x="629364" y="40211"/>
                  <a:pt x="633338" y="37936"/>
                  <a:pt x="637849" y="36228"/>
                </a:cubicBezTo>
                <a:cubicBezTo>
                  <a:pt x="642360" y="34519"/>
                  <a:pt x="647503" y="33665"/>
                  <a:pt x="653279" y="33665"/>
                </a:cubicBezTo>
                <a:cubicBezTo>
                  <a:pt x="658284" y="33665"/>
                  <a:pt x="662589" y="34257"/>
                  <a:pt x="666192" y="35441"/>
                </a:cubicBezTo>
                <a:cubicBezTo>
                  <a:pt x="669795" y="36626"/>
                  <a:pt x="672751" y="38196"/>
                  <a:pt x="675062" y="40152"/>
                </a:cubicBezTo>
                <a:cubicBezTo>
                  <a:pt x="677372" y="42108"/>
                  <a:pt x="679091" y="44341"/>
                  <a:pt x="680219" y="46849"/>
                </a:cubicBezTo>
                <a:cubicBezTo>
                  <a:pt x="681346" y="49357"/>
                  <a:pt x="681910" y="51932"/>
                  <a:pt x="681910" y="54576"/>
                </a:cubicBezTo>
                <a:moveTo>
                  <a:pt x="661530" y="56157"/>
                </a:moveTo>
                <a:cubicBezTo>
                  <a:pt x="661530" y="53967"/>
                  <a:pt x="660663" y="52146"/>
                  <a:pt x="658931" y="50696"/>
                </a:cubicBezTo>
                <a:cubicBezTo>
                  <a:pt x="657198" y="49243"/>
                  <a:pt x="654681" y="48517"/>
                  <a:pt x="651381" y="48517"/>
                </a:cubicBezTo>
                <a:cubicBezTo>
                  <a:pt x="648630" y="48517"/>
                  <a:pt x="646169" y="49010"/>
                  <a:pt x="643996" y="49997"/>
                </a:cubicBezTo>
                <a:cubicBezTo>
                  <a:pt x="641823" y="50982"/>
                  <a:pt x="639912" y="52310"/>
                  <a:pt x="638261" y="53981"/>
                </a:cubicBezTo>
                <a:cubicBezTo>
                  <a:pt x="636611" y="55650"/>
                  <a:pt x="635195" y="57621"/>
                  <a:pt x="634012" y="59896"/>
                </a:cubicBezTo>
                <a:cubicBezTo>
                  <a:pt x="632829" y="62168"/>
                  <a:pt x="631881" y="64591"/>
                  <a:pt x="631165" y="67164"/>
                </a:cubicBezTo>
                <a:lnTo>
                  <a:pt x="638096" y="67164"/>
                </a:lnTo>
                <a:cubicBezTo>
                  <a:pt x="642497" y="67164"/>
                  <a:pt x="646183" y="66877"/>
                  <a:pt x="649153" y="66303"/>
                </a:cubicBezTo>
                <a:cubicBezTo>
                  <a:pt x="652123" y="65727"/>
                  <a:pt x="654516" y="64947"/>
                  <a:pt x="656332" y="63962"/>
                </a:cubicBezTo>
                <a:cubicBezTo>
                  <a:pt x="658147" y="62975"/>
                  <a:pt x="659467" y="61811"/>
                  <a:pt x="660292" y="60471"/>
                </a:cubicBezTo>
                <a:cubicBezTo>
                  <a:pt x="661117" y="59128"/>
                  <a:pt x="661530" y="57690"/>
                  <a:pt x="661530" y="56157"/>
                </a:cubicBezTo>
                <a:close/>
                <a:moveTo>
                  <a:pt x="852083" y="111968"/>
                </a:moveTo>
                <a:cubicBezTo>
                  <a:pt x="851918" y="112518"/>
                  <a:pt x="851671" y="113013"/>
                  <a:pt x="851341" y="113453"/>
                </a:cubicBezTo>
                <a:cubicBezTo>
                  <a:pt x="851010" y="113893"/>
                  <a:pt x="850447" y="114251"/>
                  <a:pt x="849649" y="114526"/>
                </a:cubicBezTo>
                <a:cubicBezTo>
                  <a:pt x="848851" y="114801"/>
                  <a:pt x="847765" y="115007"/>
                  <a:pt x="846390" y="115145"/>
                </a:cubicBezTo>
                <a:cubicBezTo>
                  <a:pt x="845015" y="115282"/>
                  <a:pt x="843309" y="115351"/>
                  <a:pt x="841274" y="115351"/>
                </a:cubicBezTo>
                <a:cubicBezTo>
                  <a:pt x="839129" y="115351"/>
                  <a:pt x="837396" y="115282"/>
                  <a:pt x="836076" y="115145"/>
                </a:cubicBezTo>
                <a:cubicBezTo>
                  <a:pt x="834756" y="115007"/>
                  <a:pt x="833738" y="114801"/>
                  <a:pt x="833023" y="114526"/>
                </a:cubicBezTo>
                <a:cubicBezTo>
                  <a:pt x="832308" y="114251"/>
                  <a:pt x="831854" y="113893"/>
                  <a:pt x="831662" y="113453"/>
                </a:cubicBezTo>
                <a:cubicBezTo>
                  <a:pt x="831469" y="113013"/>
                  <a:pt x="831428" y="112518"/>
                  <a:pt x="831538" y="111968"/>
                </a:cubicBezTo>
                <a:lnTo>
                  <a:pt x="848865" y="25084"/>
                </a:lnTo>
                <a:lnTo>
                  <a:pt x="848700" y="25084"/>
                </a:lnTo>
                <a:lnTo>
                  <a:pt x="800266" y="111886"/>
                </a:lnTo>
                <a:cubicBezTo>
                  <a:pt x="799606" y="113261"/>
                  <a:pt x="798327" y="114182"/>
                  <a:pt x="796429" y="114650"/>
                </a:cubicBezTo>
                <a:cubicBezTo>
                  <a:pt x="794531" y="115117"/>
                  <a:pt x="791850" y="115351"/>
                  <a:pt x="788384" y="115351"/>
                </a:cubicBezTo>
                <a:cubicBezTo>
                  <a:pt x="784809" y="115351"/>
                  <a:pt x="782237" y="115035"/>
                  <a:pt x="780669" y="114402"/>
                </a:cubicBezTo>
                <a:cubicBezTo>
                  <a:pt x="779102" y="113770"/>
                  <a:pt x="778290" y="112986"/>
                  <a:pt x="778235" y="112051"/>
                </a:cubicBezTo>
                <a:lnTo>
                  <a:pt x="765693" y="25001"/>
                </a:lnTo>
                <a:lnTo>
                  <a:pt x="765528" y="25001"/>
                </a:lnTo>
                <a:lnTo>
                  <a:pt x="748119" y="111968"/>
                </a:lnTo>
                <a:cubicBezTo>
                  <a:pt x="748009" y="112518"/>
                  <a:pt x="747775" y="113013"/>
                  <a:pt x="747417" y="113453"/>
                </a:cubicBezTo>
                <a:cubicBezTo>
                  <a:pt x="747060" y="113893"/>
                  <a:pt x="746482" y="114251"/>
                  <a:pt x="745684" y="114526"/>
                </a:cubicBezTo>
                <a:cubicBezTo>
                  <a:pt x="744887" y="114801"/>
                  <a:pt x="743814" y="115007"/>
                  <a:pt x="742466" y="115145"/>
                </a:cubicBezTo>
                <a:cubicBezTo>
                  <a:pt x="741119" y="115282"/>
                  <a:pt x="739400" y="115351"/>
                  <a:pt x="737310" y="115351"/>
                </a:cubicBezTo>
                <a:cubicBezTo>
                  <a:pt x="735219" y="115351"/>
                  <a:pt x="733514" y="115282"/>
                  <a:pt x="732194" y="115145"/>
                </a:cubicBezTo>
                <a:cubicBezTo>
                  <a:pt x="730874" y="115007"/>
                  <a:pt x="729856" y="114801"/>
                  <a:pt x="729141" y="114526"/>
                </a:cubicBezTo>
                <a:cubicBezTo>
                  <a:pt x="728426" y="114251"/>
                  <a:pt x="727958" y="113893"/>
                  <a:pt x="727738" y="113453"/>
                </a:cubicBezTo>
                <a:cubicBezTo>
                  <a:pt x="727518" y="113013"/>
                  <a:pt x="727491" y="112518"/>
                  <a:pt x="727656" y="111968"/>
                </a:cubicBezTo>
                <a:lnTo>
                  <a:pt x="746633" y="16832"/>
                </a:lnTo>
                <a:cubicBezTo>
                  <a:pt x="746908" y="15457"/>
                  <a:pt x="747335" y="14219"/>
                  <a:pt x="747912" y="13119"/>
                </a:cubicBezTo>
                <a:cubicBezTo>
                  <a:pt x="748490" y="12019"/>
                  <a:pt x="749205" y="11098"/>
                  <a:pt x="750058" y="10355"/>
                </a:cubicBezTo>
                <a:cubicBezTo>
                  <a:pt x="750910" y="9613"/>
                  <a:pt x="751887" y="9049"/>
                  <a:pt x="752987" y="8664"/>
                </a:cubicBezTo>
                <a:cubicBezTo>
                  <a:pt x="754087" y="8279"/>
                  <a:pt x="755270" y="8086"/>
                  <a:pt x="756535" y="8086"/>
                </a:cubicBezTo>
                <a:lnTo>
                  <a:pt x="770067" y="8086"/>
                </a:lnTo>
                <a:cubicBezTo>
                  <a:pt x="772487" y="8086"/>
                  <a:pt x="774550" y="8292"/>
                  <a:pt x="776255" y="8705"/>
                </a:cubicBezTo>
                <a:cubicBezTo>
                  <a:pt x="777960" y="9118"/>
                  <a:pt x="779363" y="9819"/>
                  <a:pt x="780463" y="10809"/>
                </a:cubicBezTo>
                <a:cubicBezTo>
                  <a:pt x="781563" y="11799"/>
                  <a:pt x="782402" y="13092"/>
                  <a:pt x="782980" y="14687"/>
                </a:cubicBezTo>
                <a:cubicBezTo>
                  <a:pt x="783557" y="16282"/>
                  <a:pt x="783956" y="18208"/>
                  <a:pt x="784176" y="20463"/>
                </a:cubicBezTo>
                <a:lnTo>
                  <a:pt x="794490" y="83997"/>
                </a:lnTo>
                <a:lnTo>
                  <a:pt x="794903" y="83997"/>
                </a:lnTo>
                <a:lnTo>
                  <a:pt x="831538" y="20463"/>
                </a:lnTo>
                <a:cubicBezTo>
                  <a:pt x="832638" y="18318"/>
                  <a:pt x="833738" y="16461"/>
                  <a:pt x="834838" y="14893"/>
                </a:cubicBezTo>
                <a:cubicBezTo>
                  <a:pt x="835938" y="13326"/>
                  <a:pt x="837162" y="12033"/>
                  <a:pt x="838510" y="11015"/>
                </a:cubicBezTo>
                <a:cubicBezTo>
                  <a:pt x="839858" y="9998"/>
                  <a:pt x="841357" y="9255"/>
                  <a:pt x="843007" y="8787"/>
                </a:cubicBezTo>
                <a:cubicBezTo>
                  <a:pt x="844657" y="8320"/>
                  <a:pt x="846610" y="8086"/>
                  <a:pt x="848865" y="8086"/>
                </a:cubicBezTo>
                <a:lnTo>
                  <a:pt x="864212" y="8086"/>
                </a:lnTo>
                <a:cubicBezTo>
                  <a:pt x="865588" y="8086"/>
                  <a:pt x="866770" y="8279"/>
                  <a:pt x="867760" y="8664"/>
                </a:cubicBezTo>
                <a:cubicBezTo>
                  <a:pt x="868750" y="9049"/>
                  <a:pt x="869534" y="9613"/>
                  <a:pt x="870112" y="10355"/>
                </a:cubicBezTo>
                <a:cubicBezTo>
                  <a:pt x="870689" y="11098"/>
                  <a:pt x="871047" y="12005"/>
                  <a:pt x="871185" y="13078"/>
                </a:cubicBezTo>
                <a:cubicBezTo>
                  <a:pt x="871322" y="14151"/>
                  <a:pt x="871281" y="15375"/>
                  <a:pt x="871061" y="16750"/>
                </a:cubicBezTo>
                <a:lnTo>
                  <a:pt x="852083" y="111968"/>
                </a:lnTo>
                <a:close/>
                <a:moveTo>
                  <a:pt x="955301" y="63181"/>
                </a:moveTo>
                <a:cubicBezTo>
                  <a:pt x="955301" y="67148"/>
                  <a:pt x="954930" y="71226"/>
                  <a:pt x="954187" y="75416"/>
                </a:cubicBezTo>
                <a:cubicBezTo>
                  <a:pt x="953444" y="79605"/>
                  <a:pt x="952276" y="83698"/>
                  <a:pt x="950680" y="87694"/>
                </a:cubicBezTo>
                <a:cubicBezTo>
                  <a:pt x="949085" y="91689"/>
                  <a:pt x="947036" y="95437"/>
                  <a:pt x="944533" y="98937"/>
                </a:cubicBezTo>
                <a:cubicBezTo>
                  <a:pt x="942030" y="102436"/>
                  <a:pt x="939032" y="105523"/>
                  <a:pt x="935539" y="108196"/>
                </a:cubicBezTo>
                <a:cubicBezTo>
                  <a:pt x="932046" y="110869"/>
                  <a:pt x="928045" y="112977"/>
                  <a:pt x="923534" y="114521"/>
                </a:cubicBezTo>
                <a:cubicBezTo>
                  <a:pt x="919023" y="116065"/>
                  <a:pt x="913935" y="116836"/>
                  <a:pt x="908269" y="116836"/>
                </a:cubicBezTo>
                <a:cubicBezTo>
                  <a:pt x="902714" y="116836"/>
                  <a:pt x="897914" y="116188"/>
                  <a:pt x="893871" y="114892"/>
                </a:cubicBezTo>
                <a:cubicBezTo>
                  <a:pt x="889828" y="113598"/>
                  <a:pt x="886459" y="111697"/>
                  <a:pt x="883763" y="109189"/>
                </a:cubicBezTo>
                <a:cubicBezTo>
                  <a:pt x="881068" y="106681"/>
                  <a:pt x="879060" y="103594"/>
                  <a:pt x="877740" y="99929"/>
                </a:cubicBezTo>
                <a:cubicBezTo>
                  <a:pt x="876420" y="96264"/>
                  <a:pt x="875760" y="92061"/>
                  <a:pt x="875760" y="87320"/>
                </a:cubicBezTo>
                <a:cubicBezTo>
                  <a:pt x="875760" y="83353"/>
                  <a:pt x="876131" y="79275"/>
                  <a:pt x="876874" y="75086"/>
                </a:cubicBezTo>
                <a:cubicBezTo>
                  <a:pt x="877616" y="70896"/>
                  <a:pt x="878785" y="66818"/>
                  <a:pt x="880380" y="62851"/>
                </a:cubicBezTo>
                <a:cubicBezTo>
                  <a:pt x="881976" y="58881"/>
                  <a:pt x="884025" y="55119"/>
                  <a:pt x="886528" y="51565"/>
                </a:cubicBezTo>
                <a:cubicBezTo>
                  <a:pt x="889030" y="48010"/>
                  <a:pt x="892028" y="44910"/>
                  <a:pt x="895521" y="42264"/>
                </a:cubicBezTo>
                <a:cubicBezTo>
                  <a:pt x="899014" y="39618"/>
                  <a:pt x="903016" y="37524"/>
                  <a:pt x="907527" y="35980"/>
                </a:cubicBezTo>
                <a:cubicBezTo>
                  <a:pt x="912037" y="34437"/>
                  <a:pt x="917126" y="33665"/>
                  <a:pt x="922791" y="33665"/>
                </a:cubicBezTo>
                <a:cubicBezTo>
                  <a:pt x="928347" y="33665"/>
                  <a:pt x="933147" y="34313"/>
                  <a:pt x="937190" y="35609"/>
                </a:cubicBezTo>
                <a:cubicBezTo>
                  <a:pt x="941233" y="36903"/>
                  <a:pt x="944602" y="38805"/>
                  <a:pt x="947297" y="41313"/>
                </a:cubicBezTo>
                <a:cubicBezTo>
                  <a:pt x="949993" y="43821"/>
                  <a:pt x="952001" y="46907"/>
                  <a:pt x="953321" y="50572"/>
                </a:cubicBezTo>
                <a:cubicBezTo>
                  <a:pt x="954641" y="54237"/>
                  <a:pt x="955301" y="58440"/>
                  <a:pt x="955301" y="63181"/>
                </a:cubicBezTo>
                <a:moveTo>
                  <a:pt x="933848" y="64547"/>
                </a:moveTo>
                <a:cubicBezTo>
                  <a:pt x="933848" y="62233"/>
                  <a:pt x="933614" y="60182"/>
                  <a:pt x="933147" y="58392"/>
                </a:cubicBezTo>
                <a:cubicBezTo>
                  <a:pt x="932679" y="56601"/>
                  <a:pt x="931909" y="55086"/>
                  <a:pt x="930836" y="53847"/>
                </a:cubicBezTo>
                <a:cubicBezTo>
                  <a:pt x="929764" y="52605"/>
                  <a:pt x="928388" y="51655"/>
                  <a:pt x="926711" y="50995"/>
                </a:cubicBezTo>
                <a:cubicBezTo>
                  <a:pt x="925033" y="50333"/>
                  <a:pt x="922984" y="50002"/>
                  <a:pt x="920564" y="50002"/>
                </a:cubicBezTo>
                <a:cubicBezTo>
                  <a:pt x="917813" y="50002"/>
                  <a:pt x="915338" y="50539"/>
                  <a:pt x="913138" y="51614"/>
                </a:cubicBezTo>
                <a:cubicBezTo>
                  <a:pt x="910937" y="52688"/>
                  <a:pt x="908971" y="54134"/>
                  <a:pt x="907238" y="55953"/>
                </a:cubicBezTo>
                <a:cubicBezTo>
                  <a:pt x="905505" y="57772"/>
                  <a:pt x="904006" y="59879"/>
                  <a:pt x="902741" y="62276"/>
                </a:cubicBezTo>
                <a:cubicBezTo>
                  <a:pt x="901476" y="64672"/>
                  <a:pt x="900431" y="67193"/>
                  <a:pt x="899606" y="69838"/>
                </a:cubicBezTo>
                <a:cubicBezTo>
                  <a:pt x="898781" y="72482"/>
                  <a:pt x="898175" y="75168"/>
                  <a:pt x="897790" y="77896"/>
                </a:cubicBezTo>
                <a:cubicBezTo>
                  <a:pt x="897405" y="80622"/>
                  <a:pt x="897213" y="83226"/>
                  <a:pt x="897213" y="85706"/>
                </a:cubicBezTo>
                <a:cubicBezTo>
                  <a:pt x="897213" y="88020"/>
                  <a:pt x="897447" y="90086"/>
                  <a:pt x="897914" y="91905"/>
                </a:cubicBezTo>
                <a:cubicBezTo>
                  <a:pt x="898382" y="93722"/>
                  <a:pt x="899152" y="95251"/>
                  <a:pt x="900224" y="96492"/>
                </a:cubicBezTo>
                <a:cubicBezTo>
                  <a:pt x="901297" y="97732"/>
                  <a:pt x="902672" y="98682"/>
                  <a:pt x="904350" y="99344"/>
                </a:cubicBezTo>
                <a:cubicBezTo>
                  <a:pt x="906028" y="100004"/>
                  <a:pt x="908077" y="100334"/>
                  <a:pt x="910497" y="100334"/>
                </a:cubicBezTo>
                <a:cubicBezTo>
                  <a:pt x="913248" y="100334"/>
                  <a:pt x="915723" y="99797"/>
                  <a:pt x="917923" y="98723"/>
                </a:cubicBezTo>
                <a:cubicBezTo>
                  <a:pt x="920124" y="97648"/>
                  <a:pt x="922090" y="96188"/>
                  <a:pt x="923823" y="94342"/>
                </a:cubicBezTo>
                <a:cubicBezTo>
                  <a:pt x="925556" y="92495"/>
                  <a:pt x="927055" y="90374"/>
                  <a:pt x="928320" y="87978"/>
                </a:cubicBezTo>
                <a:cubicBezTo>
                  <a:pt x="929585" y="85582"/>
                  <a:pt x="930630" y="83048"/>
                  <a:pt x="931455" y="80377"/>
                </a:cubicBezTo>
                <a:cubicBezTo>
                  <a:pt x="932280" y="77704"/>
                  <a:pt x="932885" y="75018"/>
                  <a:pt x="933270" y="72319"/>
                </a:cubicBezTo>
                <a:cubicBezTo>
                  <a:pt x="933655" y="69618"/>
                  <a:pt x="933848" y="67028"/>
                  <a:pt x="933848" y="64547"/>
                </a:cubicBezTo>
                <a:close/>
                <a:moveTo>
                  <a:pt x="1031567" y="112205"/>
                </a:moveTo>
                <a:cubicBezTo>
                  <a:pt x="1031346" y="113335"/>
                  <a:pt x="1030480" y="114142"/>
                  <a:pt x="1028967" y="114627"/>
                </a:cubicBezTo>
                <a:cubicBezTo>
                  <a:pt x="1027455" y="115110"/>
                  <a:pt x="1025021" y="115351"/>
                  <a:pt x="1021665" y="115351"/>
                </a:cubicBezTo>
                <a:cubicBezTo>
                  <a:pt x="1019960" y="115351"/>
                  <a:pt x="1018571" y="115297"/>
                  <a:pt x="1017498" y="115189"/>
                </a:cubicBezTo>
                <a:cubicBezTo>
                  <a:pt x="1016426" y="115082"/>
                  <a:pt x="1015559" y="114908"/>
                  <a:pt x="1014899" y="114665"/>
                </a:cubicBezTo>
                <a:cubicBezTo>
                  <a:pt x="1014239" y="114423"/>
                  <a:pt x="1013813" y="114101"/>
                  <a:pt x="1013620" y="113698"/>
                </a:cubicBezTo>
                <a:cubicBezTo>
                  <a:pt x="1013428" y="113294"/>
                  <a:pt x="1013386" y="112797"/>
                  <a:pt x="1013496" y="112205"/>
                </a:cubicBezTo>
                <a:lnTo>
                  <a:pt x="1015724" y="100383"/>
                </a:lnTo>
                <a:cubicBezTo>
                  <a:pt x="1014899" y="102147"/>
                  <a:pt x="1013579" y="104008"/>
                  <a:pt x="1011764" y="105965"/>
                </a:cubicBezTo>
                <a:cubicBezTo>
                  <a:pt x="1009948" y="107922"/>
                  <a:pt x="1007803" y="109713"/>
                  <a:pt x="1005328" y="111339"/>
                </a:cubicBezTo>
                <a:cubicBezTo>
                  <a:pt x="1002852" y="112965"/>
                  <a:pt x="1000116" y="114288"/>
                  <a:pt x="997118" y="115307"/>
                </a:cubicBezTo>
                <a:cubicBezTo>
                  <a:pt x="994120" y="116327"/>
                  <a:pt x="991026" y="116836"/>
                  <a:pt x="987835" y="116836"/>
                </a:cubicBezTo>
                <a:cubicBezTo>
                  <a:pt x="984700" y="116836"/>
                  <a:pt x="981963" y="116437"/>
                  <a:pt x="979625" y="115637"/>
                </a:cubicBezTo>
                <a:cubicBezTo>
                  <a:pt x="977288" y="114838"/>
                  <a:pt x="975280" y="113750"/>
                  <a:pt x="973602" y="112373"/>
                </a:cubicBezTo>
                <a:cubicBezTo>
                  <a:pt x="971924" y="110994"/>
                  <a:pt x="970535" y="109368"/>
                  <a:pt x="969435" y="107495"/>
                </a:cubicBezTo>
                <a:cubicBezTo>
                  <a:pt x="968335" y="105621"/>
                  <a:pt x="967455" y="103637"/>
                  <a:pt x="966795" y="101543"/>
                </a:cubicBezTo>
                <a:cubicBezTo>
                  <a:pt x="966135" y="99448"/>
                  <a:pt x="965667" y="97285"/>
                  <a:pt x="965392" y="95053"/>
                </a:cubicBezTo>
                <a:cubicBezTo>
                  <a:pt x="965117" y="92820"/>
                  <a:pt x="964980" y="90629"/>
                  <a:pt x="964980" y="88478"/>
                </a:cubicBezTo>
                <a:cubicBezTo>
                  <a:pt x="964980" y="84896"/>
                  <a:pt x="965310" y="81052"/>
                  <a:pt x="965970" y="76947"/>
                </a:cubicBezTo>
                <a:cubicBezTo>
                  <a:pt x="966630" y="72841"/>
                  <a:pt x="967661" y="68761"/>
                  <a:pt x="969064" y="64710"/>
                </a:cubicBezTo>
                <a:cubicBezTo>
                  <a:pt x="970467" y="60658"/>
                  <a:pt x="972241" y="56759"/>
                  <a:pt x="974386" y="53011"/>
                </a:cubicBezTo>
                <a:cubicBezTo>
                  <a:pt x="976531" y="49264"/>
                  <a:pt x="979103" y="45957"/>
                  <a:pt x="982101" y="43092"/>
                </a:cubicBezTo>
                <a:cubicBezTo>
                  <a:pt x="985099" y="40224"/>
                  <a:pt x="988537" y="37936"/>
                  <a:pt x="992415" y="36228"/>
                </a:cubicBezTo>
                <a:cubicBezTo>
                  <a:pt x="996293" y="34519"/>
                  <a:pt x="1000652" y="33665"/>
                  <a:pt x="1005493" y="33665"/>
                </a:cubicBezTo>
                <a:cubicBezTo>
                  <a:pt x="1007638" y="33665"/>
                  <a:pt x="1009687" y="33899"/>
                  <a:pt x="1011640" y="34369"/>
                </a:cubicBezTo>
                <a:cubicBezTo>
                  <a:pt x="1013593" y="34836"/>
                  <a:pt x="1015381" y="35470"/>
                  <a:pt x="1017003" y="36269"/>
                </a:cubicBezTo>
                <a:cubicBezTo>
                  <a:pt x="1018626" y="37068"/>
                  <a:pt x="1020097" y="38020"/>
                  <a:pt x="1021418" y="39123"/>
                </a:cubicBezTo>
                <a:cubicBezTo>
                  <a:pt x="1022738" y="40225"/>
                  <a:pt x="1023865" y="41383"/>
                  <a:pt x="1024801" y="42597"/>
                </a:cubicBezTo>
                <a:lnTo>
                  <a:pt x="1032639" y="3716"/>
                </a:lnTo>
                <a:cubicBezTo>
                  <a:pt x="1032749" y="3166"/>
                  <a:pt x="1032997" y="2670"/>
                  <a:pt x="1033382" y="2230"/>
                </a:cubicBezTo>
                <a:cubicBezTo>
                  <a:pt x="1033767" y="1789"/>
                  <a:pt x="1034386" y="1416"/>
                  <a:pt x="1035238" y="1114"/>
                </a:cubicBezTo>
                <a:cubicBezTo>
                  <a:pt x="1036091" y="811"/>
                  <a:pt x="1037191" y="578"/>
                  <a:pt x="1038539" y="413"/>
                </a:cubicBezTo>
                <a:cubicBezTo>
                  <a:pt x="1039886" y="248"/>
                  <a:pt x="1041578" y="165"/>
                  <a:pt x="1043613" y="165"/>
                </a:cubicBezTo>
                <a:cubicBezTo>
                  <a:pt x="1045648" y="165"/>
                  <a:pt x="1047312" y="248"/>
                  <a:pt x="1048605" y="413"/>
                </a:cubicBezTo>
                <a:cubicBezTo>
                  <a:pt x="1049898" y="578"/>
                  <a:pt x="1050902" y="811"/>
                  <a:pt x="1051617" y="1114"/>
                </a:cubicBezTo>
                <a:cubicBezTo>
                  <a:pt x="1052332" y="1416"/>
                  <a:pt x="1052800" y="1789"/>
                  <a:pt x="1053020" y="2230"/>
                </a:cubicBezTo>
                <a:cubicBezTo>
                  <a:pt x="1053240" y="2670"/>
                  <a:pt x="1053295" y="3166"/>
                  <a:pt x="1053185" y="3716"/>
                </a:cubicBezTo>
                <a:lnTo>
                  <a:pt x="1031567" y="112205"/>
                </a:lnTo>
                <a:moveTo>
                  <a:pt x="1021253" y="60525"/>
                </a:moveTo>
                <a:cubicBezTo>
                  <a:pt x="1019327" y="57486"/>
                  <a:pt x="1017196" y="55193"/>
                  <a:pt x="1014858" y="53645"/>
                </a:cubicBezTo>
                <a:cubicBezTo>
                  <a:pt x="1012520" y="52097"/>
                  <a:pt x="1009811" y="51322"/>
                  <a:pt x="1006731" y="51322"/>
                </a:cubicBezTo>
                <a:cubicBezTo>
                  <a:pt x="1004475" y="51322"/>
                  <a:pt x="1002399" y="51859"/>
                  <a:pt x="1000501" y="52934"/>
                </a:cubicBezTo>
                <a:cubicBezTo>
                  <a:pt x="998603" y="54008"/>
                  <a:pt x="996898" y="55441"/>
                  <a:pt x="995385" y="57232"/>
                </a:cubicBezTo>
                <a:cubicBezTo>
                  <a:pt x="993872" y="59023"/>
                  <a:pt x="992552" y="61118"/>
                  <a:pt x="991425" y="63516"/>
                </a:cubicBezTo>
                <a:cubicBezTo>
                  <a:pt x="990297" y="65912"/>
                  <a:pt x="989362" y="68433"/>
                  <a:pt x="988619" y="71079"/>
                </a:cubicBezTo>
                <a:cubicBezTo>
                  <a:pt x="987877" y="73722"/>
                  <a:pt x="987313" y="76367"/>
                  <a:pt x="986928" y="79013"/>
                </a:cubicBezTo>
                <a:cubicBezTo>
                  <a:pt x="986543" y="81656"/>
                  <a:pt x="986350" y="84164"/>
                  <a:pt x="986350" y="86534"/>
                </a:cubicBezTo>
                <a:cubicBezTo>
                  <a:pt x="986350" y="90721"/>
                  <a:pt x="987038" y="93876"/>
                  <a:pt x="988413" y="95997"/>
                </a:cubicBezTo>
                <a:cubicBezTo>
                  <a:pt x="989788" y="98118"/>
                  <a:pt x="991961" y="99179"/>
                  <a:pt x="994931" y="99179"/>
                </a:cubicBezTo>
                <a:cubicBezTo>
                  <a:pt x="997352" y="99179"/>
                  <a:pt x="999827" y="98450"/>
                  <a:pt x="1002357" y="96992"/>
                </a:cubicBezTo>
                <a:cubicBezTo>
                  <a:pt x="1004888" y="95535"/>
                  <a:pt x="1007253" y="93582"/>
                  <a:pt x="1009453" y="91134"/>
                </a:cubicBezTo>
                <a:cubicBezTo>
                  <a:pt x="1011654" y="88684"/>
                  <a:pt x="1013593" y="85796"/>
                  <a:pt x="1015270" y="82468"/>
                </a:cubicBezTo>
                <a:cubicBezTo>
                  <a:pt x="1016948" y="79138"/>
                  <a:pt x="1018172" y="75575"/>
                  <a:pt x="1018942" y="71777"/>
                </a:cubicBezTo>
                <a:lnTo>
                  <a:pt x="1021253" y="60525"/>
                </a:lnTo>
                <a:close/>
                <a:moveTo>
                  <a:pt x="1120625" y="112133"/>
                </a:moveTo>
                <a:cubicBezTo>
                  <a:pt x="1120515" y="112683"/>
                  <a:pt x="1120281" y="113165"/>
                  <a:pt x="1119924" y="113577"/>
                </a:cubicBezTo>
                <a:cubicBezTo>
                  <a:pt x="1119566" y="113990"/>
                  <a:pt x="1119016" y="114320"/>
                  <a:pt x="1118274" y="114567"/>
                </a:cubicBezTo>
                <a:cubicBezTo>
                  <a:pt x="1117531" y="114815"/>
                  <a:pt x="1116582" y="115007"/>
                  <a:pt x="1115427" y="115145"/>
                </a:cubicBezTo>
                <a:cubicBezTo>
                  <a:pt x="1114272" y="115282"/>
                  <a:pt x="1112842" y="115351"/>
                  <a:pt x="1111136" y="115351"/>
                </a:cubicBezTo>
                <a:cubicBezTo>
                  <a:pt x="1109431" y="115351"/>
                  <a:pt x="1108042" y="115282"/>
                  <a:pt x="1106970" y="115145"/>
                </a:cubicBezTo>
                <a:cubicBezTo>
                  <a:pt x="1105897" y="115007"/>
                  <a:pt x="1105058" y="114815"/>
                  <a:pt x="1104453" y="114567"/>
                </a:cubicBezTo>
                <a:cubicBezTo>
                  <a:pt x="1103848" y="114320"/>
                  <a:pt x="1103449" y="113990"/>
                  <a:pt x="1103257" y="113577"/>
                </a:cubicBezTo>
                <a:cubicBezTo>
                  <a:pt x="1103064" y="113165"/>
                  <a:pt x="1103050" y="112683"/>
                  <a:pt x="1103215" y="112133"/>
                </a:cubicBezTo>
                <a:lnTo>
                  <a:pt x="1105443" y="100169"/>
                </a:lnTo>
                <a:cubicBezTo>
                  <a:pt x="1104343" y="102105"/>
                  <a:pt x="1102830" y="104054"/>
                  <a:pt x="1100905" y="106017"/>
                </a:cubicBezTo>
                <a:cubicBezTo>
                  <a:pt x="1098980" y="107978"/>
                  <a:pt x="1096766" y="109775"/>
                  <a:pt x="1094263" y="111406"/>
                </a:cubicBezTo>
                <a:cubicBezTo>
                  <a:pt x="1091760" y="113036"/>
                  <a:pt x="1089051" y="114348"/>
                  <a:pt x="1086135" y="115343"/>
                </a:cubicBezTo>
                <a:cubicBezTo>
                  <a:pt x="1083220" y="116339"/>
                  <a:pt x="1080222" y="116836"/>
                  <a:pt x="1077142" y="116836"/>
                </a:cubicBezTo>
                <a:cubicBezTo>
                  <a:pt x="1073291" y="116836"/>
                  <a:pt x="1070032" y="116298"/>
                  <a:pt x="1067364" y="115222"/>
                </a:cubicBezTo>
                <a:cubicBezTo>
                  <a:pt x="1064696" y="114148"/>
                  <a:pt x="1062551" y="112687"/>
                  <a:pt x="1060928" y="110839"/>
                </a:cubicBezTo>
                <a:cubicBezTo>
                  <a:pt x="1059305" y="108991"/>
                  <a:pt x="1058123" y="106772"/>
                  <a:pt x="1057380" y="104181"/>
                </a:cubicBezTo>
                <a:cubicBezTo>
                  <a:pt x="1056637" y="101589"/>
                  <a:pt x="1056266" y="98776"/>
                  <a:pt x="1056266" y="95742"/>
                </a:cubicBezTo>
                <a:cubicBezTo>
                  <a:pt x="1056266" y="93868"/>
                  <a:pt x="1056390" y="91952"/>
                  <a:pt x="1056637" y="89994"/>
                </a:cubicBezTo>
                <a:cubicBezTo>
                  <a:pt x="1056885" y="88036"/>
                  <a:pt x="1057201" y="86037"/>
                  <a:pt x="1057586" y="83997"/>
                </a:cubicBezTo>
                <a:lnTo>
                  <a:pt x="1066663" y="38368"/>
                </a:lnTo>
                <a:cubicBezTo>
                  <a:pt x="1066773" y="37818"/>
                  <a:pt x="1067034" y="37336"/>
                  <a:pt x="1067447" y="36924"/>
                </a:cubicBezTo>
                <a:cubicBezTo>
                  <a:pt x="1067859" y="36511"/>
                  <a:pt x="1068492" y="36181"/>
                  <a:pt x="1069344" y="35934"/>
                </a:cubicBezTo>
                <a:cubicBezTo>
                  <a:pt x="1070197" y="35686"/>
                  <a:pt x="1071311" y="35494"/>
                  <a:pt x="1072686" y="35356"/>
                </a:cubicBezTo>
                <a:cubicBezTo>
                  <a:pt x="1074061" y="35219"/>
                  <a:pt x="1075739" y="35150"/>
                  <a:pt x="1077719" y="35150"/>
                </a:cubicBezTo>
                <a:cubicBezTo>
                  <a:pt x="1079754" y="35150"/>
                  <a:pt x="1081418" y="35219"/>
                  <a:pt x="1082711" y="35356"/>
                </a:cubicBezTo>
                <a:cubicBezTo>
                  <a:pt x="1084004" y="35494"/>
                  <a:pt x="1085008" y="35686"/>
                  <a:pt x="1085723" y="35934"/>
                </a:cubicBezTo>
                <a:cubicBezTo>
                  <a:pt x="1086438" y="36181"/>
                  <a:pt x="1086919" y="36511"/>
                  <a:pt x="1087167" y="36924"/>
                </a:cubicBezTo>
                <a:cubicBezTo>
                  <a:pt x="1087414" y="37336"/>
                  <a:pt x="1087483" y="37818"/>
                  <a:pt x="1087373" y="38368"/>
                </a:cubicBezTo>
                <a:lnTo>
                  <a:pt x="1078627" y="82594"/>
                </a:lnTo>
                <a:cubicBezTo>
                  <a:pt x="1078352" y="83804"/>
                  <a:pt x="1078146" y="85069"/>
                  <a:pt x="1078008" y="86390"/>
                </a:cubicBezTo>
                <a:cubicBezTo>
                  <a:pt x="1077870" y="87710"/>
                  <a:pt x="1077802" y="88975"/>
                  <a:pt x="1077802" y="90185"/>
                </a:cubicBezTo>
                <a:cubicBezTo>
                  <a:pt x="1077802" y="91505"/>
                  <a:pt x="1077925" y="92702"/>
                  <a:pt x="1078173" y="93774"/>
                </a:cubicBezTo>
                <a:cubicBezTo>
                  <a:pt x="1078421" y="94847"/>
                  <a:pt x="1078819" y="95768"/>
                  <a:pt x="1079369" y="96539"/>
                </a:cubicBezTo>
                <a:cubicBezTo>
                  <a:pt x="1079920" y="97309"/>
                  <a:pt x="1080621" y="97886"/>
                  <a:pt x="1081473" y="98271"/>
                </a:cubicBezTo>
                <a:cubicBezTo>
                  <a:pt x="1082326" y="98656"/>
                  <a:pt x="1083357" y="98849"/>
                  <a:pt x="1084568" y="98849"/>
                </a:cubicBezTo>
                <a:cubicBezTo>
                  <a:pt x="1086823" y="98849"/>
                  <a:pt x="1089175" y="98120"/>
                  <a:pt x="1091622" y="96662"/>
                </a:cubicBezTo>
                <a:cubicBezTo>
                  <a:pt x="1094070" y="95205"/>
                  <a:pt x="1096394" y="93197"/>
                  <a:pt x="1098595" y="90639"/>
                </a:cubicBezTo>
                <a:cubicBezTo>
                  <a:pt x="1100795" y="88081"/>
                  <a:pt x="1102761" y="85056"/>
                  <a:pt x="1104494" y="81563"/>
                </a:cubicBezTo>
                <a:cubicBezTo>
                  <a:pt x="1106227" y="78070"/>
                  <a:pt x="1107533" y="74288"/>
                  <a:pt x="1108414" y="70217"/>
                </a:cubicBezTo>
                <a:lnTo>
                  <a:pt x="1114684" y="38368"/>
                </a:lnTo>
                <a:cubicBezTo>
                  <a:pt x="1114739" y="37818"/>
                  <a:pt x="1114987" y="37336"/>
                  <a:pt x="1115427" y="36924"/>
                </a:cubicBezTo>
                <a:cubicBezTo>
                  <a:pt x="1115867" y="36511"/>
                  <a:pt x="1116513" y="36181"/>
                  <a:pt x="1117366" y="35934"/>
                </a:cubicBezTo>
                <a:cubicBezTo>
                  <a:pt x="1118219" y="35686"/>
                  <a:pt x="1119333" y="35494"/>
                  <a:pt x="1120708" y="35356"/>
                </a:cubicBezTo>
                <a:cubicBezTo>
                  <a:pt x="1122083" y="35219"/>
                  <a:pt x="1123761" y="35150"/>
                  <a:pt x="1125741" y="35150"/>
                </a:cubicBezTo>
                <a:cubicBezTo>
                  <a:pt x="1127776" y="35150"/>
                  <a:pt x="1129440" y="35219"/>
                  <a:pt x="1130733" y="35356"/>
                </a:cubicBezTo>
                <a:cubicBezTo>
                  <a:pt x="1132026" y="35494"/>
                  <a:pt x="1133043" y="35686"/>
                  <a:pt x="1133786" y="35934"/>
                </a:cubicBezTo>
                <a:cubicBezTo>
                  <a:pt x="1134528" y="36181"/>
                  <a:pt x="1135010" y="36511"/>
                  <a:pt x="1135230" y="36924"/>
                </a:cubicBezTo>
                <a:cubicBezTo>
                  <a:pt x="1135450" y="37336"/>
                  <a:pt x="1135505" y="37818"/>
                  <a:pt x="1135395" y="38368"/>
                </a:cubicBezTo>
                <a:lnTo>
                  <a:pt x="1120625" y="112133"/>
                </a:lnTo>
                <a:close/>
                <a:moveTo>
                  <a:pt x="1162152" y="112051"/>
                </a:moveTo>
                <a:cubicBezTo>
                  <a:pt x="1162042" y="112601"/>
                  <a:pt x="1161781" y="113082"/>
                  <a:pt x="1161368" y="113495"/>
                </a:cubicBezTo>
                <a:cubicBezTo>
                  <a:pt x="1160956" y="113907"/>
                  <a:pt x="1160337" y="114251"/>
                  <a:pt x="1159512" y="114526"/>
                </a:cubicBezTo>
                <a:cubicBezTo>
                  <a:pt x="1158687" y="114801"/>
                  <a:pt x="1157587" y="115007"/>
                  <a:pt x="1156211" y="115145"/>
                </a:cubicBezTo>
                <a:cubicBezTo>
                  <a:pt x="1154836" y="115282"/>
                  <a:pt x="1153158" y="115351"/>
                  <a:pt x="1151178" y="115351"/>
                </a:cubicBezTo>
                <a:cubicBezTo>
                  <a:pt x="1149088" y="115351"/>
                  <a:pt x="1147396" y="115282"/>
                  <a:pt x="1146104" y="115145"/>
                </a:cubicBezTo>
                <a:cubicBezTo>
                  <a:pt x="1144811" y="115007"/>
                  <a:pt x="1143807" y="114801"/>
                  <a:pt x="1143092" y="114526"/>
                </a:cubicBezTo>
                <a:cubicBezTo>
                  <a:pt x="1142377" y="114251"/>
                  <a:pt x="1141896" y="113907"/>
                  <a:pt x="1141648" y="113495"/>
                </a:cubicBezTo>
                <a:cubicBezTo>
                  <a:pt x="1141401" y="113082"/>
                  <a:pt x="1141332" y="112601"/>
                  <a:pt x="1141442" y="112051"/>
                </a:cubicBezTo>
                <a:lnTo>
                  <a:pt x="1163142" y="3548"/>
                </a:lnTo>
                <a:cubicBezTo>
                  <a:pt x="1163252" y="2998"/>
                  <a:pt x="1163500" y="2503"/>
                  <a:pt x="1163885" y="2063"/>
                </a:cubicBezTo>
                <a:cubicBezTo>
                  <a:pt x="1164270" y="1623"/>
                  <a:pt x="1164903" y="1251"/>
                  <a:pt x="1165783" y="949"/>
                </a:cubicBezTo>
                <a:cubicBezTo>
                  <a:pt x="1166663" y="646"/>
                  <a:pt x="1167777" y="413"/>
                  <a:pt x="1169124" y="248"/>
                </a:cubicBezTo>
                <a:cubicBezTo>
                  <a:pt x="1170472" y="83"/>
                  <a:pt x="1172164" y="0"/>
                  <a:pt x="1174199" y="0"/>
                </a:cubicBezTo>
                <a:cubicBezTo>
                  <a:pt x="1176234" y="0"/>
                  <a:pt x="1177898" y="83"/>
                  <a:pt x="1179191" y="248"/>
                </a:cubicBezTo>
                <a:cubicBezTo>
                  <a:pt x="1180484" y="413"/>
                  <a:pt x="1181487" y="646"/>
                  <a:pt x="1182203" y="949"/>
                </a:cubicBezTo>
                <a:cubicBezTo>
                  <a:pt x="1182918" y="1251"/>
                  <a:pt x="1183385" y="1623"/>
                  <a:pt x="1183605" y="2063"/>
                </a:cubicBezTo>
                <a:cubicBezTo>
                  <a:pt x="1183825" y="2503"/>
                  <a:pt x="1183880" y="2998"/>
                  <a:pt x="1183770" y="3548"/>
                </a:cubicBezTo>
                <a:lnTo>
                  <a:pt x="1162152" y="112051"/>
                </a:lnTo>
                <a:close/>
                <a:moveTo>
                  <a:pt x="1259664" y="54576"/>
                </a:moveTo>
                <a:cubicBezTo>
                  <a:pt x="1259664" y="58544"/>
                  <a:pt x="1258770" y="62112"/>
                  <a:pt x="1256983" y="65282"/>
                </a:cubicBezTo>
                <a:cubicBezTo>
                  <a:pt x="1255195" y="68450"/>
                  <a:pt x="1252417" y="71178"/>
                  <a:pt x="1248649" y="73466"/>
                </a:cubicBezTo>
                <a:cubicBezTo>
                  <a:pt x="1244881" y="75753"/>
                  <a:pt x="1240095" y="77502"/>
                  <a:pt x="1234292" y="78713"/>
                </a:cubicBezTo>
                <a:cubicBezTo>
                  <a:pt x="1228489" y="79925"/>
                  <a:pt x="1221571" y="80531"/>
                  <a:pt x="1213540" y="80531"/>
                </a:cubicBezTo>
                <a:lnTo>
                  <a:pt x="1205949" y="80531"/>
                </a:lnTo>
                <a:cubicBezTo>
                  <a:pt x="1205729" y="81796"/>
                  <a:pt x="1205564" y="83048"/>
                  <a:pt x="1205454" y="84286"/>
                </a:cubicBezTo>
                <a:cubicBezTo>
                  <a:pt x="1205344" y="85523"/>
                  <a:pt x="1205289" y="86665"/>
                  <a:pt x="1205289" y="87710"/>
                </a:cubicBezTo>
                <a:cubicBezTo>
                  <a:pt x="1205289" y="92165"/>
                  <a:pt x="1206444" y="95521"/>
                  <a:pt x="1208755" y="97776"/>
                </a:cubicBezTo>
                <a:cubicBezTo>
                  <a:pt x="1211065" y="100032"/>
                  <a:pt x="1214778" y="101159"/>
                  <a:pt x="1219894" y="101159"/>
                </a:cubicBezTo>
                <a:cubicBezTo>
                  <a:pt x="1223524" y="101159"/>
                  <a:pt x="1226783" y="100894"/>
                  <a:pt x="1229671" y="100362"/>
                </a:cubicBezTo>
                <a:cubicBezTo>
                  <a:pt x="1232559" y="99831"/>
                  <a:pt x="1235090" y="99244"/>
                  <a:pt x="1237262" y="98601"/>
                </a:cubicBezTo>
                <a:cubicBezTo>
                  <a:pt x="1239435" y="97958"/>
                  <a:pt x="1241237" y="97371"/>
                  <a:pt x="1242667" y="96840"/>
                </a:cubicBezTo>
                <a:cubicBezTo>
                  <a:pt x="1244097" y="96309"/>
                  <a:pt x="1245142" y="96043"/>
                  <a:pt x="1245802" y="96043"/>
                </a:cubicBezTo>
                <a:cubicBezTo>
                  <a:pt x="1246462" y="96043"/>
                  <a:pt x="1246930" y="96238"/>
                  <a:pt x="1247205" y="96626"/>
                </a:cubicBezTo>
                <a:cubicBezTo>
                  <a:pt x="1247480" y="97015"/>
                  <a:pt x="1247618" y="97624"/>
                  <a:pt x="1247618" y="98454"/>
                </a:cubicBezTo>
                <a:cubicBezTo>
                  <a:pt x="1247618" y="99398"/>
                  <a:pt x="1247535" y="100480"/>
                  <a:pt x="1247370" y="101701"/>
                </a:cubicBezTo>
                <a:cubicBezTo>
                  <a:pt x="1247205" y="102919"/>
                  <a:pt x="1246971" y="104125"/>
                  <a:pt x="1246669" y="105318"/>
                </a:cubicBezTo>
                <a:cubicBezTo>
                  <a:pt x="1246366" y="106510"/>
                  <a:pt x="1245981" y="107632"/>
                  <a:pt x="1245514" y="108686"/>
                </a:cubicBezTo>
                <a:cubicBezTo>
                  <a:pt x="1245046" y="109740"/>
                  <a:pt x="1244510" y="110543"/>
                  <a:pt x="1243905" y="111097"/>
                </a:cubicBezTo>
                <a:cubicBezTo>
                  <a:pt x="1243245" y="111762"/>
                  <a:pt x="1242034" y="112428"/>
                  <a:pt x="1240274" y="113095"/>
                </a:cubicBezTo>
                <a:cubicBezTo>
                  <a:pt x="1238514" y="113760"/>
                  <a:pt x="1236396" y="114370"/>
                  <a:pt x="1233921" y="114923"/>
                </a:cubicBezTo>
                <a:cubicBezTo>
                  <a:pt x="1231445" y="115478"/>
                  <a:pt x="1228667" y="115936"/>
                  <a:pt x="1225587" y="116295"/>
                </a:cubicBezTo>
                <a:cubicBezTo>
                  <a:pt x="1222507" y="116656"/>
                  <a:pt x="1219371" y="116836"/>
                  <a:pt x="1216181" y="116836"/>
                </a:cubicBezTo>
                <a:cubicBezTo>
                  <a:pt x="1210900" y="116836"/>
                  <a:pt x="1206293" y="116285"/>
                  <a:pt x="1202360" y="115181"/>
                </a:cubicBezTo>
                <a:cubicBezTo>
                  <a:pt x="1198427" y="114079"/>
                  <a:pt x="1195140" y="112399"/>
                  <a:pt x="1192500" y="110140"/>
                </a:cubicBezTo>
                <a:cubicBezTo>
                  <a:pt x="1189860" y="107880"/>
                  <a:pt x="1187879" y="104999"/>
                  <a:pt x="1186559" y="101500"/>
                </a:cubicBezTo>
                <a:cubicBezTo>
                  <a:pt x="1185239" y="98000"/>
                  <a:pt x="1184579" y="93853"/>
                  <a:pt x="1184579" y="89058"/>
                </a:cubicBezTo>
                <a:cubicBezTo>
                  <a:pt x="1184579" y="85364"/>
                  <a:pt x="1184923" y="81410"/>
                  <a:pt x="1185610" y="77195"/>
                </a:cubicBezTo>
                <a:cubicBezTo>
                  <a:pt x="1186298" y="72978"/>
                  <a:pt x="1187412" y="68816"/>
                  <a:pt x="1188952" y="64710"/>
                </a:cubicBezTo>
                <a:cubicBezTo>
                  <a:pt x="1190492" y="60603"/>
                  <a:pt x="1192472" y="56676"/>
                  <a:pt x="1194893" y="52929"/>
                </a:cubicBezTo>
                <a:cubicBezTo>
                  <a:pt x="1197313" y="49181"/>
                  <a:pt x="1200242" y="45888"/>
                  <a:pt x="1203680" y="43050"/>
                </a:cubicBezTo>
                <a:cubicBezTo>
                  <a:pt x="1207118" y="40211"/>
                  <a:pt x="1211092" y="37936"/>
                  <a:pt x="1215603" y="36228"/>
                </a:cubicBezTo>
                <a:cubicBezTo>
                  <a:pt x="1220114" y="34519"/>
                  <a:pt x="1225257" y="33665"/>
                  <a:pt x="1231033" y="33665"/>
                </a:cubicBezTo>
                <a:cubicBezTo>
                  <a:pt x="1236038" y="33665"/>
                  <a:pt x="1240343" y="34257"/>
                  <a:pt x="1243946" y="35441"/>
                </a:cubicBezTo>
                <a:cubicBezTo>
                  <a:pt x="1247549" y="36626"/>
                  <a:pt x="1250506" y="38196"/>
                  <a:pt x="1252816" y="40152"/>
                </a:cubicBezTo>
                <a:cubicBezTo>
                  <a:pt x="1255126" y="42108"/>
                  <a:pt x="1256845" y="44341"/>
                  <a:pt x="1257973" y="46849"/>
                </a:cubicBezTo>
                <a:cubicBezTo>
                  <a:pt x="1259100" y="49357"/>
                  <a:pt x="1259664" y="51932"/>
                  <a:pt x="1259664" y="54576"/>
                </a:cubicBezTo>
                <a:moveTo>
                  <a:pt x="1239284" y="56157"/>
                </a:moveTo>
                <a:cubicBezTo>
                  <a:pt x="1239284" y="53967"/>
                  <a:pt x="1238418" y="52146"/>
                  <a:pt x="1236685" y="50696"/>
                </a:cubicBezTo>
                <a:cubicBezTo>
                  <a:pt x="1234952" y="49243"/>
                  <a:pt x="1232435" y="48517"/>
                  <a:pt x="1229135" y="48517"/>
                </a:cubicBezTo>
                <a:cubicBezTo>
                  <a:pt x="1226385" y="48517"/>
                  <a:pt x="1223923" y="49010"/>
                  <a:pt x="1221750" y="49997"/>
                </a:cubicBezTo>
                <a:cubicBezTo>
                  <a:pt x="1219577" y="50982"/>
                  <a:pt x="1217666" y="52310"/>
                  <a:pt x="1216016" y="53981"/>
                </a:cubicBezTo>
                <a:cubicBezTo>
                  <a:pt x="1214365" y="55650"/>
                  <a:pt x="1212949" y="57621"/>
                  <a:pt x="1211766" y="59896"/>
                </a:cubicBezTo>
                <a:cubicBezTo>
                  <a:pt x="1210584" y="62168"/>
                  <a:pt x="1209635" y="64591"/>
                  <a:pt x="1208920" y="67164"/>
                </a:cubicBezTo>
                <a:lnTo>
                  <a:pt x="1215851" y="67164"/>
                </a:lnTo>
                <a:cubicBezTo>
                  <a:pt x="1220251" y="67164"/>
                  <a:pt x="1223937" y="66877"/>
                  <a:pt x="1226907" y="66303"/>
                </a:cubicBezTo>
                <a:cubicBezTo>
                  <a:pt x="1229878" y="65727"/>
                  <a:pt x="1232270" y="64947"/>
                  <a:pt x="1234086" y="63962"/>
                </a:cubicBezTo>
                <a:cubicBezTo>
                  <a:pt x="1235901" y="62975"/>
                  <a:pt x="1237221" y="61811"/>
                  <a:pt x="1238046" y="60471"/>
                </a:cubicBezTo>
                <a:cubicBezTo>
                  <a:pt x="1238871" y="59128"/>
                  <a:pt x="1239284" y="57690"/>
                  <a:pt x="1239284" y="5615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02895-E2CB-46B3-A41E-0571B7C3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8021" y="2319127"/>
            <a:ext cx="671983" cy="126623"/>
          </a:xfrm>
          <a:custGeom xmlns:a="http://schemas.openxmlformats.org/drawingml/2006/main">
            <a:pathLst>
              <a:path w="671983" h="126623">
                <a:moveTo>
                  <a:pt x="0" y="42208"/>
                </a:moveTo>
                <a:lnTo>
                  <a:pt x="0" y="84415"/>
                </a:lnTo>
                <a:lnTo>
                  <a:pt x="545360" y="84415"/>
                </a:lnTo>
                <a:lnTo>
                  <a:pt x="545360" y="126623"/>
                </a:lnTo>
                <a:lnTo>
                  <a:pt x="671983" y="63311"/>
                </a:lnTo>
                <a:lnTo>
                  <a:pt x="545360" y="0"/>
                </a:lnTo>
                <a:lnTo>
                  <a:pt x="545360" y="42208"/>
                </a:lnTo>
                <a:lnTo>
                  <a:pt x="0" y="42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66bdf0081c4052"/>
          <a:stretch xmlns:a="http://schemas.openxmlformats.org/drawingml/2006/main"/>
        </p:blipFill>
        <p:spPr>
          <a:xfrm xmlns:a="http://schemas.openxmlformats.org/drawingml/2006/main">
            <a:off x="10326986" y="205180"/>
            <a:ext cx="1338260" cy="1137225"/>
          </a:xfrm>
          <a:prstGeom xmlns:a="http://schemas.openxmlformats.org/drawingml/2006/main" prst="rect">
            <a:avLst/>
          </a:prstGeom>
        </p:spPr>
      </p:pic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156F25-4EED-4CB7-94B7-61A4F5F6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2484" y="200883"/>
            <a:ext cx="1347226" cy="1145859"/>
          </a:xfrm>
          <a:custGeom xmlns:a="http://schemas.openxmlformats.org/drawingml/2006/main">
            <a:pathLst>
              <a:path w="1347226" h="1145859" fill="none">
                <a:moveTo>
                  <a:pt x="0" y="1145859"/>
                </a:moveTo>
                <a:lnTo>
                  <a:pt x="1347226" y="1145859"/>
                </a:lnTo>
                <a:lnTo>
                  <a:pt x="1347226" y="0"/>
                </a:lnTo>
                <a:lnTo>
                  <a:pt x="0" y="0"/>
                </a:lnTo>
                <a:lnTo>
                  <a:pt x="0" y="114585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33" cap="flat">
            <a:solidFill>
              <a:srgbClr val="A6CAEC"/>
            </a:solidFill>
            <a:round/>
          </a:ln>
        </p:spPr>
      </p:sp>
      <p:pic>
        <p:nvPicPr>
          <p:cNvPr id="5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9430858bd4c23"/>
          <a:stretch xmlns:a="http://schemas.openxmlformats.org/drawingml/2006/main"/>
        </p:blipFill>
        <p:spPr>
          <a:xfrm xmlns:a="http://schemas.openxmlformats.org/drawingml/2006/main">
            <a:off x="12815838" y="289389"/>
            <a:ext cx="1338593" cy="1004837"/>
          </a:xfrm>
          <a:prstGeom xmlns:a="http://schemas.openxmlformats.org/drawingml/2006/main" prst="rect">
            <a:avLst/>
          </a:prstGeom>
        </p:spPr>
      </p:pic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946976-F497-46AD-9E2D-9DD95044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502" y="284837"/>
            <a:ext cx="1347227" cy="1013902"/>
          </a:xfrm>
          <a:custGeom xmlns:a="http://schemas.openxmlformats.org/drawingml/2006/main">
            <a:pathLst>
              <a:path w="1347227" h="1013902" fill="none">
                <a:moveTo>
                  <a:pt x="0" y="1013902"/>
                </a:moveTo>
                <a:lnTo>
                  <a:pt x="1347227" y="1013902"/>
                </a:lnTo>
                <a:lnTo>
                  <a:pt x="1347227" y="0"/>
                </a:lnTo>
                <a:lnTo>
                  <a:pt x="0" y="0"/>
                </a:lnTo>
                <a:lnTo>
                  <a:pt x="0" y="101390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8633" cap="flat">
            <a:solidFill>
              <a:srgbClr val="A6CAEC"/>
            </a:solidFill>
            <a:round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2D42BC-DCE4-428B-9BF0-CD5A32A6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967" y="91987"/>
            <a:ext cx="8313547" cy="3419350"/>
          </a:xfrm>
          <a:custGeom xmlns:a="http://schemas.openxmlformats.org/drawingml/2006/main">
            <a:pathLst>
              <a:path w="8313547" h="3419350" fill="none">
                <a:moveTo>
                  <a:pt x="0" y="113577"/>
                </a:moveTo>
                <a:cubicBezTo>
                  <a:pt x="0" y="50841"/>
                  <a:pt x="50841" y="0"/>
                  <a:pt x="113577" y="0"/>
                </a:cubicBezTo>
                <a:lnTo>
                  <a:pt x="8199970" y="0"/>
                </a:lnTo>
                <a:cubicBezTo>
                  <a:pt x="8262706" y="0"/>
                  <a:pt x="8313547" y="50841"/>
                  <a:pt x="8313547" y="113577"/>
                </a:cubicBezTo>
                <a:lnTo>
                  <a:pt x="8313547" y="3305773"/>
                </a:lnTo>
                <a:cubicBezTo>
                  <a:pt x="8313547" y="3368509"/>
                  <a:pt x="8262706" y="3419350"/>
                  <a:pt x="8199970" y="3419350"/>
                </a:cubicBezTo>
                <a:lnTo>
                  <a:pt x="113577" y="3419350"/>
                </a:lnTo>
                <a:cubicBezTo>
                  <a:pt x="50841" y="3419350"/>
                  <a:pt x="0" y="3368509"/>
                  <a:pt x="0" y="3305773"/>
                </a:cubicBezTo>
                <a:lnTo>
                  <a:pt x="0" y="1135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7267" cap="flat">
            <a:solidFill>
              <a:srgbClr val="C00000"/>
            </a:solidFill>
            <a:custDash>
              <a:ds d="400000" sp="300000"/>
            </a:custDash>
            <a:miter/>
          </a:ln>
        </p:spPr>
      </p:sp>
      <p:sp>
        <p:nvSpPr>
          <p:cNvPr id="299" name="Text AutoBot">
            <a:extLst xmlns:a="http://schemas.openxmlformats.org/drawingml/2006/main">
              <a:ext uri="{FF2B5EF4-FFF2-40B4-BE49-F238E27FC236}">
                <a16:creationId xmlns:a16="http://schemas.microsoft.com/office/drawing/2014/main" id="{9C5AAB2C-747B-44AB-91B7-44CECFB9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04" y="3338270"/>
            <a:ext cx="640525" cy="119128"/>
          </a:xfrm>
          <a:custGeom xmlns:a="http://schemas.openxmlformats.org/drawingml/2006/main">
            <a:pathLst>
              <a:path w="640525" h="119128">
                <a:moveTo>
                  <a:pt x="106876" y="108120"/>
                </a:moveTo>
                <a:cubicBezTo>
                  <a:pt x="107176" y="110287"/>
                  <a:pt x="107311" y="112002"/>
                  <a:pt x="107281" y="113266"/>
                </a:cubicBezTo>
                <a:cubicBezTo>
                  <a:pt x="107251" y="114529"/>
                  <a:pt x="106831" y="115476"/>
                  <a:pt x="106022" y="116108"/>
                </a:cubicBezTo>
                <a:cubicBezTo>
                  <a:pt x="105212" y="116740"/>
                  <a:pt x="103877" y="117131"/>
                  <a:pt x="102018" y="117281"/>
                </a:cubicBezTo>
                <a:cubicBezTo>
                  <a:pt x="100158" y="117433"/>
                  <a:pt x="97609" y="117508"/>
                  <a:pt x="94370" y="117508"/>
                </a:cubicBezTo>
                <a:cubicBezTo>
                  <a:pt x="92090" y="117508"/>
                  <a:pt x="90231" y="117463"/>
                  <a:pt x="88791" y="117373"/>
                </a:cubicBezTo>
                <a:cubicBezTo>
                  <a:pt x="87352" y="117284"/>
                  <a:pt x="86242" y="117119"/>
                  <a:pt x="85462" y="116879"/>
                </a:cubicBezTo>
                <a:cubicBezTo>
                  <a:pt x="84682" y="116637"/>
                  <a:pt x="84142" y="116275"/>
                  <a:pt x="83842" y="115793"/>
                </a:cubicBezTo>
                <a:cubicBezTo>
                  <a:pt x="83543" y="115312"/>
                  <a:pt x="83363" y="114650"/>
                  <a:pt x="83303" y="113808"/>
                </a:cubicBezTo>
                <a:lnTo>
                  <a:pt x="80153" y="90336"/>
                </a:lnTo>
                <a:lnTo>
                  <a:pt x="36425" y="90336"/>
                </a:lnTo>
                <a:lnTo>
                  <a:pt x="24368" y="113266"/>
                </a:lnTo>
                <a:cubicBezTo>
                  <a:pt x="23949" y="114107"/>
                  <a:pt x="23469" y="114815"/>
                  <a:pt x="22929" y="115388"/>
                </a:cubicBezTo>
                <a:cubicBezTo>
                  <a:pt x="22389" y="115960"/>
                  <a:pt x="21609" y="116397"/>
                  <a:pt x="20589" y="116699"/>
                </a:cubicBezTo>
                <a:cubicBezTo>
                  <a:pt x="19570" y="116999"/>
                  <a:pt x="18205" y="117209"/>
                  <a:pt x="16496" y="117328"/>
                </a:cubicBezTo>
                <a:cubicBezTo>
                  <a:pt x="14786" y="117448"/>
                  <a:pt x="12642" y="117508"/>
                  <a:pt x="10062" y="117508"/>
                </a:cubicBezTo>
                <a:cubicBezTo>
                  <a:pt x="7303" y="117508"/>
                  <a:pt x="5159" y="117418"/>
                  <a:pt x="3629" y="117236"/>
                </a:cubicBezTo>
                <a:cubicBezTo>
                  <a:pt x="2099" y="117056"/>
                  <a:pt x="1080" y="116620"/>
                  <a:pt x="570" y="115928"/>
                </a:cubicBezTo>
                <a:cubicBezTo>
                  <a:pt x="60" y="115237"/>
                  <a:pt x="0" y="114259"/>
                  <a:pt x="390" y="112996"/>
                </a:cubicBezTo>
                <a:cubicBezTo>
                  <a:pt x="780" y="111732"/>
                  <a:pt x="1545" y="110047"/>
                  <a:pt x="2684" y="107940"/>
                </a:cubicBezTo>
                <a:lnTo>
                  <a:pt x="59189" y="4673"/>
                </a:lnTo>
                <a:cubicBezTo>
                  <a:pt x="59789" y="3655"/>
                  <a:pt x="60389" y="2831"/>
                  <a:pt x="60989" y="2202"/>
                </a:cubicBezTo>
                <a:cubicBezTo>
                  <a:pt x="61588" y="1572"/>
                  <a:pt x="62443" y="1093"/>
                  <a:pt x="63553" y="765"/>
                </a:cubicBezTo>
                <a:cubicBezTo>
                  <a:pt x="64663" y="435"/>
                  <a:pt x="66162" y="225"/>
                  <a:pt x="68052" y="135"/>
                </a:cubicBezTo>
                <a:cubicBezTo>
                  <a:pt x="69941" y="45"/>
                  <a:pt x="72416" y="0"/>
                  <a:pt x="75475" y="0"/>
                </a:cubicBezTo>
                <a:cubicBezTo>
                  <a:pt x="79014" y="0"/>
                  <a:pt x="81818" y="45"/>
                  <a:pt x="83887" y="135"/>
                </a:cubicBezTo>
                <a:cubicBezTo>
                  <a:pt x="85957" y="225"/>
                  <a:pt x="87561" y="435"/>
                  <a:pt x="88701" y="765"/>
                </a:cubicBezTo>
                <a:cubicBezTo>
                  <a:pt x="89841" y="1093"/>
                  <a:pt x="90591" y="1587"/>
                  <a:pt x="90951" y="2247"/>
                </a:cubicBezTo>
                <a:cubicBezTo>
                  <a:pt x="91310" y="2906"/>
                  <a:pt x="91550" y="3805"/>
                  <a:pt x="91670" y="4943"/>
                </a:cubicBezTo>
                <a:lnTo>
                  <a:pt x="106876" y="108120"/>
                </a:lnTo>
                <a:moveTo>
                  <a:pt x="71516" y="22741"/>
                </a:moveTo>
                <a:lnTo>
                  <a:pt x="71426" y="22741"/>
                </a:lnTo>
                <a:lnTo>
                  <a:pt x="45423" y="72161"/>
                </a:lnTo>
                <a:lnTo>
                  <a:pt x="78174" y="72161"/>
                </a:lnTo>
                <a:lnTo>
                  <a:pt x="71516" y="22741"/>
                </a:lnTo>
                <a:close/>
                <a:moveTo>
                  <a:pt x="195240" y="113999"/>
                </a:moveTo>
                <a:cubicBezTo>
                  <a:pt x="195120" y="114599"/>
                  <a:pt x="194865" y="115124"/>
                  <a:pt x="194475" y="115574"/>
                </a:cubicBezTo>
                <a:cubicBezTo>
                  <a:pt x="194086" y="116024"/>
                  <a:pt x="193486" y="116384"/>
                  <a:pt x="192676" y="116654"/>
                </a:cubicBezTo>
                <a:cubicBezTo>
                  <a:pt x="191866" y="116924"/>
                  <a:pt x="190831" y="117134"/>
                  <a:pt x="189572" y="117284"/>
                </a:cubicBezTo>
                <a:cubicBezTo>
                  <a:pt x="188312" y="117433"/>
                  <a:pt x="186753" y="117508"/>
                  <a:pt x="184893" y="117508"/>
                </a:cubicBezTo>
                <a:cubicBezTo>
                  <a:pt x="183034" y="117508"/>
                  <a:pt x="181519" y="117433"/>
                  <a:pt x="180349" y="117284"/>
                </a:cubicBezTo>
                <a:cubicBezTo>
                  <a:pt x="179180" y="117134"/>
                  <a:pt x="178265" y="116924"/>
                  <a:pt x="177605" y="116654"/>
                </a:cubicBezTo>
                <a:cubicBezTo>
                  <a:pt x="176945" y="116384"/>
                  <a:pt x="176510" y="116024"/>
                  <a:pt x="176300" y="115574"/>
                </a:cubicBezTo>
                <a:cubicBezTo>
                  <a:pt x="176090" y="115124"/>
                  <a:pt x="176075" y="114599"/>
                  <a:pt x="176255" y="113999"/>
                </a:cubicBezTo>
                <a:lnTo>
                  <a:pt x="178685" y="100953"/>
                </a:lnTo>
                <a:cubicBezTo>
                  <a:pt x="177485" y="103064"/>
                  <a:pt x="175835" y="105189"/>
                  <a:pt x="173736" y="107330"/>
                </a:cubicBezTo>
                <a:cubicBezTo>
                  <a:pt x="171637" y="109469"/>
                  <a:pt x="169222" y="111428"/>
                  <a:pt x="166493" y="113206"/>
                </a:cubicBezTo>
                <a:cubicBezTo>
                  <a:pt x="163764" y="114984"/>
                  <a:pt x="160809" y="116415"/>
                  <a:pt x="157630" y="117500"/>
                </a:cubicBezTo>
                <a:cubicBezTo>
                  <a:pt x="154451" y="118585"/>
                  <a:pt x="151182" y="119128"/>
                  <a:pt x="147823" y="119128"/>
                </a:cubicBezTo>
                <a:cubicBezTo>
                  <a:pt x="143624" y="119128"/>
                  <a:pt x="140070" y="118541"/>
                  <a:pt x="137161" y="117368"/>
                </a:cubicBezTo>
                <a:cubicBezTo>
                  <a:pt x="134252" y="116196"/>
                  <a:pt x="131912" y="114603"/>
                  <a:pt x="130143" y="112588"/>
                </a:cubicBezTo>
                <a:cubicBezTo>
                  <a:pt x="128373" y="110573"/>
                  <a:pt x="127084" y="108153"/>
                  <a:pt x="126274" y="105328"/>
                </a:cubicBezTo>
                <a:cubicBezTo>
                  <a:pt x="125464" y="102501"/>
                  <a:pt x="125059" y="99434"/>
                  <a:pt x="125059" y="96125"/>
                </a:cubicBezTo>
                <a:cubicBezTo>
                  <a:pt x="125059" y="94082"/>
                  <a:pt x="125194" y="91993"/>
                  <a:pt x="125464" y="89858"/>
                </a:cubicBezTo>
                <a:cubicBezTo>
                  <a:pt x="125734" y="87723"/>
                  <a:pt x="126079" y="85543"/>
                  <a:pt x="126499" y="83318"/>
                </a:cubicBezTo>
                <a:lnTo>
                  <a:pt x="136396" y="33561"/>
                </a:lnTo>
                <a:cubicBezTo>
                  <a:pt x="136516" y="32961"/>
                  <a:pt x="136801" y="32436"/>
                  <a:pt x="137251" y="31986"/>
                </a:cubicBezTo>
                <a:cubicBezTo>
                  <a:pt x="137701" y="31537"/>
                  <a:pt x="138390" y="31177"/>
                  <a:pt x="139320" y="30907"/>
                </a:cubicBezTo>
                <a:cubicBezTo>
                  <a:pt x="140250" y="30637"/>
                  <a:pt x="141465" y="30427"/>
                  <a:pt x="142964" y="30277"/>
                </a:cubicBezTo>
                <a:cubicBezTo>
                  <a:pt x="144464" y="30127"/>
                  <a:pt x="146293" y="30052"/>
                  <a:pt x="148453" y="30052"/>
                </a:cubicBezTo>
                <a:cubicBezTo>
                  <a:pt x="150672" y="30052"/>
                  <a:pt x="152487" y="30127"/>
                  <a:pt x="153896" y="30277"/>
                </a:cubicBezTo>
                <a:cubicBezTo>
                  <a:pt x="155306" y="30427"/>
                  <a:pt x="156401" y="30637"/>
                  <a:pt x="157180" y="30907"/>
                </a:cubicBezTo>
                <a:cubicBezTo>
                  <a:pt x="157960" y="31177"/>
                  <a:pt x="158485" y="31537"/>
                  <a:pt x="158755" y="31986"/>
                </a:cubicBezTo>
                <a:cubicBezTo>
                  <a:pt x="159025" y="32436"/>
                  <a:pt x="159100" y="32961"/>
                  <a:pt x="158980" y="33561"/>
                </a:cubicBezTo>
                <a:lnTo>
                  <a:pt x="149443" y="81788"/>
                </a:lnTo>
                <a:cubicBezTo>
                  <a:pt x="149143" y="83108"/>
                  <a:pt x="148918" y="84487"/>
                  <a:pt x="148768" y="85927"/>
                </a:cubicBezTo>
                <a:cubicBezTo>
                  <a:pt x="148618" y="87367"/>
                  <a:pt x="148543" y="88746"/>
                  <a:pt x="148543" y="90066"/>
                </a:cubicBezTo>
                <a:cubicBezTo>
                  <a:pt x="148543" y="91505"/>
                  <a:pt x="148678" y="92810"/>
                  <a:pt x="148948" y="93980"/>
                </a:cubicBezTo>
                <a:cubicBezTo>
                  <a:pt x="149218" y="95149"/>
                  <a:pt x="149652" y="96154"/>
                  <a:pt x="150252" y="96994"/>
                </a:cubicBezTo>
                <a:cubicBezTo>
                  <a:pt x="150852" y="97834"/>
                  <a:pt x="151617" y="98464"/>
                  <a:pt x="152547" y="98883"/>
                </a:cubicBezTo>
                <a:cubicBezTo>
                  <a:pt x="153476" y="99303"/>
                  <a:pt x="154601" y="99513"/>
                  <a:pt x="155921" y="99513"/>
                </a:cubicBezTo>
                <a:cubicBezTo>
                  <a:pt x="158380" y="99513"/>
                  <a:pt x="160944" y="98718"/>
                  <a:pt x="163614" y="97129"/>
                </a:cubicBezTo>
                <a:cubicBezTo>
                  <a:pt x="166283" y="95539"/>
                  <a:pt x="168817" y="93350"/>
                  <a:pt x="171217" y="90561"/>
                </a:cubicBezTo>
                <a:cubicBezTo>
                  <a:pt x="173616" y="87771"/>
                  <a:pt x="175760" y="84472"/>
                  <a:pt x="177650" y="80663"/>
                </a:cubicBezTo>
                <a:cubicBezTo>
                  <a:pt x="179539" y="76854"/>
                  <a:pt x="180964" y="72730"/>
                  <a:pt x="181924" y="68292"/>
                </a:cubicBezTo>
                <a:lnTo>
                  <a:pt x="188762" y="33561"/>
                </a:lnTo>
                <a:cubicBezTo>
                  <a:pt x="188822" y="32961"/>
                  <a:pt x="189092" y="32436"/>
                  <a:pt x="189572" y="31986"/>
                </a:cubicBezTo>
                <a:cubicBezTo>
                  <a:pt x="190052" y="31537"/>
                  <a:pt x="190756" y="31177"/>
                  <a:pt x="191686" y="30907"/>
                </a:cubicBezTo>
                <a:cubicBezTo>
                  <a:pt x="192616" y="30637"/>
                  <a:pt x="193831" y="30427"/>
                  <a:pt x="195330" y="30277"/>
                </a:cubicBezTo>
                <a:cubicBezTo>
                  <a:pt x="196830" y="30127"/>
                  <a:pt x="198659" y="30052"/>
                  <a:pt x="200819" y="30052"/>
                </a:cubicBezTo>
                <a:cubicBezTo>
                  <a:pt x="203038" y="30052"/>
                  <a:pt x="204853" y="30127"/>
                  <a:pt x="206262" y="30277"/>
                </a:cubicBezTo>
                <a:cubicBezTo>
                  <a:pt x="207672" y="30427"/>
                  <a:pt x="208782" y="30637"/>
                  <a:pt x="209591" y="30907"/>
                </a:cubicBezTo>
                <a:cubicBezTo>
                  <a:pt x="210401" y="31177"/>
                  <a:pt x="210926" y="31537"/>
                  <a:pt x="211166" y="31986"/>
                </a:cubicBezTo>
                <a:cubicBezTo>
                  <a:pt x="211406" y="32436"/>
                  <a:pt x="211466" y="32961"/>
                  <a:pt x="211346" y="33561"/>
                </a:cubicBezTo>
                <a:lnTo>
                  <a:pt x="195240" y="113999"/>
                </a:lnTo>
                <a:close/>
                <a:moveTo>
                  <a:pt x="281014" y="34461"/>
                </a:moveTo>
                <a:cubicBezTo>
                  <a:pt x="281014" y="35061"/>
                  <a:pt x="280954" y="35825"/>
                  <a:pt x="280834" y="36755"/>
                </a:cubicBezTo>
                <a:cubicBezTo>
                  <a:pt x="280714" y="37685"/>
                  <a:pt x="280549" y="38690"/>
                  <a:pt x="280339" y="39769"/>
                </a:cubicBezTo>
                <a:cubicBezTo>
                  <a:pt x="280129" y="40849"/>
                  <a:pt x="279844" y="41929"/>
                  <a:pt x="279484" y="43008"/>
                </a:cubicBezTo>
                <a:cubicBezTo>
                  <a:pt x="279124" y="44088"/>
                  <a:pt x="278719" y="45063"/>
                  <a:pt x="278269" y="45933"/>
                </a:cubicBezTo>
                <a:cubicBezTo>
                  <a:pt x="277820" y="46802"/>
                  <a:pt x="277310" y="47522"/>
                  <a:pt x="276740" y="48092"/>
                </a:cubicBezTo>
                <a:cubicBezTo>
                  <a:pt x="276170" y="48662"/>
                  <a:pt x="275555" y="48947"/>
                  <a:pt x="274895" y="48947"/>
                </a:cubicBezTo>
                <a:lnTo>
                  <a:pt x="257350" y="48947"/>
                </a:lnTo>
                <a:lnTo>
                  <a:pt x="249792" y="86647"/>
                </a:lnTo>
                <a:cubicBezTo>
                  <a:pt x="249612" y="87541"/>
                  <a:pt x="249447" y="88599"/>
                  <a:pt x="249297" y="89821"/>
                </a:cubicBezTo>
                <a:cubicBezTo>
                  <a:pt x="249147" y="91041"/>
                  <a:pt x="249072" y="92039"/>
                  <a:pt x="249072" y="92813"/>
                </a:cubicBezTo>
                <a:cubicBezTo>
                  <a:pt x="249072" y="95195"/>
                  <a:pt x="249642" y="96938"/>
                  <a:pt x="250782" y="98040"/>
                </a:cubicBezTo>
                <a:cubicBezTo>
                  <a:pt x="251922" y="99142"/>
                  <a:pt x="253721" y="99693"/>
                  <a:pt x="256180" y="99693"/>
                </a:cubicBezTo>
                <a:cubicBezTo>
                  <a:pt x="257620" y="99693"/>
                  <a:pt x="258850" y="99588"/>
                  <a:pt x="259869" y="99378"/>
                </a:cubicBezTo>
                <a:cubicBezTo>
                  <a:pt x="260889" y="99168"/>
                  <a:pt x="261774" y="98928"/>
                  <a:pt x="262524" y="98659"/>
                </a:cubicBezTo>
                <a:cubicBezTo>
                  <a:pt x="263273" y="98389"/>
                  <a:pt x="263918" y="98149"/>
                  <a:pt x="264458" y="97939"/>
                </a:cubicBezTo>
                <a:cubicBezTo>
                  <a:pt x="264998" y="97729"/>
                  <a:pt x="265508" y="97624"/>
                  <a:pt x="265988" y="97624"/>
                </a:cubicBezTo>
                <a:cubicBezTo>
                  <a:pt x="266468" y="97624"/>
                  <a:pt x="266872" y="97849"/>
                  <a:pt x="267202" y="98299"/>
                </a:cubicBezTo>
                <a:cubicBezTo>
                  <a:pt x="267532" y="98748"/>
                  <a:pt x="267697" y="99484"/>
                  <a:pt x="267697" y="100506"/>
                </a:cubicBezTo>
                <a:cubicBezTo>
                  <a:pt x="267697" y="101651"/>
                  <a:pt x="267577" y="102947"/>
                  <a:pt x="267337" y="104394"/>
                </a:cubicBezTo>
                <a:cubicBezTo>
                  <a:pt x="267097" y="105842"/>
                  <a:pt x="266783" y="107243"/>
                  <a:pt x="266393" y="108598"/>
                </a:cubicBezTo>
                <a:cubicBezTo>
                  <a:pt x="266003" y="109953"/>
                  <a:pt x="265568" y="111189"/>
                  <a:pt x="265088" y="112304"/>
                </a:cubicBezTo>
                <a:cubicBezTo>
                  <a:pt x="264608" y="113419"/>
                  <a:pt x="264098" y="114248"/>
                  <a:pt x="263558" y="114789"/>
                </a:cubicBezTo>
                <a:cubicBezTo>
                  <a:pt x="263019" y="115333"/>
                  <a:pt x="262209" y="115846"/>
                  <a:pt x="261129" y="116328"/>
                </a:cubicBezTo>
                <a:cubicBezTo>
                  <a:pt x="260049" y="116809"/>
                  <a:pt x="258775" y="117231"/>
                  <a:pt x="257305" y="117593"/>
                </a:cubicBezTo>
                <a:cubicBezTo>
                  <a:pt x="255835" y="117955"/>
                  <a:pt x="254261" y="118240"/>
                  <a:pt x="252581" y="118450"/>
                </a:cubicBezTo>
                <a:cubicBezTo>
                  <a:pt x="250902" y="118662"/>
                  <a:pt x="249222" y="118768"/>
                  <a:pt x="247543" y="118768"/>
                </a:cubicBezTo>
                <a:cubicBezTo>
                  <a:pt x="243944" y="118768"/>
                  <a:pt x="240780" y="118393"/>
                  <a:pt x="238050" y="117643"/>
                </a:cubicBezTo>
                <a:cubicBezTo>
                  <a:pt x="235321" y="116894"/>
                  <a:pt x="233027" y="115709"/>
                  <a:pt x="231167" y="114089"/>
                </a:cubicBezTo>
                <a:cubicBezTo>
                  <a:pt x="229308" y="112470"/>
                  <a:pt x="227913" y="110400"/>
                  <a:pt x="226983" y="107881"/>
                </a:cubicBezTo>
                <a:cubicBezTo>
                  <a:pt x="226053" y="105362"/>
                  <a:pt x="225589" y="102303"/>
                  <a:pt x="225589" y="98703"/>
                </a:cubicBezTo>
                <a:cubicBezTo>
                  <a:pt x="225589" y="98044"/>
                  <a:pt x="225619" y="97279"/>
                  <a:pt x="225679" y="96409"/>
                </a:cubicBezTo>
                <a:cubicBezTo>
                  <a:pt x="225739" y="95539"/>
                  <a:pt x="225844" y="94625"/>
                  <a:pt x="225993" y="93665"/>
                </a:cubicBezTo>
                <a:cubicBezTo>
                  <a:pt x="226143" y="92705"/>
                  <a:pt x="226293" y="91730"/>
                  <a:pt x="226443" y="90741"/>
                </a:cubicBezTo>
                <a:cubicBezTo>
                  <a:pt x="226593" y="89751"/>
                  <a:pt x="226758" y="88866"/>
                  <a:pt x="226938" y="88086"/>
                </a:cubicBezTo>
                <a:lnTo>
                  <a:pt x="234766" y="48947"/>
                </a:lnTo>
                <a:lnTo>
                  <a:pt x="225049" y="48947"/>
                </a:lnTo>
                <a:cubicBezTo>
                  <a:pt x="224269" y="48947"/>
                  <a:pt x="223699" y="48692"/>
                  <a:pt x="223339" y="48182"/>
                </a:cubicBezTo>
                <a:cubicBezTo>
                  <a:pt x="222979" y="47672"/>
                  <a:pt x="222799" y="46697"/>
                  <a:pt x="222799" y="45258"/>
                </a:cubicBezTo>
                <a:cubicBezTo>
                  <a:pt x="222799" y="44238"/>
                  <a:pt x="222904" y="42903"/>
                  <a:pt x="223114" y="41254"/>
                </a:cubicBezTo>
                <a:cubicBezTo>
                  <a:pt x="223324" y="39604"/>
                  <a:pt x="223669" y="37985"/>
                  <a:pt x="224149" y="36395"/>
                </a:cubicBezTo>
                <a:cubicBezTo>
                  <a:pt x="224629" y="34806"/>
                  <a:pt x="225259" y="33441"/>
                  <a:pt x="226038" y="32301"/>
                </a:cubicBezTo>
                <a:cubicBezTo>
                  <a:pt x="226818" y="31162"/>
                  <a:pt x="227748" y="30592"/>
                  <a:pt x="228828" y="30592"/>
                </a:cubicBezTo>
                <a:lnTo>
                  <a:pt x="238455" y="30592"/>
                </a:lnTo>
                <a:lnTo>
                  <a:pt x="242054" y="12613"/>
                </a:lnTo>
                <a:cubicBezTo>
                  <a:pt x="242174" y="12012"/>
                  <a:pt x="242459" y="11470"/>
                  <a:pt x="242909" y="10988"/>
                </a:cubicBezTo>
                <a:cubicBezTo>
                  <a:pt x="243359" y="10505"/>
                  <a:pt x="244049" y="10098"/>
                  <a:pt x="244978" y="9768"/>
                </a:cubicBezTo>
                <a:cubicBezTo>
                  <a:pt x="245908" y="9436"/>
                  <a:pt x="247108" y="9195"/>
                  <a:pt x="248577" y="9045"/>
                </a:cubicBezTo>
                <a:cubicBezTo>
                  <a:pt x="250047" y="8894"/>
                  <a:pt x="251892" y="8818"/>
                  <a:pt x="254111" y="8818"/>
                </a:cubicBezTo>
                <a:cubicBezTo>
                  <a:pt x="256270" y="8818"/>
                  <a:pt x="258070" y="8894"/>
                  <a:pt x="259509" y="9045"/>
                </a:cubicBezTo>
                <a:cubicBezTo>
                  <a:pt x="260949" y="9195"/>
                  <a:pt x="262059" y="9436"/>
                  <a:pt x="262839" y="9768"/>
                </a:cubicBezTo>
                <a:cubicBezTo>
                  <a:pt x="263618" y="10098"/>
                  <a:pt x="264143" y="10505"/>
                  <a:pt x="264413" y="10988"/>
                </a:cubicBezTo>
                <a:cubicBezTo>
                  <a:pt x="264683" y="11470"/>
                  <a:pt x="264758" y="12012"/>
                  <a:pt x="264638" y="12613"/>
                </a:cubicBezTo>
                <a:lnTo>
                  <a:pt x="261039" y="30592"/>
                </a:lnTo>
                <a:lnTo>
                  <a:pt x="278404" y="30592"/>
                </a:lnTo>
                <a:cubicBezTo>
                  <a:pt x="279424" y="30592"/>
                  <a:pt x="280114" y="30922"/>
                  <a:pt x="280474" y="31582"/>
                </a:cubicBezTo>
                <a:cubicBezTo>
                  <a:pt x="280834" y="32241"/>
                  <a:pt x="281014" y="33201"/>
                  <a:pt x="281014" y="34461"/>
                </a:cubicBezTo>
                <a:close/>
                <a:moveTo>
                  <a:pt x="368391" y="60618"/>
                </a:moveTo>
                <a:cubicBezTo>
                  <a:pt x="368391" y="64945"/>
                  <a:pt x="367987" y="69392"/>
                  <a:pt x="367177" y="73960"/>
                </a:cubicBezTo>
                <a:cubicBezTo>
                  <a:pt x="366367" y="78528"/>
                  <a:pt x="365092" y="82991"/>
                  <a:pt x="363353" y="87350"/>
                </a:cubicBezTo>
                <a:cubicBezTo>
                  <a:pt x="361613" y="91706"/>
                  <a:pt x="359379" y="95792"/>
                  <a:pt x="356650" y="99609"/>
                </a:cubicBezTo>
                <a:cubicBezTo>
                  <a:pt x="353920" y="103425"/>
                  <a:pt x="350651" y="106791"/>
                  <a:pt x="346842" y="109706"/>
                </a:cubicBezTo>
                <a:cubicBezTo>
                  <a:pt x="343033" y="112621"/>
                  <a:pt x="338669" y="114920"/>
                  <a:pt x="333751" y="116603"/>
                </a:cubicBezTo>
                <a:cubicBezTo>
                  <a:pt x="328832" y="118286"/>
                  <a:pt x="323284" y="119128"/>
                  <a:pt x="317105" y="119128"/>
                </a:cubicBezTo>
                <a:cubicBezTo>
                  <a:pt x="311047" y="119128"/>
                  <a:pt x="305813" y="118421"/>
                  <a:pt x="301404" y="117008"/>
                </a:cubicBezTo>
                <a:cubicBezTo>
                  <a:pt x="296996" y="115596"/>
                  <a:pt x="293322" y="113523"/>
                  <a:pt x="290382" y="110788"/>
                </a:cubicBezTo>
                <a:cubicBezTo>
                  <a:pt x="287443" y="108053"/>
                  <a:pt x="285254" y="104688"/>
                  <a:pt x="283814" y="100691"/>
                </a:cubicBezTo>
                <a:cubicBezTo>
                  <a:pt x="282375" y="96695"/>
                  <a:pt x="281655" y="92112"/>
                  <a:pt x="281655" y="86942"/>
                </a:cubicBezTo>
                <a:cubicBezTo>
                  <a:pt x="281655" y="82616"/>
                  <a:pt x="282060" y="78168"/>
                  <a:pt x="282869" y="73600"/>
                </a:cubicBezTo>
                <a:cubicBezTo>
                  <a:pt x="283679" y="69032"/>
                  <a:pt x="284954" y="64585"/>
                  <a:pt x="286693" y="60259"/>
                </a:cubicBezTo>
                <a:cubicBezTo>
                  <a:pt x="288433" y="55930"/>
                  <a:pt x="290667" y="51828"/>
                  <a:pt x="293397" y="47951"/>
                </a:cubicBezTo>
                <a:cubicBezTo>
                  <a:pt x="296126" y="44075"/>
                  <a:pt x="299395" y="40694"/>
                  <a:pt x="303204" y="37810"/>
                </a:cubicBezTo>
                <a:cubicBezTo>
                  <a:pt x="307013" y="34925"/>
                  <a:pt x="311377" y="32641"/>
                  <a:pt x="316295" y="30957"/>
                </a:cubicBezTo>
                <a:cubicBezTo>
                  <a:pt x="321214" y="29274"/>
                  <a:pt x="326763" y="28432"/>
                  <a:pt x="332941" y="28432"/>
                </a:cubicBezTo>
                <a:cubicBezTo>
                  <a:pt x="338999" y="28432"/>
                  <a:pt x="344233" y="29139"/>
                  <a:pt x="348642" y="30552"/>
                </a:cubicBezTo>
                <a:cubicBezTo>
                  <a:pt x="353051" y="31964"/>
                  <a:pt x="356725" y="34037"/>
                  <a:pt x="359664" y="36772"/>
                </a:cubicBezTo>
                <a:cubicBezTo>
                  <a:pt x="362603" y="39507"/>
                  <a:pt x="364792" y="42873"/>
                  <a:pt x="366232" y="46869"/>
                </a:cubicBezTo>
                <a:cubicBezTo>
                  <a:pt x="367672" y="50865"/>
                  <a:pt x="368391" y="55449"/>
                  <a:pt x="368391" y="60618"/>
                </a:cubicBezTo>
                <a:moveTo>
                  <a:pt x="344998" y="62109"/>
                </a:moveTo>
                <a:cubicBezTo>
                  <a:pt x="344998" y="59586"/>
                  <a:pt x="344743" y="57348"/>
                  <a:pt x="344233" y="55397"/>
                </a:cubicBezTo>
                <a:cubicBezTo>
                  <a:pt x="343723" y="53444"/>
                  <a:pt x="342883" y="51791"/>
                  <a:pt x="341714" y="50440"/>
                </a:cubicBezTo>
                <a:cubicBezTo>
                  <a:pt x="340544" y="49087"/>
                  <a:pt x="339044" y="48050"/>
                  <a:pt x="337215" y="47330"/>
                </a:cubicBezTo>
                <a:cubicBezTo>
                  <a:pt x="335385" y="46608"/>
                  <a:pt x="333151" y="46248"/>
                  <a:pt x="330512" y="46248"/>
                </a:cubicBezTo>
                <a:cubicBezTo>
                  <a:pt x="327512" y="46248"/>
                  <a:pt x="324813" y="46833"/>
                  <a:pt x="322414" y="48005"/>
                </a:cubicBezTo>
                <a:cubicBezTo>
                  <a:pt x="320014" y="49176"/>
                  <a:pt x="317870" y="50754"/>
                  <a:pt x="315981" y="52737"/>
                </a:cubicBezTo>
                <a:cubicBezTo>
                  <a:pt x="314091" y="54720"/>
                  <a:pt x="312456" y="57018"/>
                  <a:pt x="311077" y="59631"/>
                </a:cubicBezTo>
                <a:cubicBezTo>
                  <a:pt x="309697" y="62245"/>
                  <a:pt x="308558" y="64993"/>
                  <a:pt x="307658" y="67878"/>
                </a:cubicBezTo>
                <a:cubicBezTo>
                  <a:pt x="306758" y="70761"/>
                  <a:pt x="306098" y="73690"/>
                  <a:pt x="305678" y="76665"/>
                </a:cubicBezTo>
                <a:cubicBezTo>
                  <a:pt x="305258" y="79638"/>
                  <a:pt x="305048" y="82477"/>
                  <a:pt x="305048" y="85182"/>
                </a:cubicBezTo>
                <a:cubicBezTo>
                  <a:pt x="305048" y="87705"/>
                  <a:pt x="305303" y="89958"/>
                  <a:pt x="305813" y="91941"/>
                </a:cubicBezTo>
                <a:cubicBezTo>
                  <a:pt x="306323" y="93923"/>
                  <a:pt x="307163" y="95590"/>
                  <a:pt x="308333" y="96943"/>
                </a:cubicBezTo>
                <a:cubicBezTo>
                  <a:pt x="309502" y="98295"/>
                  <a:pt x="311002" y="99331"/>
                  <a:pt x="312831" y="100053"/>
                </a:cubicBezTo>
                <a:cubicBezTo>
                  <a:pt x="314661" y="100773"/>
                  <a:pt x="316895" y="101133"/>
                  <a:pt x="319535" y="101133"/>
                </a:cubicBezTo>
                <a:cubicBezTo>
                  <a:pt x="322534" y="101133"/>
                  <a:pt x="325233" y="100547"/>
                  <a:pt x="327632" y="99376"/>
                </a:cubicBezTo>
                <a:cubicBezTo>
                  <a:pt x="330032" y="98204"/>
                  <a:pt x="332176" y="96612"/>
                  <a:pt x="334066" y="94598"/>
                </a:cubicBezTo>
                <a:cubicBezTo>
                  <a:pt x="335955" y="92585"/>
                  <a:pt x="337590" y="90272"/>
                  <a:pt x="338969" y="87659"/>
                </a:cubicBezTo>
                <a:cubicBezTo>
                  <a:pt x="340349" y="85046"/>
                  <a:pt x="341489" y="82283"/>
                  <a:pt x="342388" y="79370"/>
                </a:cubicBezTo>
                <a:cubicBezTo>
                  <a:pt x="343288" y="76455"/>
                  <a:pt x="343948" y="73526"/>
                  <a:pt x="344368" y="70583"/>
                </a:cubicBezTo>
                <a:cubicBezTo>
                  <a:pt x="344788" y="67638"/>
                  <a:pt x="344998" y="64814"/>
                  <a:pt x="344998" y="62109"/>
                </a:cubicBezTo>
                <a:close/>
                <a:moveTo>
                  <a:pt x="472970" y="24254"/>
                </a:moveTo>
                <a:cubicBezTo>
                  <a:pt x="472970" y="27788"/>
                  <a:pt x="472475" y="31126"/>
                  <a:pt x="471485" y="34270"/>
                </a:cubicBezTo>
                <a:cubicBezTo>
                  <a:pt x="470496" y="37413"/>
                  <a:pt x="469056" y="40288"/>
                  <a:pt x="467166" y="42893"/>
                </a:cubicBezTo>
                <a:cubicBezTo>
                  <a:pt x="465277" y="45499"/>
                  <a:pt x="462998" y="47804"/>
                  <a:pt x="460328" y="49810"/>
                </a:cubicBezTo>
                <a:cubicBezTo>
                  <a:pt x="457659" y="51816"/>
                  <a:pt x="454675" y="53418"/>
                  <a:pt x="451376" y="54615"/>
                </a:cubicBezTo>
                <a:cubicBezTo>
                  <a:pt x="454015" y="55095"/>
                  <a:pt x="456444" y="55936"/>
                  <a:pt x="458664" y="57137"/>
                </a:cubicBezTo>
                <a:cubicBezTo>
                  <a:pt x="460883" y="58339"/>
                  <a:pt x="462788" y="59871"/>
                  <a:pt x="464377" y="61735"/>
                </a:cubicBezTo>
                <a:cubicBezTo>
                  <a:pt x="465967" y="63596"/>
                  <a:pt x="467196" y="65803"/>
                  <a:pt x="468066" y="68356"/>
                </a:cubicBezTo>
                <a:cubicBezTo>
                  <a:pt x="468936" y="70909"/>
                  <a:pt x="469371" y="73777"/>
                  <a:pt x="469371" y="76960"/>
                </a:cubicBezTo>
                <a:cubicBezTo>
                  <a:pt x="469371" y="79845"/>
                  <a:pt x="468981" y="82834"/>
                  <a:pt x="468201" y="85927"/>
                </a:cubicBezTo>
                <a:cubicBezTo>
                  <a:pt x="467421" y="89020"/>
                  <a:pt x="466192" y="92039"/>
                  <a:pt x="464512" y="94984"/>
                </a:cubicBezTo>
                <a:cubicBezTo>
                  <a:pt x="462833" y="97927"/>
                  <a:pt x="460643" y="100735"/>
                  <a:pt x="457944" y="103408"/>
                </a:cubicBezTo>
                <a:cubicBezTo>
                  <a:pt x="455245" y="106081"/>
                  <a:pt x="451991" y="108424"/>
                  <a:pt x="448182" y="110437"/>
                </a:cubicBezTo>
                <a:cubicBezTo>
                  <a:pt x="444373" y="112448"/>
                  <a:pt x="439979" y="114040"/>
                  <a:pt x="435000" y="115211"/>
                </a:cubicBezTo>
                <a:cubicBezTo>
                  <a:pt x="430021" y="116383"/>
                  <a:pt x="424233" y="116969"/>
                  <a:pt x="417635" y="116969"/>
                </a:cubicBezTo>
                <a:lnTo>
                  <a:pt x="385333" y="116969"/>
                </a:lnTo>
                <a:cubicBezTo>
                  <a:pt x="382874" y="116969"/>
                  <a:pt x="381090" y="116368"/>
                  <a:pt x="379980" y="115166"/>
                </a:cubicBezTo>
                <a:cubicBezTo>
                  <a:pt x="378870" y="113965"/>
                  <a:pt x="378585" y="112071"/>
                  <a:pt x="379125" y="109487"/>
                </a:cubicBezTo>
                <a:lnTo>
                  <a:pt x="399460" y="7997"/>
                </a:lnTo>
                <a:cubicBezTo>
                  <a:pt x="399939" y="5361"/>
                  <a:pt x="401004" y="3459"/>
                  <a:pt x="402654" y="2292"/>
                </a:cubicBezTo>
                <a:cubicBezTo>
                  <a:pt x="404303" y="1124"/>
                  <a:pt x="406208" y="540"/>
                  <a:pt x="408367" y="540"/>
                </a:cubicBezTo>
                <a:lnTo>
                  <a:pt x="436350" y="540"/>
                </a:lnTo>
                <a:cubicBezTo>
                  <a:pt x="442528" y="540"/>
                  <a:pt x="447867" y="1019"/>
                  <a:pt x="452365" y="1977"/>
                </a:cubicBezTo>
                <a:cubicBezTo>
                  <a:pt x="456864" y="2935"/>
                  <a:pt x="460643" y="4387"/>
                  <a:pt x="463702" y="6335"/>
                </a:cubicBezTo>
                <a:cubicBezTo>
                  <a:pt x="466762" y="8281"/>
                  <a:pt x="469071" y="10736"/>
                  <a:pt x="470631" y="13702"/>
                </a:cubicBezTo>
                <a:cubicBezTo>
                  <a:pt x="472190" y="16665"/>
                  <a:pt x="472970" y="20183"/>
                  <a:pt x="472970" y="24254"/>
                </a:cubicBezTo>
                <a:moveTo>
                  <a:pt x="448586" y="28663"/>
                </a:moveTo>
                <a:cubicBezTo>
                  <a:pt x="448586" y="27004"/>
                  <a:pt x="448287" y="25553"/>
                  <a:pt x="447687" y="24310"/>
                </a:cubicBezTo>
                <a:cubicBezTo>
                  <a:pt x="447087" y="23066"/>
                  <a:pt x="446187" y="21999"/>
                  <a:pt x="444987" y="21111"/>
                </a:cubicBezTo>
                <a:cubicBezTo>
                  <a:pt x="443788" y="20222"/>
                  <a:pt x="442273" y="19541"/>
                  <a:pt x="440444" y="19066"/>
                </a:cubicBezTo>
                <a:cubicBezTo>
                  <a:pt x="438614" y="18592"/>
                  <a:pt x="436290" y="18355"/>
                  <a:pt x="433470" y="18355"/>
                </a:cubicBezTo>
                <a:lnTo>
                  <a:pt x="420604" y="18355"/>
                </a:lnTo>
                <a:lnTo>
                  <a:pt x="414486" y="48407"/>
                </a:lnTo>
                <a:lnTo>
                  <a:pt x="427802" y="48407"/>
                </a:lnTo>
                <a:cubicBezTo>
                  <a:pt x="431701" y="48407"/>
                  <a:pt x="434940" y="47794"/>
                  <a:pt x="437519" y="46568"/>
                </a:cubicBezTo>
                <a:cubicBezTo>
                  <a:pt x="440099" y="45340"/>
                  <a:pt x="442213" y="43755"/>
                  <a:pt x="443863" y="41811"/>
                </a:cubicBezTo>
                <a:cubicBezTo>
                  <a:pt x="445512" y="39867"/>
                  <a:pt x="446712" y="37728"/>
                  <a:pt x="447462" y="35394"/>
                </a:cubicBezTo>
                <a:cubicBezTo>
                  <a:pt x="448212" y="33060"/>
                  <a:pt x="448586" y="30817"/>
                  <a:pt x="448586" y="28663"/>
                </a:cubicBezTo>
                <a:moveTo>
                  <a:pt x="444627" y="78099"/>
                </a:moveTo>
                <a:cubicBezTo>
                  <a:pt x="444627" y="74260"/>
                  <a:pt x="443203" y="71231"/>
                  <a:pt x="440354" y="69011"/>
                </a:cubicBezTo>
                <a:cubicBezTo>
                  <a:pt x="437504" y="66792"/>
                  <a:pt x="432961" y="65682"/>
                  <a:pt x="426722" y="65682"/>
                </a:cubicBezTo>
                <a:lnTo>
                  <a:pt x="410977" y="65682"/>
                </a:lnTo>
                <a:lnTo>
                  <a:pt x="404408" y="98793"/>
                </a:lnTo>
                <a:lnTo>
                  <a:pt x="421144" y="98793"/>
                </a:lnTo>
                <a:cubicBezTo>
                  <a:pt x="425403" y="98793"/>
                  <a:pt x="428987" y="98194"/>
                  <a:pt x="431896" y="96994"/>
                </a:cubicBezTo>
                <a:cubicBezTo>
                  <a:pt x="434805" y="95794"/>
                  <a:pt x="437204" y="94235"/>
                  <a:pt x="439094" y="92315"/>
                </a:cubicBezTo>
                <a:cubicBezTo>
                  <a:pt x="440983" y="90396"/>
                  <a:pt x="442378" y="88191"/>
                  <a:pt x="443278" y="85702"/>
                </a:cubicBezTo>
                <a:cubicBezTo>
                  <a:pt x="444178" y="83213"/>
                  <a:pt x="444627" y="80678"/>
                  <a:pt x="444627" y="78099"/>
                </a:cubicBezTo>
                <a:close/>
                <a:moveTo>
                  <a:pt x="568877" y="60618"/>
                </a:moveTo>
                <a:cubicBezTo>
                  <a:pt x="568877" y="64945"/>
                  <a:pt x="568472" y="69392"/>
                  <a:pt x="567663" y="73960"/>
                </a:cubicBezTo>
                <a:cubicBezTo>
                  <a:pt x="566853" y="78528"/>
                  <a:pt x="565578" y="82991"/>
                  <a:pt x="563839" y="87350"/>
                </a:cubicBezTo>
                <a:cubicBezTo>
                  <a:pt x="562099" y="91706"/>
                  <a:pt x="559865" y="95792"/>
                  <a:pt x="557136" y="99609"/>
                </a:cubicBezTo>
                <a:cubicBezTo>
                  <a:pt x="554406" y="103425"/>
                  <a:pt x="551137" y="106791"/>
                  <a:pt x="547328" y="109706"/>
                </a:cubicBezTo>
                <a:cubicBezTo>
                  <a:pt x="543519" y="112621"/>
                  <a:pt x="539155" y="114920"/>
                  <a:pt x="534237" y="116603"/>
                </a:cubicBezTo>
                <a:cubicBezTo>
                  <a:pt x="529318" y="118286"/>
                  <a:pt x="523769" y="119128"/>
                  <a:pt x="517591" y="119128"/>
                </a:cubicBezTo>
                <a:cubicBezTo>
                  <a:pt x="511533" y="119128"/>
                  <a:pt x="506299" y="118421"/>
                  <a:pt x="501890" y="117008"/>
                </a:cubicBezTo>
                <a:cubicBezTo>
                  <a:pt x="497482" y="115596"/>
                  <a:pt x="493808" y="113523"/>
                  <a:pt x="490868" y="110788"/>
                </a:cubicBezTo>
                <a:cubicBezTo>
                  <a:pt x="487929" y="108053"/>
                  <a:pt x="485740" y="104688"/>
                  <a:pt x="484300" y="100691"/>
                </a:cubicBezTo>
                <a:cubicBezTo>
                  <a:pt x="482860" y="96695"/>
                  <a:pt x="482141" y="92112"/>
                  <a:pt x="482141" y="86942"/>
                </a:cubicBezTo>
                <a:cubicBezTo>
                  <a:pt x="482141" y="82616"/>
                  <a:pt x="482546" y="78168"/>
                  <a:pt x="483355" y="73600"/>
                </a:cubicBezTo>
                <a:cubicBezTo>
                  <a:pt x="484165" y="69032"/>
                  <a:pt x="485440" y="64585"/>
                  <a:pt x="487179" y="60259"/>
                </a:cubicBezTo>
                <a:cubicBezTo>
                  <a:pt x="488919" y="55930"/>
                  <a:pt x="491153" y="51828"/>
                  <a:pt x="493883" y="47951"/>
                </a:cubicBezTo>
                <a:cubicBezTo>
                  <a:pt x="496612" y="44075"/>
                  <a:pt x="499881" y="40694"/>
                  <a:pt x="503690" y="37810"/>
                </a:cubicBezTo>
                <a:cubicBezTo>
                  <a:pt x="507499" y="34925"/>
                  <a:pt x="511863" y="32641"/>
                  <a:pt x="516781" y="30957"/>
                </a:cubicBezTo>
                <a:cubicBezTo>
                  <a:pt x="521700" y="29274"/>
                  <a:pt x="527249" y="28432"/>
                  <a:pt x="533427" y="28432"/>
                </a:cubicBezTo>
                <a:cubicBezTo>
                  <a:pt x="539485" y="28432"/>
                  <a:pt x="544719" y="29139"/>
                  <a:pt x="549128" y="30552"/>
                </a:cubicBezTo>
                <a:cubicBezTo>
                  <a:pt x="553536" y="31964"/>
                  <a:pt x="557211" y="34037"/>
                  <a:pt x="560150" y="36772"/>
                </a:cubicBezTo>
                <a:cubicBezTo>
                  <a:pt x="563089" y="39507"/>
                  <a:pt x="565278" y="42873"/>
                  <a:pt x="566718" y="46869"/>
                </a:cubicBezTo>
                <a:cubicBezTo>
                  <a:pt x="568158" y="50865"/>
                  <a:pt x="568877" y="55449"/>
                  <a:pt x="568877" y="60618"/>
                </a:cubicBezTo>
                <a:moveTo>
                  <a:pt x="545484" y="62109"/>
                </a:moveTo>
                <a:cubicBezTo>
                  <a:pt x="545484" y="59586"/>
                  <a:pt x="545229" y="57348"/>
                  <a:pt x="544719" y="55397"/>
                </a:cubicBezTo>
                <a:cubicBezTo>
                  <a:pt x="544209" y="53444"/>
                  <a:pt x="543369" y="51791"/>
                  <a:pt x="542200" y="50440"/>
                </a:cubicBezTo>
                <a:cubicBezTo>
                  <a:pt x="541030" y="49087"/>
                  <a:pt x="539530" y="48050"/>
                  <a:pt x="537701" y="47330"/>
                </a:cubicBezTo>
                <a:cubicBezTo>
                  <a:pt x="535871" y="46608"/>
                  <a:pt x="533637" y="46248"/>
                  <a:pt x="530998" y="46248"/>
                </a:cubicBezTo>
                <a:cubicBezTo>
                  <a:pt x="527998" y="46248"/>
                  <a:pt x="525299" y="46833"/>
                  <a:pt x="522900" y="48005"/>
                </a:cubicBezTo>
                <a:cubicBezTo>
                  <a:pt x="520500" y="49176"/>
                  <a:pt x="518356" y="50754"/>
                  <a:pt x="516466" y="52737"/>
                </a:cubicBezTo>
                <a:cubicBezTo>
                  <a:pt x="514577" y="54720"/>
                  <a:pt x="512942" y="57018"/>
                  <a:pt x="511563" y="59631"/>
                </a:cubicBezTo>
                <a:cubicBezTo>
                  <a:pt x="510183" y="62245"/>
                  <a:pt x="509043" y="64993"/>
                  <a:pt x="508144" y="67878"/>
                </a:cubicBezTo>
                <a:cubicBezTo>
                  <a:pt x="507244" y="70761"/>
                  <a:pt x="506584" y="73690"/>
                  <a:pt x="506164" y="76665"/>
                </a:cubicBezTo>
                <a:cubicBezTo>
                  <a:pt x="505744" y="79638"/>
                  <a:pt x="505534" y="82477"/>
                  <a:pt x="505534" y="85182"/>
                </a:cubicBezTo>
                <a:cubicBezTo>
                  <a:pt x="505534" y="87705"/>
                  <a:pt x="505789" y="89958"/>
                  <a:pt x="506299" y="91941"/>
                </a:cubicBezTo>
                <a:cubicBezTo>
                  <a:pt x="506809" y="93923"/>
                  <a:pt x="507649" y="95590"/>
                  <a:pt x="508819" y="96943"/>
                </a:cubicBezTo>
                <a:cubicBezTo>
                  <a:pt x="509988" y="98295"/>
                  <a:pt x="511488" y="99331"/>
                  <a:pt x="513317" y="100053"/>
                </a:cubicBezTo>
                <a:cubicBezTo>
                  <a:pt x="515147" y="100773"/>
                  <a:pt x="517381" y="101133"/>
                  <a:pt x="520020" y="101133"/>
                </a:cubicBezTo>
                <a:cubicBezTo>
                  <a:pt x="523020" y="101133"/>
                  <a:pt x="525719" y="100547"/>
                  <a:pt x="528118" y="99376"/>
                </a:cubicBezTo>
                <a:cubicBezTo>
                  <a:pt x="530518" y="98204"/>
                  <a:pt x="532662" y="96612"/>
                  <a:pt x="534552" y="94598"/>
                </a:cubicBezTo>
                <a:cubicBezTo>
                  <a:pt x="536441" y="92585"/>
                  <a:pt x="538076" y="90272"/>
                  <a:pt x="539455" y="87659"/>
                </a:cubicBezTo>
                <a:cubicBezTo>
                  <a:pt x="540835" y="85046"/>
                  <a:pt x="541975" y="82283"/>
                  <a:pt x="542874" y="79370"/>
                </a:cubicBezTo>
                <a:cubicBezTo>
                  <a:pt x="543774" y="76455"/>
                  <a:pt x="544434" y="73526"/>
                  <a:pt x="544854" y="70583"/>
                </a:cubicBezTo>
                <a:cubicBezTo>
                  <a:pt x="545274" y="67638"/>
                  <a:pt x="545484" y="64814"/>
                  <a:pt x="545484" y="62109"/>
                </a:cubicBezTo>
                <a:close/>
                <a:moveTo>
                  <a:pt x="640525" y="34461"/>
                </a:moveTo>
                <a:cubicBezTo>
                  <a:pt x="640525" y="35061"/>
                  <a:pt x="640465" y="35825"/>
                  <a:pt x="640345" y="36755"/>
                </a:cubicBezTo>
                <a:cubicBezTo>
                  <a:pt x="640225" y="37685"/>
                  <a:pt x="640060" y="38690"/>
                  <a:pt x="639850" y="39769"/>
                </a:cubicBezTo>
                <a:cubicBezTo>
                  <a:pt x="639640" y="40849"/>
                  <a:pt x="639355" y="41929"/>
                  <a:pt x="638995" y="43008"/>
                </a:cubicBezTo>
                <a:cubicBezTo>
                  <a:pt x="638635" y="44088"/>
                  <a:pt x="638230" y="45063"/>
                  <a:pt x="637780" y="45933"/>
                </a:cubicBezTo>
                <a:cubicBezTo>
                  <a:pt x="637330" y="46802"/>
                  <a:pt x="636821" y="47522"/>
                  <a:pt x="636251" y="48092"/>
                </a:cubicBezTo>
                <a:cubicBezTo>
                  <a:pt x="635681" y="48662"/>
                  <a:pt x="635066" y="48947"/>
                  <a:pt x="634406" y="48947"/>
                </a:cubicBezTo>
                <a:lnTo>
                  <a:pt x="616861" y="48947"/>
                </a:lnTo>
                <a:lnTo>
                  <a:pt x="609303" y="86647"/>
                </a:lnTo>
                <a:cubicBezTo>
                  <a:pt x="609123" y="87541"/>
                  <a:pt x="608958" y="88599"/>
                  <a:pt x="608808" y="89821"/>
                </a:cubicBezTo>
                <a:cubicBezTo>
                  <a:pt x="608658" y="91041"/>
                  <a:pt x="608583" y="92039"/>
                  <a:pt x="608583" y="92813"/>
                </a:cubicBezTo>
                <a:cubicBezTo>
                  <a:pt x="608583" y="95195"/>
                  <a:pt x="609153" y="96938"/>
                  <a:pt x="610293" y="98040"/>
                </a:cubicBezTo>
                <a:cubicBezTo>
                  <a:pt x="611432" y="99142"/>
                  <a:pt x="613232" y="99693"/>
                  <a:pt x="615691" y="99693"/>
                </a:cubicBezTo>
                <a:cubicBezTo>
                  <a:pt x="617131" y="99693"/>
                  <a:pt x="618361" y="99588"/>
                  <a:pt x="619380" y="99378"/>
                </a:cubicBezTo>
                <a:cubicBezTo>
                  <a:pt x="620400" y="99168"/>
                  <a:pt x="621285" y="98928"/>
                  <a:pt x="622035" y="98659"/>
                </a:cubicBezTo>
                <a:cubicBezTo>
                  <a:pt x="622784" y="98389"/>
                  <a:pt x="623429" y="98149"/>
                  <a:pt x="623969" y="97939"/>
                </a:cubicBezTo>
                <a:cubicBezTo>
                  <a:pt x="624509" y="97729"/>
                  <a:pt x="625019" y="97624"/>
                  <a:pt x="625499" y="97624"/>
                </a:cubicBezTo>
                <a:cubicBezTo>
                  <a:pt x="625979" y="97624"/>
                  <a:pt x="626383" y="97849"/>
                  <a:pt x="626713" y="98299"/>
                </a:cubicBezTo>
                <a:cubicBezTo>
                  <a:pt x="627043" y="98748"/>
                  <a:pt x="627208" y="99484"/>
                  <a:pt x="627208" y="100506"/>
                </a:cubicBezTo>
                <a:cubicBezTo>
                  <a:pt x="627208" y="101651"/>
                  <a:pt x="627088" y="102947"/>
                  <a:pt x="626848" y="104394"/>
                </a:cubicBezTo>
                <a:cubicBezTo>
                  <a:pt x="626608" y="105842"/>
                  <a:pt x="626293" y="107243"/>
                  <a:pt x="625904" y="108598"/>
                </a:cubicBezTo>
                <a:cubicBezTo>
                  <a:pt x="625514" y="109953"/>
                  <a:pt x="625079" y="111189"/>
                  <a:pt x="624599" y="112304"/>
                </a:cubicBezTo>
                <a:cubicBezTo>
                  <a:pt x="624119" y="113419"/>
                  <a:pt x="623609" y="114248"/>
                  <a:pt x="623069" y="114789"/>
                </a:cubicBezTo>
                <a:cubicBezTo>
                  <a:pt x="622529" y="115333"/>
                  <a:pt x="621720" y="115846"/>
                  <a:pt x="620640" y="116328"/>
                </a:cubicBezTo>
                <a:cubicBezTo>
                  <a:pt x="619560" y="116809"/>
                  <a:pt x="618286" y="117231"/>
                  <a:pt x="616816" y="117593"/>
                </a:cubicBezTo>
                <a:cubicBezTo>
                  <a:pt x="615346" y="117955"/>
                  <a:pt x="613772" y="118240"/>
                  <a:pt x="612092" y="118450"/>
                </a:cubicBezTo>
                <a:cubicBezTo>
                  <a:pt x="610413" y="118662"/>
                  <a:pt x="608733" y="118768"/>
                  <a:pt x="607054" y="118768"/>
                </a:cubicBezTo>
                <a:cubicBezTo>
                  <a:pt x="603455" y="118768"/>
                  <a:pt x="600290" y="118393"/>
                  <a:pt x="597561" y="117643"/>
                </a:cubicBezTo>
                <a:cubicBezTo>
                  <a:pt x="594832" y="116894"/>
                  <a:pt x="592538" y="115709"/>
                  <a:pt x="590678" y="114089"/>
                </a:cubicBezTo>
                <a:cubicBezTo>
                  <a:pt x="588819" y="112470"/>
                  <a:pt x="587424" y="110400"/>
                  <a:pt x="586494" y="107881"/>
                </a:cubicBezTo>
                <a:cubicBezTo>
                  <a:pt x="585564" y="105362"/>
                  <a:pt x="585100" y="102303"/>
                  <a:pt x="585100" y="98703"/>
                </a:cubicBezTo>
                <a:cubicBezTo>
                  <a:pt x="585100" y="98044"/>
                  <a:pt x="585130" y="97279"/>
                  <a:pt x="585189" y="96409"/>
                </a:cubicBezTo>
                <a:cubicBezTo>
                  <a:pt x="585249" y="95539"/>
                  <a:pt x="585354" y="94625"/>
                  <a:pt x="585504" y="93665"/>
                </a:cubicBezTo>
                <a:cubicBezTo>
                  <a:pt x="585654" y="92705"/>
                  <a:pt x="585804" y="91730"/>
                  <a:pt x="585954" y="90741"/>
                </a:cubicBezTo>
                <a:cubicBezTo>
                  <a:pt x="586104" y="89751"/>
                  <a:pt x="586269" y="88866"/>
                  <a:pt x="586449" y="88086"/>
                </a:cubicBezTo>
                <a:lnTo>
                  <a:pt x="594277" y="48947"/>
                </a:lnTo>
                <a:lnTo>
                  <a:pt x="584560" y="48947"/>
                </a:lnTo>
                <a:cubicBezTo>
                  <a:pt x="583780" y="48947"/>
                  <a:pt x="583210" y="48692"/>
                  <a:pt x="582850" y="48182"/>
                </a:cubicBezTo>
                <a:cubicBezTo>
                  <a:pt x="582490" y="47672"/>
                  <a:pt x="582310" y="46697"/>
                  <a:pt x="582310" y="45258"/>
                </a:cubicBezTo>
                <a:cubicBezTo>
                  <a:pt x="582310" y="44238"/>
                  <a:pt x="582415" y="42903"/>
                  <a:pt x="582625" y="41254"/>
                </a:cubicBezTo>
                <a:cubicBezTo>
                  <a:pt x="582835" y="39604"/>
                  <a:pt x="583180" y="37985"/>
                  <a:pt x="583660" y="36395"/>
                </a:cubicBezTo>
                <a:cubicBezTo>
                  <a:pt x="584140" y="34806"/>
                  <a:pt x="584770" y="33441"/>
                  <a:pt x="585549" y="32301"/>
                </a:cubicBezTo>
                <a:cubicBezTo>
                  <a:pt x="586329" y="31162"/>
                  <a:pt x="587259" y="30592"/>
                  <a:pt x="588339" y="30592"/>
                </a:cubicBezTo>
                <a:lnTo>
                  <a:pt x="597966" y="30592"/>
                </a:lnTo>
                <a:lnTo>
                  <a:pt x="601565" y="12613"/>
                </a:lnTo>
                <a:cubicBezTo>
                  <a:pt x="601685" y="12012"/>
                  <a:pt x="601970" y="11470"/>
                  <a:pt x="602420" y="10988"/>
                </a:cubicBezTo>
                <a:cubicBezTo>
                  <a:pt x="602870" y="10505"/>
                  <a:pt x="603560" y="10098"/>
                  <a:pt x="604489" y="9768"/>
                </a:cubicBezTo>
                <a:cubicBezTo>
                  <a:pt x="605419" y="9436"/>
                  <a:pt x="606619" y="9195"/>
                  <a:pt x="608088" y="9045"/>
                </a:cubicBezTo>
                <a:cubicBezTo>
                  <a:pt x="609558" y="8894"/>
                  <a:pt x="611402" y="8818"/>
                  <a:pt x="613622" y="8818"/>
                </a:cubicBezTo>
                <a:cubicBezTo>
                  <a:pt x="615781" y="8818"/>
                  <a:pt x="617581" y="8894"/>
                  <a:pt x="619020" y="9045"/>
                </a:cubicBezTo>
                <a:cubicBezTo>
                  <a:pt x="620460" y="9195"/>
                  <a:pt x="621570" y="9436"/>
                  <a:pt x="622350" y="9768"/>
                </a:cubicBezTo>
                <a:cubicBezTo>
                  <a:pt x="623129" y="10098"/>
                  <a:pt x="623654" y="10505"/>
                  <a:pt x="623924" y="10988"/>
                </a:cubicBezTo>
                <a:cubicBezTo>
                  <a:pt x="624194" y="11470"/>
                  <a:pt x="624269" y="12012"/>
                  <a:pt x="624149" y="12613"/>
                </a:cubicBezTo>
                <a:lnTo>
                  <a:pt x="620550" y="30592"/>
                </a:lnTo>
                <a:lnTo>
                  <a:pt x="637915" y="30592"/>
                </a:lnTo>
                <a:cubicBezTo>
                  <a:pt x="638935" y="30592"/>
                  <a:pt x="639625" y="30922"/>
                  <a:pt x="639985" y="31582"/>
                </a:cubicBezTo>
                <a:cubicBezTo>
                  <a:pt x="640345" y="32241"/>
                  <a:pt x="640525" y="33201"/>
                  <a:pt x="640525" y="3446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6abb7fddd42b7"/>
          <a:stretch xmlns:a="http://schemas.openxmlformats.org/drawingml/2006/main"/>
        </p:blipFill>
        <p:spPr>
          <a:xfrm xmlns:a="http://schemas.openxmlformats.org/drawingml/2006/main">
            <a:off x="4749129" y="2135804"/>
            <a:ext cx="372259" cy="37225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258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2026-09-05T17:42:01.6340000Z</dcterms:created>
  <dcterms:modified xsi:type="dcterms:W3CDTF">2026-09-05T17:42:01.6340000Z</dcterms:modified>
</coreProperties>
</file>